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6858000" cx="9144000"/>
  <p:notesSz cx="6888150" cy="100187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Bxghmu4LgyymLxXsCjv1fnaj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9A8FF1-E87D-4054-A7DB-12D77AC54F0B}">
  <a:tblStyle styleId="{B49A8FF1-E87D-4054-A7DB-12D77AC54F0B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3E77D4C-DC0B-43E6-9B94-35EBCC6057A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Play-bold.fntdata"/><Relationship Id="rId14" Type="http://schemas.openxmlformats.org/officeDocument/2006/relationships/slide" Target="slides/slide7.xml"/><Relationship Id="rId36" Type="http://schemas.openxmlformats.org/officeDocument/2006/relationships/font" Target="fonts/Play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2075" y="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9038" y="1252538"/>
            <a:ext cx="4510087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17063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/>
          <p:nvPr>
            <p:ph idx="2" type="sldImg"/>
          </p:nvPr>
        </p:nvSpPr>
        <p:spPr>
          <a:xfrm>
            <a:off x="1189038" y="1252538"/>
            <a:ext cx="4510087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 txBox="1"/>
          <p:nvPr>
            <p:ph idx="12" type="sldNum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33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4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34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98c09df87e_0_972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g398c09df87e_0_972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98c09df87e_0_1001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g398c09df87e_0_1001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98c09df87e_0_1026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g398c09df87e_0_1026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g398c09df87e_0_1026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8c09df87e_0_1197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g398c09df87e_0_1197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98c09df87e_0_1266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98c09df87e_0_1266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Numerical example of non-dominated selection</a:t>
            </a:r>
            <a:endParaRPr/>
          </a:p>
        </p:txBody>
      </p:sp>
      <p:sp>
        <p:nvSpPr>
          <p:cNvPr id="834" name="Google Shape;834;g398c09df87e_0_1266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98c09df87e_0_1440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g398c09df87e_0_1440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98c09df87e_0_1475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4" name="Google Shape;1044;g398c09df87e_0_1475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98c09df87e_0_1498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g398c09df87e_0_1498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g398c09df87e_0_1498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98c09df87e_0_1523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4" name="Google Shape;1094;g398c09df87e_0_1523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Overview of the optimization flow. (Similar to the general GA process)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5" name="Google Shape;1095;g398c09df87e_0_1523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98c09df87e_0_1546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g398c09df87e_0_1546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 to initialize population</a:t>
            </a:r>
            <a:endParaRPr/>
          </a:p>
        </p:txBody>
      </p:sp>
      <p:sp>
        <p:nvSpPr>
          <p:cNvPr id="1119" name="Google Shape;1119;g398c09df87e_0_1546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98c09df87e_0_1569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g398c09df87e_0_1569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Illustration of the method for initializing the initial population</a:t>
            </a:r>
            <a:endParaRPr/>
          </a:p>
        </p:txBody>
      </p:sp>
      <p:sp>
        <p:nvSpPr>
          <p:cNvPr id="1143" name="Google Shape;1143;g398c09df87e_0_1569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98c09df87e_0_1615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398c09df87e_0_1615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 Method to generate new population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0" name="Google Shape;1190;g398c09df87e_0_1615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98c09df87e_0_1658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3" name="Google Shape;1233;g398c09df87e_0_1658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Illustration of the method to generate new population</a:t>
            </a:r>
            <a:endParaRPr/>
          </a:p>
        </p:txBody>
      </p:sp>
      <p:sp>
        <p:nvSpPr>
          <p:cNvPr id="1234" name="Google Shape;1234;g398c09df87e_0_1658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98c09df87e_0_1850:notes"/>
          <p:cNvSpPr/>
          <p:nvPr>
            <p:ph idx="2" type="sldImg"/>
          </p:nvPr>
        </p:nvSpPr>
        <p:spPr>
          <a:xfrm>
            <a:off x="1190625" y="1252538"/>
            <a:ext cx="4506913" cy="33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g398c09df87e_0_1850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Illustrate the method of selection based on user-defined constraint with Qsol</a:t>
            </a:r>
            <a:endParaRPr/>
          </a:p>
        </p:txBody>
      </p:sp>
      <p:sp>
        <p:nvSpPr>
          <p:cNvPr id="1427" name="Google Shape;1427;g398c09df87e_0_1850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a23f74ff41_0_0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2" name="Google Shape;1442;g3a23f74ff41_0_0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Overall flow of redownloading process</a:t>
            </a:r>
            <a:endParaRPr/>
          </a:p>
        </p:txBody>
      </p:sp>
      <p:sp>
        <p:nvSpPr>
          <p:cNvPr id="1443" name="Google Shape;1443;g3a23f74ff41_0_0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a23f74ff41_0_24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7" name="Google Shape;1467;g3a23f74ff41_0_24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methodology to test the target application with fault insertion and prediction modeling</a:t>
            </a:r>
            <a:endParaRPr/>
          </a:p>
        </p:txBody>
      </p:sp>
      <p:sp>
        <p:nvSpPr>
          <p:cNvPr id="1468" name="Google Shape;1468;g3a23f74ff41_0_24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a23f74ff41_0_48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2" name="Google Shape;1492;g3a23f74ff41_0_48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of prediction modeling with linear approximation</a:t>
            </a:r>
            <a:endParaRPr/>
          </a:p>
        </p:txBody>
      </p:sp>
      <p:sp>
        <p:nvSpPr>
          <p:cNvPr id="1493" name="Google Shape;1493;g3a23f74ff41_0_48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3a23f74ff41_0_70:notes"/>
          <p:cNvSpPr/>
          <p:nvPr>
            <p:ph idx="2" type="sldImg"/>
          </p:nvPr>
        </p:nvSpPr>
        <p:spPr>
          <a:xfrm>
            <a:off x="1377630" y="1252338"/>
            <a:ext cx="4132800" cy="338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5" name="Google Shape;1515;g3a23f74ff41_0_70:notes"/>
          <p:cNvSpPr txBox="1"/>
          <p:nvPr>
            <p:ph idx="1" type="body"/>
          </p:nvPr>
        </p:nvSpPr>
        <p:spPr>
          <a:xfrm>
            <a:off x="688815" y="4821499"/>
            <a:ext cx="55104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300" lIns="94600" spcFirstLastPara="1" rIns="94600" wrap="square" tIns="47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methodology to determine the redownloading interval based on the prediction model</a:t>
            </a:r>
            <a:endParaRPr/>
          </a:p>
        </p:txBody>
      </p:sp>
      <p:sp>
        <p:nvSpPr>
          <p:cNvPr id="1516" name="Google Shape;1516;g3a23f74ff41_0_70:notes"/>
          <p:cNvSpPr txBox="1"/>
          <p:nvPr>
            <p:ph idx="12" type="sldNum"/>
          </p:nvPr>
        </p:nvSpPr>
        <p:spPr>
          <a:xfrm>
            <a:off x="3901691" y="9516026"/>
            <a:ext cx="298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300" lIns="94600" spcFirstLastPara="1" rIns="94600" wrap="square" tIns="473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398c09df87e_0_2050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9" name="Google Shape;1559;g398c09df87e_0_2050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398c09df87e_0_2055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5" name="Google Shape;1565;g398c09df87e_0_2055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98c09df87e_0_2060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1" name="Google Shape;1571;g398c09df87e_0_2060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398c09df87e_0_2065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7" name="Google Shape;1577;g398c09df87e_0_2065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98c09df87e_0_2070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3" name="Google Shape;1583;g398c09df87e_0_2070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98c09df87e_0_2075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9" name="Google Shape;1589;g398c09df87e_0_2075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98c09df87e_0_2080:notes"/>
          <p:cNvSpPr txBox="1"/>
          <p:nvPr>
            <p:ph idx="1" type="body"/>
          </p:nvPr>
        </p:nvSpPr>
        <p:spPr>
          <a:xfrm>
            <a:off x="688815" y="4758883"/>
            <a:ext cx="55104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5" name="Google Shape;1595;g398c09df87e_0_2080:notes"/>
          <p:cNvSpPr/>
          <p:nvPr>
            <p:ph idx="2" type="sldImg"/>
          </p:nvPr>
        </p:nvSpPr>
        <p:spPr>
          <a:xfrm>
            <a:off x="1148251" y="751403"/>
            <a:ext cx="4592400" cy="375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8c09df87e_0_187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98c09df87e_0_187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98c09df87e_0_187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c09df87e_0_1875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98c09df87e_0_1875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98c09df87e_0_187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98c09df87e_0_187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98c09df87e_0_187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8c09df87e_0_1881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98c09df87e_0_1881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3" name="Google Shape;103;g398c09df87e_0_188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98c09df87e_0_188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98c09df87e_0_188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c09df87e_0_1887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98c09df87e_0_1887"/>
          <p:cNvSpPr txBox="1"/>
          <p:nvPr>
            <p:ph idx="1" type="body"/>
          </p:nvPr>
        </p:nvSpPr>
        <p:spPr>
          <a:xfrm>
            <a:off x="623888" y="4589464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9" name="Google Shape;109;g398c09df87e_0_188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98c09df87e_0_188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98c09df87e_0_188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8c09df87e_0_189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98c09df87e_0_1893"/>
          <p:cNvSpPr txBox="1"/>
          <p:nvPr>
            <p:ph idx="1" type="body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98c09df87e_0_1893"/>
          <p:cNvSpPr txBox="1"/>
          <p:nvPr>
            <p:ph idx="2" type="body"/>
          </p:nvPr>
        </p:nvSpPr>
        <p:spPr>
          <a:xfrm>
            <a:off x="46291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98c09df87e_0_189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98c09df87e_0_189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98c09df87e_0_189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8c09df87e_0_1900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98c09df87e_0_1900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g398c09df87e_0_1900"/>
          <p:cNvSpPr txBox="1"/>
          <p:nvPr>
            <p:ph idx="2" type="body"/>
          </p:nvPr>
        </p:nvSpPr>
        <p:spPr>
          <a:xfrm>
            <a:off x="629842" y="2505075"/>
            <a:ext cx="3868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98c09df87e_0_1900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g398c09df87e_0_1900"/>
          <p:cNvSpPr txBox="1"/>
          <p:nvPr>
            <p:ph idx="4" type="body"/>
          </p:nvPr>
        </p:nvSpPr>
        <p:spPr>
          <a:xfrm>
            <a:off x="4629150" y="2505075"/>
            <a:ext cx="38874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98c09df87e_0_1900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98c09df87e_0_1900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98c09df87e_0_1900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8c09df87e_0_1909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98c09df87e_0_190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98c09df87e_0_190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98c09df87e_0_190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8c09df87e_0_1914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98c09df87e_0_1914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g398c09df87e_0_1914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g398c09df87e_0_191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98c09df87e_0_191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98c09df87e_0_191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8c09df87e_0_192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98c09df87e_0_1921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98c09df87e_0_1921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g398c09df87e_0_192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98c09df87e_0_192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98c09df87e_0_192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8c09df87e_0_1928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98c09df87e_0_1928"/>
          <p:cNvSpPr txBox="1"/>
          <p:nvPr>
            <p:ph idx="1" type="body"/>
          </p:nvPr>
        </p:nvSpPr>
        <p:spPr>
          <a:xfrm rot="5400000">
            <a:off x="2396400" y="57875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g398c09df87e_0_192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98c09df87e_0_192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98c09df87e_0_192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8c09df87e_0_1934"/>
          <p:cNvSpPr txBox="1"/>
          <p:nvPr>
            <p:ph type="title"/>
          </p:nvPr>
        </p:nvSpPr>
        <p:spPr>
          <a:xfrm rot="5400000">
            <a:off x="4623600" y="2285275"/>
            <a:ext cx="5811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98c09df87e_0_1934"/>
          <p:cNvSpPr txBox="1"/>
          <p:nvPr>
            <p:ph idx="1" type="body"/>
          </p:nvPr>
        </p:nvSpPr>
        <p:spPr>
          <a:xfrm rot="5400000">
            <a:off x="623025" y="370675"/>
            <a:ext cx="58119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98c09df87e_0_193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98c09df87e_0_193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98c09df87e_0_193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8c09df87e_0_2091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7" name="Google Shape;167;g398c09df87e_0_2091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8" name="Google Shape;168;g398c09df87e_0_2091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9" name="Google Shape;169;g398c09df87e_0_2091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8c09df87e_0_2096"/>
          <p:cNvSpPr txBox="1"/>
          <p:nvPr>
            <p:ph type="ctrTitle"/>
          </p:nvPr>
        </p:nvSpPr>
        <p:spPr>
          <a:xfrm>
            <a:off x="438912" y="1363472"/>
            <a:ext cx="49743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2" name="Google Shape;172;g398c09df87e_0_2096"/>
          <p:cNvSpPr txBox="1"/>
          <p:nvPr>
            <p:ph idx="1" type="subTitle"/>
          </p:nvPr>
        </p:nvSpPr>
        <p:spPr>
          <a:xfrm>
            <a:off x="877824" y="2487168"/>
            <a:ext cx="40965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g398c09df87e_0_2096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4" name="Google Shape;174;g398c09df87e_0_2096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5" name="Google Shape;175;g398c09df87e_0_2096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8c09df87e_0_2102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78" name="Google Shape;178;g398c09df87e_0_2102"/>
          <p:cNvSpPr txBox="1"/>
          <p:nvPr>
            <p:ph idx="1" type="body"/>
          </p:nvPr>
        </p:nvSpPr>
        <p:spPr>
          <a:xfrm>
            <a:off x="292608" y="1024128"/>
            <a:ext cx="52668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79" name="Google Shape;179;g398c09df87e_0_2102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0" name="Google Shape;180;g398c09df87e_0_2102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1" name="Google Shape;181;g398c09df87e_0_2102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8c09df87e_0_2108"/>
          <p:cNvSpPr txBox="1"/>
          <p:nvPr>
            <p:ph type="title"/>
          </p:nvPr>
        </p:nvSpPr>
        <p:spPr>
          <a:xfrm>
            <a:off x="462280" y="2820416"/>
            <a:ext cx="4974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b="1" sz="26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4" name="Google Shape;184;g398c09df87e_0_2108"/>
          <p:cNvSpPr txBox="1"/>
          <p:nvPr>
            <p:ph idx="1" type="body"/>
          </p:nvPr>
        </p:nvSpPr>
        <p:spPr>
          <a:xfrm>
            <a:off x="462280" y="1860296"/>
            <a:ext cx="49743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9250" lIns="58500" spcFirstLastPara="1" rIns="58500" wrap="square" tIns="292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g398c09df87e_0_2108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6" name="Google Shape;186;g398c09df87e_0_2108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87" name="Google Shape;187;g398c09df87e_0_2108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8c09df87e_0_2114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0" name="Google Shape;190;g398c09df87e_0_2114"/>
          <p:cNvSpPr txBox="1"/>
          <p:nvPr>
            <p:ph idx="1" type="body"/>
          </p:nvPr>
        </p:nvSpPr>
        <p:spPr>
          <a:xfrm>
            <a:off x="292608" y="1024128"/>
            <a:ext cx="25848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91" name="Google Shape;191;g398c09df87e_0_2114"/>
          <p:cNvSpPr txBox="1"/>
          <p:nvPr>
            <p:ph idx="2" type="body"/>
          </p:nvPr>
        </p:nvSpPr>
        <p:spPr>
          <a:xfrm>
            <a:off x="2974848" y="1024128"/>
            <a:ext cx="25848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92" name="Google Shape;192;g398c09df87e_0_2114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3" name="Google Shape;193;g398c09df87e_0_2114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4" name="Google Shape;194;g398c09df87e_0_2114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8c09df87e_0_2121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97" name="Google Shape;197;g398c09df87e_0_2121"/>
          <p:cNvSpPr txBox="1"/>
          <p:nvPr>
            <p:ph idx="1" type="body"/>
          </p:nvPr>
        </p:nvSpPr>
        <p:spPr>
          <a:xfrm>
            <a:off x="292608" y="982472"/>
            <a:ext cx="2585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9250" lIns="58500" spcFirstLastPara="1" rIns="58500" wrap="square" tIns="292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198" name="Google Shape;198;g398c09df87e_0_2121"/>
          <p:cNvSpPr txBox="1"/>
          <p:nvPr>
            <p:ph idx="2" type="body"/>
          </p:nvPr>
        </p:nvSpPr>
        <p:spPr>
          <a:xfrm>
            <a:off x="292608" y="1391920"/>
            <a:ext cx="25857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99" name="Google Shape;199;g398c09df87e_0_2121"/>
          <p:cNvSpPr txBox="1"/>
          <p:nvPr>
            <p:ph idx="3" type="body"/>
          </p:nvPr>
        </p:nvSpPr>
        <p:spPr>
          <a:xfrm>
            <a:off x="2972816" y="982472"/>
            <a:ext cx="2586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9250" lIns="58500" spcFirstLastPara="1" rIns="58500" wrap="square" tIns="292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200" name="Google Shape;200;g398c09df87e_0_2121"/>
          <p:cNvSpPr txBox="1"/>
          <p:nvPr>
            <p:ph idx="4" type="body"/>
          </p:nvPr>
        </p:nvSpPr>
        <p:spPr>
          <a:xfrm>
            <a:off x="2972816" y="1391920"/>
            <a:ext cx="2586900" cy="25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201" name="Google Shape;201;g398c09df87e_0_2121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2" name="Google Shape;202;g398c09df87e_0_2121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3" name="Google Shape;203;g398c09df87e_0_2121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8c09df87e_0_2130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6" name="Google Shape;206;g398c09df87e_0_2130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07" name="Google Shape;207;g398c09df87e_0_2130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8c09df87e_0_2134"/>
          <p:cNvSpPr txBox="1"/>
          <p:nvPr>
            <p:ph type="title"/>
          </p:nvPr>
        </p:nvSpPr>
        <p:spPr>
          <a:xfrm>
            <a:off x="292608" y="174752"/>
            <a:ext cx="19254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29250" lIns="58500" spcFirstLastPara="1" rIns="58500" wrap="square" tIns="292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0" name="Google Shape;210;g398c09df87e_0_2134"/>
          <p:cNvSpPr txBox="1"/>
          <p:nvPr>
            <p:ph idx="1" type="body"/>
          </p:nvPr>
        </p:nvSpPr>
        <p:spPr>
          <a:xfrm>
            <a:off x="2288032" y="174752"/>
            <a:ext cx="3271500" cy="3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11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211" name="Google Shape;211;g398c09df87e_0_2134"/>
          <p:cNvSpPr txBox="1"/>
          <p:nvPr>
            <p:ph idx="2" type="body"/>
          </p:nvPr>
        </p:nvSpPr>
        <p:spPr>
          <a:xfrm>
            <a:off x="292608" y="918464"/>
            <a:ext cx="1925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2" name="Google Shape;212;g398c09df87e_0_2134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3" name="Google Shape;213;g398c09df87e_0_2134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4" name="Google Shape;214;g398c09df87e_0_2134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8c09df87e_0_2141"/>
          <p:cNvSpPr txBox="1"/>
          <p:nvPr>
            <p:ph type="title"/>
          </p:nvPr>
        </p:nvSpPr>
        <p:spPr>
          <a:xfrm>
            <a:off x="1147064" y="3072384"/>
            <a:ext cx="35112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b" bIns="29250" lIns="58500" spcFirstLastPara="1" rIns="58500" wrap="square" tIns="292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17" name="Google Shape;217;g398c09df87e_0_2141"/>
          <p:cNvSpPr/>
          <p:nvPr>
            <p:ph idx="2" type="pic"/>
          </p:nvPr>
        </p:nvSpPr>
        <p:spPr>
          <a:xfrm>
            <a:off x="1147064" y="392176"/>
            <a:ext cx="3511200" cy="26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g398c09df87e_0_2141"/>
          <p:cNvSpPr txBox="1"/>
          <p:nvPr>
            <p:ph idx="1" type="body"/>
          </p:nvPr>
        </p:nvSpPr>
        <p:spPr>
          <a:xfrm>
            <a:off x="1147064" y="3435096"/>
            <a:ext cx="35112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9" name="Google Shape;219;g398c09df87e_0_2141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0" name="Google Shape;220;g398c09df87e_0_2141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1" name="Google Shape;221;g398c09df87e_0_2141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8c09df87e_0_2148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4" name="Google Shape;224;g398c09df87e_0_2148"/>
          <p:cNvSpPr txBox="1"/>
          <p:nvPr>
            <p:ph idx="1" type="body"/>
          </p:nvPr>
        </p:nvSpPr>
        <p:spPr>
          <a:xfrm rot="5400000">
            <a:off x="1477752" y="-160872"/>
            <a:ext cx="2896800" cy="52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225" name="Google Shape;225;g398c09df87e_0_2148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6" name="Google Shape;226;g398c09df87e_0_2148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27" name="Google Shape;227;g398c09df87e_0_2148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8c09df87e_0_2154"/>
          <p:cNvSpPr txBox="1"/>
          <p:nvPr>
            <p:ph type="title"/>
          </p:nvPr>
        </p:nvSpPr>
        <p:spPr>
          <a:xfrm rot="5400000">
            <a:off x="3028752" y="1389868"/>
            <a:ext cx="3744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0" name="Google Shape;230;g398c09df87e_0_2154"/>
          <p:cNvSpPr txBox="1"/>
          <p:nvPr>
            <p:ph idx="1" type="body"/>
          </p:nvPr>
        </p:nvSpPr>
        <p:spPr>
          <a:xfrm rot="5400000">
            <a:off x="346530" y="121918"/>
            <a:ext cx="3744900" cy="3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231" name="Google Shape;231;g398c09df87e_0_2154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2" name="Google Shape;232;g398c09df87e_0_2154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3" name="Google Shape;233;g398c09df87e_0_2154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8c09df87e_0_1865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98c09df87e_0_1865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398c09df87e_0_186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98c09df87e_0_186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98c09df87e_0_186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c09df87e_0_2085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g398c09df87e_0_2085"/>
          <p:cNvSpPr txBox="1"/>
          <p:nvPr>
            <p:ph idx="1" type="body"/>
          </p:nvPr>
        </p:nvSpPr>
        <p:spPr>
          <a:xfrm>
            <a:off x="292608" y="1024128"/>
            <a:ext cx="52668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250" lIns="58500" spcFirstLastPara="1" rIns="58500" wrap="square" tIns="29250">
            <a:norm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g398c09df87e_0_2085"/>
          <p:cNvSpPr txBox="1"/>
          <p:nvPr>
            <p:ph idx="10" type="dt"/>
          </p:nvPr>
        </p:nvSpPr>
        <p:spPr>
          <a:xfrm>
            <a:off x="29260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g398c09df87e_0_2085"/>
          <p:cNvSpPr txBox="1"/>
          <p:nvPr>
            <p:ph idx="11" type="ftr"/>
          </p:nvPr>
        </p:nvSpPr>
        <p:spPr>
          <a:xfrm>
            <a:off x="1999488" y="4068064"/>
            <a:ext cx="1853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g398c09df87e_0_2085"/>
          <p:cNvSpPr txBox="1"/>
          <p:nvPr>
            <p:ph idx="12" type="sldNum"/>
          </p:nvPr>
        </p:nvSpPr>
        <p:spPr>
          <a:xfrm>
            <a:off x="4194048" y="4068064"/>
            <a:ext cx="1365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34.png"/><Relationship Id="rId9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41.png"/><Relationship Id="rId11" Type="http://schemas.openxmlformats.org/officeDocument/2006/relationships/image" Target="../media/image20.png"/><Relationship Id="rId22" Type="http://schemas.openxmlformats.org/officeDocument/2006/relationships/image" Target="../media/image36.png"/><Relationship Id="rId10" Type="http://schemas.openxmlformats.org/officeDocument/2006/relationships/image" Target="../media/image25.png"/><Relationship Id="rId21" Type="http://schemas.openxmlformats.org/officeDocument/2006/relationships/image" Target="../media/image32.png"/><Relationship Id="rId13" Type="http://schemas.openxmlformats.org/officeDocument/2006/relationships/image" Target="../media/image33.png"/><Relationship Id="rId12" Type="http://schemas.openxmlformats.org/officeDocument/2006/relationships/image" Target="../media/image24.png"/><Relationship Id="rId23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5" Type="http://schemas.openxmlformats.org/officeDocument/2006/relationships/image" Target="../media/image27.png"/><Relationship Id="rId14" Type="http://schemas.openxmlformats.org/officeDocument/2006/relationships/image" Target="../media/image39.png"/><Relationship Id="rId17" Type="http://schemas.openxmlformats.org/officeDocument/2006/relationships/image" Target="../media/image42.png"/><Relationship Id="rId16" Type="http://schemas.openxmlformats.org/officeDocument/2006/relationships/image" Target="../media/image43.png"/><Relationship Id="rId5" Type="http://schemas.openxmlformats.org/officeDocument/2006/relationships/image" Target="../media/image8.png"/><Relationship Id="rId19" Type="http://schemas.openxmlformats.org/officeDocument/2006/relationships/image" Target="../media/image30.png"/><Relationship Id="rId6" Type="http://schemas.openxmlformats.org/officeDocument/2006/relationships/image" Target="../media/image21.png"/><Relationship Id="rId18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Relationship Id="rId5" Type="http://schemas.openxmlformats.org/officeDocument/2006/relationships/image" Target="../media/image57.png"/><Relationship Id="rId6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image" Target="../media/image15.png"/><Relationship Id="rId5" Type="http://schemas.openxmlformats.org/officeDocument/2006/relationships/image" Target="../media/image46.png"/><Relationship Id="rId6" Type="http://schemas.openxmlformats.org/officeDocument/2006/relationships/image" Target="../media/image53.png"/><Relationship Id="rId7" Type="http://schemas.openxmlformats.org/officeDocument/2006/relationships/image" Target="../media/image63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65.png"/><Relationship Id="rId9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62.png"/><Relationship Id="rId8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Relationship Id="rId4" Type="http://schemas.openxmlformats.org/officeDocument/2006/relationships/image" Target="../media/image54.png"/><Relationship Id="rId5" Type="http://schemas.openxmlformats.org/officeDocument/2006/relationships/image" Target="../media/image70.png"/><Relationship Id="rId6" Type="http://schemas.openxmlformats.org/officeDocument/2006/relationships/image" Target="../media/image76.png"/><Relationship Id="rId7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9.png"/><Relationship Id="rId10" Type="http://schemas.openxmlformats.org/officeDocument/2006/relationships/image" Target="../media/image77.png"/><Relationship Id="rId13" Type="http://schemas.openxmlformats.org/officeDocument/2006/relationships/image" Target="../media/image75.png"/><Relationship Id="rId1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73.png"/><Relationship Id="rId9" Type="http://schemas.openxmlformats.org/officeDocument/2006/relationships/image" Target="../media/image61.png"/><Relationship Id="rId5" Type="http://schemas.openxmlformats.org/officeDocument/2006/relationships/image" Target="../media/image71.png"/><Relationship Id="rId6" Type="http://schemas.openxmlformats.org/officeDocument/2006/relationships/image" Target="../media/image67.png"/><Relationship Id="rId7" Type="http://schemas.openxmlformats.org/officeDocument/2006/relationships/image" Target="../media/image72.png"/><Relationship Id="rId8" Type="http://schemas.openxmlformats.org/officeDocument/2006/relationships/image" Target="../media/image69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9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8.png"/><Relationship Id="rId4" Type="http://schemas.openxmlformats.org/officeDocument/2006/relationships/image" Target="../media/image90.png"/><Relationship Id="rId9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84.png"/><Relationship Id="rId7" Type="http://schemas.openxmlformats.org/officeDocument/2006/relationships/image" Target="../media/image87.png"/><Relationship Id="rId8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1.png"/><Relationship Id="rId4" Type="http://schemas.openxmlformats.org/officeDocument/2006/relationships/image" Target="../media/image94.png"/><Relationship Id="rId5" Type="http://schemas.openxmlformats.org/officeDocument/2006/relationships/image" Target="../media/image8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>
            <p:ph idx="12" type="sldNum"/>
          </p:nvPr>
        </p:nvSpPr>
        <p:spPr>
          <a:xfrm>
            <a:off x="8406717" y="6083385"/>
            <a:ext cx="5777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1600">
                <a:solidFill>
                  <a:schemeClr val="dk1"/>
                </a:solidFill>
              </a:rPr>
              <a:t>図</a:t>
            </a:r>
            <a:fld id="{00000000-1234-1234-1234-123412341234}" type="slidenum">
              <a:rPr b="1" lang="en-US" sz="1600">
                <a:solidFill>
                  <a:schemeClr val="dk1"/>
                </a:solidFill>
              </a:rPr>
              <a:t>‹#›</a:t>
            </a:fld>
            <a:endParaRPr b="1" sz="1600">
              <a:solidFill>
                <a:schemeClr val="dk1"/>
              </a:solidFill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2171807" y="1631674"/>
            <a:ext cx="4609999" cy="3526383"/>
          </a:xfrm>
          <a:custGeom>
            <a:rect b="b" l="l" r="r" t="t"/>
            <a:pathLst>
              <a:path extrusionOk="0" h="3754120" w="5005638">
                <a:moveTo>
                  <a:pt x="0" y="0"/>
                </a:moveTo>
                <a:lnTo>
                  <a:pt x="1439828" y="0"/>
                </a:lnTo>
                <a:lnTo>
                  <a:pt x="1439828" y="526826"/>
                </a:lnTo>
                <a:lnTo>
                  <a:pt x="5005638" y="526826"/>
                </a:lnTo>
                <a:lnTo>
                  <a:pt x="5005638" y="3754120"/>
                </a:lnTo>
                <a:lnTo>
                  <a:pt x="639779" y="3754120"/>
                </a:lnTo>
                <a:lnTo>
                  <a:pt x="639779" y="1330092"/>
                </a:lnTo>
                <a:lnTo>
                  <a:pt x="0" y="133009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lgDashDot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"/>
          <p:cNvGrpSpPr/>
          <p:nvPr/>
        </p:nvGrpSpPr>
        <p:grpSpPr>
          <a:xfrm>
            <a:off x="3530031" y="3934770"/>
            <a:ext cx="582312" cy="467615"/>
            <a:chOff x="3482502" y="4727643"/>
            <a:chExt cx="642026" cy="515566"/>
          </a:xfrm>
        </p:grpSpPr>
        <p:sp>
          <p:nvSpPr>
            <p:cNvPr id="242" name="Google Shape;24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"/>
          <p:cNvGrpSpPr/>
          <p:nvPr/>
        </p:nvGrpSpPr>
        <p:grpSpPr>
          <a:xfrm>
            <a:off x="4162465" y="3939163"/>
            <a:ext cx="582312" cy="467615"/>
            <a:chOff x="3482502" y="4727643"/>
            <a:chExt cx="642026" cy="515566"/>
          </a:xfrm>
        </p:grpSpPr>
        <p:sp>
          <p:nvSpPr>
            <p:cNvPr id="247" name="Google Shape;24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1"/>
          <p:cNvGrpSpPr/>
          <p:nvPr/>
        </p:nvGrpSpPr>
        <p:grpSpPr>
          <a:xfrm>
            <a:off x="4783136" y="3943556"/>
            <a:ext cx="582312" cy="467615"/>
            <a:chOff x="3482502" y="4727643"/>
            <a:chExt cx="642026" cy="515566"/>
          </a:xfrm>
        </p:grpSpPr>
        <p:sp>
          <p:nvSpPr>
            <p:cNvPr id="252" name="Google Shape;25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1"/>
          <p:cNvGrpSpPr/>
          <p:nvPr/>
        </p:nvGrpSpPr>
        <p:grpSpPr>
          <a:xfrm>
            <a:off x="5409688" y="3947951"/>
            <a:ext cx="582312" cy="467615"/>
            <a:chOff x="3482502" y="4727643"/>
            <a:chExt cx="642026" cy="515566"/>
          </a:xfrm>
        </p:grpSpPr>
        <p:sp>
          <p:nvSpPr>
            <p:cNvPr id="257" name="Google Shape;25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"/>
          <p:cNvGrpSpPr/>
          <p:nvPr/>
        </p:nvGrpSpPr>
        <p:grpSpPr>
          <a:xfrm>
            <a:off x="6030359" y="3952343"/>
            <a:ext cx="582312" cy="467615"/>
            <a:chOff x="3482502" y="4727643"/>
            <a:chExt cx="642026" cy="515566"/>
          </a:xfrm>
        </p:grpSpPr>
        <p:sp>
          <p:nvSpPr>
            <p:cNvPr id="262" name="Google Shape;26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"/>
          <p:cNvGrpSpPr/>
          <p:nvPr/>
        </p:nvGrpSpPr>
        <p:grpSpPr>
          <a:xfrm>
            <a:off x="2903479" y="3930376"/>
            <a:ext cx="582312" cy="467615"/>
            <a:chOff x="3482502" y="4727643"/>
            <a:chExt cx="642026" cy="515566"/>
          </a:xfrm>
        </p:grpSpPr>
        <p:sp>
          <p:nvSpPr>
            <p:cNvPr id="267" name="Google Shape;26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"/>
          <p:cNvGrpSpPr/>
          <p:nvPr/>
        </p:nvGrpSpPr>
        <p:grpSpPr>
          <a:xfrm>
            <a:off x="3529895" y="3422504"/>
            <a:ext cx="582312" cy="467615"/>
            <a:chOff x="3482502" y="4727643"/>
            <a:chExt cx="642026" cy="515566"/>
          </a:xfrm>
        </p:grpSpPr>
        <p:sp>
          <p:nvSpPr>
            <p:cNvPr id="272" name="Google Shape;27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"/>
          <p:cNvGrpSpPr/>
          <p:nvPr/>
        </p:nvGrpSpPr>
        <p:grpSpPr>
          <a:xfrm>
            <a:off x="4162329" y="3426899"/>
            <a:ext cx="582312" cy="467615"/>
            <a:chOff x="3482502" y="4727643"/>
            <a:chExt cx="642026" cy="515566"/>
          </a:xfrm>
        </p:grpSpPr>
        <p:sp>
          <p:nvSpPr>
            <p:cNvPr id="277" name="Google Shape;27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"/>
          <p:cNvGrpSpPr/>
          <p:nvPr/>
        </p:nvGrpSpPr>
        <p:grpSpPr>
          <a:xfrm>
            <a:off x="4783000" y="3431291"/>
            <a:ext cx="582312" cy="467615"/>
            <a:chOff x="3482502" y="4727643"/>
            <a:chExt cx="642026" cy="515566"/>
          </a:xfrm>
        </p:grpSpPr>
        <p:sp>
          <p:nvSpPr>
            <p:cNvPr id="282" name="Google Shape;28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"/>
          <p:cNvGrpSpPr/>
          <p:nvPr/>
        </p:nvGrpSpPr>
        <p:grpSpPr>
          <a:xfrm>
            <a:off x="5409552" y="3435686"/>
            <a:ext cx="582312" cy="467615"/>
            <a:chOff x="3482502" y="4727643"/>
            <a:chExt cx="642026" cy="515566"/>
          </a:xfrm>
        </p:grpSpPr>
        <p:sp>
          <p:nvSpPr>
            <p:cNvPr id="287" name="Google Shape;28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1"/>
          <p:cNvGrpSpPr/>
          <p:nvPr/>
        </p:nvGrpSpPr>
        <p:grpSpPr>
          <a:xfrm>
            <a:off x="6030223" y="3440079"/>
            <a:ext cx="582312" cy="467615"/>
            <a:chOff x="3482502" y="4727643"/>
            <a:chExt cx="642026" cy="515566"/>
          </a:xfrm>
        </p:grpSpPr>
        <p:sp>
          <p:nvSpPr>
            <p:cNvPr id="292" name="Google Shape;29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"/>
          <p:cNvGrpSpPr/>
          <p:nvPr/>
        </p:nvGrpSpPr>
        <p:grpSpPr>
          <a:xfrm>
            <a:off x="2903343" y="3418111"/>
            <a:ext cx="582312" cy="467615"/>
            <a:chOff x="3482502" y="4727643"/>
            <a:chExt cx="642026" cy="515566"/>
          </a:xfrm>
        </p:grpSpPr>
        <p:sp>
          <p:nvSpPr>
            <p:cNvPr id="297" name="Google Shape;29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1"/>
          <p:cNvGrpSpPr/>
          <p:nvPr/>
        </p:nvGrpSpPr>
        <p:grpSpPr>
          <a:xfrm>
            <a:off x="3533807" y="2888415"/>
            <a:ext cx="582312" cy="467615"/>
            <a:chOff x="3482502" y="4727643"/>
            <a:chExt cx="642026" cy="515566"/>
          </a:xfrm>
        </p:grpSpPr>
        <p:sp>
          <p:nvSpPr>
            <p:cNvPr id="302" name="Google Shape;30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1"/>
          <p:cNvGrpSpPr/>
          <p:nvPr/>
        </p:nvGrpSpPr>
        <p:grpSpPr>
          <a:xfrm>
            <a:off x="4166241" y="2892808"/>
            <a:ext cx="582312" cy="467615"/>
            <a:chOff x="3482502" y="4727643"/>
            <a:chExt cx="642026" cy="515566"/>
          </a:xfrm>
        </p:grpSpPr>
        <p:sp>
          <p:nvSpPr>
            <p:cNvPr id="307" name="Google Shape;30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"/>
          <p:cNvGrpSpPr/>
          <p:nvPr/>
        </p:nvGrpSpPr>
        <p:grpSpPr>
          <a:xfrm>
            <a:off x="4786912" y="2897202"/>
            <a:ext cx="582312" cy="467615"/>
            <a:chOff x="3482502" y="4727643"/>
            <a:chExt cx="642026" cy="515566"/>
          </a:xfrm>
        </p:grpSpPr>
        <p:sp>
          <p:nvSpPr>
            <p:cNvPr id="312" name="Google Shape;31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"/>
          <p:cNvGrpSpPr/>
          <p:nvPr/>
        </p:nvGrpSpPr>
        <p:grpSpPr>
          <a:xfrm>
            <a:off x="5413464" y="2901595"/>
            <a:ext cx="582312" cy="467615"/>
            <a:chOff x="3482502" y="4727643"/>
            <a:chExt cx="642026" cy="515566"/>
          </a:xfrm>
        </p:grpSpPr>
        <p:sp>
          <p:nvSpPr>
            <p:cNvPr id="317" name="Google Shape;31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"/>
          <p:cNvGrpSpPr/>
          <p:nvPr/>
        </p:nvGrpSpPr>
        <p:grpSpPr>
          <a:xfrm>
            <a:off x="6034135" y="2905988"/>
            <a:ext cx="582312" cy="467615"/>
            <a:chOff x="3482502" y="4727643"/>
            <a:chExt cx="642026" cy="515566"/>
          </a:xfrm>
        </p:grpSpPr>
        <p:sp>
          <p:nvSpPr>
            <p:cNvPr id="322" name="Google Shape;322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"/>
          <p:cNvGrpSpPr/>
          <p:nvPr/>
        </p:nvGrpSpPr>
        <p:grpSpPr>
          <a:xfrm>
            <a:off x="2907255" y="2884022"/>
            <a:ext cx="582312" cy="467615"/>
            <a:chOff x="3482502" y="4727643"/>
            <a:chExt cx="642026" cy="515566"/>
          </a:xfrm>
        </p:grpSpPr>
        <p:sp>
          <p:nvSpPr>
            <p:cNvPr id="327" name="Google Shape;327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"/>
          <p:cNvSpPr/>
          <p:nvPr/>
        </p:nvSpPr>
        <p:spPr>
          <a:xfrm>
            <a:off x="3530825" y="2365720"/>
            <a:ext cx="582312" cy="46761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"/>
          <p:cNvSpPr/>
          <p:nvPr/>
        </p:nvSpPr>
        <p:spPr>
          <a:xfrm>
            <a:off x="3893850" y="2624643"/>
            <a:ext cx="180819" cy="1822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"/>
          <p:cNvSpPr/>
          <p:nvPr/>
        </p:nvSpPr>
        <p:spPr>
          <a:xfrm>
            <a:off x="3572760" y="2417313"/>
            <a:ext cx="180819" cy="3490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"/>
          <p:cNvSpPr/>
          <p:nvPr/>
        </p:nvSpPr>
        <p:spPr>
          <a:xfrm rot="5400000">
            <a:off x="3841754" y="2333931"/>
            <a:ext cx="180819" cy="285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"/>
          <p:cNvSpPr/>
          <p:nvPr/>
        </p:nvSpPr>
        <p:spPr>
          <a:xfrm>
            <a:off x="4163259" y="2370114"/>
            <a:ext cx="582312" cy="46761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"/>
          <p:cNvSpPr/>
          <p:nvPr/>
        </p:nvSpPr>
        <p:spPr>
          <a:xfrm>
            <a:off x="4526285" y="2629038"/>
            <a:ext cx="180819" cy="1822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"/>
          <p:cNvSpPr/>
          <p:nvPr/>
        </p:nvSpPr>
        <p:spPr>
          <a:xfrm>
            <a:off x="4205194" y="2421707"/>
            <a:ext cx="180819" cy="3490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"/>
          <p:cNvSpPr/>
          <p:nvPr/>
        </p:nvSpPr>
        <p:spPr>
          <a:xfrm rot="5400000">
            <a:off x="4474189" y="2338324"/>
            <a:ext cx="180819" cy="285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"/>
          <p:cNvSpPr/>
          <p:nvPr/>
        </p:nvSpPr>
        <p:spPr>
          <a:xfrm>
            <a:off x="4783929" y="2374507"/>
            <a:ext cx="582312" cy="46761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"/>
          <p:cNvSpPr/>
          <p:nvPr/>
        </p:nvSpPr>
        <p:spPr>
          <a:xfrm>
            <a:off x="5146954" y="2633431"/>
            <a:ext cx="180819" cy="1822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"/>
          <p:cNvSpPr/>
          <p:nvPr/>
        </p:nvSpPr>
        <p:spPr>
          <a:xfrm>
            <a:off x="4825865" y="2426099"/>
            <a:ext cx="180819" cy="3490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"/>
          <p:cNvSpPr/>
          <p:nvPr/>
        </p:nvSpPr>
        <p:spPr>
          <a:xfrm rot="5400000">
            <a:off x="5094860" y="2342717"/>
            <a:ext cx="180819" cy="285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"/>
          <p:cNvSpPr/>
          <p:nvPr/>
        </p:nvSpPr>
        <p:spPr>
          <a:xfrm>
            <a:off x="5410483" y="2378900"/>
            <a:ext cx="582312" cy="46761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"/>
          <p:cNvSpPr/>
          <p:nvPr/>
        </p:nvSpPr>
        <p:spPr>
          <a:xfrm>
            <a:off x="5773508" y="2637824"/>
            <a:ext cx="180819" cy="1822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"/>
          <p:cNvSpPr/>
          <p:nvPr/>
        </p:nvSpPr>
        <p:spPr>
          <a:xfrm>
            <a:off x="5452417" y="2430493"/>
            <a:ext cx="180819" cy="3490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"/>
          <p:cNvSpPr/>
          <p:nvPr/>
        </p:nvSpPr>
        <p:spPr>
          <a:xfrm rot="5400000">
            <a:off x="5721412" y="2347111"/>
            <a:ext cx="180819" cy="285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"/>
          <p:cNvSpPr/>
          <p:nvPr/>
        </p:nvSpPr>
        <p:spPr>
          <a:xfrm>
            <a:off x="6031152" y="2383294"/>
            <a:ext cx="582312" cy="46761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"/>
          <p:cNvSpPr/>
          <p:nvPr/>
        </p:nvSpPr>
        <p:spPr>
          <a:xfrm>
            <a:off x="6394178" y="2642218"/>
            <a:ext cx="180819" cy="1822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"/>
          <p:cNvSpPr/>
          <p:nvPr/>
        </p:nvSpPr>
        <p:spPr>
          <a:xfrm>
            <a:off x="6073088" y="2434887"/>
            <a:ext cx="180819" cy="3490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"/>
          <p:cNvSpPr/>
          <p:nvPr/>
        </p:nvSpPr>
        <p:spPr>
          <a:xfrm rot="5400000">
            <a:off x="6342082" y="2351504"/>
            <a:ext cx="180819" cy="2850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"/>
          <p:cNvSpPr/>
          <p:nvPr/>
        </p:nvSpPr>
        <p:spPr>
          <a:xfrm>
            <a:off x="1412567" y="4637690"/>
            <a:ext cx="749948" cy="5688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1"/>
              <a:buFont typeface="Arial"/>
              <a:buNone/>
            </a:pPr>
            <a:r>
              <a:rPr b="0" i="0" lang="en-US" sz="127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"/>
          <p:cNvCxnSpPr/>
          <p:nvPr/>
        </p:nvCxnSpPr>
        <p:spPr>
          <a:xfrm>
            <a:off x="2163871" y="4972776"/>
            <a:ext cx="61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53" name="Google Shape;353;p1"/>
          <p:cNvGrpSpPr/>
          <p:nvPr/>
        </p:nvGrpSpPr>
        <p:grpSpPr>
          <a:xfrm>
            <a:off x="3531839" y="4469224"/>
            <a:ext cx="582312" cy="467615"/>
            <a:chOff x="3482502" y="4727643"/>
            <a:chExt cx="642026" cy="515566"/>
          </a:xfrm>
        </p:grpSpPr>
        <p:sp>
          <p:nvSpPr>
            <p:cNvPr id="354" name="Google Shape;354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"/>
          <p:cNvGrpSpPr/>
          <p:nvPr/>
        </p:nvGrpSpPr>
        <p:grpSpPr>
          <a:xfrm>
            <a:off x="4164272" y="4473618"/>
            <a:ext cx="582312" cy="467615"/>
            <a:chOff x="3482502" y="4727643"/>
            <a:chExt cx="642026" cy="515566"/>
          </a:xfrm>
        </p:grpSpPr>
        <p:sp>
          <p:nvSpPr>
            <p:cNvPr id="359" name="Google Shape;359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"/>
          <p:cNvGrpSpPr/>
          <p:nvPr/>
        </p:nvGrpSpPr>
        <p:grpSpPr>
          <a:xfrm>
            <a:off x="4784943" y="4478011"/>
            <a:ext cx="582312" cy="467615"/>
            <a:chOff x="3482502" y="4727643"/>
            <a:chExt cx="642026" cy="515566"/>
          </a:xfrm>
        </p:grpSpPr>
        <p:sp>
          <p:nvSpPr>
            <p:cNvPr id="364" name="Google Shape;364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"/>
          <p:cNvGrpSpPr/>
          <p:nvPr/>
        </p:nvGrpSpPr>
        <p:grpSpPr>
          <a:xfrm>
            <a:off x="5411495" y="4482404"/>
            <a:ext cx="582312" cy="467615"/>
            <a:chOff x="3482502" y="4727643"/>
            <a:chExt cx="642026" cy="515566"/>
          </a:xfrm>
        </p:grpSpPr>
        <p:sp>
          <p:nvSpPr>
            <p:cNvPr id="369" name="Google Shape;369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"/>
          <p:cNvGrpSpPr/>
          <p:nvPr/>
        </p:nvGrpSpPr>
        <p:grpSpPr>
          <a:xfrm>
            <a:off x="6032165" y="4486799"/>
            <a:ext cx="582312" cy="467615"/>
            <a:chOff x="3482502" y="4727643"/>
            <a:chExt cx="642026" cy="515566"/>
          </a:xfrm>
        </p:grpSpPr>
        <p:sp>
          <p:nvSpPr>
            <p:cNvPr id="374" name="Google Shape;374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1"/>
          <p:cNvGrpSpPr/>
          <p:nvPr/>
        </p:nvGrpSpPr>
        <p:grpSpPr>
          <a:xfrm>
            <a:off x="2905285" y="4464831"/>
            <a:ext cx="582312" cy="467615"/>
            <a:chOff x="3482502" y="4727643"/>
            <a:chExt cx="642026" cy="515566"/>
          </a:xfrm>
        </p:grpSpPr>
        <p:sp>
          <p:nvSpPr>
            <p:cNvPr id="379" name="Google Shape;379;p1"/>
            <p:cNvSpPr/>
            <p:nvPr/>
          </p:nvSpPr>
          <p:spPr>
            <a:xfrm>
              <a:off x="3482502" y="4727643"/>
              <a:ext cx="642026" cy="51556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3882754" y="5013118"/>
              <a:ext cx="199360" cy="20089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3528737" y="4784527"/>
              <a:ext cx="199360" cy="3848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 rot="5400000">
              <a:off x="3825316" y="4692594"/>
              <a:ext cx="199360" cy="3142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3" name="Google Shape;383;p1"/>
          <p:cNvCxnSpPr/>
          <p:nvPr/>
        </p:nvCxnSpPr>
        <p:spPr>
          <a:xfrm>
            <a:off x="3513323" y="2318743"/>
            <a:ext cx="0" cy="273407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" name="Google Shape;384;p1"/>
          <p:cNvCxnSpPr/>
          <p:nvPr/>
        </p:nvCxnSpPr>
        <p:spPr>
          <a:xfrm>
            <a:off x="4139007" y="2315943"/>
            <a:ext cx="0" cy="273407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5" name="Google Shape;385;p1"/>
          <p:cNvCxnSpPr/>
          <p:nvPr/>
        </p:nvCxnSpPr>
        <p:spPr>
          <a:xfrm>
            <a:off x="4764689" y="2315943"/>
            <a:ext cx="0" cy="273407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6" name="Google Shape;386;p1"/>
          <p:cNvCxnSpPr/>
          <p:nvPr/>
        </p:nvCxnSpPr>
        <p:spPr>
          <a:xfrm>
            <a:off x="5390373" y="2315943"/>
            <a:ext cx="0" cy="273407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1"/>
          <p:cNvCxnSpPr/>
          <p:nvPr/>
        </p:nvCxnSpPr>
        <p:spPr>
          <a:xfrm>
            <a:off x="6016056" y="2315943"/>
            <a:ext cx="0" cy="273407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" name="Google Shape;388;p1"/>
          <p:cNvSpPr/>
          <p:nvPr/>
        </p:nvSpPr>
        <p:spPr>
          <a:xfrm>
            <a:off x="3345308" y="5325318"/>
            <a:ext cx="2922595" cy="259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101: neural network processor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89" name="Google Shape;389;p1"/>
          <p:cNvCxnSpPr>
            <a:stCxn id="388" idx="0"/>
          </p:cNvCxnSpPr>
          <p:nvPr/>
        </p:nvCxnSpPr>
        <p:spPr>
          <a:xfrm rot="-5400000">
            <a:off x="4740006" y="5224518"/>
            <a:ext cx="167400" cy="34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0" name="Google Shape;390;p1"/>
          <p:cNvCxnSpPr/>
          <p:nvPr/>
        </p:nvCxnSpPr>
        <p:spPr>
          <a:xfrm rot="10800000">
            <a:off x="2888718" y="2875987"/>
            <a:ext cx="379979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1"/>
          <p:cNvCxnSpPr/>
          <p:nvPr/>
        </p:nvCxnSpPr>
        <p:spPr>
          <a:xfrm rot="10800000">
            <a:off x="2888718" y="3398399"/>
            <a:ext cx="379979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2" name="Google Shape;392;p1"/>
          <p:cNvCxnSpPr/>
          <p:nvPr/>
        </p:nvCxnSpPr>
        <p:spPr>
          <a:xfrm rot="10800000">
            <a:off x="2888718" y="3920809"/>
            <a:ext cx="379979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3" name="Google Shape;393;p1"/>
          <p:cNvCxnSpPr/>
          <p:nvPr/>
        </p:nvCxnSpPr>
        <p:spPr>
          <a:xfrm rot="10800000">
            <a:off x="2888718" y="4443220"/>
            <a:ext cx="379979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4" name="Google Shape;394;p1"/>
          <p:cNvSpPr/>
          <p:nvPr/>
        </p:nvSpPr>
        <p:spPr>
          <a:xfrm>
            <a:off x="6796989" y="3140458"/>
            <a:ext cx="1388522" cy="42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103: on-chip network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95" name="Google Shape;395;p1"/>
          <p:cNvCxnSpPr/>
          <p:nvPr/>
        </p:nvCxnSpPr>
        <p:spPr>
          <a:xfrm flipH="1" rot="10800000">
            <a:off x="6636526" y="3230769"/>
            <a:ext cx="228600" cy="44400"/>
          </a:xfrm>
          <a:prstGeom prst="curvedConnector3">
            <a:avLst>
              <a:gd fmla="val 49992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6" name="Google Shape;396;p1"/>
          <p:cNvSpPr/>
          <p:nvPr/>
        </p:nvSpPr>
        <p:spPr>
          <a:xfrm>
            <a:off x="6812415" y="1719819"/>
            <a:ext cx="1357670" cy="41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000" spcFirstLastPara="1" rIns="540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102: neural network core</a:t>
            </a:r>
            <a:endParaRPr b="0" i="0" sz="105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97" name="Google Shape;397;p1"/>
          <p:cNvCxnSpPr/>
          <p:nvPr/>
        </p:nvCxnSpPr>
        <p:spPr>
          <a:xfrm rot="10800000">
            <a:off x="3365882" y="2741026"/>
            <a:ext cx="147443" cy="13496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1"/>
          <p:cNvCxnSpPr/>
          <p:nvPr/>
        </p:nvCxnSpPr>
        <p:spPr>
          <a:xfrm rot="10800000">
            <a:off x="4057044" y="2788784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p1"/>
          <p:cNvCxnSpPr/>
          <p:nvPr/>
        </p:nvCxnSpPr>
        <p:spPr>
          <a:xfrm rot="10800000">
            <a:off x="4681649" y="2787868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0" name="Google Shape;400;p1"/>
          <p:cNvCxnSpPr/>
          <p:nvPr/>
        </p:nvCxnSpPr>
        <p:spPr>
          <a:xfrm rot="10800000">
            <a:off x="5306253" y="2786953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1" name="Google Shape;401;p1"/>
          <p:cNvCxnSpPr/>
          <p:nvPr/>
        </p:nvCxnSpPr>
        <p:spPr>
          <a:xfrm rot="10800000">
            <a:off x="5930859" y="2786038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2" name="Google Shape;402;p1"/>
          <p:cNvCxnSpPr/>
          <p:nvPr/>
        </p:nvCxnSpPr>
        <p:spPr>
          <a:xfrm rot="10800000">
            <a:off x="6555465" y="2785122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1"/>
          <p:cNvCxnSpPr/>
          <p:nvPr/>
        </p:nvCxnSpPr>
        <p:spPr>
          <a:xfrm>
            <a:off x="6636877" y="2315943"/>
            <a:ext cx="0" cy="273407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4" name="Google Shape;404;p1"/>
          <p:cNvCxnSpPr/>
          <p:nvPr/>
        </p:nvCxnSpPr>
        <p:spPr>
          <a:xfrm rot="10800000">
            <a:off x="3432969" y="3315040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5" name="Google Shape;405;p1"/>
          <p:cNvCxnSpPr/>
          <p:nvPr/>
        </p:nvCxnSpPr>
        <p:spPr>
          <a:xfrm rot="10800000">
            <a:off x="4057573" y="3314125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6" name="Google Shape;406;p1"/>
          <p:cNvCxnSpPr/>
          <p:nvPr/>
        </p:nvCxnSpPr>
        <p:spPr>
          <a:xfrm rot="10800000">
            <a:off x="4682179" y="3313210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7" name="Google Shape;407;p1"/>
          <p:cNvCxnSpPr/>
          <p:nvPr/>
        </p:nvCxnSpPr>
        <p:spPr>
          <a:xfrm rot="10800000">
            <a:off x="5306784" y="3312294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1"/>
          <p:cNvCxnSpPr/>
          <p:nvPr/>
        </p:nvCxnSpPr>
        <p:spPr>
          <a:xfrm rot="10800000">
            <a:off x="5931389" y="3311378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1"/>
          <p:cNvCxnSpPr/>
          <p:nvPr/>
        </p:nvCxnSpPr>
        <p:spPr>
          <a:xfrm rot="10800000">
            <a:off x="6555993" y="3310464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1"/>
          <p:cNvCxnSpPr/>
          <p:nvPr/>
        </p:nvCxnSpPr>
        <p:spPr>
          <a:xfrm rot="10800000">
            <a:off x="3433499" y="3840381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1" name="Google Shape;411;p1"/>
          <p:cNvCxnSpPr/>
          <p:nvPr/>
        </p:nvCxnSpPr>
        <p:spPr>
          <a:xfrm rot="10800000">
            <a:off x="4058104" y="3839466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2" name="Google Shape;412;p1"/>
          <p:cNvCxnSpPr/>
          <p:nvPr/>
        </p:nvCxnSpPr>
        <p:spPr>
          <a:xfrm rot="10800000">
            <a:off x="4682709" y="3838550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3" name="Google Shape;413;p1"/>
          <p:cNvCxnSpPr/>
          <p:nvPr/>
        </p:nvCxnSpPr>
        <p:spPr>
          <a:xfrm rot="10800000">
            <a:off x="5307313" y="3837636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4" name="Google Shape;414;p1"/>
          <p:cNvCxnSpPr/>
          <p:nvPr/>
        </p:nvCxnSpPr>
        <p:spPr>
          <a:xfrm rot="10800000">
            <a:off x="5931919" y="3836721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1"/>
          <p:cNvCxnSpPr/>
          <p:nvPr/>
        </p:nvCxnSpPr>
        <p:spPr>
          <a:xfrm rot="10800000">
            <a:off x="6556524" y="3835805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" name="Google Shape;416;p1"/>
          <p:cNvCxnSpPr/>
          <p:nvPr/>
        </p:nvCxnSpPr>
        <p:spPr>
          <a:xfrm rot="10800000">
            <a:off x="3434028" y="4365722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7" name="Google Shape;417;p1"/>
          <p:cNvCxnSpPr/>
          <p:nvPr/>
        </p:nvCxnSpPr>
        <p:spPr>
          <a:xfrm rot="10800000">
            <a:off x="4058633" y="4364806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8" name="Google Shape;418;p1"/>
          <p:cNvCxnSpPr/>
          <p:nvPr/>
        </p:nvCxnSpPr>
        <p:spPr>
          <a:xfrm rot="10800000">
            <a:off x="4683237" y="4363892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9" name="Google Shape;419;p1"/>
          <p:cNvCxnSpPr/>
          <p:nvPr/>
        </p:nvCxnSpPr>
        <p:spPr>
          <a:xfrm rot="10800000">
            <a:off x="5307843" y="4362977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1"/>
          <p:cNvCxnSpPr/>
          <p:nvPr/>
        </p:nvCxnSpPr>
        <p:spPr>
          <a:xfrm rot="10800000">
            <a:off x="5932449" y="4362062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" name="Google Shape;421;p1"/>
          <p:cNvCxnSpPr/>
          <p:nvPr/>
        </p:nvCxnSpPr>
        <p:spPr>
          <a:xfrm rot="10800000">
            <a:off x="6557053" y="4361146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1"/>
          <p:cNvCxnSpPr/>
          <p:nvPr/>
        </p:nvCxnSpPr>
        <p:spPr>
          <a:xfrm rot="10800000">
            <a:off x="3434557" y="4891064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3" name="Google Shape;423;p1"/>
          <p:cNvCxnSpPr/>
          <p:nvPr/>
        </p:nvCxnSpPr>
        <p:spPr>
          <a:xfrm rot="10800000">
            <a:off x="4059163" y="4890148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4" name="Google Shape;424;p1"/>
          <p:cNvCxnSpPr/>
          <p:nvPr/>
        </p:nvCxnSpPr>
        <p:spPr>
          <a:xfrm rot="10800000">
            <a:off x="4683768" y="4889233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5" name="Google Shape;425;p1"/>
          <p:cNvCxnSpPr/>
          <p:nvPr/>
        </p:nvCxnSpPr>
        <p:spPr>
          <a:xfrm rot="10800000">
            <a:off x="5308373" y="4888318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6" name="Google Shape;426;p1"/>
          <p:cNvCxnSpPr/>
          <p:nvPr/>
        </p:nvCxnSpPr>
        <p:spPr>
          <a:xfrm rot="10800000">
            <a:off x="5932977" y="4887402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1"/>
          <p:cNvCxnSpPr/>
          <p:nvPr/>
        </p:nvCxnSpPr>
        <p:spPr>
          <a:xfrm rot="10800000">
            <a:off x="6557583" y="4886488"/>
            <a:ext cx="80885" cy="862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1"/>
          <p:cNvCxnSpPr/>
          <p:nvPr/>
        </p:nvCxnSpPr>
        <p:spPr>
          <a:xfrm rot="10800000">
            <a:off x="2769197" y="4977916"/>
            <a:ext cx="392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9" name="Google Shape;429;p1"/>
          <p:cNvSpPr/>
          <p:nvPr/>
        </p:nvSpPr>
        <p:spPr>
          <a:xfrm>
            <a:off x="6862869" y="2708317"/>
            <a:ext cx="1388522" cy="427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104: </a:t>
            </a: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interface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0" name="Google Shape;430;p1"/>
          <p:cNvSpPr/>
          <p:nvPr/>
        </p:nvSpPr>
        <p:spPr>
          <a:xfrm>
            <a:off x="6877339" y="2469543"/>
            <a:ext cx="1249061" cy="259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105: memory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31" name="Google Shape;431;p1"/>
          <p:cNvCxnSpPr>
            <a:endCxn id="430" idx="1"/>
          </p:cNvCxnSpPr>
          <p:nvPr/>
        </p:nvCxnSpPr>
        <p:spPr>
          <a:xfrm>
            <a:off x="6569839" y="2475199"/>
            <a:ext cx="307500" cy="124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2" name="Google Shape;432;p1"/>
          <p:cNvSpPr/>
          <p:nvPr/>
        </p:nvSpPr>
        <p:spPr>
          <a:xfrm>
            <a:off x="5192521" y="1713435"/>
            <a:ext cx="1667444" cy="2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106: neural array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33" name="Google Shape;433;p1"/>
          <p:cNvCxnSpPr>
            <a:stCxn id="349" idx="0"/>
            <a:endCxn id="432" idx="2"/>
          </p:cNvCxnSpPr>
          <p:nvPr/>
        </p:nvCxnSpPr>
        <p:spPr>
          <a:xfrm flipH="1" rot="5400000">
            <a:off x="5863948" y="2135337"/>
            <a:ext cx="461700" cy="137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4" name="Google Shape;434;p1"/>
          <p:cNvSpPr/>
          <p:nvPr/>
        </p:nvSpPr>
        <p:spPr>
          <a:xfrm flipH="1">
            <a:off x="3487665" y="4950653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"/>
          <p:cNvSpPr/>
          <p:nvPr/>
        </p:nvSpPr>
        <p:spPr>
          <a:xfrm flipH="1">
            <a:off x="4113440" y="4950653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"/>
          <p:cNvSpPr/>
          <p:nvPr/>
        </p:nvSpPr>
        <p:spPr>
          <a:xfrm flipH="1">
            <a:off x="4741782" y="4950653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/>
          <p:nvPr/>
        </p:nvSpPr>
        <p:spPr>
          <a:xfrm flipH="1">
            <a:off x="5366512" y="4950653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"/>
          <p:cNvSpPr/>
          <p:nvPr/>
        </p:nvSpPr>
        <p:spPr>
          <a:xfrm flipH="1">
            <a:off x="5989988" y="4950653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"/>
          <p:cNvSpPr/>
          <p:nvPr/>
        </p:nvSpPr>
        <p:spPr>
          <a:xfrm flipH="1">
            <a:off x="6613465" y="4950653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"/>
          <p:cNvSpPr/>
          <p:nvPr/>
        </p:nvSpPr>
        <p:spPr>
          <a:xfrm flipH="1">
            <a:off x="3487665" y="441720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"/>
          <p:cNvSpPr/>
          <p:nvPr/>
        </p:nvSpPr>
        <p:spPr>
          <a:xfrm flipH="1">
            <a:off x="4113440" y="441720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"/>
          <p:cNvSpPr/>
          <p:nvPr/>
        </p:nvSpPr>
        <p:spPr>
          <a:xfrm flipH="1">
            <a:off x="4741782" y="441720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"/>
          <p:cNvSpPr/>
          <p:nvPr/>
        </p:nvSpPr>
        <p:spPr>
          <a:xfrm flipH="1">
            <a:off x="5366512" y="441720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"/>
          <p:cNvSpPr/>
          <p:nvPr/>
        </p:nvSpPr>
        <p:spPr>
          <a:xfrm flipH="1">
            <a:off x="5989988" y="441720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"/>
          <p:cNvSpPr/>
          <p:nvPr/>
        </p:nvSpPr>
        <p:spPr>
          <a:xfrm flipH="1">
            <a:off x="6613465" y="441720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"/>
          <p:cNvSpPr/>
          <p:nvPr/>
        </p:nvSpPr>
        <p:spPr>
          <a:xfrm flipH="1">
            <a:off x="3487665" y="3892895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"/>
          <p:cNvSpPr/>
          <p:nvPr/>
        </p:nvSpPr>
        <p:spPr>
          <a:xfrm flipH="1">
            <a:off x="4113440" y="3892895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"/>
          <p:cNvSpPr/>
          <p:nvPr/>
        </p:nvSpPr>
        <p:spPr>
          <a:xfrm flipH="1">
            <a:off x="4741782" y="3892895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"/>
          <p:cNvSpPr/>
          <p:nvPr/>
        </p:nvSpPr>
        <p:spPr>
          <a:xfrm flipH="1">
            <a:off x="5366512" y="3892895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"/>
          <p:cNvSpPr/>
          <p:nvPr/>
        </p:nvSpPr>
        <p:spPr>
          <a:xfrm flipH="1">
            <a:off x="5989988" y="3892895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"/>
          <p:cNvSpPr/>
          <p:nvPr/>
        </p:nvSpPr>
        <p:spPr>
          <a:xfrm flipH="1">
            <a:off x="6613465" y="3892895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"/>
          <p:cNvSpPr/>
          <p:nvPr/>
        </p:nvSpPr>
        <p:spPr>
          <a:xfrm flipH="1">
            <a:off x="3481410" y="3374120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"/>
          <p:cNvSpPr/>
          <p:nvPr/>
        </p:nvSpPr>
        <p:spPr>
          <a:xfrm flipH="1">
            <a:off x="4107186" y="3374120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"/>
          <p:cNvSpPr/>
          <p:nvPr/>
        </p:nvSpPr>
        <p:spPr>
          <a:xfrm flipH="1">
            <a:off x="4735528" y="3374120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"/>
          <p:cNvSpPr/>
          <p:nvPr/>
        </p:nvSpPr>
        <p:spPr>
          <a:xfrm flipH="1">
            <a:off x="5360257" y="3374120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"/>
          <p:cNvSpPr/>
          <p:nvPr/>
        </p:nvSpPr>
        <p:spPr>
          <a:xfrm flipH="1">
            <a:off x="5983734" y="3374120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"/>
          <p:cNvSpPr/>
          <p:nvPr/>
        </p:nvSpPr>
        <p:spPr>
          <a:xfrm flipH="1">
            <a:off x="6607210" y="3374120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"/>
          <p:cNvSpPr/>
          <p:nvPr/>
        </p:nvSpPr>
        <p:spPr>
          <a:xfrm flipH="1">
            <a:off x="3487918" y="284852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"/>
          <p:cNvSpPr/>
          <p:nvPr/>
        </p:nvSpPr>
        <p:spPr>
          <a:xfrm flipH="1">
            <a:off x="4113693" y="284852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"/>
          <p:cNvSpPr/>
          <p:nvPr/>
        </p:nvSpPr>
        <p:spPr>
          <a:xfrm flipH="1">
            <a:off x="4742034" y="284852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"/>
          <p:cNvSpPr/>
          <p:nvPr/>
        </p:nvSpPr>
        <p:spPr>
          <a:xfrm flipH="1">
            <a:off x="5366765" y="284852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"/>
          <p:cNvSpPr/>
          <p:nvPr/>
        </p:nvSpPr>
        <p:spPr>
          <a:xfrm flipH="1">
            <a:off x="5990241" y="284852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"/>
          <p:cNvSpPr/>
          <p:nvPr/>
        </p:nvSpPr>
        <p:spPr>
          <a:xfrm flipH="1">
            <a:off x="6613718" y="2848529"/>
            <a:ext cx="48979" cy="5094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r>
              <a:t/>
            </a:r>
            <a:endParaRPr b="0" i="0" sz="16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"/>
          <p:cNvSpPr/>
          <p:nvPr/>
        </p:nvSpPr>
        <p:spPr>
          <a:xfrm>
            <a:off x="6929511" y="3560099"/>
            <a:ext cx="1109599" cy="2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107: router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65" name="Google Shape;465;p1"/>
          <p:cNvCxnSpPr/>
          <p:nvPr/>
        </p:nvCxnSpPr>
        <p:spPr>
          <a:xfrm>
            <a:off x="6657259" y="3430419"/>
            <a:ext cx="343500" cy="216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1"/>
          <p:cNvSpPr/>
          <p:nvPr/>
        </p:nvSpPr>
        <p:spPr>
          <a:xfrm>
            <a:off x="1272337" y="5418363"/>
            <a:ext cx="837617" cy="2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109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"/>
          <p:cNvCxnSpPr>
            <a:stCxn id="351" idx="2"/>
            <a:endCxn id="466" idx="0"/>
          </p:cNvCxnSpPr>
          <p:nvPr/>
        </p:nvCxnSpPr>
        <p:spPr>
          <a:xfrm rot="5400000">
            <a:off x="1633491" y="5264335"/>
            <a:ext cx="211800" cy="963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1"/>
          <p:cNvSpPr/>
          <p:nvPr/>
        </p:nvSpPr>
        <p:spPr>
          <a:xfrm>
            <a:off x="1959376" y="5346314"/>
            <a:ext cx="1388522" cy="42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108: inter-chip link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69" name="Google Shape;469;p1"/>
          <p:cNvCxnSpPr>
            <a:endCxn id="468" idx="0"/>
          </p:cNvCxnSpPr>
          <p:nvPr/>
        </p:nvCxnSpPr>
        <p:spPr>
          <a:xfrm flipH="1" rot="-5400000">
            <a:off x="2364587" y="5057264"/>
            <a:ext cx="400200" cy="177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1"/>
          <p:cNvSpPr/>
          <p:nvPr/>
        </p:nvSpPr>
        <p:spPr>
          <a:xfrm>
            <a:off x="1412567" y="1233633"/>
            <a:ext cx="1651414" cy="2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106：neural array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1"/>
          <p:cNvCxnSpPr>
            <a:stCxn id="472" idx="0"/>
            <a:endCxn id="470" idx="2"/>
          </p:cNvCxnSpPr>
          <p:nvPr/>
        </p:nvCxnSpPr>
        <p:spPr>
          <a:xfrm flipH="1" rot="5400000">
            <a:off x="2235493" y="1496032"/>
            <a:ext cx="277800" cy="2724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3" name="Google Shape;473;p1"/>
          <p:cNvSpPr/>
          <p:nvPr/>
        </p:nvSpPr>
        <p:spPr>
          <a:xfrm>
            <a:off x="2384044" y="944162"/>
            <a:ext cx="1802118" cy="259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102: neural network core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"/>
          <p:cNvCxnSpPr>
            <a:stCxn id="475" idx="0"/>
            <a:endCxn id="473" idx="2"/>
          </p:cNvCxnSpPr>
          <p:nvPr/>
        </p:nvCxnSpPr>
        <p:spPr>
          <a:xfrm rot="-5400000">
            <a:off x="2841460" y="1210253"/>
            <a:ext cx="450000" cy="4374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1"/>
          <p:cNvSpPr/>
          <p:nvPr/>
        </p:nvSpPr>
        <p:spPr>
          <a:xfrm>
            <a:off x="3670413" y="1863892"/>
            <a:ext cx="867901" cy="259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"/>
          <p:cNvCxnSpPr>
            <a:stCxn id="478" idx="3"/>
            <a:endCxn id="476" idx="1"/>
          </p:cNvCxnSpPr>
          <p:nvPr/>
        </p:nvCxnSpPr>
        <p:spPr>
          <a:xfrm flipH="1" rot="10800000">
            <a:off x="3386173" y="1993836"/>
            <a:ext cx="284100" cy="540000"/>
          </a:xfrm>
          <a:prstGeom prst="curvedConnector3">
            <a:avLst>
              <a:gd fmla="val 50025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9" name="Google Shape;479;p1"/>
          <p:cNvSpPr/>
          <p:nvPr/>
        </p:nvSpPr>
        <p:spPr>
          <a:xfrm>
            <a:off x="3472281" y="1156214"/>
            <a:ext cx="396263" cy="2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b="0" i="0" sz="10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1"/>
          <p:cNvCxnSpPr>
            <a:stCxn id="481" idx="0"/>
            <a:endCxn id="479" idx="2"/>
          </p:cNvCxnSpPr>
          <p:nvPr/>
        </p:nvCxnSpPr>
        <p:spPr>
          <a:xfrm rot="-5400000">
            <a:off x="3239852" y="1242826"/>
            <a:ext cx="257400" cy="603600"/>
          </a:xfrm>
          <a:prstGeom prst="curvedConnector3">
            <a:avLst>
              <a:gd fmla="val 49992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2" name="Google Shape;482;p1"/>
          <p:cNvSpPr/>
          <p:nvPr/>
        </p:nvSpPr>
        <p:spPr>
          <a:xfrm>
            <a:off x="1228557" y="3095299"/>
            <a:ext cx="154561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110: neural circuit</a:t>
            </a:r>
            <a:endParaRPr b="0" i="0" sz="11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83" name="Google Shape;483;p1"/>
          <p:cNvCxnSpPr>
            <a:stCxn id="482" idx="0"/>
            <a:endCxn id="484" idx="2"/>
          </p:cNvCxnSpPr>
          <p:nvPr/>
        </p:nvCxnSpPr>
        <p:spPr>
          <a:xfrm rot="-5400000">
            <a:off x="2011265" y="2596099"/>
            <a:ext cx="489300" cy="509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85" name="Google Shape;485;p1"/>
          <p:cNvGrpSpPr/>
          <p:nvPr/>
        </p:nvGrpSpPr>
        <p:grpSpPr>
          <a:xfrm>
            <a:off x="2227378" y="1653953"/>
            <a:ext cx="1240764" cy="1175461"/>
            <a:chOff x="2892985" y="2021617"/>
            <a:chExt cx="1242458" cy="1099704"/>
          </a:xfrm>
        </p:grpSpPr>
        <p:sp>
          <p:nvSpPr>
            <p:cNvPr id="475" name="Google Shape;475;p1"/>
            <p:cNvSpPr/>
            <p:nvPr/>
          </p:nvSpPr>
          <p:spPr>
            <a:xfrm>
              <a:off x="2892985" y="2021617"/>
              <a:ext cx="1242458" cy="109970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3667558" y="2630534"/>
              <a:ext cx="385804" cy="42851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2982460" y="2142949"/>
              <a:ext cx="385804" cy="82082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 rot="5400000">
              <a:off x="3494345" y="1993471"/>
              <a:ext cx="505198" cy="612836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3049865" y="2176176"/>
              <a:ext cx="250994" cy="13243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3049865" y="2338101"/>
              <a:ext cx="250994" cy="13243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1"/>
                <a:buFont typeface="Arial"/>
                <a:buNone/>
              </a:pPr>
              <a:r>
                <a:t/>
              </a:r>
              <a:endParaRPr b="0" i="0" sz="18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3049865" y="2502096"/>
              <a:ext cx="250994" cy="13243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3051032" y="2779869"/>
              <a:ext cx="250994" cy="13243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3"/>
                <a:buFont typeface="Arial"/>
                <a:buNone/>
              </a:pPr>
              <a:r>
                <a:t/>
              </a:r>
              <a:endParaRPr b="0" i="0" sz="1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1" name="Google Shape;491;p1"/>
            <p:cNvCxnSpPr>
              <a:stCxn id="478" idx="0"/>
              <a:endCxn id="487" idx="3"/>
            </p:cNvCxnSpPr>
            <p:nvPr/>
          </p:nvCxnSpPr>
          <p:spPr>
            <a:xfrm flipH="1" rot="5400000">
              <a:off x="3764760" y="2534834"/>
              <a:ext cx="78000" cy="113400"/>
            </a:xfrm>
            <a:prstGeom prst="bentConnector3">
              <a:avLst>
                <a:gd fmla="val -343895" name="adj1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" name="Google Shape;492;p1"/>
            <p:cNvCxnSpPr/>
            <p:nvPr/>
          </p:nvCxnSpPr>
          <p:spPr>
            <a:xfrm>
              <a:off x="3368264" y="2895263"/>
              <a:ext cx="299294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" name="Google Shape;493;p1"/>
            <p:cNvCxnSpPr/>
            <p:nvPr/>
          </p:nvCxnSpPr>
          <p:spPr>
            <a:xfrm>
              <a:off x="3368264" y="2303624"/>
              <a:ext cx="7698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4" name="Google Shape;494;p1"/>
            <p:cNvSpPr/>
            <p:nvPr/>
          </p:nvSpPr>
          <p:spPr>
            <a:xfrm rot="-5400000">
              <a:off x="2988755" y="2583677"/>
              <a:ext cx="303237" cy="260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88"/>
                <a:buFont typeface="Arial"/>
                <a:buNone/>
              </a:pPr>
              <a:r>
                <a:rPr b="0" i="0" lang="en-US" sz="108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0" i="0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3001460" y="2131244"/>
              <a:ext cx="350253" cy="1910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b="0" baseline="-2500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baseline="-25000" i="0" sz="7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3001460" y="2296595"/>
              <a:ext cx="350253" cy="1910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b="0" baseline="-2500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baseline="-25000" i="0" sz="7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3001460" y="2458967"/>
              <a:ext cx="350253" cy="1910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b="0" baseline="-2500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baseline="-25000" i="0" sz="7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3008402" y="2738364"/>
              <a:ext cx="359885" cy="1910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</a:t>
              </a:r>
              <a:r>
                <a:rPr b="0" baseline="-2500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="0" baseline="-25000" i="0" sz="7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3484200" y="2086887"/>
              <a:ext cx="532696" cy="101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3"/>
                <a:buFont typeface="Arial"/>
                <a:buNone/>
              </a:pPr>
              <a:r>
                <a:t/>
              </a:r>
              <a:endParaRPr b="0" i="0" sz="3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3483775" y="2216112"/>
              <a:ext cx="532696" cy="101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3"/>
                <a:buFont typeface="Arial"/>
                <a:buNone/>
              </a:pPr>
              <a:r>
                <a:t/>
              </a:r>
              <a:endParaRPr b="0" i="0" sz="3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3482926" y="2417647"/>
              <a:ext cx="532696" cy="1010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3"/>
                <a:buFont typeface="Arial"/>
                <a:buNone/>
              </a:pPr>
              <a:r>
                <a:t/>
              </a:r>
              <a:endParaRPr b="0" i="0" sz="3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3523064" y="2039741"/>
              <a:ext cx="420882" cy="2015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WMB</a:t>
              </a:r>
              <a:endParaRPr b="0" baseline="-2500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3523064" y="2171301"/>
              <a:ext cx="420882" cy="2015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WMB</a:t>
              </a:r>
              <a:endParaRPr b="0" baseline="-2500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3529048" y="2369382"/>
              <a:ext cx="420882" cy="2015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WMB</a:t>
              </a:r>
              <a:endParaRPr b="0" baseline="-2500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 rot="-5400000">
              <a:off x="3578186" y="2267799"/>
              <a:ext cx="259746" cy="204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7"/>
                <a:buFont typeface="Arial"/>
                <a:buNone/>
              </a:pPr>
              <a:r>
                <a:rPr b="0" i="0" lang="en-US" sz="727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0" i="0" sz="7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" name="Google Shape;504;p1"/>
          <p:cNvSpPr/>
          <p:nvPr/>
        </p:nvSpPr>
        <p:spPr>
          <a:xfrm>
            <a:off x="3742742" y="1426971"/>
            <a:ext cx="1794755" cy="25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111: memory bank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505" name="Google Shape;505;p1"/>
          <p:cNvCxnSpPr>
            <a:endCxn id="504" idx="1"/>
          </p:cNvCxnSpPr>
          <p:nvPr/>
        </p:nvCxnSpPr>
        <p:spPr>
          <a:xfrm flipH="1" rot="10800000">
            <a:off x="3348842" y="1556847"/>
            <a:ext cx="393900" cy="350400"/>
          </a:xfrm>
          <a:prstGeom prst="curvedConnector3">
            <a:avLst>
              <a:gd fmla="val 50009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6" name="Google Shape;506;p1"/>
          <p:cNvSpPr/>
          <p:nvPr/>
        </p:nvSpPr>
        <p:spPr>
          <a:xfrm>
            <a:off x="6229350" y="2076450"/>
            <a:ext cx="771525" cy="304800"/>
          </a:xfrm>
          <a:custGeom>
            <a:rect b="b" l="l" r="r" t="t"/>
            <a:pathLst>
              <a:path extrusionOk="0" h="304800" w="771525">
                <a:moveTo>
                  <a:pt x="0" y="304800"/>
                </a:moveTo>
                <a:cubicBezTo>
                  <a:pt x="26987" y="269875"/>
                  <a:pt x="53975" y="234950"/>
                  <a:pt x="123825" y="209550"/>
                </a:cubicBezTo>
                <a:cubicBezTo>
                  <a:pt x="193675" y="184150"/>
                  <a:pt x="311150" y="187325"/>
                  <a:pt x="419100" y="152400"/>
                </a:cubicBezTo>
                <a:cubicBezTo>
                  <a:pt x="527050" y="117475"/>
                  <a:pt x="771525" y="0"/>
                  <a:pt x="771525" y="0"/>
                </a:cubicBezTo>
                <a:lnTo>
                  <a:pt x="771525" y="0"/>
                </a:lnTo>
              </a:path>
            </a:pathLst>
          </a:cu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"/>
          <p:cNvSpPr/>
          <p:nvPr/>
        </p:nvSpPr>
        <p:spPr>
          <a:xfrm>
            <a:off x="6534150" y="2686050"/>
            <a:ext cx="390525" cy="142875"/>
          </a:xfrm>
          <a:custGeom>
            <a:rect b="b" l="l" r="r" t="t"/>
            <a:pathLst>
              <a:path extrusionOk="0" h="142875" w="390525">
                <a:moveTo>
                  <a:pt x="0" y="0"/>
                </a:moveTo>
                <a:cubicBezTo>
                  <a:pt x="115094" y="11906"/>
                  <a:pt x="230188" y="23813"/>
                  <a:pt x="295275" y="47625"/>
                </a:cubicBezTo>
                <a:cubicBezTo>
                  <a:pt x="360362" y="71437"/>
                  <a:pt x="390525" y="142875"/>
                  <a:pt x="390525" y="142875"/>
                </a:cubicBezTo>
                <a:lnTo>
                  <a:pt x="390525" y="142875"/>
                </a:lnTo>
              </a:path>
            </a:pathLst>
          </a:cu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"/>
          <p:cNvSpPr/>
          <p:nvPr/>
        </p:nvSpPr>
        <p:spPr>
          <a:xfrm>
            <a:off x="5906997" y="2458551"/>
            <a:ext cx="53622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"/>
          <p:cNvSpPr/>
          <p:nvPr/>
        </p:nvSpPr>
        <p:spPr>
          <a:xfrm>
            <a:off x="6166388" y="2363301"/>
            <a:ext cx="53622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"/>
          <p:cNvSpPr/>
          <p:nvPr/>
        </p:nvSpPr>
        <p:spPr>
          <a:xfrm>
            <a:off x="6221322" y="2610951"/>
            <a:ext cx="53622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"/>
          <p:cNvSpPr/>
          <p:nvPr/>
        </p:nvSpPr>
        <p:spPr>
          <a:xfrm>
            <a:off x="6900945" y="3860586"/>
            <a:ext cx="1109599" cy="42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112: on-chip network link</a:t>
            </a:r>
            <a:endParaRPr b="0" i="0" sz="1088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512" name="Google Shape;512;p1"/>
          <p:cNvCxnSpPr/>
          <p:nvPr/>
        </p:nvCxnSpPr>
        <p:spPr>
          <a:xfrm>
            <a:off x="6628693" y="3730906"/>
            <a:ext cx="343500" cy="216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"/>
          <p:cNvSpPr/>
          <p:nvPr/>
        </p:nvSpPr>
        <p:spPr>
          <a:xfrm>
            <a:off x="1083211" y="2888653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3"/>
          <p:cNvSpPr/>
          <p:nvPr/>
        </p:nvSpPr>
        <p:spPr>
          <a:xfrm>
            <a:off x="1083211" y="3280388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3"/>
          <p:cNvSpPr/>
          <p:nvPr/>
        </p:nvSpPr>
        <p:spPr>
          <a:xfrm>
            <a:off x="1083211" y="3672123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3"/>
          <p:cNvSpPr/>
          <p:nvPr/>
        </p:nvSpPr>
        <p:spPr>
          <a:xfrm>
            <a:off x="1083211" y="4341077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3"/>
          <p:cNvSpPr/>
          <p:nvPr/>
        </p:nvSpPr>
        <p:spPr>
          <a:xfrm>
            <a:off x="1828838" y="2621481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3"/>
          <p:cNvSpPr/>
          <p:nvPr/>
        </p:nvSpPr>
        <p:spPr>
          <a:xfrm>
            <a:off x="1828838" y="3013215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1828838" y="3404950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1828838" y="3796685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1828838" y="4332575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2589671" y="2621481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2589671" y="3013215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2589671" y="3404950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2589671" y="3796685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2589671" y="4343663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3384762" y="3221289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3398195" y="3875701"/>
            <a:ext cx="285000" cy="281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33"/>
          <p:cNvCxnSpPr>
            <a:stCxn id="517" idx="6"/>
            <a:endCxn id="522" idx="2"/>
          </p:cNvCxnSpPr>
          <p:nvPr/>
        </p:nvCxnSpPr>
        <p:spPr>
          <a:xfrm>
            <a:off x="1368211" y="3029503"/>
            <a:ext cx="460500" cy="124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4" name="Google Shape;534;p33"/>
          <p:cNvCxnSpPr>
            <a:stCxn id="517" idx="6"/>
            <a:endCxn id="523" idx="2"/>
          </p:cNvCxnSpPr>
          <p:nvPr/>
        </p:nvCxnSpPr>
        <p:spPr>
          <a:xfrm>
            <a:off x="1368211" y="3029503"/>
            <a:ext cx="460500" cy="51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5" name="Google Shape;535;p33"/>
          <p:cNvCxnSpPr>
            <a:stCxn id="517" idx="6"/>
            <a:endCxn id="521" idx="2"/>
          </p:cNvCxnSpPr>
          <p:nvPr/>
        </p:nvCxnSpPr>
        <p:spPr>
          <a:xfrm flipH="1" rot="10800000">
            <a:off x="1368211" y="2762203"/>
            <a:ext cx="460500" cy="26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6" name="Google Shape;536;p33"/>
          <p:cNvCxnSpPr>
            <a:stCxn id="517" idx="6"/>
            <a:endCxn id="524" idx="1"/>
          </p:cNvCxnSpPr>
          <p:nvPr/>
        </p:nvCxnSpPr>
        <p:spPr>
          <a:xfrm>
            <a:off x="1368211" y="3029503"/>
            <a:ext cx="502500" cy="80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7" name="Google Shape;537;p33"/>
          <p:cNvCxnSpPr>
            <a:stCxn id="518" idx="5"/>
            <a:endCxn id="525" idx="1"/>
          </p:cNvCxnSpPr>
          <p:nvPr/>
        </p:nvCxnSpPr>
        <p:spPr>
          <a:xfrm>
            <a:off x="1326474" y="3520834"/>
            <a:ext cx="544200" cy="85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8" name="Google Shape;538;p33"/>
          <p:cNvCxnSpPr>
            <a:stCxn id="519" idx="6"/>
            <a:endCxn id="522" idx="3"/>
          </p:cNvCxnSpPr>
          <p:nvPr/>
        </p:nvCxnSpPr>
        <p:spPr>
          <a:xfrm flipH="1" rot="10800000">
            <a:off x="1368211" y="3253773"/>
            <a:ext cx="502500" cy="55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9" name="Google Shape;539;p33"/>
          <p:cNvSpPr/>
          <p:nvPr/>
        </p:nvSpPr>
        <p:spPr>
          <a:xfrm rot="-5400000">
            <a:off x="895333" y="3927159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33"/>
          <p:cNvSpPr/>
          <p:nvPr/>
        </p:nvSpPr>
        <p:spPr>
          <a:xfrm rot="-5400000">
            <a:off x="1630510" y="3989319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33"/>
          <p:cNvSpPr/>
          <p:nvPr/>
        </p:nvSpPr>
        <p:spPr>
          <a:xfrm rot="-5400000">
            <a:off x="2376802" y="4005767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33"/>
          <p:cNvSpPr/>
          <p:nvPr/>
        </p:nvSpPr>
        <p:spPr>
          <a:xfrm rot="-5400000">
            <a:off x="3199200" y="348809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3" name="Google Shape;543;p33"/>
          <p:cNvCxnSpPr>
            <a:stCxn id="520" idx="7"/>
            <a:endCxn id="524" idx="2"/>
          </p:cNvCxnSpPr>
          <p:nvPr/>
        </p:nvCxnSpPr>
        <p:spPr>
          <a:xfrm flipH="1" rot="10800000">
            <a:off x="1326474" y="3937431"/>
            <a:ext cx="502500" cy="444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4" name="Google Shape;544;p33"/>
          <p:cNvCxnSpPr>
            <a:stCxn id="522" idx="6"/>
            <a:endCxn id="526" idx="2"/>
          </p:cNvCxnSpPr>
          <p:nvPr/>
        </p:nvCxnSpPr>
        <p:spPr>
          <a:xfrm flipH="1" rot="10800000">
            <a:off x="2113838" y="2762265"/>
            <a:ext cx="475800" cy="39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5" name="Google Shape;545;p33"/>
          <p:cNvCxnSpPr>
            <a:stCxn id="521" idx="6"/>
            <a:endCxn id="528" idx="2"/>
          </p:cNvCxnSpPr>
          <p:nvPr/>
        </p:nvCxnSpPr>
        <p:spPr>
          <a:xfrm>
            <a:off x="2113838" y="2762331"/>
            <a:ext cx="475800" cy="78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6" name="Google Shape;546;p33"/>
          <p:cNvCxnSpPr>
            <a:stCxn id="522" idx="6"/>
          </p:cNvCxnSpPr>
          <p:nvPr/>
        </p:nvCxnSpPr>
        <p:spPr>
          <a:xfrm>
            <a:off x="2113838" y="3154065"/>
            <a:ext cx="475800" cy="39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33"/>
          <p:cNvCxnSpPr>
            <a:stCxn id="524" idx="6"/>
          </p:cNvCxnSpPr>
          <p:nvPr/>
        </p:nvCxnSpPr>
        <p:spPr>
          <a:xfrm>
            <a:off x="2113838" y="3937535"/>
            <a:ext cx="475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8" name="Google Shape;548;p33"/>
          <p:cNvCxnSpPr>
            <a:stCxn id="523" idx="6"/>
            <a:endCxn id="530" idx="2"/>
          </p:cNvCxnSpPr>
          <p:nvPr/>
        </p:nvCxnSpPr>
        <p:spPr>
          <a:xfrm>
            <a:off x="2113838" y="3545800"/>
            <a:ext cx="475800" cy="93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9" name="Google Shape;549;p33"/>
          <p:cNvCxnSpPr>
            <a:stCxn id="525" idx="6"/>
            <a:endCxn id="529" idx="3"/>
          </p:cNvCxnSpPr>
          <p:nvPr/>
        </p:nvCxnSpPr>
        <p:spPr>
          <a:xfrm flipH="1" rot="10800000">
            <a:off x="2113838" y="4037225"/>
            <a:ext cx="517500" cy="43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0" name="Google Shape;550;p33"/>
          <p:cNvCxnSpPr>
            <a:stCxn id="526" idx="6"/>
            <a:endCxn id="531" idx="1"/>
          </p:cNvCxnSpPr>
          <p:nvPr/>
        </p:nvCxnSpPr>
        <p:spPr>
          <a:xfrm>
            <a:off x="2874671" y="2762331"/>
            <a:ext cx="551700" cy="50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1" name="Google Shape;551;p33"/>
          <p:cNvCxnSpPr>
            <a:stCxn id="527" idx="6"/>
            <a:endCxn id="531" idx="2"/>
          </p:cNvCxnSpPr>
          <p:nvPr/>
        </p:nvCxnSpPr>
        <p:spPr>
          <a:xfrm>
            <a:off x="2874671" y="3154065"/>
            <a:ext cx="510000" cy="20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2" name="Google Shape;552;p33"/>
          <p:cNvCxnSpPr>
            <a:stCxn id="523" idx="6"/>
            <a:endCxn id="527" idx="2"/>
          </p:cNvCxnSpPr>
          <p:nvPr/>
        </p:nvCxnSpPr>
        <p:spPr>
          <a:xfrm flipH="1" rot="10800000">
            <a:off x="2113838" y="3154000"/>
            <a:ext cx="475800" cy="39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3" name="Google Shape;553;p33"/>
          <p:cNvCxnSpPr/>
          <p:nvPr/>
        </p:nvCxnSpPr>
        <p:spPr>
          <a:xfrm flipH="1" rot="10800000">
            <a:off x="2873527" y="3430978"/>
            <a:ext cx="550500" cy="45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4" name="Google Shape;554;p33"/>
          <p:cNvCxnSpPr/>
          <p:nvPr/>
        </p:nvCxnSpPr>
        <p:spPr>
          <a:xfrm flipH="1" rot="10800000">
            <a:off x="2872055" y="4062121"/>
            <a:ext cx="550500" cy="45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5" name="Google Shape;555;p33"/>
          <p:cNvCxnSpPr>
            <a:stCxn id="528" idx="6"/>
            <a:endCxn id="542" idx="1"/>
          </p:cNvCxnSpPr>
          <p:nvPr/>
        </p:nvCxnSpPr>
        <p:spPr>
          <a:xfrm>
            <a:off x="2874671" y="3545800"/>
            <a:ext cx="589200" cy="42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6" name="Google Shape;556;p33"/>
          <p:cNvSpPr/>
          <p:nvPr/>
        </p:nvSpPr>
        <p:spPr>
          <a:xfrm>
            <a:off x="817209" y="2361901"/>
            <a:ext cx="3082800" cy="248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33"/>
          <p:cNvCxnSpPr>
            <a:stCxn id="531" idx="7"/>
          </p:cNvCxnSpPr>
          <p:nvPr/>
        </p:nvCxnSpPr>
        <p:spPr>
          <a:xfrm flipH="1" rot="10800000">
            <a:off x="3628025" y="1797943"/>
            <a:ext cx="1155900" cy="14646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58" name="Google Shape;558;p33"/>
          <p:cNvCxnSpPr/>
          <p:nvPr/>
        </p:nvCxnSpPr>
        <p:spPr>
          <a:xfrm>
            <a:off x="3683121" y="3502877"/>
            <a:ext cx="1136764" cy="784574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59" name="Google Shape;559;p33"/>
          <p:cNvSpPr/>
          <p:nvPr/>
        </p:nvSpPr>
        <p:spPr>
          <a:xfrm>
            <a:off x="4819893" y="1798051"/>
            <a:ext cx="3528145" cy="248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33"/>
          <p:cNvCxnSpPr/>
          <p:nvPr/>
        </p:nvCxnSpPr>
        <p:spPr>
          <a:xfrm>
            <a:off x="5400425" y="2206731"/>
            <a:ext cx="540000" cy="414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1" name="Google Shape;561;p33"/>
          <p:cNvCxnSpPr/>
          <p:nvPr/>
        </p:nvCxnSpPr>
        <p:spPr>
          <a:xfrm>
            <a:off x="5400425" y="2762275"/>
            <a:ext cx="490800" cy="7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2" name="Google Shape;562;p33"/>
          <p:cNvSpPr/>
          <p:nvPr/>
        </p:nvSpPr>
        <p:spPr>
          <a:xfrm rot="-5400000">
            <a:off x="5407314" y="295846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3" name="Google Shape;563;p33"/>
          <p:cNvCxnSpPr/>
          <p:nvPr/>
        </p:nvCxnSpPr>
        <p:spPr>
          <a:xfrm flipH="1" rot="10800000">
            <a:off x="5422894" y="3334717"/>
            <a:ext cx="580500" cy="47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4" name="Google Shape;564;p33"/>
          <p:cNvSpPr/>
          <p:nvPr/>
        </p:nvSpPr>
        <p:spPr>
          <a:xfrm>
            <a:off x="6053061" y="2691659"/>
            <a:ext cx="490800" cy="5295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p33"/>
          <p:cNvCxnSpPr/>
          <p:nvPr/>
        </p:nvCxnSpPr>
        <p:spPr>
          <a:xfrm>
            <a:off x="6543861" y="2956409"/>
            <a:ext cx="6966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6" name="Google Shape;566;p33"/>
          <p:cNvSpPr/>
          <p:nvPr/>
        </p:nvSpPr>
        <p:spPr>
          <a:xfrm>
            <a:off x="7240603" y="2695488"/>
            <a:ext cx="490800" cy="5295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 flipH="1" rot="10800000">
            <a:off x="7731403" y="2956338"/>
            <a:ext cx="4125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8" name="Google Shape;568;p33"/>
          <p:cNvSpPr/>
          <p:nvPr/>
        </p:nvSpPr>
        <p:spPr>
          <a:xfrm>
            <a:off x="4819893" y="2025804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7736946" y="2611654"/>
            <a:ext cx="61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3"/>
          <p:cNvSpPr txBox="1"/>
          <p:nvPr/>
        </p:nvSpPr>
        <p:spPr>
          <a:xfrm>
            <a:off x="7999694" y="6264947"/>
            <a:ext cx="8367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図3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3"/>
          <p:cNvSpPr/>
          <p:nvPr/>
        </p:nvSpPr>
        <p:spPr>
          <a:xfrm>
            <a:off x="4823030" y="2556258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3"/>
          <p:cNvSpPr/>
          <p:nvPr/>
        </p:nvSpPr>
        <p:spPr>
          <a:xfrm>
            <a:off x="4819885" y="3676923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3"/>
          <p:cNvSpPr/>
          <p:nvPr/>
        </p:nvSpPr>
        <p:spPr>
          <a:xfrm>
            <a:off x="763234" y="1642501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33"/>
          <p:cNvCxnSpPr>
            <a:stCxn id="556" idx="0"/>
            <a:endCxn id="573" idx="2"/>
          </p:cNvCxnSpPr>
          <p:nvPr/>
        </p:nvCxnSpPr>
        <p:spPr>
          <a:xfrm flipH="1" rot="5400000">
            <a:off x="1996809" y="2000101"/>
            <a:ext cx="457800" cy="2658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5" name="Google Shape;575;p33"/>
          <p:cNvSpPr/>
          <p:nvPr/>
        </p:nvSpPr>
        <p:spPr>
          <a:xfrm>
            <a:off x="4864668" y="1070143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6" name="Google Shape;576;p33"/>
          <p:cNvCxnSpPr>
            <a:endCxn id="575" idx="2"/>
          </p:cNvCxnSpPr>
          <p:nvPr/>
        </p:nvCxnSpPr>
        <p:spPr>
          <a:xfrm flipH="1" rot="5400000">
            <a:off x="6098329" y="1427713"/>
            <a:ext cx="457800" cy="265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7" name="Google Shape;577;p33"/>
          <p:cNvSpPr/>
          <p:nvPr/>
        </p:nvSpPr>
        <p:spPr>
          <a:xfrm>
            <a:off x="1979768" y="1948753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202: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33"/>
          <p:cNvCxnSpPr>
            <a:stCxn id="526" idx="0"/>
            <a:endCxn id="577" idx="2"/>
          </p:cNvCxnSpPr>
          <p:nvPr/>
        </p:nvCxnSpPr>
        <p:spPr>
          <a:xfrm rot="-5400000">
            <a:off x="2815121" y="2127231"/>
            <a:ext cx="411300" cy="577200"/>
          </a:xfrm>
          <a:prstGeom prst="curvedConnector3">
            <a:avLst>
              <a:gd fmla="val 49983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33"/>
          <p:cNvSpPr/>
          <p:nvPr/>
        </p:nvSpPr>
        <p:spPr>
          <a:xfrm>
            <a:off x="3158250" y="1221864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203: Input of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p33"/>
          <p:cNvCxnSpPr>
            <a:stCxn id="568" idx="0"/>
            <a:endCxn id="579" idx="2"/>
          </p:cNvCxnSpPr>
          <p:nvPr/>
        </p:nvCxnSpPr>
        <p:spPr>
          <a:xfrm flipH="1" rot="5400000">
            <a:off x="4533393" y="1437804"/>
            <a:ext cx="542400" cy="6336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1" name="Google Shape;581;p33"/>
          <p:cNvSpPr/>
          <p:nvPr/>
        </p:nvSpPr>
        <p:spPr>
          <a:xfrm>
            <a:off x="5876479" y="1284397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204: Accumulation function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33"/>
          <p:cNvCxnSpPr>
            <a:stCxn id="564" idx="3"/>
            <a:endCxn id="581" idx="2"/>
          </p:cNvCxnSpPr>
          <p:nvPr/>
        </p:nvCxnSpPr>
        <p:spPr>
          <a:xfrm rot="-5400000">
            <a:off x="6179511" y="1664909"/>
            <a:ext cx="1145700" cy="907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3" name="Google Shape;583;p33"/>
          <p:cNvSpPr/>
          <p:nvPr/>
        </p:nvSpPr>
        <p:spPr>
          <a:xfrm>
            <a:off x="6899493" y="1509699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205: Activation function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33"/>
          <p:cNvCxnSpPr>
            <a:stCxn id="566" idx="3"/>
            <a:endCxn id="583" idx="2"/>
          </p:cNvCxnSpPr>
          <p:nvPr/>
        </p:nvCxnSpPr>
        <p:spPr>
          <a:xfrm rot="-5400000">
            <a:off x="7395403" y="1861788"/>
            <a:ext cx="924300" cy="7431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5" name="Google Shape;585;p33"/>
          <p:cNvSpPr/>
          <p:nvPr/>
        </p:nvSpPr>
        <p:spPr>
          <a:xfrm>
            <a:off x="2592023" y="5066695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206: communicating between two neuron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33"/>
          <p:cNvCxnSpPr/>
          <p:nvPr/>
        </p:nvCxnSpPr>
        <p:spPr>
          <a:xfrm flipH="1" rot="-5400000">
            <a:off x="2859176" y="4522009"/>
            <a:ext cx="765000" cy="3129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7" name="Google Shape;587;p33"/>
          <p:cNvSpPr/>
          <p:nvPr/>
        </p:nvSpPr>
        <p:spPr>
          <a:xfrm>
            <a:off x="6469100" y="4391629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207: Output of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33"/>
          <p:cNvCxnSpPr>
            <a:stCxn id="587" idx="0"/>
          </p:cNvCxnSpPr>
          <p:nvPr/>
        </p:nvCxnSpPr>
        <p:spPr>
          <a:xfrm rot="-5400000">
            <a:off x="7228911" y="3391279"/>
            <a:ext cx="1570200" cy="430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4"/>
          <p:cNvSpPr/>
          <p:nvPr/>
        </p:nvSpPr>
        <p:spPr>
          <a:xfrm>
            <a:off x="1122682" y="2875496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/>
          <p:nvPr/>
        </p:nvSpPr>
        <p:spPr>
          <a:xfrm>
            <a:off x="1122682" y="3267231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/>
          <p:nvPr/>
        </p:nvSpPr>
        <p:spPr>
          <a:xfrm>
            <a:off x="1122682" y="3658966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1122682" y="4327920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1868309" y="2608324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1868309" y="3000058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4"/>
          <p:cNvSpPr/>
          <p:nvPr/>
        </p:nvSpPr>
        <p:spPr>
          <a:xfrm>
            <a:off x="1868309" y="3391793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/>
          <p:nvPr/>
        </p:nvSpPr>
        <p:spPr>
          <a:xfrm>
            <a:off x="1868309" y="3783528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"/>
          <p:cNvSpPr/>
          <p:nvPr/>
        </p:nvSpPr>
        <p:spPr>
          <a:xfrm>
            <a:off x="1868309" y="4319418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"/>
          <p:cNvSpPr/>
          <p:nvPr/>
        </p:nvSpPr>
        <p:spPr>
          <a:xfrm>
            <a:off x="2629142" y="2608324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/>
          <p:nvPr/>
        </p:nvSpPr>
        <p:spPr>
          <a:xfrm>
            <a:off x="2629142" y="3000058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2629142" y="3391793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2629142" y="3783528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2629142" y="4330506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3424233" y="3208132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3437666" y="3862544"/>
            <a:ext cx="285000" cy="281700"/>
          </a:xfrm>
          <a:prstGeom prst="ellipse">
            <a:avLst/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34"/>
          <p:cNvCxnSpPr>
            <a:stCxn id="593" idx="6"/>
            <a:endCxn id="598" idx="2"/>
          </p:cNvCxnSpPr>
          <p:nvPr/>
        </p:nvCxnSpPr>
        <p:spPr>
          <a:xfrm>
            <a:off x="1407682" y="3016346"/>
            <a:ext cx="460500" cy="124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0" name="Google Shape;610;p34"/>
          <p:cNvCxnSpPr>
            <a:stCxn id="593" idx="6"/>
            <a:endCxn id="599" idx="2"/>
          </p:cNvCxnSpPr>
          <p:nvPr/>
        </p:nvCxnSpPr>
        <p:spPr>
          <a:xfrm>
            <a:off x="1407682" y="3016346"/>
            <a:ext cx="460500" cy="51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1" name="Google Shape;611;p34"/>
          <p:cNvCxnSpPr>
            <a:stCxn id="593" idx="6"/>
            <a:endCxn id="597" idx="2"/>
          </p:cNvCxnSpPr>
          <p:nvPr/>
        </p:nvCxnSpPr>
        <p:spPr>
          <a:xfrm flipH="1" rot="10800000">
            <a:off x="1407682" y="2749046"/>
            <a:ext cx="460500" cy="26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2" name="Google Shape;612;p34"/>
          <p:cNvCxnSpPr>
            <a:stCxn id="593" idx="6"/>
            <a:endCxn id="600" idx="1"/>
          </p:cNvCxnSpPr>
          <p:nvPr/>
        </p:nvCxnSpPr>
        <p:spPr>
          <a:xfrm>
            <a:off x="1407682" y="3016346"/>
            <a:ext cx="502500" cy="808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3" name="Google Shape;613;p34"/>
          <p:cNvCxnSpPr>
            <a:stCxn id="594" idx="5"/>
            <a:endCxn id="601" idx="1"/>
          </p:cNvCxnSpPr>
          <p:nvPr/>
        </p:nvCxnSpPr>
        <p:spPr>
          <a:xfrm>
            <a:off x="1365945" y="3507677"/>
            <a:ext cx="544200" cy="85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4" name="Google Shape;614;p34"/>
          <p:cNvCxnSpPr>
            <a:stCxn id="595" idx="6"/>
            <a:endCxn id="598" idx="3"/>
          </p:cNvCxnSpPr>
          <p:nvPr/>
        </p:nvCxnSpPr>
        <p:spPr>
          <a:xfrm flipH="1" rot="10800000">
            <a:off x="1407682" y="3240616"/>
            <a:ext cx="502500" cy="55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5" name="Google Shape;615;p34"/>
          <p:cNvSpPr/>
          <p:nvPr/>
        </p:nvSpPr>
        <p:spPr>
          <a:xfrm rot="-5400000">
            <a:off x="934804" y="391400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34"/>
          <p:cNvSpPr/>
          <p:nvPr/>
        </p:nvSpPr>
        <p:spPr>
          <a:xfrm rot="-5400000">
            <a:off x="1669981" y="3976162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34"/>
          <p:cNvSpPr/>
          <p:nvPr/>
        </p:nvSpPr>
        <p:spPr>
          <a:xfrm rot="-5400000">
            <a:off x="2416273" y="3992610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34"/>
          <p:cNvSpPr/>
          <p:nvPr/>
        </p:nvSpPr>
        <p:spPr>
          <a:xfrm rot="-5400000">
            <a:off x="3238671" y="3474935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9" name="Google Shape;619;p34"/>
          <p:cNvCxnSpPr>
            <a:stCxn id="596" idx="7"/>
            <a:endCxn id="600" idx="2"/>
          </p:cNvCxnSpPr>
          <p:nvPr/>
        </p:nvCxnSpPr>
        <p:spPr>
          <a:xfrm flipH="1" rot="10800000">
            <a:off x="1365945" y="3924274"/>
            <a:ext cx="502500" cy="444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0" name="Google Shape;620;p34"/>
          <p:cNvCxnSpPr>
            <a:stCxn id="598" idx="6"/>
            <a:endCxn id="602" idx="2"/>
          </p:cNvCxnSpPr>
          <p:nvPr/>
        </p:nvCxnSpPr>
        <p:spPr>
          <a:xfrm flipH="1" rot="10800000">
            <a:off x="2153309" y="2749108"/>
            <a:ext cx="475800" cy="39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1" name="Google Shape;621;p34"/>
          <p:cNvCxnSpPr>
            <a:stCxn id="597" idx="6"/>
            <a:endCxn id="604" idx="2"/>
          </p:cNvCxnSpPr>
          <p:nvPr/>
        </p:nvCxnSpPr>
        <p:spPr>
          <a:xfrm>
            <a:off x="2153309" y="2749174"/>
            <a:ext cx="475800" cy="78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2" name="Google Shape;622;p34"/>
          <p:cNvCxnSpPr>
            <a:stCxn id="598" idx="6"/>
          </p:cNvCxnSpPr>
          <p:nvPr/>
        </p:nvCxnSpPr>
        <p:spPr>
          <a:xfrm>
            <a:off x="2153309" y="3140908"/>
            <a:ext cx="475800" cy="39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3" name="Google Shape;623;p34"/>
          <p:cNvCxnSpPr>
            <a:stCxn id="600" idx="6"/>
          </p:cNvCxnSpPr>
          <p:nvPr/>
        </p:nvCxnSpPr>
        <p:spPr>
          <a:xfrm>
            <a:off x="2153309" y="3924378"/>
            <a:ext cx="475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4" name="Google Shape;624;p34"/>
          <p:cNvCxnSpPr>
            <a:stCxn id="599" idx="6"/>
            <a:endCxn id="606" idx="2"/>
          </p:cNvCxnSpPr>
          <p:nvPr/>
        </p:nvCxnSpPr>
        <p:spPr>
          <a:xfrm>
            <a:off x="2153309" y="3532643"/>
            <a:ext cx="475800" cy="93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5" name="Google Shape;625;p34"/>
          <p:cNvCxnSpPr>
            <a:stCxn id="601" idx="6"/>
            <a:endCxn id="605" idx="3"/>
          </p:cNvCxnSpPr>
          <p:nvPr/>
        </p:nvCxnSpPr>
        <p:spPr>
          <a:xfrm flipH="1" rot="10800000">
            <a:off x="2153309" y="4024068"/>
            <a:ext cx="517500" cy="43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6" name="Google Shape;626;p34"/>
          <p:cNvCxnSpPr>
            <a:stCxn id="602" idx="6"/>
            <a:endCxn id="607" idx="1"/>
          </p:cNvCxnSpPr>
          <p:nvPr/>
        </p:nvCxnSpPr>
        <p:spPr>
          <a:xfrm>
            <a:off x="2914142" y="2749174"/>
            <a:ext cx="551700" cy="50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7" name="Google Shape;627;p34"/>
          <p:cNvCxnSpPr>
            <a:stCxn id="603" idx="6"/>
            <a:endCxn id="607" idx="2"/>
          </p:cNvCxnSpPr>
          <p:nvPr/>
        </p:nvCxnSpPr>
        <p:spPr>
          <a:xfrm>
            <a:off x="2914142" y="3140908"/>
            <a:ext cx="510000" cy="20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8" name="Google Shape;628;p34"/>
          <p:cNvCxnSpPr>
            <a:stCxn id="599" idx="6"/>
            <a:endCxn id="603" idx="2"/>
          </p:cNvCxnSpPr>
          <p:nvPr/>
        </p:nvCxnSpPr>
        <p:spPr>
          <a:xfrm flipH="1" rot="10800000">
            <a:off x="2153309" y="3140843"/>
            <a:ext cx="475800" cy="391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29" name="Google Shape;629;p34"/>
          <p:cNvCxnSpPr/>
          <p:nvPr/>
        </p:nvCxnSpPr>
        <p:spPr>
          <a:xfrm flipH="1" rot="10800000">
            <a:off x="2912998" y="3417821"/>
            <a:ext cx="550500" cy="45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0" name="Google Shape;630;p34"/>
          <p:cNvCxnSpPr/>
          <p:nvPr/>
        </p:nvCxnSpPr>
        <p:spPr>
          <a:xfrm flipH="1" rot="10800000">
            <a:off x="2911526" y="4048964"/>
            <a:ext cx="550500" cy="45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1" name="Google Shape;631;p34"/>
          <p:cNvCxnSpPr>
            <a:stCxn id="604" idx="6"/>
            <a:endCxn id="618" idx="1"/>
          </p:cNvCxnSpPr>
          <p:nvPr/>
        </p:nvCxnSpPr>
        <p:spPr>
          <a:xfrm>
            <a:off x="2914142" y="3532643"/>
            <a:ext cx="589200" cy="42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2" name="Google Shape;632;p34"/>
          <p:cNvSpPr/>
          <p:nvPr/>
        </p:nvSpPr>
        <p:spPr>
          <a:xfrm>
            <a:off x="856680" y="2348744"/>
            <a:ext cx="3082800" cy="248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p34"/>
          <p:cNvCxnSpPr/>
          <p:nvPr/>
        </p:nvCxnSpPr>
        <p:spPr>
          <a:xfrm>
            <a:off x="5439896" y="2193574"/>
            <a:ext cx="540000" cy="414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34" name="Google Shape;634;p34"/>
          <p:cNvCxnSpPr/>
          <p:nvPr/>
        </p:nvCxnSpPr>
        <p:spPr>
          <a:xfrm>
            <a:off x="5439896" y="2749118"/>
            <a:ext cx="490800" cy="76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5" name="Google Shape;635;p34"/>
          <p:cNvSpPr/>
          <p:nvPr/>
        </p:nvSpPr>
        <p:spPr>
          <a:xfrm rot="-5400000">
            <a:off x="5446785" y="2945305"/>
            <a:ext cx="52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6" name="Google Shape;636;p34"/>
          <p:cNvCxnSpPr/>
          <p:nvPr/>
        </p:nvCxnSpPr>
        <p:spPr>
          <a:xfrm flipH="1" rot="10800000">
            <a:off x="5462365" y="3321560"/>
            <a:ext cx="580500" cy="47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7" name="Google Shape;637;p34"/>
          <p:cNvSpPr/>
          <p:nvPr/>
        </p:nvSpPr>
        <p:spPr>
          <a:xfrm>
            <a:off x="6092532" y="2678502"/>
            <a:ext cx="490800" cy="529500"/>
          </a:xfrm>
          <a:prstGeom prst="snip1Rect">
            <a:avLst>
              <a:gd fmla="val 16667" name="adj"/>
            </a:avLst>
          </a:prstGeom>
          <a:solidFill>
            <a:srgbClr val="BFBFBF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p34"/>
          <p:cNvCxnSpPr/>
          <p:nvPr/>
        </p:nvCxnSpPr>
        <p:spPr>
          <a:xfrm>
            <a:off x="6583332" y="2943252"/>
            <a:ext cx="6966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9" name="Google Shape;639;p34"/>
          <p:cNvSpPr/>
          <p:nvPr/>
        </p:nvSpPr>
        <p:spPr>
          <a:xfrm>
            <a:off x="7280074" y="2682331"/>
            <a:ext cx="490800" cy="5295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34"/>
          <p:cNvCxnSpPr/>
          <p:nvPr/>
        </p:nvCxnSpPr>
        <p:spPr>
          <a:xfrm flipH="1" rot="10800000">
            <a:off x="7770874" y="2943181"/>
            <a:ext cx="412500" cy="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1" name="Google Shape;641;p34"/>
          <p:cNvSpPr/>
          <p:nvPr/>
        </p:nvSpPr>
        <p:spPr>
          <a:xfrm>
            <a:off x="7776417" y="2598497"/>
            <a:ext cx="61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4"/>
          <p:cNvSpPr txBox="1"/>
          <p:nvPr/>
        </p:nvSpPr>
        <p:spPr>
          <a:xfrm>
            <a:off x="7999694" y="6264947"/>
            <a:ext cx="8367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図4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34"/>
          <p:cNvCxnSpPr/>
          <p:nvPr/>
        </p:nvCxnSpPr>
        <p:spPr>
          <a:xfrm flipH="1" rot="10800000">
            <a:off x="3628025" y="1797952"/>
            <a:ext cx="1155765" cy="146459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44" name="Google Shape;644;p34"/>
          <p:cNvCxnSpPr/>
          <p:nvPr/>
        </p:nvCxnSpPr>
        <p:spPr>
          <a:xfrm>
            <a:off x="3683121" y="3502877"/>
            <a:ext cx="1136764" cy="784574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45" name="Google Shape;645;p34"/>
          <p:cNvSpPr/>
          <p:nvPr/>
        </p:nvSpPr>
        <p:spPr>
          <a:xfrm>
            <a:off x="4819893" y="1798051"/>
            <a:ext cx="3528145" cy="248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4819893" y="2025804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4823030" y="2556258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4"/>
          <p:cNvSpPr/>
          <p:nvPr/>
        </p:nvSpPr>
        <p:spPr>
          <a:xfrm>
            <a:off x="4819885" y="3676923"/>
            <a:ext cx="60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4"/>
          <p:cNvSpPr/>
          <p:nvPr/>
        </p:nvSpPr>
        <p:spPr>
          <a:xfrm>
            <a:off x="763234" y="1642501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301: Approximate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34"/>
          <p:cNvCxnSpPr>
            <a:endCxn id="649" idx="2"/>
          </p:cNvCxnSpPr>
          <p:nvPr/>
        </p:nvCxnSpPr>
        <p:spPr>
          <a:xfrm flipH="1" rot="5400000">
            <a:off x="1996895" y="2000071"/>
            <a:ext cx="457800" cy="265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1" name="Google Shape;651;p34"/>
          <p:cNvSpPr/>
          <p:nvPr/>
        </p:nvSpPr>
        <p:spPr>
          <a:xfrm>
            <a:off x="4864668" y="1070143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302: Approximate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2" name="Google Shape;652;p34"/>
          <p:cNvCxnSpPr>
            <a:endCxn id="651" idx="2"/>
          </p:cNvCxnSpPr>
          <p:nvPr/>
        </p:nvCxnSpPr>
        <p:spPr>
          <a:xfrm flipH="1" rot="5400000">
            <a:off x="6098329" y="1427713"/>
            <a:ext cx="457800" cy="265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3" name="Google Shape;653;p34"/>
          <p:cNvSpPr/>
          <p:nvPr/>
        </p:nvSpPr>
        <p:spPr>
          <a:xfrm>
            <a:off x="1979768" y="1948753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302: Approximate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Neuron Model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4" name="Google Shape;654;p34"/>
          <p:cNvCxnSpPr>
            <a:endCxn id="653" idx="2"/>
          </p:cNvCxnSpPr>
          <p:nvPr/>
        </p:nvCxnSpPr>
        <p:spPr>
          <a:xfrm flipH="1" rot="10800000">
            <a:off x="2732228" y="2210323"/>
            <a:ext cx="577200" cy="411300"/>
          </a:xfrm>
          <a:prstGeom prst="curvedConnector3">
            <a:avLst>
              <a:gd fmla="val -1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5" name="Google Shape;655;p34"/>
          <p:cNvSpPr/>
          <p:nvPr/>
        </p:nvSpPr>
        <p:spPr>
          <a:xfrm>
            <a:off x="3158250" y="1221864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203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6" name="Google Shape;656;p34"/>
          <p:cNvCxnSpPr>
            <a:endCxn id="655" idx="2"/>
          </p:cNvCxnSpPr>
          <p:nvPr/>
        </p:nvCxnSpPr>
        <p:spPr>
          <a:xfrm rot="10800000">
            <a:off x="4487911" y="1483434"/>
            <a:ext cx="633600" cy="542400"/>
          </a:xfrm>
          <a:prstGeom prst="curvedConnector3">
            <a:avLst>
              <a:gd fmla="val 19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7" name="Google Shape;657;p34"/>
          <p:cNvSpPr/>
          <p:nvPr/>
        </p:nvSpPr>
        <p:spPr>
          <a:xfrm>
            <a:off x="6092532" y="1271168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304: Approximate Accumulation function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p34"/>
          <p:cNvCxnSpPr>
            <a:endCxn id="657" idx="2"/>
          </p:cNvCxnSpPr>
          <p:nvPr/>
        </p:nvCxnSpPr>
        <p:spPr>
          <a:xfrm rot="-5400000">
            <a:off x="6395443" y="1651688"/>
            <a:ext cx="1145700" cy="907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34"/>
          <p:cNvCxnSpPr/>
          <p:nvPr/>
        </p:nvCxnSpPr>
        <p:spPr>
          <a:xfrm rot="-5400000">
            <a:off x="7395403" y="1861789"/>
            <a:ext cx="924300" cy="7431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34"/>
          <p:cNvSpPr/>
          <p:nvPr/>
        </p:nvSpPr>
        <p:spPr>
          <a:xfrm>
            <a:off x="2592023" y="5066695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34"/>
          <p:cNvCxnSpPr/>
          <p:nvPr/>
        </p:nvCxnSpPr>
        <p:spPr>
          <a:xfrm flipH="1" rot="-5400000">
            <a:off x="2859176" y="4522009"/>
            <a:ext cx="765000" cy="312900"/>
          </a:xfrm>
          <a:prstGeom prst="curvedConnector3">
            <a:avLst>
              <a:gd fmla="val 49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2" name="Google Shape;662;p34"/>
          <p:cNvSpPr/>
          <p:nvPr/>
        </p:nvSpPr>
        <p:spPr>
          <a:xfrm>
            <a:off x="6469100" y="4391629"/>
            <a:ext cx="2659321" cy="261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34"/>
          <p:cNvCxnSpPr>
            <a:stCxn id="662" idx="0"/>
          </p:cNvCxnSpPr>
          <p:nvPr/>
        </p:nvCxnSpPr>
        <p:spPr>
          <a:xfrm rot="-5400000">
            <a:off x="7228911" y="3391279"/>
            <a:ext cx="1570200" cy="430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34"/>
          <p:cNvSpPr/>
          <p:nvPr/>
        </p:nvSpPr>
        <p:spPr>
          <a:xfrm>
            <a:off x="6899493" y="1398019"/>
            <a:ext cx="2659321" cy="42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305: Approximate </a:t>
            </a:r>
            <a:b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 function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98c09df87e_0_972"/>
          <p:cNvSpPr/>
          <p:nvPr/>
        </p:nvSpPr>
        <p:spPr>
          <a:xfrm>
            <a:off x="3186518" y="742875"/>
            <a:ext cx="2205782" cy="548670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set of 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98c09df87e_0_972"/>
          <p:cNvSpPr/>
          <p:nvPr/>
        </p:nvSpPr>
        <p:spPr>
          <a:xfrm>
            <a:off x="3186520" y="2355182"/>
            <a:ext cx="2205782" cy="548670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non-dominated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98c09df87e_0_972"/>
          <p:cNvSpPr/>
          <p:nvPr/>
        </p:nvSpPr>
        <p:spPr>
          <a:xfrm>
            <a:off x="3186520" y="1578708"/>
            <a:ext cx="2205900" cy="4899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approximate operators on the target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g398c09df87e_0_972"/>
          <p:cNvCxnSpPr>
            <a:stCxn id="669" idx="3"/>
            <a:endCxn id="671" idx="0"/>
          </p:cNvCxnSpPr>
          <p:nvPr/>
        </p:nvCxnSpPr>
        <p:spPr>
          <a:xfrm>
            <a:off x="4289409" y="1291545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3" name="Google Shape;673;g398c09df87e_0_972"/>
          <p:cNvCxnSpPr>
            <a:stCxn id="671" idx="2"/>
            <a:endCxn id="670" idx="1"/>
          </p:cNvCxnSpPr>
          <p:nvPr/>
        </p:nvCxnSpPr>
        <p:spPr>
          <a:xfrm>
            <a:off x="4289470" y="2068608"/>
            <a:ext cx="0" cy="2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4" name="Google Shape;674;g398c09df87e_0_972"/>
          <p:cNvSpPr/>
          <p:nvPr/>
        </p:nvSpPr>
        <p:spPr>
          <a:xfrm>
            <a:off x="3191743" y="3192201"/>
            <a:ext cx="2205900" cy="4899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approximate operators based on quality constraint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5" name="Google Shape;675;g398c09df87e_0_972"/>
          <p:cNvCxnSpPr>
            <a:stCxn id="670" idx="3"/>
            <a:endCxn id="674" idx="0"/>
          </p:cNvCxnSpPr>
          <p:nvPr/>
        </p:nvCxnSpPr>
        <p:spPr>
          <a:xfrm>
            <a:off x="4289411" y="2903852"/>
            <a:ext cx="5400" cy="28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6" name="Google Shape;676;g398c09df87e_0_972"/>
          <p:cNvSpPr/>
          <p:nvPr/>
        </p:nvSpPr>
        <p:spPr>
          <a:xfrm>
            <a:off x="3186519" y="3969335"/>
            <a:ext cx="2205781" cy="548670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set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g398c09df87e_0_972"/>
          <p:cNvCxnSpPr>
            <a:stCxn id="674" idx="2"/>
            <a:endCxn id="676" idx="1"/>
          </p:cNvCxnSpPr>
          <p:nvPr/>
        </p:nvCxnSpPr>
        <p:spPr>
          <a:xfrm flipH="1">
            <a:off x="4289293" y="3682101"/>
            <a:ext cx="540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8" name="Google Shape;678;g398c09df87e_0_972"/>
          <p:cNvSpPr/>
          <p:nvPr/>
        </p:nvSpPr>
        <p:spPr>
          <a:xfrm>
            <a:off x="3186519" y="4799458"/>
            <a:ext cx="2205900" cy="4899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space exploration on the target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g398c09df87e_0_972"/>
          <p:cNvCxnSpPr>
            <a:stCxn id="676" idx="3"/>
            <a:endCxn id="678" idx="0"/>
          </p:cNvCxnSpPr>
          <p:nvPr/>
        </p:nvCxnSpPr>
        <p:spPr>
          <a:xfrm>
            <a:off x="4289410" y="4518005"/>
            <a:ext cx="0" cy="28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0" name="Google Shape;680;g398c09df87e_0_972"/>
          <p:cNvSpPr/>
          <p:nvPr/>
        </p:nvSpPr>
        <p:spPr>
          <a:xfrm>
            <a:off x="3186518" y="5635291"/>
            <a:ext cx="2205900" cy="4899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optimal solutions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target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g398c09df87e_0_972"/>
          <p:cNvCxnSpPr>
            <a:stCxn id="678" idx="2"/>
            <a:endCxn id="680" idx="0"/>
          </p:cNvCxnSpPr>
          <p:nvPr/>
        </p:nvCxnSpPr>
        <p:spPr>
          <a:xfrm>
            <a:off x="4289469" y="5289358"/>
            <a:ext cx="0" cy="34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2" name="Google Shape;682;g398c09df87e_0_972"/>
          <p:cNvSpPr txBox="1"/>
          <p:nvPr/>
        </p:nvSpPr>
        <p:spPr>
          <a:xfrm>
            <a:off x="7999694" y="6264947"/>
            <a:ext cx="8367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図2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98c09df87e_0_972"/>
          <p:cNvSpPr/>
          <p:nvPr/>
        </p:nvSpPr>
        <p:spPr>
          <a:xfrm>
            <a:off x="5636668" y="782234"/>
            <a:ext cx="99900" cy="3669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98c09df87e_0_972"/>
          <p:cNvSpPr txBox="1"/>
          <p:nvPr/>
        </p:nvSpPr>
        <p:spPr>
          <a:xfrm>
            <a:off x="5736418" y="2486223"/>
            <a:ext cx="3025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the number of 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98c09df87e_0_972"/>
          <p:cNvSpPr/>
          <p:nvPr/>
        </p:nvSpPr>
        <p:spPr>
          <a:xfrm>
            <a:off x="5626219" y="4798468"/>
            <a:ext cx="131100" cy="13269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98c09df87e_0_972"/>
          <p:cNvSpPr txBox="1"/>
          <p:nvPr/>
        </p:nvSpPr>
        <p:spPr>
          <a:xfrm>
            <a:off x="5757298" y="5331060"/>
            <a:ext cx="174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optimization flow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98c09df87e_0_972"/>
          <p:cNvSpPr/>
          <p:nvPr/>
        </p:nvSpPr>
        <p:spPr>
          <a:xfrm>
            <a:off x="3513475" y="115560"/>
            <a:ext cx="1551900" cy="374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g398c09df87e_0_972"/>
          <p:cNvCxnSpPr>
            <a:stCxn id="687" idx="4"/>
            <a:endCxn id="669" idx="1"/>
          </p:cNvCxnSpPr>
          <p:nvPr/>
        </p:nvCxnSpPr>
        <p:spPr>
          <a:xfrm>
            <a:off x="4289425" y="489660"/>
            <a:ext cx="0" cy="25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9" name="Google Shape;689;g398c09df87e_0_972"/>
          <p:cNvSpPr/>
          <p:nvPr/>
        </p:nvSpPr>
        <p:spPr>
          <a:xfrm>
            <a:off x="3513474" y="6378582"/>
            <a:ext cx="1551900" cy="374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g398c09df87e_0_972"/>
          <p:cNvCxnSpPr>
            <a:stCxn id="680" idx="2"/>
            <a:endCxn id="689" idx="0"/>
          </p:cNvCxnSpPr>
          <p:nvPr/>
        </p:nvCxnSpPr>
        <p:spPr>
          <a:xfrm>
            <a:off x="4289468" y="6125191"/>
            <a:ext cx="0" cy="25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91" name="Google Shape;691;g398c09df87e_0_972"/>
          <p:cNvCxnSpPr>
            <a:stCxn id="669" idx="2"/>
            <a:endCxn id="670" idx="2"/>
          </p:cNvCxnSpPr>
          <p:nvPr/>
        </p:nvCxnSpPr>
        <p:spPr>
          <a:xfrm>
            <a:off x="3186518" y="1017210"/>
            <a:ext cx="600" cy="1612200"/>
          </a:xfrm>
          <a:prstGeom prst="curvedConnector3">
            <a:avLst>
              <a:gd fmla="val -3810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92" name="Google Shape;692;g398c09df87e_0_972"/>
          <p:cNvCxnSpPr>
            <a:stCxn id="670" idx="2"/>
            <a:endCxn id="676" idx="2"/>
          </p:cNvCxnSpPr>
          <p:nvPr/>
        </p:nvCxnSpPr>
        <p:spPr>
          <a:xfrm>
            <a:off x="3186520" y="2629517"/>
            <a:ext cx="600" cy="1614300"/>
          </a:xfrm>
          <a:prstGeom prst="curvedConnector3">
            <a:avLst>
              <a:gd fmla="val -3810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3" name="Google Shape;693;g398c09df87e_0_972"/>
          <p:cNvSpPr txBox="1"/>
          <p:nvPr/>
        </p:nvSpPr>
        <p:spPr>
          <a:xfrm>
            <a:off x="2143534" y="1655680"/>
            <a:ext cx="79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98c09df87e_0_972"/>
          <p:cNvSpPr txBox="1"/>
          <p:nvPr/>
        </p:nvSpPr>
        <p:spPr>
          <a:xfrm>
            <a:off x="2143533" y="3353462"/>
            <a:ext cx="79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98c09df87e_0_1001"/>
          <p:cNvSpPr/>
          <p:nvPr/>
        </p:nvSpPr>
        <p:spPr>
          <a:xfrm>
            <a:off x="5681289" y="1418328"/>
            <a:ext cx="1918146" cy="548670"/>
          </a:xfrm>
          <a:prstGeom prst="flowChartMagneticDisk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0" name="Google Shape;700;g398c09df87e_0_1001"/>
          <p:cNvCxnSpPr>
            <a:stCxn id="699" idx="2"/>
            <a:endCxn id="701" idx="3"/>
          </p:cNvCxnSpPr>
          <p:nvPr/>
        </p:nvCxnSpPr>
        <p:spPr>
          <a:xfrm rot="10800000">
            <a:off x="4899789" y="1692663"/>
            <a:ext cx="781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2" name="Google Shape;702;g398c09df87e_0_1001"/>
          <p:cNvCxnSpPr>
            <a:stCxn id="703" idx="2"/>
            <a:endCxn id="704" idx="0"/>
          </p:cNvCxnSpPr>
          <p:nvPr/>
        </p:nvCxnSpPr>
        <p:spPr>
          <a:xfrm>
            <a:off x="4096469" y="2644743"/>
            <a:ext cx="0" cy="51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5" name="Google Shape;705;g398c09df87e_0_1001"/>
          <p:cNvSpPr/>
          <p:nvPr/>
        </p:nvSpPr>
        <p:spPr>
          <a:xfrm>
            <a:off x="3254660" y="4039627"/>
            <a:ext cx="16836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Non-dominated sorting &amp;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 of recorded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98c09df87e_0_1001"/>
          <p:cNvSpPr/>
          <p:nvPr/>
        </p:nvSpPr>
        <p:spPr>
          <a:xfrm>
            <a:off x="3293069" y="2229243"/>
            <a:ext cx="1606800" cy="41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98c09df87e_0_1001"/>
          <p:cNvSpPr/>
          <p:nvPr/>
        </p:nvSpPr>
        <p:spPr>
          <a:xfrm>
            <a:off x="5681294" y="3067778"/>
            <a:ext cx="1918141" cy="603917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result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HW overheads, quality)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g398c09df87e_0_1001"/>
          <p:cNvSpPr/>
          <p:nvPr/>
        </p:nvSpPr>
        <p:spPr>
          <a:xfrm>
            <a:off x="3225018" y="3162045"/>
            <a:ext cx="1742801" cy="415384"/>
          </a:xfrm>
          <a:prstGeom prst="flowChartDecision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g398c09df87e_0_1001"/>
          <p:cNvCxnSpPr>
            <a:stCxn id="704" idx="1"/>
            <a:endCxn id="701" idx="1"/>
          </p:cNvCxnSpPr>
          <p:nvPr/>
        </p:nvCxnSpPr>
        <p:spPr>
          <a:xfrm flipH="1" rot="10800000">
            <a:off x="3225018" y="1692737"/>
            <a:ext cx="68100" cy="1677000"/>
          </a:xfrm>
          <a:prstGeom prst="bentConnector3">
            <a:avLst>
              <a:gd fmla="val -116103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08" name="Google Shape;708;g398c09df87e_0_1001"/>
          <p:cNvCxnSpPr>
            <a:stCxn id="704" idx="2"/>
            <a:endCxn id="705" idx="0"/>
          </p:cNvCxnSpPr>
          <p:nvPr/>
        </p:nvCxnSpPr>
        <p:spPr>
          <a:xfrm>
            <a:off x="4096419" y="3577429"/>
            <a:ext cx="0" cy="46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9" name="Google Shape;709;g398c09df87e_0_1001"/>
          <p:cNvSpPr/>
          <p:nvPr/>
        </p:nvSpPr>
        <p:spPr>
          <a:xfrm>
            <a:off x="3137341" y="5626641"/>
            <a:ext cx="1918146" cy="548670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non-dominated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0" name="Google Shape;710;g398c09df87e_0_1001"/>
          <p:cNvCxnSpPr>
            <a:stCxn id="705" idx="2"/>
            <a:endCxn id="711" idx="0"/>
          </p:cNvCxnSpPr>
          <p:nvPr/>
        </p:nvCxnSpPr>
        <p:spPr>
          <a:xfrm>
            <a:off x="4096460" y="4455127"/>
            <a:ext cx="0" cy="34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2" name="Google Shape;712;g398c09df87e_0_1001"/>
          <p:cNvSpPr txBox="1"/>
          <p:nvPr/>
        </p:nvSpPr>
        <p:spPr>
          <a:xfrm>
            <a:off x="2820737" y="3123518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98c09df87e_0_1001"/>
          <p:cNvSpPr txBox="1"/>
          <p:nvPr/>
        </p:nvSpPr>
        <p:spPr>
          <a:xfrm>
            <a:off x="4107586" y="3604022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98c09df87e_0_1001"/>
          <p:cNvSpPr/>
          <p:nvPr/>
        </p:nvSpPr>
        <p:spPr>
          <a:xfrm>
            <a:off x="3293067" y="1484970"/>
            <a:ext cx="16068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g398c09df87e_0_1001"/>
          <p:cNvCxnSpPr>
            <a:stCxn id="701" idx="2"/>
            <a:endCxn id="703" idx="0"/>
          </p:cNvCxnSpPr>
          <p:nvPr/>
        </p:nvCxnSpPr>
        <p:spPr>
          <a:xfrm>
            <a:off x="4096467" y="1900470"/>
            <a:ext cx="0" cy="32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1" name="Google Shape;711;g398c09df87e_0_1001"/>
          <p:cNvSpPr/>
          <p:nvPr/>
        </p:nvSpPr>
        <p:spPr>
          <a:xfrm>
            <a:off x="3254659" y="4804423"/>
            <a:ext cx="16836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 top-rank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g398c09df87e_0_1001"/>
          <p:cNvCxnSpPr>
            <a:stCxn id="711" idx="2"/>
            <a:endCxn id="709" idx="1"/>
          </p:cNvCxnSpPr>
          <p:nvPr/>
        </p:nvCxnSpPr>
        <p:spPr>
          <a:xfrm>
            <a:off x="4096459" y="5219923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16" name="Google Shape;716;g398c09df87e_0_1001"/>
          <p:cNvCxnSpPr>
            <a:stCxn id="703" idx="3"/>
            <a:endCxn id="706" idx="1"/>
          </p:cNvCxnSpPr>
          <p:nvPr/>
        </p:nvCxnSpPr>
        <p:spPr>
          <a:xfrm>
            <a:off x="4899869" y="2436993"/>
            <a:ext cx="1740600" cy="6309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17" name="Google Shape;717;g398c09df87e_0_1001"/>
          <p:cNvCxnSpPr>
            <a:stCxn id="706" idx="3"/>
            <a:endCxn id="705" idx="3"/>
          </p:cNvCxnSpPr>
          <p:nvPr/>
        </p:nvCxnSpPr>
        <p:spPr>
          <a:xfrm rot="5400000">
            <a:off x="5501415" y="3108445"/>
            <a:ext cx="575700" cy="17022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8" name="Google Shape;718;g398c09df87e_0_1001"/>
          <p:cNvSpPr/>
          <p:nvPr/>
        </p:nvSpPr>
        <p:spPr>
          <a:xfrm>
            <a:off x="3293066" y="697446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g398c09df87e_0_1001"/>
          <p:cNvCxnSpPr>
            <a:stCxn id="718" idx="2"/>
            <a:endCxn id="701" idx="0"/>
          </p:cNvCxnSpPr>
          <p:nvPr/>
        </p:nvCxnSpPr>
        <p:spPr>
          <a:xfrm>
            <a:off x="4096466" y="1112946"/>
            <a:ext cx="0" cy="3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0" name="Google Shape;720;g398c09df87e_0_1001"/>
          <p:cNvSpPr txBox="1"/>
          <p:nvPr/>
        </p:nvSpPr>
        <p:spPr>
          <a:xfrm>
            <a:off x="7999694" y="6264947"/>
            <a:ext cx="8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98c09df87e_0_1026"/>
          <p:cNvSpPr/>
          <p:nvPr/>
        </p:nvSpPr>
        <p:spPr>
          <a:xfrm>
            <a:off x="781237" y="1804483"/>
            <a:ext cx="385800" cy="37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98c09df87e_0_1026"/>
          <p:cNvSpPr/>
          <p:nvPr/>
        </p:nvSpPr>
        <p:spPr>
          <a:xfrm>
            <a:off x="1358377" y="2117664"/>
            <a:ext cx="385800" cy="3732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398c09df87e_0_1026"/>
          <p:cNvSpPr/>
          <p:nvPr/>
        </p:nvSpPr>
        <p:spPr>
          <a:xfrm>
            <a:off x="2080773" y="3226901"/>
            <a:ext cx="385800" cy="3732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98c09df87e_0_1026"/>
          <p:cNvSpPr txBox="1"/>
          <p:nvPr/>
        </p:nvSpPr>
        <p:spPr>
          <a:xfrm>
            <a:off x="916592" y="3293666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g398c09df87e_0_1026"/>
          <p:cNvSpPr/>
          <p:nvPr/>
        </p:nvSpPr>
        <p:spPr>
          <a:xfrm>
            <a:off x="565913" y="1557343"/>
            <a:ext cx="2258100" cy="225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98c09df87e_0_1026"/>
          <p:cNvSpPr txBox="1"/>
          <p:nvPr/>
        </p:nvSpPr>
        <p:spPr>
          <a:xfrm>
            <a:off x="428684" y="1253009"/>
            <a:ext cx="26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set of 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398c09df87e_0_1026"/>
          <p:cNvSpPr/>
          <p:nvPr/>
        </p:nvSpPr>
        <p:spPr>
          <a:xfrm>
            <a:off x="3423471" y="1996247"/>
            <a:ext cx="385800" cy="3732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98c09df87e_0_1026"/>
          <p:cNvSpPr txBox="1"/>
          <p:nvPr/>
        </p:nvSpPr>
        <p:spPr>
          <a:xfrm>
            <a:off x="3213199" y="1569735"/>
            <a:ext cx="1505700" cy="291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488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4" name="Google Shape;734;g398c09df87e_0_1026"/>
          <p:cNvGraphicFramePr/>
          <p:nvPr/>
        </p:nvGraphicFramePr>
        <p:xfrm>
          <a:off x="3027995" y="4967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665150"/>
                <a:gridCol w="665150"/>
                <a:gridCol w="665150"/>
                <a:gridCol w="6651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Power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735" name="Google Shape;735;g398c09df87e_0_1026"/>
          <p:cNvSpPr txBox="1"/>
          <p:nvPr/>
        </p:nvSpPr>
        <p:spPr>
          <a:xfrm>
            <a:off x="4626577" y="4173067"/>
            <a:ext cx="266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Record the result in the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98c09df87e_0_1026"/>
          <p:cNvSpPr txBox="1"/>
          <p:nvPr/>
        </p:nvSpPr>
        <p:spPr>
          <a:xfrm>
            <a:off x="3925640" y="4685666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98c09df87e_0_1026"/>
          <p:cNvSpPr/>
          <p:nvPr/>
        </p:nvSpPr>
        <p:spPr>
          <a:xfrm>
            <a:off x="1192427" y="2775902"/>
            <a:ext cx="385800" cy="3732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98c09df87e_0_1026"/>
          <p:cNvSpPr txBox="1"/>
          <p:nvPr/>
        </p:nvSpPr>
        <p:spPr>
          <a:xfrm>
            <a:off x="1988224" y="2250037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398c09df87e_0_1026"/>
          <p:cNvSpPr txBox="1"/>
          <p:nvPr/>
        </p:nvSpPr>
        <p:spPr>
          <a:xfrm>
            <a:off x="7999694" y="6264947"/>
            <a:ext cx="8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g398c09df87e_0_1026"/>
          <p:cNvCxnSpPr>
            <a:stCxn id="727" idx="7"/>
            <a:endCxn id="732" idx="1"/>
          </p:cNvCxnSpPr>
          <p:nvPr/>
        </p:nvCxnSpPr>
        <p:spPr>
          <a:xfrm rot="-5400000">
            <a:off x="2523028" y="1215468"/>
            <a:ext cx="121500" cy="1792200"/>
          </a:xfrm>
          <a:prstGeom prst="curvedConnector3">
            <a:avLst>
              <a:gd fmla="val 33307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41" name="Google Shape;741;g398c09df87e_0_1026"/>
          <p:cNvSpPr/>
          <p:nvPr/>
        </p:nvSpPr>
        <p:spPr>
          <a:xfrm>
            <a:off x="7164939" y="654591"/>
            <a:ext cx="1272600" cy="21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Op.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98c09df87e_0_1026"/>
          <p:cNvSpPr/>
          <p:nvPr/>
        </p:nvSpPr>
        <p:spPr>
          <a:xfrm>
            <a:off x="7164938" y="1100102"/>
            <a:ext cx="1272600" cy="21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Op.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98c09df87e_0_1026"/>
          <p:cNvSpPr/>
          <p:nvPr/>
        </p:nvSpPr>
        <p:spPr>
          <a:xfrm>
            <a:off x="7164938" y="1517740"/>
            <a:ext cx="1272600" cy="217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Op.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4" name="Google Shape;744;g398c09df87e_0_1026"/>
          <p:cNvCxnSpPr>
            <a:endCxn id="741" idx="0"/>
          </p:cNvCxnSpPr>
          <p:nvPr/>
        </p:nvCxnSpPr>
        <p:spPr>
          <a:xfrm>
            <a:off x="7801239" y="436791"/>
            <a:ext cx="0" cy="21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5" name="Google Shape;745;g398c09df87e_0_1026"/>
          <p:cNvCxnSpPr>
            <a:stCxn id="741" idx="2"/>
            <a:endCxn id="742" idx="0"/>
          </p:cNvCxnSpPr>
          <p:nvPr/>
        </p:nvCxnSpPr>
        <p:spPr>
          <a:xfrm>
            <a:off x="7801239" y="871791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6" name="Google Shape;746;g398c09df87e_0_1026"/>
          <p:cNvCxnSpPr>
            <a:stCxn id="742" idx="2"/>
            <a:endCxn id="743" idx="0"/>
          </p:cNvCxnSpPr>
          <p:nvPr/>
        </p:nvCxnSpPr>
        <p:spPr>
          <a:xfrm>
            <a:off x="7801238" y="1317302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47" name="Google Shape;747;g398c09df87e_0_1026"/>
          <p:cNvCxnSpPr>
            <a:stCxn id="743" idx="2"/>
          </p:cNvCxnSpPr>
          <p:nvPr/>
        </p:nvCxnSpPr>
        <p:spPr>
          <a:xfrm>
            <a:off x="7801238" y="1734940"/>
            <a:ext cx="0" cy="25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" name="Google Shape;748;g398c09df87e_0_1026"/>
          <p:cNvSpPr txBox="1"/>
          <p:nvPr/>
        </p:nvSpPr>
        <p:spPr>
          <a:xfrm>
            <a:off x="7247811" y="2061781"/>
            <a:ext cx="110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98c09df87e_0_1026"/>
          <p:cNvSpPr/>
          <p:nvPr/>
        </p:nvSpPr>
        <p:spPr>
          <a:xfrm>
            <a:off x="5108270" y="2467782"/>
            <a:ext cx="1272600" cy="2172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8934" l="0" r="0" t="-131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98c09df87e_0_1026"/>
          <p:cNvSpPr/>
          <p:nvPr/>
        </p:nvSpPr>
        <p:spPr>
          <a:xfrm>
            <a:off x="5108269" y="2913293"/>
            <a:ext cx="1272600" cy="2172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5635" l="0" r="0" t="-1281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98c09df87e_0_1026"/>
          <p:cNvSpPr/>
          <p:nvPr/>
        </p:nvSpPr>
        <p:spPr>
          <a:xfrm>
            <a:off x="5108269" y="3330931"/>
            <a:ext cx="1272600" cy="2172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5637" l="0" r="0" t="-102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2" name="Google Shape;752;g398c09df87e_0_1026"/>
          <p:cNvCxnSpPr>
            <a:endCxn id="749" idx="0"/>
          </p:cNvCxnSpPr>
          <p:nvPr/>
        </p:nvCxnSpPr>
        <p:spPr>
          <a:xfrm>
            <a:off x="5744570" y="2249982"/>
            <a:ext cx="0" cy="21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3" name="Google Shape;753;g398c09df87e_0_1026"/>
          <p:cNvCxnSpPr>
            <a:stCxn id="749" idx="2"/>
            <a:endCxn id="750" idx="0"/>
          </p:cNvCxnSpPr>
          <p:nvPr/>
        </p:nvCxnSpPr>
        <p:spPr>
          <a:xfrm>
            <a:off x="5744570" y="2684982"/>
            <a:ext cx="0" cy="22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4" name="Google Shape;754;g398c09df87e_0_1026"/>
          <p:cNvCxnSpPr>
            <a:stCxn id="750" idx="2"/>
            <a:endCxn id="751" idx="0"/>
          </p:cNvCxnSpPr>
          <p:nvPr/>
        </p:nvCxnSpPr>
        <p:spPr>
          <a:xfrm>
            <a:off x="5744569" y="3130493"/>
            <a:ext cx="0" cy="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5" name="Google Shape;755;g398c09df87e_0_1026"/>
          <p:cNvCxnSpPr>
            <a:stCxn id="751" idx="2"/>
          </p:cNvCxnSpPr>
          <p:nvPr/>
        </p:nvCxnSpPr>
        <p:spPr>
          <a:xfrm>
            <a:off x="5744569" y="3548131"/>
            <a:ext cx="0" cy="25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6" name="Google Shape;756;g398c09df87e_0_1026"/>
          <p:cNvCxnSpPr/>
          <p:nvPr/>
        </p:nvCxnSpPr>
        <p:spPr>
          <a:xfrm>
            <a:off x="3862635" y="2434703"/>
            <a:ext cx="1103700" cy="587100"/>
          </a:xfrm>
          <a:prstGeom prst="curvedConnector3">
            <a:avLst>
              <a:gd fmla="val 4999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57" name="Google Shape;757;g398c09df87e_0_1026"/>
          <p:cNvSpPr txBox="1"/>
          <p:nvPr/>
        </p:nvSpPr>
        <p:spPr>
          <a:xfrm>
            <a:off x="3460312" y="3052785"/>
            <a:ext cx="15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Replace operators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98c09df87e_0_1026"/>
          <p:cNvSpPr/>
          <p:nvPr/>
        </p:nvSpPr>
        <p:spPr>
          <a:xfrm>
            <a:off x="5774029" y="1192613"/>
            <a:ext cx="972262" cy="778655"/>
          </a:xfrm>
          <a:custGeom>
            <a:rect b="b" l="l" r="r" t="t"/>
            <a:pathLst>
              <a:path extrusionOk="0" h="778655" w="972262">
                <a:moveTo>
                  <a:pt x="972262" y="10559"/>
                </a:moveTo>
                <a:cubicBezTo>
                  <a:pt x="960070" y="8817"/>
                  <a:pt x="947968" y="6244"/>
                  <a:pt x="935686" y="5334"/>
                </a:cubicBezTo>
                <a:cubicBezTo>
                  <a:pt x="805966" y="-4276"/>
                  <a:pt x="788392" y="1234"/>
                  <a:pt x="632627" y="5334"/>
                </a:cubicBezTo>
                <a:cubicBezTo>
                  <a:pt x="564587" y="29148"/>
                  <a:pt x="504392" y="48108"/>
                  <a:pt x="439297" y="78486"/>
                </a:cubicBezTo>
                <a:cubicBezTo>
                  <a:pt x="415993" y="89361"/>
                  <a:pt x="393698" y="102303"/>
                  <a:pt x="371370" y="115062"/>
                </a:cubicBezTo>
                <a:cubicBezTo>
                  <a:pt x="357104" y="123214"/>
                  <a:pt x="342359" y="130872"/>
                  <a:pt x="329569" y="141187"/>
                </a:cubicBezTo>
                <a:cubicBezTo>
                  <a:pt x="288246" y="174512"/>
                  <a:pt x="246929" y="208153"/>
                  <a:pt x="209391" y="245690"/>
                </a:cubicBezTo>
                <a:cubicBezTo>
                  <a:pt x="168063" y="287018"/>
                  <a:pt x="151412" y="298778"/>
                  <a:pt x="120563" y="350193"/>
                </a:cubicBezTo>
                <a:cubicBezTo>
                  <a:pt x="86821" y="406430"/>
                  <a:pt x="36779" y="533895"/>
                  <a:pt x="26511" y="580099"/>
                </a:cubicBezTo>
                <a:cubicBezTo>
                  <a:pt x="13309" y="639504"/>
                  <a:pt x="20471" y="611686"/>
                  <a:pt x="5610" y="663702"/>
                </a:cubicBezTo>
                <a:cubicBezTo>
                  <a:pt x="-2115" y="733232"/>
                  <a:pt x="385" y="694956"/>
                  <a:pt x="385" y="778655"/>
                </a:cubicBezTo>
              </a:path>
            </a:pathLst>
          </a:custGeom>
          <a:noFill/>
          <a:ln cap="flat" cmpd="sng" w="12700">
            <a:solidFill>
              <a:srgbClr val="08283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9" name="Google Shape;759;g398c09df87e_0_1026"/>
          <p:cNvCxnSpPr>
            <a:endCxn id="736" idx="0"/>
          </p:cNvCxnSpPr>
          <p:nvPr/>
        </p:nvCxnSpPr>
        <p:spPr>
          <a:xfrm flipH="1">
            <a:off x="4353740" y="3714266"/>
            <a:ext cx="1126200" cy="971400"/>
          </a:xfrm>
          <a:prstGeom prst="curved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60" name="Google Shape;760;g398c09df87e_0_1026"/>
          <p:cNvSpPr/>
          <p:nvPr/>
        </p:nvSpPr>
        <p:spPr>
          <a:xfrm>
            <a:off x="6886738" y="297832"/>
            <a:ext cx="1830000" cy="178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98c09df87e_0_1197"/>
          <p:cNvSpPr/>
          <p:nvPr/>
        </p:nvSpPr>
        <p:spPr>
          <a:xfrm>
            <a:off x="478522" y="6302338"/>
            <a:ext cx="113400" cy="1257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98c09df87e_0_1197"/>
          <p:cNvSpPr txBox="1"/>
          <p:nvPr/>
        </p:nvSpPr>
        <p:spPr>
          <a:xfrm>
            <a:off x="612044" y="6222725"/>
            <a:ext cx="1794600" cy="29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4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7" name="Google Shape;767;g398c09df87e_0_1197"/>
          <p:cNvCxnSpPr/>
          <p:nvPr/>
        </p:nvCxnSpPr>
        <p:spPr>
          <a:xfrm>
            <a:off x="3817045" y="3254998"/>
            <a:ext cx="1610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768" name="Google Shape;768;g398c09df87e_0_1197"/>
          <p:cNvSpPr txBox="1"/>
          <p:nvPr/>
        </p:nvSpPr>
        <p:spPr>
          <a:xfrm>
            <a:off x="3689863" y="2938893"/>
            <a:ext cx="201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Non-dominated sorting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9" name="Google Shape;769;g398c09df87e_0_1197"/>
          <p:cNvGrpSpPr/>
          <p:nvPr/>
        </p:nvGrpSpPr>
        <p:grpSpPr>
          <a:xfrm>
            <a:off x="805549" y="2099499"/>
            <a:ext cx="2926201" cy="2244913"/>
            <a:chOff x="33556" y="1019017"/>
            <a:chExt cx="3829605" cy="2937983"/>
          </a:xfrm>
        </p:grpSpPr>
        <p:cxnSp>
          <p:nvCxnSpPr>
            <p:cNvPr id="770" name="Google Shape;770;g398c09df87e_0_1197"/>
            <p:cNvCxnSpPr/>
            <p:nvPr/>
          </p:nvCxnSpPr>
          <p:spPr>
            <a:xfrm>
              <a:off x="872455" y="3594600"/>
              <a:ext cx="2374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71" name="Google Shape;771;g398c09df87e_0_1197"/>
            <p:cNvCxnSpPr/>
            <p:nvPr/>
          </p:nvCxnSpPr>
          <p:spPr>
            <a:xfrm rot="10800000">
              <a:off x="907410" y="1296127"/>
              <a:ext cx="0" cy="235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72" name="Google Shape;772;g398c09df87e_0_1197"/>
            <p:cNvSpPr txBox="1"/>
            <p:nvPr/>
          </p:nvSpPr>
          <p:spPr>
            <a:xfrm>
              <a:off x="33556" y="1019017"/>
              <a:ext cx="1470900" cy="3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Quality loss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98c09df87e_0_1197"/>
            <p:cNvSpPr txBox="1"/>
            <p:nvPr/>
          </p:nvSpPr>
          <p:spPr>
            <a:xfrm>
              <a:off x="2392261" y="3594600"/>
              <a:ext cx="1470900" cy="3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Power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g398c09df87e_0_1197"/>
            <p:cNvSpPr/>
            <p:nvPr/>
          </p:nvSpPr>
          <p:spPr>
            <a:xfrm>
              <a:off x="1216403" y="1539297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398c09df87e_0_1197"/>
            <p:cNvSpPr/>
            <p:nvPr/>
          </p:nvSpPr>
          <p:spPr>
            <a:xfrm>
              <a:off x="1946247" y="2495722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g398c09df87e_0_1197"/>
            <p:cNvSpPr/>
            <p:nvPr/>
          </p:nvSpPr>
          <p:spPr>
            <a:xfrm>
              <a:off x="2748792" y="2975212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g398c09df87e_0_1197"/>
            <p:cNvSpPr/>
            <p:nvPr/>
          </p:nvSpPr>
          <p:spPr>
            <a:xfrm>
              <a:off x="1623969" y="1844101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g398c09df87e_0_1197"/>
            <p:cNvSpPr/>
            <p:nvPr/>
          </p:nvSpPr>
          <p:spPr>
            <a:xfrm>
              <a:off x="2748792" y="1754614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398c09df87e_0_1197"/>
            <p:cNvSpPr/>
            <p:nvPr/>
          </p:nvSpPr>
          <p:spPr>
            <a:xfrm>
              <a:off x="2204906" y="1602214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398c09df87e_0_1197"/>
            <p:cNvSpPr/>
            <p:nvPr/>
          </p:nvSpPr>
          <p:spPr>
            <a:xfrm>
              <a:off x="1425428" y="2504032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98c09df87e_0_1197"/>
            <p:cNvSpPr/>
            <p:nvPr/>
          </p:nvSpPr>
          <p:spPr>
            <a:xfrm>
              <a:off x="1123425" y="2143226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398c09df87e_0_1197"/>
            <p:cNvSpPr/>
            <p:nvPr/>
          </p:nvSpPr>
          <p:spPr>
            <a:xfrm>
              <a:off x="1988889" y="2805996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398c09df87e_0_1197"/>
            <p:cNvSpPr/>
            <p:nvPr/>
          </p:nvSpPr>
          <p:spPr>
            <a:xfrm>
              <a:off x="1593211" y="2997586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398c09df87e_0_1197"/>
            <p:cNvSpPr/>
            <p:nvPr/>
          </p:nvSpPr>
          <p:spPr>
            <a:xfrm>
              <a:off x="2660764" y="3242959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398c09df87e_0_1197"/>
            <p:cNvSpPr/>
            <p:nvPr/>
          </p:nvSpPr>
          <p:spPr>
            <a:xfrm>
              <a:off x="2132607" y="3189371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6" name="Google Shape;786;g398c09df87e_0_1197"/>
          <p:cNvGrpSpPr/>
          <p:nvPr/>
        </p:nvGrpSpPr>
        <p:grpSpPr>
          <a:xfrm>
            <a:off x="5328766" y="2269613"/>
            <a:ext cx="2847694" cy="2192269"/>
            <a:chOff x="4447298" y="1052031"/>
            <a:chExt cx="3829605" cy="2948183"/>
          </a:xfrm>
        </p:grpSpPr>
        <p:cxnSp>
          <p:nvCxnSpPr>
            <p:cNvPr id="787" name="Google Shape;787;g398c09df87e_0_1197"/>
            <p:cNvCxnSpPr/>
            <p:nvPr/>
          </p:nvCxnSpPr>
          <p:spPr>
            <a:xfrm>
              <a:off x="5286197" y="3627614"/>
              <a:ext cx="2374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88" name="Google Shape;788;g398c09df87e_0_1197"/>
            <p:cNvCxnSpPr/>
            <p:nvPr/>
          </p:nvCxnSpPr>
          <p:spPr>
            <a:xfrm rot="10800000">
              <a:off x="5321152" y="1329141"/>
              <a:ext cx="0" cy="235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89" name="Google Shape;789;g398c09df87e_0_1197"/>
            <p:cNvSpPr txBox="1"/>
            <p:nvPr/>
          </p:nvSpPr>
          <p:spPr>
            <a:xfrm>
              <a:off x="4447298" y="1052031"/>
              <a:ext cx="1470900" cy="3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Quality loss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398c09df87e_0_1197"/>
            <p:cNvSpPr txBox="1"/>
            <p:nvPr/>
          </p:nvSpPr>
          <p:spPr>
            <a:xfrm>
              <a:off x="6806003" y="3627614"/>
              <a:ext cx="1470900" cy="3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Power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398c09df87e_0_1197"/>
            <p:cNvSpPr/>
            <p:nvPr/>
          </p:nvSpPr>
          <p:spPr>
            <a:xfrm>
              <a:off x="5630145" y="1572311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398c09df87e_0_1197"/>
            <p:cNvSpPr/>
            <p:nvPr/>
          </p:nvSpPr>
          <p:spPr>
            <a:xfrm>
              <a:off x="6359989" y="2528736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398c09df87e_0_1197"/>
            <p:cNvSpPr/>
            <p:nvPr/>
          </p:nvSpPr>
          <p:spPr>
            <a:xfrm>
              <a:off x="7162534" y="3008226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398c09df87e_0_1197"/>
            <p:cNvSpPr/>
            <p:nvPr/>
          </p:nvSpPr>
          <p:spPr>
            <a:xfrm>
              <a:off x="6037711" y="1877115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398c09df87e_0_1197"/>
            <p:cNvSpPr/>
            <p:nvPr/>
          </p:nvSpPr>
          <p:spPr>
            <a:xfrm>
              <a:off x="7162534" y="1787628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398c09df87e_0_1197"/>
            <p:cNvSpPr/>
            <p:nvPr/>
          </p:nvSpPr>
          <p:spPr>
            <a:xfrm>
              <a:off x="6618648" y="1635228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398c09df87e_0_1197"/>
            <p:cNvSpPr/>
            <p:nvPr/>
          </p:nvSpPr>
          <p:spPr>
            <a:xfrm>
              <a:off x="5839170" y="2537046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398c09df87e_0_1197"/>
            <p:cNvSpPr/>
            <p:nvPr/>
          </p:nvSpPr>
          <p:spPr>
            <a:xfrm>
              <a:off x="5537167" y="2176240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398c09df87e_0_1197"/>
            <p:cNvSpPr/>
            <p:nvPr/>
          </p:nvSpPr>
          <p:spPr>
            <a:xfrm>
              <a:off x="6402631" y="2839010"/>
              <a:ext cx="113400" cy="125700"/>
            </a:xfrm>
            <a:prstGeom prst="ellipse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398c09df87e_0_1197"/>
            <p:cNvSpPr/>
            <p:nvPr/>
          </p:nvSpPr>
          <p:spPr>
            <a:xfrm>
              <a:off x="6006953" y="3030600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398c09df87e_0_1197"/>
            <p:cNvSpPr/>
            <p:nvPr/>
          </p:nvSpPr>
          <p:spPr>
            <a:xfrm>
              <a:off x="7074506" y="3275973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398c09df87e_0_1197"/>
            <p:cNvSpPr/>
            <p:nvPr/>
          </p:nvSpPr>
          <p:spPr>
            <a:xfrm>
              <a:off x="6546349" y="3222385"/>
              <a:ext cx="113400" cy="1257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3" name="Google Shape;803;g398c09df87e_0_1197"/>
            <p:cNvCxnSpPr>
              <a:stCxn id="798" idx="5"/>
              <a:endCxn id="797" idx="1"/>
            </p:cNvCxnSpPr>
            <p:nvPr/>
          </p:nvCxnSpPr>
          <p:spPr>
            <a:xfrm>
              <a:off x="5633960" y="2283532"/>
              <a:ext cx="221700" cy="27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4" name="Google Shape;804;g398c09df87e_0_1197"/>
            <p:cNvCxnSpPr>
              <a:stCxn id="797" idx="5"/>
              <a:endCxn id="800" idx="0"/>
            </p:cNvCxnSpPr>
            <p:nvPr/>
          </p:nvCxnSpPr>
          <p:spPr>
            <a:xfrm>
              <a:off x="5935963" y="2644338"/>
              <a:ext cx="127800" cy="386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5" name="Google Shape;805;g398c09df87e_0_1197"/>
            <p:cNvCxnSpPr>
              <a:stCxn id="800" idx="5"/>
              <a:endCxn id="802" idx="2"/>
            </p:cNvCxnSpPr>
            <p:nvPr/>
          </p:nvCxnSpPr>
          <p:spPr>
            <a:xfrm>
              <a:off x="6103746" y="3137892"/>
              <a:ext cx="442500" cy="147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6" name="Google Shape;806;g398c09df87e_0_1197"/>
            <p:cNvCxnSpPr>
              <a:stCxn id="802" idx="6"/>
              <a:endCxn id="801" idx="2"/>
            </p:cNvCxnSpPr>
            <p:nvPr/>
          </p:nvCxnSpPr>
          <p:spPr>
            <a:xfrm>
              <a:off x="6659749" y="3285235"/>
              <a:ext cx="414900" cy="5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7" name="Google Shape;807;g398c09df87e_0_1197"/>
            <p:cNvCxnSpPr>
              <a:stCxn id="791" idx="5"/>
              <a:endCxn id="794" idx="1"/>
            </p:cNvCxnSpPr>
            <p:nvPr/>
          </p:nvCxnSpPr>
          <p:spPr>
            <a:xfrm>
              <a:off x="5726938" y="1679603"/>
              <a:ext cx="327300" cy="21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8" name="Google Shape;808;g398c09df87e_0_1197"/>
            <p:cNvCxnSpPr>
              <a:stCxn id="794" idx="5"/>
              <a:endCxn id="792" idx="0"/>
            </p:cNvCxnSpPr>
            <p:nvPr/>
          </p:nvCxnSpPr>
          <p:spPr>
            <a:xfrm>
              <a:off x="6134504" y="1984407"/>
              <a:ext cx="282300" cy="544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9" name="Google Shape;809;g398c09df87e_0_1197"/>
            <p:cNvCxnSpPr>
              <a:stCxn id="792" idx="4"/>
              <a:endCxn id="799" idx="0"/>
            </p:cNvCxnSpPr>
            <p:nvPr/>
          </p:nvCxnSpPr>
          <p:spPr>
            <a:xfrm>
              <a:off x="6416689" y="2654436"/>
              <a:ext cx="42600" cy="184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0" name="Google Shape;810;g398c09df87e_0_1197"/>
            <p:cNvCxnSpPr>
              <a:stCxn id="793" idx="1"/>
              <a:endCxn id="799" idx="6"/>
            </p:cNvCxnSpPr>
            <p:nvPr/>
          </p:nvCxnSpPr>
          <p:spPr>
            <a:xfrm rot="10800000">
              <a:off x="6516141" y="2901834"/>
              <a:ext cx="663000" cy="124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1" name="Google Shape;811;g398c09df87e_0_1197"/>
            <p:cNvCxnSpPr>
              <a:stCxn id="795" idx="2"/>
              <a:endCxn id="796" idx="6"/>
            </p:cNvCxnSpPr>
            <p:nvPr/>
          </p:nvCxnSpPr>
          <p:spPr>
            <a:xfrm rot="10800000">
              <a:off x="6732034" y="1698078"/>
              <a:ext cx="430500" cy="152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12" name="Google Shape;812;g398c09df87e_0_1197"/>
            <p:cNvSpPr/>
            <p:nvPr/>
          </p:nvSpPr>
          <p:spPr>
            <a:xfrm>
              <a:off x="5435651" y="2021747"/>
              <a:ext cx="1884315" cy="1539380"/>
            </a:xfrm>
            <a:custGeom>
              <a:rect b="b" l="l" r="r" t="t"/>
              <a:pathLst>
                <a:path extrusionOk="0" h="1539380" w="1884315">
                  <a:moveTo>
                    <a:pt x="415" y="96473"/>
                  </a:moveTo>
                  <a:cubicBezTo>
                    <a:pt x="2512" y="151700"/>
                    <a:pt x="756" y="272258"/>
                    <a:pt x="33971" y="398477"/>
                  </a:cubicBezTo>
                  <a:cubicBezTo>
                    <a:pt x="46923" y="447695"/>
                    <a:pt x="69597" y="493836"/>
                    <a:pt x="88499" y="541090"/>
                  </a:cubicBezTo>
                  <a:cubicBezTo>
                    <a:pt x="97568" y="563762"/>
                    <a:pt x="105846" y="586945"/>
                    <a:pt x="117861" y="608202"/>
                  </a:cubicBezTo>
                  <a:cubicBezTo>
                    <a:pt x="167976" y="696866"/>
                    <a:pt x="118261" y="567156"/>
                    <a:pt x="168195" y="679508"/>
                  </a:cubicBezTo>
                  <a:cubicBezTo>
                    <a:pt x="185593" y="718654"/>
                    <a:pt x="187429" y="720432"/>
                    <a:pt x="201751" y="763398"/>
                  </a:cubicBezTo>
                  <a:cubicBezTo>
                    <a:pt x="219344" y="816176"/>
                    <a:pt x="200375" y="772796"/>
                    <a:pt x="222723" y="847288"/>
                  </a:cubicBezTo>
                  <a:cubicBezTo>
                    <a:pt x="233259" y="882409"/>
                    <a:pt x="232071" y="868568"/>
                    <a:pt x="247890" y="893427"/>
                  </a:cubicBezTo>
                  <a:cubicBezTo>
                    <a:pt x="253942" y="902937"/>
                    <a:pt x="258282" y="913500"/>
                    <a:pt x="264668" y="922789"/>
                  </a:cubicBezTo>
                  <a:cubicBezTo>
                    <a:pt x="286639" y="954746"/>
                    <a:pt x="306983" y="975811"/>
                    <a:pt x="335975" y="1002484"/>
                  </a:cubicBezTo>
                  <a:cubicBezTo>
                    <a:pt x="356399" y="1021274"/>
                    <a:pt x="379267" y="1037390"/>
                    <a:pt x="398892" y="1057013"/>
                  </a:cubicBezTo>
                  <a:cubicBezTo>
                    <a:pt x="403087" y="1061207"/>
                    <a:pt x="407067" y="1065628"/>
                    <a:pt x="411476" y="1069596"/>
                  </a:cubicBezTo>
                  <a:cubicBezTo>
                    <a:pt x="421057" y="1078219"/>
                    <a:pt x="431722" y="1085648"/>
                    <a:pt x="440837" y="1094763"/>
                  </a:cubicBezTo>
                  <a:cubicBezTo>
                    <a:pt x="449952" y="1103878"/>
                    <a:pt x="456445" y="1115476"/>
                    <a:pt x="466004" y="1124125"/>
                  </a:cubicBezTo>
                  <a:cubicBezTo>
                    <a:pt x="515771" y="1169152"/>
                    <a:pt x="517161" y="1164590"/>
                    <a:pt x="558283" y="1195431"/>
                  </a:cubicBezTo>
                  <a:cubicBezTo>
                    <a:pt x="571036" y="1204996"/>
                    <a:pt x="583370" y="1215108"/>
                    <a:pt x="596033" y="1224792"/>
                  </a:cubicBezTo>
                  <a:cubicBezTo>
                    <a:pt x="607139" y="1233285"/>
                    <a:pt x="618973" y="1240860"/>
                    <a:pt x="629589" y="1249959"/>
                  </a:cubicBezTo>
                  <a:cubicBezTo>
                    <a:pt x="667178" y="1282178"/>
                    <a:pt x="657642" y="1277052"/>
                    <a:pt x="709285" y="1304488"/>
                  </a:cubicBezTo>
                  <a:cubicBezTo>
                    <a:pt x="736895" y="1319156"/>
                    <a:pt x="763515" y="1336547"/>
                    <a:pt x="793175" y="1346433"/>
                  </a:cubicBezTo>
                  <a:cubicBezTo>
                    <a:pt x="797369" y="1347831"/>
                    <a:pt x="801507" y="1349412"/>
                    <a:pt x="805758" y="1350627"/>
                  </a:cubicBezTo>
                  <a:cubicBezTo>
                    <a:pt x="811301" y="1352211"/>
                    <a:pt x="817183" y="1352681"/>
                    <a:pt x="822536" y="1354822"/>
                  </a:cubicBezTo>
                  <a:cubicBezTo>
                    <a:pt x="831244" y="1358305"/>
                    <a:pt x="838805" y="1364439"/>
                    <a:pt x="847703" y="1367405"/>
                  </a:cubicBezTo>
                  <a:cubicBezTo>
                    <a:pt x="864110" y="1372874"/>
                    <a:pt x="881630" y="1374520"/>
                    <a:pt x="898037" y="1379989"/>
                  </a:cubicBezTo>
                  <a:cubicBezTo>
                    <a:pt x="932036" y="1391322"/>
                    <a:pt x="964368" y="1407477"/>
                    <a:pt x="998705" y="1417739"/>
                  </a:cubicBezTo>
                  <a:cubicBezTo>
                    <a:pt x="1086120" y="1443863"/>
                    <a:pt x="1174938" y="1465040"/>
                    <a:pt x="1262958" y="1489046"/>
                  </a:cubicBezTo>
                  <a:cubicBezTo>
                    <a:pt x="1297978" y="1498597"/>
                    <a:pt x="1331803" y="1513904"/>
                    <a:pt x="1367821" y="1518407"/>
                  </a:cubicBezTo>
                  <a:cubicBezTo>
                    <a:pt x="1504666" y="1535513"/>
                    <a:pt x="1434771" y="1528397"/>
                    <a:pt x="1577545" y="1539380"/>
                  </a:cubicBezTo>
                  <a:lnTo>
                    <a:pt x="1745325" y="1535185"/>
                  </a:lnTo>
                  <a:cubicBezTo>
                    <a:pt x="1794553" y="1528804"/>
                    <a:pt x="1813460" y="1502709"/>
                    <a:pt x="1841799" y="1468073"/>
                  </a:cubicBezTo>
                  <a:cubicBezTo>
                    <a:pt x="1855080" y="1451841"/>
                    <a:pt x="1866966" y="1434517"/>
                    <a:pt x="1879549" y="1417739"/>
                  </a:cubicBezTo>
                  <a:cubicBezTo>
                    <a:pt x="1883248" y="1380746"/>
                    <a:pt x="1889879" y="1345799"/>
                    <a:pt x="1875355" y="1308682"/>
                  </a:cubicBezTo>
                  <a:cubicBezTo>
                    <a:pt x="1868010" y="1289911"/>
                    <a:pt x="1818343" y="1260385"/>
                    <a:pt x="1804048" y="1254154"/>
                  </a:cubicBezTo>
                  <a:cubicBezTo>
                    <a:pt x="1761187" y="1235471"/>
                    <a:pt x="1674721" y="1201592"/>
                    <a:pt x="1619490" y="1191236"/>
                  </a:cubicBezTo>
                  <a:cubicBezTo>
                    <a:pt x="1595967" y="1186825"/>
                    <a:pt x="1571791" y="1186781"/>
                    <a:pt x="1548184" y="1182847"/>
                  </a:cubicBezTo>
                  <a:cubicBezTo>
                    <a:pt x="1422695" y="1161933"/>
                    <a:pt x="1561483" y="1175916"/>
                    <a:pt x="1443321" y="1166070"/>
                  </a:cubicBezTo>
                  <a:cubicBezTo>
                    <a:pt x="1395784" y="1157681"/>
                    <a:pt x="1346740" y="1155439"/>
                    <a:pt x="1300709" y="1140903"/>
                  </a:cubicBezTo>
                  <a:cubicBezTo>
                    <a:pt x="1181910" y="1103388"/>
                    <a:pt x="1221752" y="1114551"/>
                    <a:pt x="1061622" y="1073791"/>
                  </a:cubicBezTo>
                  <a:cubicBezTo>
                    <a:pt x="1037959" y="1067768"/>
                    <a:pt x="1013704" y="1064030"/>
                    <a:pt x="990316" y="1057013"/>
                  </a:cubicBezTo>
                  <a:cubicBezTo>
                    <a:pt x="956662" y="1046916"/>
                    <a:pt x="931651" y="1039874"/>
                    <a:pt x="898037" y="1027651"/>
                  </a:cubicBezTo>
                  <a:cubicBezTo>
                    <a:pt x="883885" y="1022505"/>
                    <a:pt x="870074" y="1016466"/>
                    <a:pt x="856092" y="1010873"/>
                  </a:cubicBezTo>
                  <a:cubicBezTo>
                    <a:pt x="792350" y="934381"/>
                    <a:pt x="901945" y="1063617"/>
                    <a:pt x="784786" y="939567"/>
                  </a:cubicBezTo>
                  <a:cubicBezTo>
                    <a:pt x="773035" y="927125"/>
                    <a:pt x="748604" y="886451"/>
                    <a:pt x="742841" y="872455"/>
                  </a:cubicBezTo>
                  <a:cubicBezTo>
                    <a:pt x="682163" y="725095"/>
                    <a:pt x="723483" y="816544"/>
                    <a:pt x="688312" y="700481"/>
                  </a:cubicBezTo>
                  <a:cubicBezTo>
                    <a:pt x="677072" y="663388"/>
                    <a:pt x="655319" y="606467"/>
                    <a:pt x="637978" y="570451"/>
                  </a:cubicBezTo>
                  <a:cubicBezTo>
                    <a:pt x="607364" y="506868"/>
                    <a:pt x="590054" y="484776"/>
                    <a:pt x="533116" y="427838"/>
                  </a:cubicBezTo>
                  <a:cubicBezTo>
                    <a:pt x="512144" y="406866"/>
                    <a:pt x="489565" y="387385"/>
                    <a:pt x="470199" y="364921"/>
                  </a:cubicBezTo>
                  <a:cubicBezTo>
                    <a:pt x="454493" y="346702"/>
                    <a:pt x="442995" y="325207"/>
                    <a:pt x="428254" y="306198"/>
                  </a:cubicBezTo>
                  <a:cubicBezTo>
                    <a:pt x="389849" y="256676"/>
                    <a:pt x="343051" y="213129"/>
                    <a:pt x="310808" y="159391"/>
                  </a:cubicBezTo>
                  <a:cubicBezTo>
                    <a:pt x="298224" y="138418"/>
                    <a:pt x="286979" y="116582"/>
                    <a:pt x="273057" y="96473"/>
                  </a:cubicBezTo>
                  <a:cubicBezTo>
                    <a:pt x="252860" y="67299"/>
                    <a:pt x="224791" y="34974"/>
                    <a:pt x="193362" y="16778"/>
                  </a:cubicBezTo>
                  <a:cubicBezTo>
                    <a:pt x="171127" y="3905"/>
                    <a:pt x="146499" y="3055"/>
                    <a:pt x="122055" y="0"/>
                  </a:cubicBezTo>
                  <a:cubicBezTo>
                    <a:pt x="21277" y="50389"/>
                    <a:pt x="147827" y="-10310"/>
                    <a:pt x="59138" y="25167"/>
                  </a:cubicBezTo>
                  <a:cubicBezTo>
                    <a:pt x="54760" y="26918"/>
                    <a:pt x="31144" y="45114"/>
                    <a:pt x="29777" y="46139"/>
                  </a:cubicBezTo>
                  <a:cubicBezTo>
                    <a:pt x="26981" y="53130"/>
                    <a:pt x="24543" y="60275"/>
                    <a:pt x="21388" y="67112"/>
                  </a:cubicBezTo>
                  <a:cubicBezTo>
                    <a:pt x="3985" y="104819"/>
                    <a:pt x="-1682" y="41246"/>
                    <a:pt x="415" y="96473"/>
                  </a:cubicBez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398c09df87e_0_1197"/>
            <p:cNvSpPr/>
            <p:nvPr/>
          </p:nvSpPr>
          <p:spPr>
            <a:xfrm>
              <a:off x="5515173" y="1459684"/>
              <a:ext cx="1909491" cy="1749105"/>
            </a:xfrm>
            <a:custGeom>
              <a:rect b="b" l="l" r="r" t="t"/>
              <a:pathLst>
                <a:path extrusionOk="0" h="1749105" w="1909491">
                  <a:moveTo>
                    <a:pt x="21561" y="293615"/>
                  </a:moveTo>
                  <a:cubicBezTo>
                    <a:pt x="12473" y="285925"/>
                    <a:pt x="19378" y="279482"/>
                    <a:pt x="17366" y="272643"/>
                  </a:cubicBezTo>
                  <a:cubicBezTo>
                    <a:pt x="12376" y="255676"/>
                    <a:pt x="1410" y="239975"/>
                    <a:pt x="588" y="222309"/>
                  </a:cubicBezTo>
                  <a:cubicBezTo>
                    <a:pt x="-1430" y="178922"/>
                    <a:pt x="1837" y="135121"/>
                    <a:pt x="8977" y="92279"/>
                  </a:cubicBezTo>
                  <a:cubicBezTo>
                    <a:pt x="10072" y="85706"/>
                    <a:pt x="43565" y="53210"/>
                    <a:pt x="46728" y="50334"/>
                  </a:cubicBezTo>
                  <a:cubicBezTo>
                    <a:pt x="54808" y="42989"/>
                    <a:pt x="62809" y="35419"/>
                    <a:pt x="71895" y="29362"/>
                  </a:cubicBezTo>
                  <a:cubicBezTo>
                    <a:pt x="91902" y="16024"/>
                    <a:pt x="106982" y="13641"/>
                    <a:pt x="130618" y="8389"/>
                  </a:cubicBezTo>
                  <a:cubicBezTo>
                    <a:pt x="144537" y="5296"/>
                    <a:pt x="158581" y="2796"/>
                    <a:pt x="172563" y="0"/>
                  </a:cubicBezTo>
                  <a:cubicBezTo>
                    <a:pt x="211361" y="3695"/>
                    <a:pt x="245388" y="-7087"/>
                    <a:pt x="273231" y="16778"/>
                  </a:cubicBezTo>
                  <a:cubicBezTo>
                    <a:pt x="279236" y="21925"/>
                    <a:pt x="284416" y="27963"/>
                    <a:pt x="290009" y="33556"/>
                  </a:cubicBezTo>
                  <a:cubicBezTo>
                    <a:pt x="292009" y="38556"/>
                    <a:pt x="302265" y="65880"/>
                    <a:pt x="306787" y="71307"/>
                  </a:cubicBezTo>
                  <a:cubicBezTo>
                    <a:pt x="310014" y="75180"/>
                    <a:pt x="315176" y="76900"/>
                    <a:pt x="319370" y="79696"/>
                  </a:cubicBezTo>
                  <a:cubicBezTo>
                    <a:pt x="350212" y="131097"/>
                    <a:pt x="315485" y="80003"/>
                    <a:pt x="344537" y="109057"/>
                  </a:cubicBezTo>
                  <a:cubicBezTo>
                    <a:pt x="348102" y="112622"/>
                    <a:pt x="349361" y="118076"/>
                    <a:pt x="352926" y="121641"/>
                  </a:cubicBezTo>
                  <a:cubicBezTo>
                    <a:pt x="357869" y="126584"/>
                    <a:pt x="364443" y="129621"/>
                    <a:pt x="369704" y="134224"/>
                  </a:cubicBezTo>
                  <a:cubicBezTo>
                    <a:pt x="375656" y="139432"/>
                    <a:pt x="380306" y="146061"/>
                    <a:pt x="386482" y="151002"/>
                  </a:cubicBezTo>
                  <a:cubicBezTo>
                    <a:pt x="394355" y="157300"/>
                    <a:pt x="403952" y="161267"/>
                    <a:pt x="411649" y="167780"/>
                  </a:cubicBezTo>
                  <a:cubicBezTo>
                    <a:pt x="422215" y="176721"/>
                    <a:pt x="430126" y="188591"/>
                    <a:pt x="441010" y="197142"/>
                  </a:cubicBezTo>
                  <a:cubicBezTo>
                    <a:pt x="449874" y="204106"/>
                    <a:pt x="460993" y="207667"/>
                    <a:pt x="470372" y="213920"/>
                  </a:cubicBezTo>
                  <a:cubicBezTo>
                    <a:pt x="477821" y="218886"/>
                    <a:pt x="483828" y="225835"/>
                    <a:pt x="491344" y="230698"/>
                  </a:cubicBezTo>
                  <a:cubicBezTo>
                    <a:pt x="507652" y="241250"/>
                    <a:pt x="527943" y="246324"/>
                    <a:pt x="541678" y="260059"/>
                  </a:cubicBezTo>
                  <a:cubicBezTo>
                    <a:pt x="545873" y="264254"/>
                    <a:pt x="549435" y="269195"/>
                    <a:pt x="554262" y="272643"/>
                  </a:cubicBezTo>
                  <a:cubicBezTo>
                    <a:pt x="559350" y="276277"/>
                    <a:pt x="565574" y="277995"/>
                    <a:pt x="571040" y="281032"/>
                  </a:cubicBezTo>
                  <a:cubicBezTo>
                    <a:pt x="578167" y="284991"/>
                    <a:pt x="585309" y="288975"/>
                    <a:pt x="592012" y="293615"/>
                  </a:cubicBezTo>
                  <a:cubicBezTo>
                    <a:pt x="603508" y="301573"/>
                    <a:pt x="614383" y="310393"/>
                    <a:pt x="625568" y="318782"/>
                  </a:cubicBezTo>
                  <a:cubicBezTo>
                    <a:pt x="631161" y="322977"/>
                    <a:pt x="636529" y="327488"/>
                    <a:pt x="642346" y="331366"/>
                  </a:cubicBezTo>
                  <a:cubicBezTo>
                    <a:pt x="650735" y="336959"/>
                    <a:pt x="659816" y="341631"/>
                    <a:pt x="667513" y="348144"/>
                  </a:cubicBezTo>
                  <a:cubicBezTo>
                    <a:pt x="678079" y="357084"/>
                    <a:pt x="686366" y="368497"/>
                    <a:pt x="696875" y="377505"/>
                  </a:cubicBezTo>
                  <a:cubicBezTo>
                    <a:pt x="706007" y="385332"/>
                    <a:pt x="716996" y="390777"/>
                    <a:pt x="726236" y="398477"/>
                  </a:cubicBezTo>
                  <a:cubicBezTo>
                    <a:pt x="733831" y="404806"/>
                    <a:pt x="740595" y="412101"/>
                    <a:pt x="747209" y="419450"/>
                  </a:cubicBezTo>
                  <a:cubicBezTo>
                    <a:pt x="759512" y="433120"/>
                    <a:pt x="771154" y="450063"/>
                    <a:pt x="780765" y="465589"/>
                  </a:cubicBezTo>
                  <a:cubicBezTo>
                    <a:pt x="827299" y="540761"/>
                    <a:pt x="814645" y="518951"/>
                    <a:pt x="852071" y="604008"/>
                  </a:cubicBezTo>
                  <a:cubicBezTo>
                    <a:pt x="852405" y="604767"/>
                    <a:pt x="876906" y="661972"/>
                    <a:pt x="877238" y="662731"/>
                  </a:cubicBezTo>
                  <a:cubicBezTo>
                    <a:pt x="882757" y="675347"/>
                    <a:pt x="888497" y="687865"/>
                    <a:pt x="894016" y="700481"/>
                  </a:cubicBezTo>
                  <a:cubicBezTo>
                    <a:pt x="898284" y="710236"/>
                    <a:pt x="901837" y="720319"/>
                    <a:pt x="906599" y="729843"/>
                  </a:cubicBezTo>
                  <a:cubicBezTo>
                    <a:pt x="910794" y="738232"/>
                    <a:pt x="914736" y="746752"/>
                    <a:pt x="919183" y="755010"/>
                  </a:cubicBezTo>
                  <a:cubicBezTo>
                    <a:pt x="924527" y="764935"/>
                    <a:pt x="930920" y="774289"/>
                    <a:pt x="935961" y="784371"/>
                  </a:cubicBezTo>
                  <a:cubicBezTo>
                    <a:pt x="939328" y="791106"/>
                    <a:pt x="940983" y="798609"/>
                    <a:pt x="944350" y="805344"/>
                  </a:cubicBezTo>
                  <a:cubicBezTo>
                    <a:pt x="950787" y="818219"/>
                    <a:pt x="959652" y="829863"/>
                    <a:pt x="965322" y="843094"/>
                  </a:cubicBezTo>
                  <a:cubicBezTo>
                    <a:pt x="976474" y="869116"/>
                    <a:pt x="985731" y="895931"/>
                    <a:pt x="994684" y="922789"/>
                  </a:cubicBezTo>
                  <a:cubicBezTo>
                    <a:pt x="997480" y="931178"/>
                    <a:pt x="999672" y="939793"/>
                    <a:pt x="1003073" y="947956"/>
                  </a:cubicBezTo>
                  <a:cubicBezTo>
                    <a:pt x="1006680" y="956614"/>
                    <a:pt x="1012289" y="964369"/>
                    <a:pt x="1015656" y="973123"/>
                  </a:cubicBezTo>
                  <a:cubicBezTo>
                    <a:pt x="1019310" y="982624"/>
                    <a:pt x="1021422" y="992650"/>
                    <a:pt x="1024045" y="1002485"/>
                  </a:cubicBezTo>
                  <a:cubicBezTo>
                    <a:pt x="1034514" y="1041743"/>
                    <a:pt x="1031644" y="1029718"/>
                    <a:pt x="1036629" y="1069597"/>
                  </a:cubicBezTo>
                  <a:cubicBezTo>
                    <a:pt x="1038027" y="1091968"/>
                    <a:pt x="1037498" y="1114543"/>
                    <a:pt x="1040823" y="1136709"/>
                  </a:cubicBezTo>
                  <a:cubicBezTo>
                    <a:pt x="1041751" y="1142893"/>
                    <a:pt x="1047235" y="1147555"/>
                    <a:pt x="1049212" y="1153487"/>
                  </a:cubicBezTo>
                  <a:cubicBezTo>
                    <a:pt x="1057047" y="1176991"/>
                    <a:pt x="1062971" y="1201091"/>
                    <a:pt x="1070185" y="1224793"/>
                  </a:cubicBezTo>
                  <a:cubicBezTo>
                    <a:pt x="1078594" y="1252423"/>
                    <a:pt x="1080183" y="1255345"/>
                    <a:pt x="1095352" y="1283516"/>
                  </a:cubicBezTo>
                  <a:cubicBezTo>
                    <a:pt x="1104398" y="1300315"/>
                    <a:pt x="1112629" y="1314066"/>
                    <a:pt x="1128908" y="1325461"/>
                  </a:cubicBezTo>
                  <a:cubicBezTo>
                    <a:pt x="1140724" y="1333732"/>
                    <a:pt x="1178697" y="1340615"/>
                    <a:pt x="1187631" y="1342239"/>
                  </a:cubicBezTo>
                  <a:cubicBezTo>
                    <a:pt x="1205724" y="1345529"/>
                    <a:pt x="1224066" y="1347338"/>
                    <a:pt x="1242159" y="1350628"/>
                  </a:cubicBezTo>
                  <a:cubicBezTo>
                    <a:pt x="1290834" y="1359478"/>
                    <a:pt x="1272485" y="1360264"/>
                    <a:pt x="1326049" y="1367406"/>
                  </a:cubicBezTo>
                  <a:cubicBezTo>
                    <a:pt x="1352526" y="1370936"/>
                    <a:pt x="1405744" y="1375795"/>
                    <a:pt x="1405744" y="1375795"/>
                  </a:cubicBezTo>
                  <a:cubicBezTo>
                    <a:pt x="1418328" y="1378591"/>
                    <a:pt x="1430762" y="1382174"/>
                    <a:pt x="1443495" y="1384184"/>
                  </a:cubicBezTo>
                  <a:cubicBezTo>
                    <a:pt x="1533574" y="1398406"/>
                    <a:pt x="1430176" y="1372835"/>
                    <a:pt x="1556746" y="1400962"/>
                  </a:cubicBezTo>
                  <a:cubicBezTo>
                    <a:pt x="1570996" y="1404129"/>
                    <a:pt x="1584497" y="1410138"/>
                    <a:pt x="1598691" y="1413545"/>
                  </a:cubicBezTo>
                  <a:cubicBezTo>
                    <a:pt x="1619488" y="1418536"/>
                    <a:pt x="1640803" y="1421175"/>
                    <a:pt x="1661609" y="1426129"/>
                  </a:cubicBezTo>
                  <a:cubicBezTo>
                    <a:pt x="1773312" y="1452725"/>
                    <a:pt x="1613792" y="1419923"/>
                    <a:pt x="1707748" y="1438712"/>
                  </a:cubicBezTo>
                  <a:cubicBezTo>
                    <a:pt x="1713341" y="1441508"/>
                    <a:pt x="1718720" y="1444779"/>
                    <a:pt x="1724526" y="1447101"/>
                  </a:cubicBezTo>
                  <a:cubicBezTo>
                    <a:pt x="1732736" y="1450385"/>
                    <a:pt x="1741440" y="1452316"/>
                    <a:pt x="1749693" y="1455490"/>
                  </a:cubicBezTo>
                  <a:cubicBezTo>
                    <a:pt x="1761216" y="1459922"/>
                    <a:pt x="1783381" y="1469545"/>
                    <a:pt x="1795833" y="1476463"/>
                  </a:cubicBezTo>
                  <a:cubicBezTo>
                    <a:pt x="1802960" y="1480422"/>
                    <a:pt x="1810283" y="1484154"/>
                    <a:pt x="1816805" y="1489046"/>
                  </a:cubicBezTo>
                  <a:cubicBezTo>
                    <a:pt x="1821550" y="1492605"/>
                    <a:pt x="1824954" y="1497689"/>
                    <a:pt x="1829388" y="1501630"/>
                  </a:cubicBezTo>
                  <a:cubicBezTo>
                    <a:pt x="1837550" y="1508885"/>
                    <a:pt x="1846833" y="1514881"/>
                    <a:pt x="1854555" y="1522602"/>
                  </a:cubicBezTo>
                  <a:cubicBezTo>
                    <a:pt x="1859498" y="1527545"/>
                    <a:pt x="1862535" y="1534119"/>
                    <a:pt x="1867139" y="1539380"/>
                  </a:cubicBezTo>
                  <a:cubicBezTo>
                    <a:pt x="1905143" y="1582812"/>
                    <a:pt x="1864780" y="1530641"/>
                    <a:pt x="1896500" y="1572936"/>
                  </a:cubicBezTo>
                  <a:cubicBezTo>
                    <a:pt x="1897898" y="1578529"/>
                    <a:pt x="1898671" y="1584316"/>
                    <a:pt x="1900695" y="1589714"/>
                  </a:cubicBezTo>
                  <a:cubicBezTo>
                    <a:pt x="1902891" y="1595569"/>
                    <a:pt x="1908772" y="1600247"/>
                    <a:pt x="1909084" y="1606492"/>
                  </a:cubicBezTo>
                  <a:cubicBezTo>
                    <a:pt x="1910203" y="1628878"/>
                    <a:pt x="1909083" y="1651586"/>
                    <a:pt x="1904889" y="1673604"/>
                  </a:cubicBezTo>
                  <a:cubicBezTo>
                    <a:pt x="1903364" y="1681613"/>
                    <a:pt x="1896828" y="1687794"/>
                    <a:pt x="1892306" y="1694577"/>
                  </a:cubicBezTo>
                  <a:cubicBezTo>
                    <a:pt x="1884940" y="1705627"/>
                    <a:pt x="1877218" y="1715298"/>
                    <a:pt x="1867139" y="1723938"/>
                  </a:cubicBezTo>
                  <a:cubicBezTo>
                    <a:pt x="1853544" y="1735591"/>
                    <a:pt x="1845038" y="1739716"/>
                    <a:pt x="1829388" y="1749105"/>
                  </a:cubicBezTo>
                  <a:cubicBezTo>
                    <a:pt x="1765073" y="1742114"/>
                    <a:pt x="1700344" y="1738223"/>
                    <a:pt x="1636442" y="1728133"/>
                  </a:cubicBezTo>
                  <a:cubicBezTo>
                    <a:pt x="1620277" y="1725581"/>
                    <a:pt x="1605922" y="1716236"/>
                    <a:pt x="1590302" y="1711355"/>
                  </a:cubicBezTo>
                  <a:cubicBezTo>
                    <a:pt x="1583497" y="1709229"/>
                    <a:pt x="1576321" y="1708558"/>
                    <a:pt x="1569330" y="1707160"/>
                  </a:cubicBezTo>
                  <a:cubicBezTo>
                    <a:pt x="1555348" y="1700169"/>
                    <a:pt x="1541550" y="1692798"/>
                    <a:pt x="1527385" y="1686188"/>
                  </a:cubicBezTo>
                  <a:cubicBezTo>
                    <a:pt x="1520562" y="1683004"/>
                    <a:pt x="1513147" y="1681166"/>
                    <a:pt x="1506412" y="1677799"/>
                  </a:cubicBezTo>
                  <a:cubicBezTo>
                    <a:pt x="1501903" y="1675545"/>
                    <a:pt x="1498338" y="1671664"/>
                    <a:pt x="1493829" y="1669410"/>
                  </a:cubicBezTo>
                  <a:cubicBezTo>
                    <a:pt x="1487094" y="1666043"/>
                    <a:pt x="1479711" y="1664137"/>
                    <a:pt x="1472856" y="1661021"/>
                  </a:cubicBezTo>
                  <a:cubicBezTo>
                    <a:pt x="1464317" y="1657140"/>
                    <a:pt x="1456752" y="1650854"/>
                    <a:pt x="1447689" y="1648437"/>
                  </a:cubicBezTo>
                  <a:cubicBezTo>
                    <a:pt x="1435456" y="1645175"/>
                    <a:pt x="1422522" y="1645641"/>
                    <a:pt x="1409939" y="1644243"/>
                  </a:cubicBezTo>
                  <a:cubicBezTo>
                    <a:pt x="1402948" y="1641447"/>
                    <a:pt x="1396295" y="1637579"/>
                    <a:pt x="1388966" y="1635854"/>
                  </a:cubicBezTo>
                  <a:cubicBezTo>
                    <a:pt x="1372409" y="1631958"/>
                    <a:pt x="1355237" y="1631155"/>
                    <a:pt x="1338633" y="1627465"/>
                  </a:cubicBezTo>
                  <a:cubicBezTo>
                    <a:pt x="1326049" y="1624669"/>
                    <a:pt x="1313522" y="1621604"/>
                    <a:pt x="1300882" y="1619076"/>
                  </a:cubicBezTo>
                  <a:cubicBezTo>
                    <a:pt x="1292542" y="1617408"/>
                    <a:pt x="1283966" y="1616944"/>
                    <a:pt x="1275715" y="1614881"/>
                  </a:cubicBezTo>
                  <a:cubicBezTo>
                    <a:pt x="1267136" y="1612736"/>
                    <a:pt x="1259164" y="1608480"/>
                    <a:pt x="1250548" y="1606492"/>
                  </a:cubicBezTo>
                  <a:cubicBezTo>
                    <a:pt x="1240915" y="1604269"/>
                    <a:pt x="1230958" y="1603801"/>
                    <a:pt x="1221187" y="1602298"/>
                  </a:cubicBezTo>
                  <a:cubicBezTo>
                    <a:pt x="1213864" y="1601171"/>
                    <a:pt x="1183506" y="1596216"/>
                    <a:pt x="1175047" y="1593909"/>
                  </a:cubicBezTo>
                  <a:cubicBezTo>
                    <a:pt x="1166516" y="1591582"/>
                    <a:pt x="1158642" y="1586715"/>
                    <a:pt x="1149880" y="1585520"/>
                  </a:cubicBezTo>
                  <a:cubicBezTo>
                    <a:pt x="1127671" y="1582491"/>
                    <a:pt x="1105139" y="1582723"/>
                    <a:pt x="1082768" y="1581325"/>
                  </a:cubicBezTo>
                  <a:cubicBezTo>
                    <a:pt x="1071532" y="1579453"/>
                    <a:pt x="1048368" y="1575871"/>
                    <a:pt x="1036629" y="1572936"/>
                  </a:cubicBezTo>
                  <a:cubicBezTo>
                    <a:pt x="1032340" y="1571864"/>
                    <a:pt x="1028406" y="1569469"/>
                    <a:pt x="1024045" y="1568742"/>
                  </a:cubicBezTo>
                  <a:cubicBezTo>
                    <a:pt x="984916" y="1562220"/>
                    <a:pt x="995497" y="1567896"/>
                    <a:pt x="965322" y="1560353"/>
                  </a:cubicBezTo>
                  <a:cubicBezTo>
                    <a:pt x="897032" y="1543281"/>
                    <a:pt x="960681" y="1558427"/>
                    <a:pt x="923377" y="1547769"/>
                  </a:cubicBezTo>
                  <a:cubicBezTo>
                    <a:pt x="917834" y="1546185"/>
                    <a:pt x="912192" y="1544973"/>
                    <a:pt x="906599" y="1543575"/>
                  </a:cubicBezTo>
                  <a:cubicBezTo>
                    <a:pt x="901006" y="1540779"/>
                    <a:pt x="895568" y="1537649"/>
                    <a:pt x="889821" y="1535186"/>
                  </a:cubicBezTo>
                  <a:cubicBezTo>
                    <a:pt x="871660" y="1527402"/>
                    <a:pt x="880692" y="1535247"/>
                    <a:pt x="860460" y="1522602"/>
                  </a:cubicBezTo>
                  <a:cubicBezTo>
                    <a:pt x="846784" y="1514055"/>
                    <a:pt x="833052" y="1500866"/>
                    <a:pt x="822710" y="1489046"/>
                  </a:cubicBezTo>
                  <a:cubicBezTo>
                    <a:pt x="819390" y="1485252"/>
                    <a:pt x="817470" y="1480399"/>
                    <a:pt x="814321" y="1476463"/>
                  </a:cubicBezTo>
                  <a:cubicBezTo>
                    <a:pt x="806268" y="1466397"/>
                    <a:pt x="797543" y="1456888"/>
                    <a:pt x="789154" y="1447101"/>
                  </a:cubicBezTo>
                  <a:cubicBezTo>
                    <a:pt x="782163" y="1428925"/>
                    <a:pt x="772000" y="1411669"/>
                    <a:pt x="768181" y="1392573"/>
                  </a:cubicBezTo>
                  <a:cubicBezTo>
                    <a:pt x="762800" y="1365666"/>
                    <a:pt x="763953" y="1373443"/>
                    <a:pt x="759792" y="1342239"/>
                  </a:cubicBezTo>
                  <a:cubicBezTo>
                    <a:pt x="758302" y="1331066"/>
                    <a:pt x="757312" y="1319824"/>
                    <a:pt x="755598" y="1308683"/>
                  </a:cubicBezTo>
                  <a:cubicBezTo>
                    <a:pt x="754514" y="1301636"/>
                    <a:pt x="752717" y="1294717"/>
                    <a:pt x="751403" y="1287710"/>
                  </a:cubicBezTo>
                  <a:cubicBezTo>
                    <a:pt x="748522" y="1272346"/>
                    <a:pt x="746234" y="1256868"/>
                    <a:pt x="743014" y="1241571"/>
                  </a:cubicBezTo>
                  <a:cubicBezTo>
                    <a:pt x="740639" y="1230289"/>
                    <a:pt x="738064" y="1219020"/>
                    <a:pt x="734625" y="1208015"/>
                  </a:cubicBezTo>
                  <a:cubicBezTo>
                    <a:pt x="714185" y="1142605"/>
                    <a:pt x="728259" y="1208435"/>
                    <a:pt x="705264" y="1124125"/>
                  </a:cubicBezTo>
                  <a:cubicBezTo>
                    <a:pt x="701069" y="1108745"/>
                    <a:pt x="697144" y="1093290"/>
                    <a:pt x="692680" y="1077986"/>
                  </a:cubicBezTo>
                  <a:cubicBezTo>
                    <a:pt x="687355" y="1059729"/>
                    <a:pt x="681126" y="1041743"/>
                    <a:pt x="675902" y="1023457"/>
                  </a:cubicBezTo>
                  <a:cubicBezTo>
                    <a:pt x="667143" y="992801"/>
                    <a:pt x="658950" y="961985"/>
                    <a:pt x="650735" y="931178"/>
                  </a:cubicBezTo>
                  <a:cubicBezTo>
                    <a:pt x="647764" y="920038"/>
                    <a:pt x="646888" y="908219"/>
                    <a:pt x="642346" y="897622"/>
                  </a:cubicBezTo>
                  <a:cubicBezTo>
                    <a:pt x="602968" y="805738"/>
                    <a:pt x="653299" y="919526"/>
                    <a:pt x="617179" y="847288"/>
                  </a:cubicBezTo>
                  <a:cubicBezTo>
                    <a:pt x="611021" y="834972"/>
                    <a:pt x="607866" y="821109"/>
                    <a:pt x="600401" y="809538"/>
                  </a:cubicBezTo>
                  <a:cubicBezTo>
                    <a:pt x="511191" y="671263"/>
                    <a:pt x="565625" y="758940"/>
                    <a:pt x="495539" y="679509"/>
                  </a:cubicBezTo>
                  <a:cubicBezTo>
                    <a:pt x="486288" y="669025"/>
                    <a:pt x="480259" y="655840"/>
                    <a:pt x="470372" y="645953"/>
                  </a:cubicBezTo>
                  <a:cubicBezTo>
                    <a:pt x="446562" y="622143"/>
                    <a:pt x="417396" y="603870"/>
                    <a:pt x="394871" y="578841"/>
                  </a:cubicBezTo>
                  <a:cubicBezTo>
                    <a:pt x="369056" y="550157"/>
                    <a:pt x="314754" y="488343"/>
                    <a:pt x="290009" y="469784"/>
                  </a:cubicBezTo>
                  <a:cubicBezTo>
                    <a:pt x="278824" y="461395"/>
                    <a:pt x="266699" y="454131"/>
                    <a:pt x="256453" y="444617"/>
                  </a:cubicBezTo>
                  <a:cubicBezTo>
                    <a:pt x="240027" y="429364"/>
                    <a:pt x="217822" y="390752"/>
                    <a:pt x="193535" y="385894"/>
                  </a:cubicBezTo>
                  <a:lnTo>
                    <a:pt x="172563" y="381699"/>
                  </a:lnTo>
                  <a:cubicBezTo>
                    <a:pt x="165360" y="376297"/>
                    <a:pt x="151789" y="365634"/>
                    <a:pt x="143201" y="360727"/>
                  </a:cubicBezTo>
                  <a:cubicBezTo>
                    <a:pt x="137772" y="357625"/>
                    <a:pt x="131725" y="355652"/>
                    <a:pt x="126423" y="352338"/>
                  </a:cubicBezTo>
                  <a:cubicBezTo>
                    <a:pt x="120495" y="348633"/>
                    <a:pt x="115573" y="343460"/>
                    <a:pt x="109645" y="339755"/>
                  </a:cubicBezTo>
                  <a:cubicBezTo>
                    <a:pt x="104343" y="336441"/>
                    <a:pt x="98333" y="334403"/>
                    <a:pt x="92867" y="331366"/>
                  </a:cubicBezTo>
                  <a:cubicBezTo>
                    <a:pt x="85740" y="327407"/>
                    <a:pt x="78773" y="323159"/>
                    <a:pt x="71895" y="318782"/>
                  </a:cubicBezTo>
                  <a:cubicBezTo>
                    <a:pt x="44311" y="301228"/>
                    <a:pt x="30649" y="301305"/>
                    <a:pt x="21561" y="293615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08283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398c09df87e_0_1197"/>
            <p:cNvSpPr/>
            <p:nvPr/>
          </p:nvSpPr>
          <p:spPr>
            <a:xfrm>
              <a:off x="6521334" y="1556158"/>
              <a:ext cx="877872" cy="419449"/>
            </a:xfrm>
            <a:custGeom>
              <a:rect b="b" l="l" r="r" t="t"/>
              <a:pathLst>
                <a:path extrusionOk="0" h="419449" w="877872">
                  <a:moveTo>
                    <a:pt x="110163" y="239086"/>
                  </a:moveTo>
                  <a:cubicBezTo>
                    <a:pt x="100376" y="236290"/>
                    <a:pt x="95295" y="235105"/>
                    <a:pt x="89191" y="230697"/>
                  </a:cubicBezTo>
                  <a:cubicBezTo>
                    <a:pt x="55267" y="206197"/>
                    <a:pt x="33454" y="189078"/>
                    <a:pt x="13690" y="155196"/>
                  </a:cubicBezTo>
                  <a:cubicBezTo>
                    <a:pt x="9896" y="148692"/>
                    <a:pt x="8097" y="141215"/>
                    <a:pt x="5301" y="134224"/>
                  </a:cubicBezTo>
                  <a:cubicBezTo>
                    <a:pt x="-116" y="101727"/>
                    <a:pt x="-4814" y="89173"/>
                    <a:pt x="9495" y="50334"/>
                  </a:cubicBezTo>
                  <a:cubicBezTo>
                    <a:pt x="17226" y="29350"/>
                    <a:pt x="47417" y="22639"/>
                    <a:pt x="64024" y="16778"/>
                  </a:cubicBezTo>
                  <a:cubicBezTo>
                    <a:pt x="115161" y="-1271"/>
                    <a:pt x="93919" y="4798"/>
                    <a:pt x="156303" y="0"/>
                  </a:cubicBezTo>
                  <a:cubicBezTo>
                    <a:pt x="208035" y="4194"/>
                    <a:pt x="260570" y="2579"/>
                    <a:pt x="311499" y="12583"/>
                  </a:cubicBezTo>
                  <a:cubicBezTo>
                    <a:pt x="339782" y="18139"/>
                    <a:pt x="363849" y="37024"/>
                    <a:pt x="391194" y="46139"/>
                  </a:cubicBezTo>
                  <a:cubicBezTo>
                    <a:pt x="455567" y="67597"/>
                    <a:pt x="403860" y="47328"/>
                    <a:pt x="470890" y="83890"/>
                  </a:cubicBezTo>
                  <a:cubicBezTo>
                    <a:pt x="502733" y="101259"/>
                    <a:pt x="537847" y="113142"/>
                    <a:pt x="567363" y="134224"/>
                  </a:cubicBezTo>
                  <a:cubicBezTo>
                    <a:pt x="577150" y="141215"/>
                    <a:pt x="585967" y="149817"/>
                    <a:pt x="596725" y="155196"/>
                  </a:cubicBezTo>
                  <a:cubicBezTo>
                    <a:pt x="605829" y="159748"/>
                    <a:pt x="616635" y="159805"/>
                    <a:pt x="626086" y="163585"/>
                  </a:cubicBezTo>
                  <a:cubicBezTo>
                    <a:pt x="672010" y="181955"/>
                    <a:pt x="646325" y="179555"/>
                    <a:pt x="693198" y="192947"/>
                  </a:cubicBezTo>
                  <a:cubicBezTo>
                    <a:pt x="701375" y="195283"/>
                    <a:pt x="709997" y="195620"/>
                    <a:pt x="718365" y="197141"/>
                  </a:cubicBezTo>
                  <a:cubicBezTo>
                    <a:pt x="725379" y="198416"/>
                    <a:pt x="732421" y="199607"/>
                    <a:pt x="739338" y="201336"/>
                  </a:cubicBezTo>
                  <a:cubicBezTo>
                    <a:pt x="791550" y="214389"/>
                    <a:pt x="745302" y="207126"/>
                    <a:pt x="806449" y="213919"/>
                  </a:cubicBezTo>
                  <a:cubicBezTo>
                    <a:pt x="855610" y="230306"/>
                    <a:pt x="836490" y="215709"/>
                    <a:pt x="865172" y="255864"/>
                  </a:cubicBezTo>
                  <a:cubicBezTo>
                    <a:pt x="867968" y="264253"/>
                    <a:pt x="871020" y="272561"/>
                    <a:pt x="873561" y="281031"/>
                  </a:cubicBezTo>
                  <a:cubicBezTo>
                    <a:pt x="875218" y="286553"/>
                    <a:pt x="878535" y="292097"/>
                    <a:pt x="877756" y="297809"/>
                  </a:cubicBezTo>
                  <a:cubicBezTo>
                    <a:pt x="874273" y="323354"/>
                    <a:pt x="869448" y="348960"/>
                    <a:pt x="860978" y="373310"/>
                  </a:cubicBezTo>
                  <a:cubicBezTo>
                    <a:pt x="858037" y="381766"/>
                    <a:pt x="851191" y="388689"/>
                    <a:pt x="844200" y="394282"/>
                  </a:cubicBezTo>
                  <a:cubicBezTo>
                    <a:pt x="836876" y="400141"/>
                    <a:pt x="827572" y="402985"/>
                    <a:pt x="819033" y="406866"/>
                  </a:cubicBezTo>
                  <a:cubicBezTo>
                    <a:pt x="795635" y="417502"/>
                    <a:pt x="799308" y="415047"/>
                    <a:pt x="772894" y="419449"/>
                  </a:cubicBezTo>
                  <a:cubicBezTo>
                    <a:pt x="744931" y="416653"/>
                    <a:pt x="716724" y="415680"/>
                    <a:pt x="689004" y="411060"/>
                  </a:cubicBezTo>
                  <a:cubicBezTo>
                    <a:pt x="676399" y="408959"/>
                    <a:pt x="584404" y="377598"/>
                    <a:pt x="584141" y="377504"/>
                  </a:cubicBezTo>
                  <a:cubicBezTo>
                    <a:pt x="565802" y="370954"/>
                    <a:pt x="547915" y="363187"/>
                    <a:pt x="529613" y="356532"/>
                  </a:cubicBezTo>
                  <a:cubicBezTo>
                    <a:pt x="517147" y="351999"/>
                    <a:pt x="503958" y="349391"/>
                    <a:pt x="491862" y="343948"/>
                  </a:cubicBezTo>
                  <a:cubicBezTo>
                    <a:pt x="404789" y="304765"/>
                    <a:pt x="481160" y="328906"/>
                    <a:pt x="416361" y="310392"/>
                  </a:cubicBezTo>
                  <a:cubicBezTo>
                    <a:pt x="378234" y="287516"/>
                    <a:pt x="413039" y="305201"/>
                    <a:pt x="374416" y="293614"/>
                  </a:cubicBezTo>
                  <a:cubicBezTo>
                    <a:pt x="367204" y="291450"/>
                    <a:pt x="360640" y="287439"/>
                    <a:pt x="353444" y="285225"/>
                  </a:cubicBezTo>
                  <a:cubicBezTo>
                    <a:pt x="328738" y="277623"/>
                    <a:pt x="318646" y="276629"/>
                    <a:pt x="294721" y="272642"/>
                  </a:cubicBezTo>
                  <a:cubicBezTo>
                    <a:pt x="240628" y="254611"/>
                    <a:pt x="292383" y="269910"/>
                    <a:pt x="194053" y="255864"/>
                  </a:cubicBezTo>
                  <a:cubicBezTo>
                    <a:pt x="184266" y="254466"/>
                    <a:pt x="174419" y="253439"/>
                    <a:pt x="164692" y="251670"/>
                  </a:cubicBezTo>
                  <a:cubicBezTo>
                    <a:pt x="159020" y="250639"/>
                    <a:pt x="153567" y="248606"/>
                    <a:pt x="147914" y="247475"/>
                  </a:cubicBezTo>
                  <a:cubicBezTo>
                    <a:pt x="123496" y="242591"/>
                    <a:pt x="119950" y="241882"/>
                    <a:pt x="110163" y="23908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08283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398c09df87e_0_1197"/>
            <p:cNvSpPr txBox="1"/>
            <p:nvPr/>
          </p:nvSpPr>
          <p:spPr>
            <a:xfrm>
              <a:off x="5032537" y="3210281"/>
              <a:ext cx="1470900" cy="3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baseline="3000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rank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g398c09df87e_0_1197"/>
            <p:cNvSpPr txBox="1"/>
            <p:nvPr/>
          </p:nvSpPr>
          <p:spPr>
            <a:xfrm>
              <a:off x="6731897" y="2559600"/>
              <a:ext cx="1470900" cy="3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rank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g398c09df87e_0_1197"/>
            <p:cNvSpPr txBox="1"/>
            <p:nvPr/>
          </p:nvSpPr>
          <p:spPr>
            <a:xfrm>
              <a:off x="6521334" y="1954528"/>
              <a:ext cx="1470900" cy="37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baseline="3000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rank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18" name="Google Shape;818;g398c09df87e_0_1197"/>
          <p:cNvGraphicFramePr/>
          <p:nvPr/>
        </p:nvGraphicFramePr>
        <p:xfrm>
          <a:off x="3260506" y="4561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665150"/>
                <a:gridCol w="665150"/>
                <a:gridCol w="665150"/>
                <a:gridCol w="6651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Power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819" name="Google Shape;819;g398c09df87e_0_1197"/>
          <p:cNvSpPr txBox="1"/>
          <p:nvPr/>
        </p:nvSpPr>
        <p:spPr>
          <a:xfrm>
            <a:off x="4158151" y="173903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0" name="Google Shape;820;g398c09df87e_0_1197"/>
          <p:cNvCxnSpPr/>
          <p:nvPr/>
        </p:nvCxnSpPr>
        <p:spPr>
          <a:xfrm rot="5400000">
            <a:off x="2029693" y="1207476"/>
            <a:ext cx="1156200" cy="960900"/>
          </a:xfrm>
          <a:prstGeom prst="curved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821" name="Google Shape;821;g398c09df87e_0_1197"/>
          <p:cNvSpPr txBox="1"/>
          <p:nvPr/>
        </p:nvSpPr>
        <p:spPr>
          <a:xfrm>
            <a:off x="7999694" y="6264947"/>
            <a:ext cx="8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2" name="Google Shape;822;g398c09df87e_0_1197"/>
          <p:cNvCxnSpPr/>
          <p:nvPr/>
        </p:nvCxnSpPr>
        <p:spPr>
          <a:xfrm rot="5400000">
            <a:off x="5615845" y="4763897"/>
            <a:ext cx="1521000" cy="734700"/>
          </a:xfrm>
          <a:prstGeom prst="curved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823" name="Google Shape;823;g398c09df87e_0_1197"/>
          <p:cNvSpPr/>
          <p:nvPr/>
        </p:nvSpPr>
        <p:spPr>
          <a:xfrm>
            <a:off x="3645199" y="5274850"/>
            <a:ext cx="385800" cy="3732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98c09df87e_0_1197"/>
          <p:cNvSpPr/>
          <p:nvPr/>
        </p:nvSpPr>
        <p:spPr>
          <a:xfrm>
            <a:off x="5009375" y="6047280"/>
            <a:ext cx="385800" cy="3732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98c09df87e_0_1197"/>
          <p:cNvSpPr txBox="1"/>
          <p:nvPr/>
        </p:nvSpPr>
        <p:spPr>
          <a:xfrm>
            <a:off x="3726656" y="6105357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98c09df87e_0_1197"/>
          <p:cNvSpPr/>
          <p:nvPr/>
        </p:nvSpPr>
        <p:spPr>
          <a:xfrm>
            <a:off x="3438008" y="5129923"/>
            <a:ext cx="2258100" cy="141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98c09df87e_0_1197"/>
          <p:cNvSpPr txBox="1"/>
          <p:nvPr/>
        </p:nvSpPr>
        <p:spPr>
          <a:xfrm>
            <a:off x="3005440" y="4859201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non-dominated 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98c09df87e_0_1197"/>
          <p:cNvSpPr/>
          <p:nvPr/>
        </p:nvSpPr>
        <p:spPr>
          <a:xfrm>
            <a:off x="4177480" y="5703436"/>
            <a:ext cx="385800" cy="3732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98c09df87e_0_1197"/>
          <p:cNvSpPr txBox="1"/>
          <p:nvPr/>
        </p:nvSpPr>
        <p:spPr>
          <a:xfrm>
            <a:off x="4860319" y="5407223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98c09df87e_0_1197"/>
          <p:cNvSpPr txBox="1"/>
          <p:nvPr/>
        </p:nvSpPr>
        <p:spPr>
          <a:xfrm>
            <a:off x="6681382" y="5061171"/>
            <a:ext cx="177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Extract 1</a:t>
            </a:r>
            <a:r>
              <a:rPr b="0" baseline="3000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98c09df87e_0_1266"/>
          <p:cNvSpPr txBox="1"/>
          <p:nvPr/>
        </p:nvSpPr>
        <p:spPr>
          <a:xfrm>
            <a:off x="7999694" y="6264947"/>
            <a:ext cx="8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37" name="Google Shape;837;g398c09df87e_0_1266"/>
          <p:cNvGraphicFramePr/>
          <p:nvPr/>
        </p:nvGraphicFramePr>
        <p:xfrm>
          <a:off x="1338653" y="6983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665150"/>
                <a:gridCol w="665150"/>
                <a:gridCol w="6651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5.5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2.5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1.5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838" name="Google Shape;838;g398c09df87e_0_1266"/>
          <p:cNvSpPr txBox="1"/>
          <p:nvPr/>
        </p:nvSpPr>
        <p:spPr>
          <a:xfrm>
            <a:off x="1908752" y="42137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g398c09df87e_0_1266"/>
          <p:cNvCxnSpPr/>
          <p:nvPr/>
        </p:nvCxnSpPr>
        <p:spPr>
          <a:xfrm>
            <a:off x="5545865" y="2548251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0" name="Google Shape;840;g398c09df87e_0_1266"/>
          <p:cNvCxnSpPr/>
          <p:nvPr/>
        </p:nvCxnSpPr>
        <p:spPr>
          <a:xfrm rot="10800000">
            <a:off x="5572574" y="791884"/>
            <a:ext cx="0" cy="179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1" name="Google Shape;841;g398c09df87e_0_1266"/>
          <p:cNvSpPr txBox="1"/>
          <p:nvPr/>
        </p:nvSpPr>
        <p:spPr>
          <a:xfrm>
            <a:off x="5394290" y="545313"/>
            <a:ext cx="23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98c09df87e_0_1266"/>
          <p:cNvSpPr txBox="1"/>
          <p:nvPr/>
        </p:nvSpPr>
        <p:spPr>
          <a:xfrm>
            <a:off x="7229924" y="2495243"/>
            <a:ext cx="47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98c09df87e_0_1266"/>
          <p:cNvSpPr/>
          <p:nvPr/>
        </p:nvSpPr>
        <p:spPr>
          <a:xfrm>
            <a:off x="6113509" y="1895559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98c09df87e_0_1266"/>
          <p:cNvSpPr/>
          <p:nvPr/>
        </p:nvSpPr>
        <p:spPr>
          <a:xfrm>
            <a:off x="6366322" y="1741058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98c09df87e_0_1266"/>
          <p:cNvSpPr/>
          <p:nvPr/>
        </p:nvSpPr>
        <p:spPr>
          <a:xfrm>
            <a:off x="7022982" y="1626289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98c09df87e_0_1266"/>
          <p:cNvSpPr/>
          <p:nvPr/>
        </p:nvSpPr>
        <p:spPr>
          <a:xfrm>
            <a:off x="6850108" y="1391340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98c09df87e_0_1266"/>
          <p:cNvSpPr/>
          <p:nvPr/>
        </p:nvSpPr>
        <p:spPr>
          <a:xfrm>
            <a:off x="5840459" y="2186133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8" name="Google Shape;848;g398c09df87e_0_1266"/>
          <p:cNvCxnSpPr/>
          <p:nvPr/>
        </p:nvCxnSpPr>
        <p:spPr>
          <a:xfrm>
            <a:off x="6156775" y="2454613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9" name="Google Shape;849;g398c09df87e_0_1266"/>
          <p:cNvCxnSpPr/>
          <p:nvPr/>
        </p:nvCxnSpPr>
        <p:spPr>
          <a:xfrm>
            <a:off x="5883725" y="2442998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0" name="Google Shape;850;g398c09df87e_0_1266"/>
          <p:cNvCxnSpPr/>
          <p:nvPr/>
        </p:nvCxnSpPr>
        <p:spPr>
          <a:xfrm>
            <a:off x="6401250" y="2454613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g398c09df87e_0_1266"/>
          <p:cNvCxnSpPr/>
          <p:nvPr/>
        </p:nvCxnSpPr>
        <p:spPr>
          <a:xfrm>
            <a:off x="6645725" y="2454613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2" name="Google Shape;852;g398c09df87e_0_1266"/>
          <p:cNvCxnSpPr/>
          <p:nvPr/>
        </p:nvCxnSpPr>
        <p:spPr>
          <a:xfrm>
            <a:off x="6893375" y="2454613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3" name="Google Shape;853;g398c09df87e_0_1266"/>
          <p:cNvCxnSpPr/>
          <p:nvPr/>
        </p:nvCxnSpPr>
        <p:spPr>
          <a:xfrm rot="10800000">
            <a:off x="5572649" y="2226814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4" name="Google Shape;854;g398c09df87e_0_1266"/>
          <p:cNvCxnSpPr/>
          <p:nvPr/>
        </p:nvCxnSpPr>
        <p:spPr>
          <a:xfrm rot="10800000">
            <a:off x="5572649" y="1934714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5" name="Google Shape;855;g398c09df87e_0_1266"/>
          <p:cNvCxnSpPr/>
          <p:nvPr/>
        </p:nvCxnSpPr>
        <p:spPr>
          <a:xfrm rot="10800000">
            <a:off x="5572649" y="1674364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6" name="Google Shape;856;g398c09df87e_0_1266"/>
          <p:cNvCxnSpPr/>
          <p:nvPr/>
        </p:nvCxnSpPr>
        <p:spPr>
          <a:xfrm rot="10800000">
            <a:off x="5572649" y="1439414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7" name="Google Shape;857;g398c09df87e_0_1266"/>
          <p:cNvCxnSpPr/>
          <p:nvPr/>
        </p:nvCxnSpPr>
        <p:spPr>
          <a:xfrm rot="10800000">
            <a:off x="5572649" y="1189989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8" name="Google Shape;858;g398c09df87e_0_1266"/>
          <p:cNvSpPr txBox="1"/>
          <p:nvPr/>
        </p:nvSpPr>
        <p:spPr>
          <a:xfrm>
            <a:off x="5750515" y="2536411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98c09df87e_0_1266"/>
          <p:cNvSpPr txBox="1"/>
          <p:nvPr/>
        </p:nvSpPr>
        <p:spPr>
          <a:xfrm>
            <a:off x="6028738" y="2536410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98c09df87e_0_1266"/>
          <p:cNvSpPr txBox="1"/>
          <p:nvPr/>
        </p:nvSpPr>
        <p:spPr>
          <a:xfrm>
            <a:off x="6273212" y="2538357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98c09df87e_0_1266"/>
          <p:cNvSpPr txBox="1"/>
          <p:nvPr/>
        </p:nvSpPr>
        <p:spPr>
          <a:xfrm>
            <a:off x="6512514" y="2536409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98c09df87e_0_1266"/>
          <p:cNvSpPr txBox="1"/>
          <p:nvPr/>
        </p:nvSpPr>
        <p:spPr>
          <a:xfrm>
            <a:off x="6762160" y="2536410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98c09df87e_0_1266"/>
          <p:cNvSpPr txBox="1"/>
          <p:nvPr/>
        </p:nvSpPr>
        <p:spPr>
          <a:xfrm>
            <a:off x="5306156" y="2102984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98c09df87e_0_1266"/>
          <p:cNvSpPr txBox="1"/>
          <p:nvPr/>
        </p:nvSpPr>
        <p:spPr>
          <a:xfrm>
            <a:off x="5310176" y="1796647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98c09df87e_0_1266"/>
          <p:cNvSpPr txBox="1"/>
          <p:nvPr/>
        </p:nvSpPr>
        <p:spPr>
          <a:xfrm>
            <a:off x="5306156" y="1535864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398c09df87e_0_1266"/>
          <p:cNvSpPr txBox="1"/>
          <p:nvPr/>
        </p:nvSpPr>
        <p:spPr>
          <a:xfrm>
            <a:off x="5319839" y="1275081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98c09df87e_0_1266"/>
          <p:cNvSpPr txBox="1"/>
          <p:nvPr/>
        </p:nvSpPr>
        <p:spPr>
          <a:xfrm>
            <a:off x="5319838" y="1051490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98c09df87e_0_1266"/>
          <p:cNvSpPr/>
          <p:nvPr/>
        </p:nvSpPr>
        <p:spPr>
          <a:xfrm>
            <a:off x="5990411" y="1392188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g398c09df87e_0_1266"/>
          <p:cNvCxnSpPr/>
          <p:nvPr/>
        </p:nvCxnSpPr>
        <p:spPr>
          <a:xfrm>
            <a:off x="3529701" y="1688570"/>
            <a:ext cx="1288500" cy="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870" name="Google Shape;870;g398c09df87e_0_1266"/>
          <p:cNvSpPr txBox="1"/>
          <p:nvPr/>
        </p:nvSpPr>
        <p:spPr>
          <a:xfrm>
            <a:off x="5978442" y="1680500"/>
            <a:ext cx="356100" cy="26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98c09df87e_0_1266"/>
          <p:cNvSpPr txBox="1"/>
          <p:nvPr/>
        </p:nvSpPr>
        <p:spPr>
          <a:xfrm>
            <a:off x="7028798" y="1555272"/>
            <a:ext cx="349800" cy="253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98c09df87e_0_1266"/>
          <p:cNvSpPr txBox="1"/>
          <p:nvPr/>
        </p:nvSpPr>
        <p:spPr>
          <a:xfrm>
            <a:off x="6243065" y="1511817"/>
            <a:ext cx="349800" cy="253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98c09df87e_0_1266"/>
          <p:cNvSpPr txBox="1"/>
          <p:nvPr/>
        </p:nvSpPr>
        <p:spPr>
          <a:xfrm>
            <a:off x="5711762" y="1977439"/>
            <a:ext cx="349800" cy="253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398c09df87e_0_1266"/>
          <p:cNvSpPr txBox="1"/>
          <p:nvPr/>
        </p:nvSpPr>
        <p:spPr>
          <a:xfrm>
            <a:off x="6726622" y="1148123"/>
            <a:ext cx="349800" cy="2538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g398c09df87e_0_1266"/>
          <p:cNvSpPr txBox="1"/>
          <p:nvPr/>
        </p:nvSpPr>
        <p:spPr>
          <a:xfrm>
            <a:off x="5799592" y="1161267"/>
            <a:ext cx="349800" cy="2538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g398c09df87e_0_1266"/>
          <p:cNvCxnSpPr/>
          <p:nvPr/>
        </p:nvCxnSpPr>
        <p:spPr>
          <a:xfrm>
            <a:off x="5266790" y="1067427"/>
            <a:ext cx="0" cy="1312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7" name="Google Shape;877;g398c09df87e_0_1266"/>
          <p:cNvCxnSpPr/>
          <p:nvPr/>
        </p:nvCxnSpPr>
        <p:spPr>
          <a:xfrm rot="10800000">
            <a:off x="5664675" y="2847497"/>
            <a:ext cx="1435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8" name="Google Shape;878;g398c09df87e_0_1266"/>
          <p:cNvCxnSpPr/>
          <p:nvPr/>
        </p:nvCxnSpPr>
        <p:spPr>
          <a:xfrm>
            <a:off x="760601" y="5408889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79" name="Google Shape;879;g398c09df87e_0_1266"/>
          <p:cNvCxnSpPr/>
          <p:nvPr/>
        </p:nvCxnSpPr>
        <p:spPr>
          <a:xfrm rot="10800000">
            <a:off x="787310" y="3652522"/>
            <a:ext cx="0" cy="179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0" name="Google Shape;880;g398c09df87e_0_1266"/>
          <p:cNvSpPr txBox="1"/>
          <p:nvPr/>
        </p:nvSpPr>
        <p:spPr>
          <a:xfrm>
            <a:off x="609026" y="3405951"/>
            <a:ext cx="23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98c09df87e_0_1266"/>
          <p:cNvSpPr txBox="1"/>
          <p:nvPr/>
        </p:nvSpPr>
        <p:spPr>
          <a:xfrm>
            <a:off x="2444660" y="5355881"/>
            <a:ext cx="47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98c09df87e_0_1266"/>
          <p:cNvSpPr/>
          <p:nvPr/>
        </p:nvSpPr>
        <p:spPr>
          <a:xfrm>
            <a:off x="1328245" y="4756197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98c09df87e_0_1266"/>
          <p:cNvSpPr/>
          <p:nvPr/>
        </p:nvSpPr>
        <p:spPr>
          <a:xfrm>
            <a:off x="1581058" y="4605923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98c09df87e_0_1266"/>
          <p:cNvSpPr/>
          <p:nvPr/>
        </p:nvSpPr>
        <p:spPr>
          <a:xfrm>
            <a:off x="2228616" y="4486927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98c09df87e_0_1266"/>
          <p:cNvSpPr/>
          <p:nvPr/>
        </p:nvSpPr>
        <p:spPr>
          <a:xfrm>
            <a:off x="2064844" y="4251978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g398c09df87e_0_1266"/>
          <p:cNvSpPr/>
          <p:nvPr/>
        </p:nvSpPr>
        <p:spPr>
          <a:xfrm>
            <a:off x="1055195" y="5046771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7" name="Google Shape;887;g398c09df87e_0_1266"/>
          <p:cNvCxnSpPr/>
          <p:nvPr/>
        </p:nvCxnSpPr>
        <p:spPr>
          <a:xfrm>
            <a:off x="1371511" y="5315251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g398c09df87e_0_1266"/>
          <p:cNvCxnSpPr/>
          <p:nvPr/>
        </p:nvCxnSpPr>
        <p:spPr>
          <a:xfrm>
            <a:off x="1098461" y="5303636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9" name="Google Shape;889;g398c09df87e_0_1266"/>
          <p:cNvCxnSpPr/>
          <p:nvPr/>
        </p:nvCxnSpPr>
        <p:spPr>
          <a:xfrm>
            <a:off x="1615986" y="5315251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0" name="Google Shape;890;g398c09df87e_0_1266"/>
          <p:cNvCxnSpPr/>
          <p:nvPr/>
        </p:nvCxnSpPr>
        <p:spPr>
          <a:xfrm>
            <a:off x="1860461" y="5315251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1" name="Google Shape;891;g398c09df87e_0_1266"/>
          <p:cNvCxnSpPr/>
          <p:nvPr/>
        </p:nvCxnSpPr>
        <p:spPr>
          <a:xfrm>
            <a:off x="2108111" y="5315251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2" name="Google Shape;892;g398c09df87e_0_1266"/>
          <p:cNvCxnSpPr/>
          <p:nvPr/>
        </p:nvCxnSpPr>
        <p:spPr>
          <a:xfrm rot="10800000">
            <a:off x="787385" y="5087452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3" name="Google Shape;893;g398c09df87e_0_1266"/>
          <p:cNvCxnSpPr/>
          <p:nvPr/>
        </p:nvCxnSpPr>
        <p:spPr>
          <a:xfrm rot="10800000">
            <a:off x="787385" y="4795352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4" name="Google Shape;894;g398c09df87e_0_1266"/>
          <p:cNvCxnSpPr/>
          <p:nvPr/>
        </p:nvCxnSpPr>
        <p:spPr>
          <a:xfrm rot="10800000">
            <a:off x="787385" y="4535002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5" name="Google Shape;895;g398c09df87e_0_1266"/>
          <p:cNvCxnSpPr/>
          <p:nvPr/>
        </p:nvCxnSpPr>
        <p:spPr>
          <a:xfrm rot="10800000">
            <a:off x="787385" y="4300052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6" name="Google Shape;896;g398c09df87e_0_1266"/>
          <p:cNvCxnSpPr/>
          <p:nvPr/>
        </p:nvCxnSpPr>
        <p:spPr>
          <a:xfrm rot="10800000">
            <a:off x="787385" y="4050627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7" name="Google Shape;897;g398c09df87e_0_1266"/>
          <p:cNvSpPr txBox="1"/>
          <p:nvPr/>
        </p:nvSpPr>
        <p:spPr>
          <a:xfrm>
            <a:off x="965251" y="5397049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398c09df87e_0_1266"/>
          <p:cNvSpPr txBox="1"/>
          <p:nvPr/>
        </p:nvSpPr>
        <p:spPr>
          <a:xfrm>
            <a:off x="1243474" y="5397048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98c09df87e_0_1266"/>
          <p:cNvSpPr txBox="1"/>
          <p:nvPr/>
        </p:nvSpPr>
        <p:spPr>
          <a:xfrm>
            <a:off x="1487948" y="5398995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98c09df87e_0_1266"/>
          <p:cNvSpPr txBox="1"/>
          <p:nvPr/>
        </p:nvSpPr>
        <p:spPr>
          <a:xfrm>
            <a:off x="1727250" y="5397047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98c09df87e_0_1266"/>
          <p:cNvSpPr txBox="1"/>
          <p:nvPr/>
        </p:nvSpPr>
        <p:spPr>
          <a:xfrm>
            <a:off x="1976896" y="5397048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98c09df87e_0_1266"/>
          <p:cNvSpPr txBox="1"/>
          <p:nvPr/>
        </p:nvSpPr>
        <p:spPr>
          <a:xfrm>
            <a:off x="520892" y="4963622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98c09df87e_0_1266"/>
          <p:cNvSpPr txBox="1"/>
          <p:nvPr/>
        </p:nvSpPr>
        <p:spPr>
          <a:xfrm>
            <a:off x="524912" y="4657285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98c09df87e_0_1266"/>
          <p:cNvSpPr txBox="1"/>
          <p:nvPr/>
        </p:nvSpPr>
        <p:spPr>
          <a:xfrm>
            <a:off x="520892" y="4396502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98c09df87e_0_1266"/>
          <p:cNvSpPr txBox="1"/>
          <p:nvPr/>
        </p:nvSpPr>
        <p:spPr>
          <a:xfrm>
            <a:off x="534575" y="4135719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98c09df87e_0_1266"/>
          <p:cNvSpPr txBox="1"/>
          <p:nvPr/>
        </p:nvSpPr>
        <p:spPr>
          <a:xfrm>
            <a:off x="534574" y="3912128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98c09df87e_0_1266"/>
          <p:cNvSpPr/>
          <p:nvPr/>
        </p:nvSpPr>
        <p:spPr>
          <a:xfrm>
            <a:off x="1213614" y="4252826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98c09df87e_0_1266"/>
          <p:cNvSpPr txBox="1"/>
          <p:nvPr/>
        </p:nvSpPr>
        <p:spPr>
          <a:xfrm>
            <a:off x="1193178" y="4541138"/>
            <a:ext cx="356100" cy="26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98c09df87e_0_1266"/>
          <p:cNvSpPr txBox="1"/>
          <p:nvPr/>
        </p:nvSpPr>
        <p:spPr>
          <a:xfrm>
            <a:off x="2243534" y="4415910"/>
            <a:ext cx="349800" cy="253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98c09df87e_0_1266"/>
          <p:cNvSpPr txBox="1"/>
          <p:nvPr/>
        </p:nvSpPr>
        <p:spPr>
          <a:xfrm>
            <a:off x="1457801" y="4376682"/>
            <a:ext cx="349800" cy="253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98c09df87e_0_1266"/>
          <p:cNvSpPr txBox="1"/>
          <p:nvPr/>
        </p:nvSpPr>
        <p:spPr>
          <a:xfrm>
            <a:off x="926498" y="4838077"/>
            <a:ext cx="349800" cy="2538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98c09df87e_0_1266"/>
          <p:cNvSpPr txBox="1"/>
          <p:nvPr/>
        </p:nvSpPr>
        <p:spPr>
          <a:xfrm>
            <a:off x="1941358" y="4008761"/>
            <a:ext cx="349800" cy="2538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98c09df87e_0_1266"/>
          <p:cNvSpPr txBox="1"/>
          <p:nvPr/>
        </p:nvSpPr>
        <p:spPr>
          <a:xfrm>
            <a:off x="1022795" y="4021905"/>
            <a:ext cx="349800" cy="2538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4" name="Google Shape;914;g398c09df87e_0_1266"/>
          <p:cNvCxnSpPr/>
          <p:nvPr/>
        </p:nvCxnSpPr>
        <p:spPr>
          <a:xfrm>
            <a:off x="481526" y="3928065"/>
            <a:ext cx="0" cy="1312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5" name="Google Shape;915;g398c09df87e_0_1266"/>
          <p:cNvCxnSpPr/>
          <p:nvPr/>
        </p:nvCxnSpPr>
        <p:spPr>
          <a:xfrm rot="10800000">
            <a:off x="879411" y="5708135"/>
            <a:ext cx="1435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6" name="Google Shape;916;g398c09df87e_0_1266"/>
          <p:cNvCxnSpPr/>
          <p:nvPr/>
        </p:nvCxnSpPr>
        <p:spPr>
          <a:xfrm rot="10800000">
            <a:off x="885854" y="5094469"/>
            <a:ext cx="209400" cy="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7" name="Google Shape;917;g398c09df87e_0_1266"/>
          <p:cNvCxnSpPr>
            <a:stCxn id="911" idx="2"/>
          </p:cNvCxnSpPr>
          <p:nvPr/>
        </p:nvCxnSpPr>
        <p:spPr>
          <a:xfrm flipH="1">
            <a:off x="1098398" y="5091877"/>
            <a:ext cx="3000" cy="18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8" name="Google Shape;918;g398c09df87e_0_1266"/>
          <p:cNvSpPr txBox="1"/>
          <p:nvPr/>
        </p:nvSpPr>
        <p:spPr>
          <a:xfrm>
            <a:off x="1288166" y="5860153"/>
            <a:ext cx="71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Rank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9" name="Google Shape;919;g398c09df87e_0_1266"/>
          <p:cNvCxnSpPr/>
          <p:nvPr/>
        </p:nvCxnSpPr>
        <p:spPr>
          <a:xfrm>
            <a:off x="3353422" y="5389866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0" name="Google Shape;920;g398c09df87e_0_1266"/>
          <p:cNvCxnSpPr/>
          <p:nvPr/>
        </p:nvCxnSpPr>
        <p:spPr>
          <a:xfrm rot="10800000">
            <a:off x="3380131" y="3633499"/>
            <a:ext cx="0" cy="179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1" name="Google Shape;921;g398c09df87e_0_1266"/>
          <p:cNvSpPr txBox="1"/>
          <p:nvPr/>
        </p:nvSpPr>
        <p:spPr>
          <a:xfrm>
            <a:off x="3201847" y="3386928"/>
            <a:ext cx="23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g398c09df87e_0_1266"/>
          <p:cNvSpPr txBox="1"/>
          <p:nvPr/>
        </p:nvSpPr>
        <p:spPr>
          <a:xfrm>
            <a:off x="5037481" y="5336858"/>
            <a:ext cx="47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g398c09df87e_0_1266"/>
          <p:cNvSpPr/>
          <p:nvPr/>
        </p:nvSpPr>
        <p:spPr>
          <a:xfrm>
            <a:off x="3921066" y="4737174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98c09df87e_0_1266"/>
          <p:cNvSpPr/>
          <p:nvPr/>
        </p:nvSpPr>
        <p:spPr>
          <a:xfrm>
            <a:off x="4173879" y="4586900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98c09df87e_0_1266"/>
          <p:cNvSpPr/>
          <p:nvPr/>
        </p:nvSpPr>
        <p:spPr>
          <a:xfrm>
            <a:off x="4821437" y="4467904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98c09df87e_0_1266"/>
          <p:cNvSpPr/>
          <p:nvPr/>
        </p:nvSpPr>
        <p:spPr>
          <a:xfrm>
            <a:off x="4657665" y="4232955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98c09df87e_0_1266"/>
          <p:cNvSpPr/>
          <p:nvPr/>
        </p:nvSpPr>
        <p:spPr>
          <a:xfrm>
            <a:off x="3648016" y="5027748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8" name="Google Shape;928;g398c09df87e_0_1266"/>
          <p:cNvCxnSpPr/>
          <p:nvPr/>
        </p:nvCxnSpPr>
        <p:spPr>
          <a:xfrm>
            <a:off x="3964332" y="5296228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9" name="Google Shape;929;g398c09df87e_0_1266"/>
          <p:cNvCxnSpPr/>
          <p:nvPr/>
        </p:nvCxnSpPr>
        <p:spPr>
          <a:xfrm>
            <a:off x="3691282" y="5284613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0" name="Google Shape;930;g398c09df87e_0_1266"/>
          <p:cNvCxnSpPr/>
          <p:nvPr/>
        </p:nvCxnSpPr>
        <p:spPr>
          <a:xfrm>
            <a:off x="4208807" y="5296228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1" name="Google Shape;931;g398c09df87e_0_1266"/>
          <p:cNvCxnSpPr/>
          <p:nvPr/>
        </p:nvCxnSpPr>
        <p:spPr>
          <a:xfrm>
            <a:off x="4453282" y="5296228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2" name="Google Shape;932;g398c09df87e_0_1266"/>
          <p:cNvCxnSpPr/>
          <p:nvPr/>
        </p:nvCxnSpPr>
        <p:spPr>
          <a:xfrm>
            <a:off x="4700932" y="5296228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3" name="Google Shape;933;g398c09df87e_0_1266"/>
          <p:cNvCxnSpPr/>
          <p:nvPr/>
        </p:nvCxnSpPr>
        <p:spPr>
          <a:xfrm rot="10800000">
            <a:off x="3380206" y="5068429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4" name="Google Shape;934;g398c09df87e_0_1266"/>
          <p:cNvCxnSpPr/>
          <p:nvPr/>
        </p:nvCxnSpPr>
        <p:spPr>
          <a:xfrm rot="10800000">
            <a:off x="3380206" y="4776329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5" name="Google Shape;935;g398c09df87e_0_1266"/>
          <p:cNvCxnSpPr/>
          <p:nvPr/>
        </p:nvCxnSpPr>
        <p:spPr>
          <a:xfrm rot="10800000">
            <a:off x="3380206" y="4515979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6" name="Google Shape;936;g398c09df87e_0_1266"/>
          <p:cNvCxnSpPr/>
          <p:nvPr/>
        </p:nvCxnSpPr>
        <p:spPr>
          <a:xfrm rot="10800000">
            <a:off x="3380206" y="4281029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7" name="Google Shape;937;g398c09df87e_0_1266"/>
          <p:cNvCxnSpPr/>
          <p:nvPr/>
        </p:nvCxnSpPr>
        <p:spPr>
          <a:xfrm rot="10800000">
            <a:off x="3380206" y="4031604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8" name="Google Shape;938;g398c09df87e_0_1266"/>
          <p:cNvSpPr txBox="1"/>
          <p:nvPr/>
        </p:nvSpPr>
        <p:spPr>
          <a:xfrm>
            <a:off x="3558072" y="5378026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98c09df87e_0_1266"/>
          <p:cNvSpPr txBox="1"/>
          <p:nvPr/>
        </p:nvSpPr>
        <p:spPr>
          <a:xfrm>
            <a:off x="3836295" y="5378025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98c09df87e_0_1266"/>
          <p:cNvSpPr txBox="1"/>
          <p:nvPr/>
        </p:nvSpPr>
        <p:spPr>
          <a:xfrm>
            <a:off x="4080769" y="5379972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98c09df87e_0_1266"/>
          <p:cNvSpPr txBox="1"/>
          <p:nvPr/>
        </p:nvSpPr>
        <p:spPr>
          <a:xfrm>
            <a:off x="4320071" y="5378024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98c09df87e_0_1266"/>
          <p:cNvSpPr txBox="1"/>
          <p:nvPr/>
        </p:nvSpPr>
        <p:spPr>
          <a:xfrm>
            <a:off x="4569717" y="5378025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98c09df87e_0_1266"/>
          <p:cNvSpPr txBox="1"/>
          <p:nvPr/>
        </p:nvSpPr>
        <p:spPr>
          <a:xfrm>
            <a:off x="3113713" y="4944599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98c09df87e_0_1266"/>
          <p:cNvSpPr txBox="1"/>
          <p:nvPr/>
        </p:nvSpPr>
        <p:spPr>
          <a:xfrm>
            <a:off x="3117733" y="4638262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398c09df87e_0_1266"/>
          <p:cNvSpPr txBox="1"/>
          <p:nvPr/>
        </p:nvSpPr>
        <p:spPr>
          <a:xfrm>
            <a:off x="3113713" y="4377479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98c09df87e_0_1266"/>
          <p:cNvSpPr txBox="1"/>
          <p:nvPr/>
        </p:nvSpPr>
        <p:spPr>
          <a:xfrm>
            <a:off x="3127396" y="4116696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398c09df87e_0_1266"/>
          <p:cNvSpPr txBox="1"/>
          <p:nvPr/>
        </p:nvSpPr>
        <p:spPr>
          <a:xfrm>
            <a:off x="3127395" y="3893105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98c09df87e_0_1266"/>
          <p:cNvSpPr/>
          <p:nvPr/>
        </p:nvSpPr>
        <p:spPr>
          <a:xfrm>
            <a:off x="3789502" y="4233803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98c09df87e_0_1266"/>
          <p:cNvSpPr txBox="1"/>
          <p:nvPr/>
        </p:nvSpPr>
        <p:spPr>
          <a:xfrm>
            <a:off x="3785999" y="4522115"/>
            <a:ext cx="356100" cy="2616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398c09df87e_0_1266"/>
          <p:cNvSpPr txBox="1"/>
          <p:nvPr/>
        </p:nvSpPr>
        <p:spPr>
          <a:xfrm>
            <a:off x="4836355" y="4396887"/>
            <a:ext cx="349800" cy="2538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98c09df87e_0_1266"/>
          <p:cNvSpPr txBox="1"/>
          <p:nvPr/>
        </p:nvSpPr>
        <p:spPr>
          <a:xfrm>
            <a:off x="4050622" y="4357659"/>
            <a:ext cx="349800" cy="2538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98c09df87e_0_1266"/>
          <p:cNvSpPr txBox="1"/>
          <p:nvPr/>
        </p:nvSpPr>
        <p:spPr>
          <a:xfrm>
            <a:off x="3519319" y="4819054"/>
            <a:ext cx="349800" cy="253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98c09df87e_0_1266"/>
          <p:cNvSpPr txBox="1"/>
          <p:nvPr/>
        </p:nvSpPr>
        <p:spPr>
          <a:xfrm>
            <a:off x="4534179" y="3989738"/>
            <a:ext cx="349800" cy="2538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98c09df87e_0_1266"/>
          <p:cNvSpPr txBox="1"/>
          <p:nvPr/>
        </p:nvSpPr>
        <p:spPr>
          <a:xfrm>
            <a:off x="3598683" y="4002882"/>
            <a:ext cx="349800" cy="2538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5" name="Google Shape;955;g398c09df87e_0_1266"/>
          <p:cNvCxnSpPr/>
          <p:nvPr/>
        </p:nvCxnSpPr>
        <p:spPr>
          <a:xfrm>
            <a:off x="3074347" y="3909042"/>
            <a:ext cx="0" cy="1312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6" name="Google Shape;956;g398c09df87e_0_1266"/>
          <p:cNvCxnSpPr/>
          <p:nvPr/>
        </p:nvCxnSpPr>
        <p:spPr>
          <a:xfrm rot="10800000">
            <a:off x="3472232" y="5689112"/>
            <a:ext cx="1435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7" name="Google Shape;957;g398c09df87e_0_1266"/>
          <p:cNvSpPr txBox="1"/>
          <p:nvPr/>
        </p:nvSpPr>
        <p:spPr>
          <a:xfrm>
            <a:off x="3880987" y="5841130"/>
            <a:ext cx="71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Rank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g398c09df87e_0_1266"/>
          <p:cNvCxnSpPr/>
          <p:nvPr/>
        </p:nvCxnSpPr>
        <p:spPr>
          <a:xfrm flipH="1">
            <a:off x="3832385" y="4287367"/>
            <a:ext cx="3000" cy="180900"/>
          </a:xfrm>
          <a:prstGeom prst="straightConnector1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9" name="Google Shape;959;g398c09df87e_0_1266"/>
          <p:cNvCxnSpPr/>
          <p:nvPr/>
        </p:nvCxnSpPr>
        <p:spPr>
          <a:xfrm rot="10800000">
            <a:off x="3639819" y="4281382"/>
            <a:ext cx="199800" cy="0"/>
          </a:xfrm>
          <a:prstGeom prst="straightConnector1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0" name="Google Shape;960;g398c09df87e_0_1266"/>
          <p:cNvCxnSpPr/>
          <p:nvPr/>
        </p:nvCxnSpPr>
        <p:spPr>
          <a:xfrm rot="10800000">
            <a:off x="3758352" y="4784079"/>
            <a:ext cx="199800" cy="0"/>
          </a:xfrm>
          <a:prstGeom prst="straightConnector1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1" name="Google Shape;961;g398c09df87e_0_1266"/>
          <p:cNvCxnSpPr/>
          <p:nvPr/>
        </p:nvCxnSpPr>
        <p:spPr>
          <a:xfrm flipH="1">
            <a:off x="3955151" y="4784079"/>
            <a:ext cx="3000" cy="180900"/>
          </a:xfrm>
          <a:prstGeom prst="straightConnector1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2" name="Google Shape;962;g398c09df87e_0_1266"/>
          <p:cNvSpPr txBox="1"/>
          <p:nvPr/>
        </p:nvSpPr>
        <p:spPr>
          <a:xfrm>
            <a:off x="5609061" y="4475742"/>
            <a:ext cx="3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3" name="Google Shape;963;g398c09df87e_0_1266"/>
          <p:cNvCxnSpPr/>
          <p:nvPr/>
        </p:nvCxnSpPr>
        <p:spPr>
          <a:xfrm>
            <a:off x="6629336" y="5427277"/>
            <a:ext cx="181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4" name="Google Shape;964;g398c09df87e_0_1266"/>
          <p:cNvCxnSpPr/>
          <p:nvPr/>
        </p:nvCxnSpPr>
        <p:spPr>
          <a:xfrm rot="10800000">
            <a:off x="6656045" y="3670910"/>
            <a:ext cx="0" cy="179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5" name="Google Shape;965;g398c09df87e_0_1266"/>
          <p:cNvSpPr txBox="1"/>
          <p:nvPr/>
        </p:nvSpPr>
        <p:spPr>
          <a:xfrm>
            <a:off x="6477761" y="3424339"/>
            <a:ext cx="23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98c09df87e_0_1266"/>
          <p:cNvSpPr txBox="1"/>
          <p:nvPr/>
        </p:nvSpPr>
        <p:spPr>
          <a:xfrm>
            <a:off x="8313395" y="5374269"/>
            <a:ext cx="47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98c09df87e_0_1266"/>
          <p:cNvSpPr/>
          <p:nvPr/>
        </p:nvSpPr>
        <p:spPr>
          <a:xfrm>
            <a:off x="7196980" y="4774585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398c09df87e_0_1266"/>
          <p:cNvSpPr/>
          <p:nvPr/>
        </p:nvSpPr>
        <p:spPr>
          <a:xfrm>
            <a:off x="7449793" y="4624311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98c09df87e_0_1266"/>
          <p:cNvSpPr/>
          <p:nvPr/>
        </p:nvSpPr>
        <p:spPr>
          <a:xfrm>
            <a:off x="8097351" y="4505315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398c09df87e_0_1266"/>
          <p:cNvSpPr/>
          <p:nvPr/>
        </p:nvSpPr>
        <p:spPr>
          <a:xfrm>
            <a:off x="7933579" y="4270366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98c09df87e_0_1266"/>
          <p:cNvSpPr/>
          <p:nvPr/>
        </p:nvSpPr>
        <p:spPr>
          <a:xfrm>
            <a:off x="6923930" y="5065159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2" name="Google Shape;972;g398c09df87e_0_1266"/>
          <p:cNvCxnSpPr/>
          <p:nvPr/>
        </p:nvCxnSpPr>
        <p:spPr>
          <a:xfrm>
            <a:off x="7240246" y="5333639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3" name="Google Shape;973;g398c09df87e_0_1266"/>
          <p:cNvCxnSpPr/>
          <p:nvPr/>
        </p:nvCxnSpPr>
        <p:spPr>
          <a:xfrm>
            <a:off x="6967196" y="5322024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4" name="Google Shape;974;g398c09df87e_0_1266"/>
          <p:cNvCxnSpPr/>
          <p:nvPr/>
        </p:nvCxnSpPr>
        <p:spPr>
          <a:xfrm>
            <a:off x="7484721" y="5333639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5" name="Google Shape;975;g398c09df87e_0_1266"/>
          <p:cNvCxnSpPr/>
          <p:nvPr/>
        </p:nvCxnSpPr>
        <p:spPr>
          <a:xfrm>
            <a:off x="7729196" y="5333639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6" name="Google Shape;976;g398c09df87e_0_1266"/>
          <p:cNvCxnSpPr/>
          <p:nvPr/>
        </p:nvCxnSpPr>
        <p:spPr>
          <a:xfrm>
            <a:off x="7976846" y="5333639"/>
            <a:ext cx="0" cy="10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7" name="Google Shape;977;g398c09df87e_0_1266"/>
          <p:cNvCxnSpPr/>
          <p:nvPr/>
        </p:nvCxnSpPr>
        <p:spPr>
          <a:xfrm rot="10800000">
            <a:off x="6656120" y="5105840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8" name="Google Shape;978;g398c09df87e_0_1266"/>
          <p:cNvCxnSpPr/>
          <p:nvPr/>
        </p:nvCxnSpPr>
        <p:spPr>
          <a:xfrm rot="10800000">
            <a:off x="6656120" y="4813740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9" name="Google Shape;979;g398c09df87e_0_1266"/>
          <p:cNvCxnSpPr/>
          <p:nvPr/>
        </p:nvCxnSpPr>
        <p:spPr>
          <a:xfrm rot="10800000">
            <a:off x="6656120" y="4553390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0" name="Google Shape;980;g398c09df87e_0_1266"/>
          <p:cNvCxnSpPr/>
          <p:nvPr/>
        </p:nvCxnSpPr>
        <p:spPr>
          <a:xfrm rot="10800000">
            <a:off x="6656120" y="4318440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1" name="Google Shape;981;g398c09df87e_0_1266"/>
          <p:cNvCxnSpPr/>
          <p:nvPr/>
        </p:nvCxnSpPr>
        <p:spPr>
          <a:xfrm rot="10800000">
            <a:off x="6656120" y="4069015"/>
            <a:ext cx="10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2" name="Google Shape;982;g398c09df87e_0_1266"/>
          <p:cNvSpPr txBox="1"/>
          <p:nvPr/>
        </p:nvSpPr>
        <p:spPr>
          <a:xfrm>
            <a:off x="6833986" y="5415437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g398c09df87e_0_1266"/>
          <p:cNvSpPr txBox="1"/>
          <p:nvPr/>
        </p:nvSpPr>
        <p:spPr>
          <a:xfrm>
            <a:off x="7112209" y="5415436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98c09df87e_0_1266"/>
          <p:cNvSpPr txBox="1"/>
          <p:nvPr/>
        </p:nvSpPr>
        <p:spPr>
          <a:xfrm>
            <a:off x="7356683" y="5417383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g398c09df87e_0_1266"/>
          <p:cNvSpPr txBox="1"/>
          <p:nvPr/>
        </p:nvSpPr>
        <p:spPr>
          <a:xfrm>
            <a:off x="7595985" y="5415435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98c09df87e_0_1266"/>
          <p:cNvSpPr txBox="1"/>
          <p:nvPr/>
        </p:nvSpPr>
        <p:spPr>
          <a:xfrm>
            <a:off x="7845631" y="5415436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98c09df87e_0_1266"/>
          <p:cNvSpPr txBox="1"/>
          <p:nvPr/>
        </p:nvSpPr>
        <p:spPr>
          <a:xfrm>
            <a:off x="6389627" y="4982010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398c09df87e_0_1266"/>
          <p:cNvSpPr txBox="1"/>
          <p:nvPr/>
        </p:nvSpPr>
        <p:spPr>
          <a:xfrm>
            <a:off x="6393647" y="4675673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98c09df87e_0_1266"/>
          <p:cNvSpPr txBox="1"/>
          <p:nvPr/>
        </p:nvSpPr>
        <p:spPr>
          <a:xfrm>
            <a:off x="6389627" y="4414890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g398c09df87e_0_1266"/>
          <p:cNvSpPr txBox="1"/>
          <p:nvPr/>
        </p:nvSpPr>
        <p:spPr>
          <a:xfrm>
            <a:off x="6403310" y="4154107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g398c09df87e_0_1266"/>
          <p:cNvSpPr txBox="1"/>
          <p:nvPr/>
        </p:nvSpPr>
        <p:spPr>
          <a:xfrm>
            <a:off x="6403309" y="3930516"/>
            <a:ext cx="26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98c09df87e_0_1266"/>
          <p:cNvSpPr/>
          <p:nvPr/>
        </p:nvSpPr>
        <p:spPr>
          <a:xfrm>
            <a:off x="7065416" y="4271214"/>
            <a:ext cx="86400" cy="960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398c09df87e_0_1266"/>
          <p:cNvSpPr txBox="1"/>
          <p:nvPr/>
        </p:nvSpPr>
        <p:spPr>
          <a:xfrm>
            <a:off x="7061913" y="4559526"/>
            <a:ext cx="356100" cy="261600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398c09df87e_0_1266"/>
          <p:cNvSpPr txBox="1"/>
          <p:nvPr/>
        </p:nvSpPr>
        <p:spPr>
          <a:xfrm>
            <a:off x="8125779" y="4441250"/>
            <a:ext cx="349800" cy="253800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98c09df87e_0_1266"/>
          <p:cNvSpPr txBox="1"/>
          <p:nvPr/>
        </p:nvSpPr>
        <p:spPr>
          <a:xfrm>
            <a:off x="7326536" y="4395070"/>
            <a:ext cx="349800" cy="25380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98c09df87e_0_1266"/>
          <p:cNvSpPr txBox="1"/>
          <p:nvPr/>
        </p:nvSpPr>
        <p:spPr>
          <a:xfrm>
            <a:off x="6795233" y="4856465"/>
            <a:ext cx="349800" cy="2538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98c09df87e_0_1266"/>
          <p:cNvSpPr txBox="1"/>
          <p:nvPr/>
        </p:nvSpPr>
        <p:spPr>
          <a:xfrm>
            <a:off x="7810093" y="4027149"/>
            <a:ext cx="349800" cy="25380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g398c09df87e_0_1266"/>
          <p:cNvSpPr txBox="1"/>
          <p:nvPr/>
        </p:nvSpPr>
        <p:spPr>
          <a:xfrm>
            <a:off x="6874597" y="4040293"/>
            <a:ext cx="349800" cy="253800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9" name="Google Shape;999;g398c09df87e_0_1266"/>
          <p:cNvCxnSpPr/>
          <p:nvPr/>
        </p:nvCxnSpPr>
        <p:spPr>
          <a:xfrm>
            <a:off x="6350261" y="3946453"/>
            <a:ext cx="0" cy="1312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0" name="Google Shape;1000;g398c09df87e_0_1266"/>
          <p:cNvCxnSpPr/>
          <p:nvPr/>
        </p:nvCxnSpPr>
        <p:spPr>
          <a:xfrm rot="10800000">
            <a:off x="6748146" y="5726523"/>
            <a:ext cx="1435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01" name="Google Shape;1001;g398c09df87e_0_1266"/>
          <p:cNvSpPr txBox="1"/>
          <p:nvPr/>
        </p:nvSpPr>
        <p:spPr>
          <a:xfrm>
            <a:off x="7156901" y="5878541"/>
            <a:ext cx="71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Rank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2" name="Google Shape;1002;g398c09df87e_0_1266"/>
          <p:cNvCxnSpPr/>
          <p:nvPr/>
        </p:nvCxnSpPr>
        <p:spPr>
          <a:xfrm flipH="1">
            <a:off x="7968380" y="4325351"/>
            <a:ext cx="3000" cy="180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3" name="Google Shape;1003;g398c09df87e_0_1266"/>
          <p:cNvCxnSpPr/>
          <p:nvPr/>
        </p:nvCxnSpPr>
        <p:spPr>
          <a:xfrm rot="10800000">
            <a:off x="7798280" y="4316927"/>
            <a:ext cx="173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4" name="Google Shape;1004;g398c09df87e_0_1266"/>
          <p:cNvCxnSpPr/>
          <p:nvPr/>
        </p:nvCxnSpPr>
        <p:spPr>
          <a:xfrm flipH="1">
            <a:off x="8136655" y="4561725"/>
            <a:ext cx="3000" cy="180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5" name="Google Shape;1005;g398c09df87e_0_1266"/>
          <p:cNvCxnSpPr/>
          <p:nvPr/>
        </p:nvCxnSpPr>
        <p:spPr>
          <a:xfrm rot="10800000">
            <a:off x="7966555" y="4553301"/>
            <a:ext cx="173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98c09df87e_0_1440"/>
          <p:cNvSpPr/>
          <p:nvPr/>
        </p:nvSpPr>
        <p:spPr>
          <a:xfrm>
            <a:off x="1391468" y="1040943"/>
            <a:ext cx="1785564" cy="587926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non-dominated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1" name="Google Shape;1011;g398c09df87e_0_1440"/>
          <p:cNvGrpSpPr/>
          <p:nvPr/>
        </p:nvGrpSpPr>
        <p:grpSpPr>
          <a:xfrm>
            <a:off x="3605828" y="2569614"/>
            <a:ext cx="1918146" cy="415384"/>
            <a:chOff x="3042179" y="1536614"/>
            <a:chExt cx="1918146" cy="415384"/>
          </a:xfrm>
        </p:grpSpPr>
        <p:sp>
          <p:nvSpPr>
            <p:cNvPr id="1012" name="Google Shape;1012;g398c09df87e_0_1440"/>
            <p:cNvSpPr/>
            <p:nvPr/>
          </p:nvSpPr>
          <p:spPr>
            <a:xfrm>
              <a:off x="3042179" y="1536614"/>
              <a:ext cx="1918146" cy="415384"/>
            </a:xfrm>
            <a:prstGeom prst="flowChartDecision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98c09df87e_0_1440"/>
            <p:cNvSpPr txBox="1"/>
            <p:nvPr/>
          </p:nvSpPr>
          <p:spPr>
            <a:xfrm>
              <a:off x="3477237" y="1597471"/>
              <a:ext cx="1165800" cy="293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4" name="Google Shape;1014;g398c09df87e_0_1440"/>
          <p:cNvSpPr/>
          <p:nvPr/>
        </p:nvSpPr>
        <p:spPr>
          <a:xfrm>
            <a:off x="3760436" y="398398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k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5" name="Google Shape;1015;g398c09df87e_0_1440"/>
          <p:cNvCxnSpPr>
            <a:stCxn id="1016" idx="2"/>
            <a:endCxn id="1012" idx="0"/>
          </p:cNvCxnSpPr>
          <p:nvPr/>
        </p:nvCxnSpPr>
        <p:spPr>
          <a:xfrm>
            <a:off x="4564954" y="2249721"/>
            <a:ext cx="0" cy="31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7" name="Google Shape;1017;g398c09df87e_0_1440"/>
          <p:cNvSpPr txBox="1"/>
          <p:nvPr/>
        </p:nvSpPr>
        <p:spPr>
          <a:xfrm>
            <a:off x="4525376" y="3007761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g398c09df87e_0_1440"/>
          <p:cNvSpPr txBox="1"/>
          <p:nvPr/>
        </p:nvSpPr>
        <p:spPr>
          <a:xfrm>
            <a:off x="5480407" y="3253982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g398c09df87e_0_1440"/>
          <p:cNvSpPr/>
          <p:nvPr/>
        </p:nvSpPr>
        <p:spPr>
          <a:xfrm>
            <a:off x="5884685" y="2588358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= k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398c09df87e_0_1440"/>
          <p:cNvSpPr/>
          <p:nvPr/>
        </p:nvSpPr>
        <p:spPr>
          <a:xfrm>
            <a:off x="3605828" y="3302279"/>
            <a:ext cx="1918146" cy="415384"/>
          </a:xfrm>
          <a:prstGeom prst="flowChartDecision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1" name="Google Shape;1021;g398c09df87e_0_1440"/>
          <p:cNvCxnSpPr>
            <a:stCxn id="1012" idx="2"/>
            <a:endCxn id="1020" idx="0"/>
          </p:cNvCxnSpPr>
          <p:nvPr/>
        </p:nvCxnSpPr>
        <p:spPr>
          <a:xfrm>
            <a:off x="4564901" y="2984998"/>
            <a:ext cx="0" cy="31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2" name="Google Shape;1022;g398c09df87e_0_1440"/>
          <p:cNvCxnSpPr>
            <a:stCxn id="1020" idx="2"/>
            <a:endCxn id="1023" idx="0"/>
          </p:cNvCxnSpPr>
          <p:nvPr/>
        </p:nvCxnSpPr>
        <p:spPr>
          <a:xfrm>
            <a:off x="4564901" y="3717663"/>
            <a:ext cx="0" cy="66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4" name="Google Shape;1024;g398c09df87e_0_1440"/>
          <p:cNvCxnSpPr>
            <a:stCxn id="1020" idx="3"/>
            <a:endCxn id="1019" idx="2"/>
          </p:cNvCxnSpPr>
          <p:nvPr/>
        </p:nvCxnSpPr>
        <p:spPr>
          <a:xfrm flipH="1" rot="10800000">
            <a:off x="5523974" y="3003871"/>
            <a:ext cx="1164000" cy="506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5" name="Google Shape;1025;g398c09df87e_0_1440"/>
          <p:cNvSpPr txBox="1"/>
          <p:nvPr/>
        </p:nvSpPr>
        <p:spPr>
          <a:xfrm>
            <a:off x="4617200" y="3706227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6" name="Google Shape;1026;g398c09df87e_0_1440"/>
          <p:cNvCxnSpPr>
            <a:stCxn id="1012" idx="1"/>
            <a:endCxn id="1023" idx="0"/>
          </p:cNvCxnSpPr>
          <p:nvPr/>
        </p:nvCxnSpPr>
        <p:spPr>
          <a:xfrm>
            <a:off x="3605828" y="2777306"/>
            <a:ext cx="959100" cy="1605300"/>
          </a:xfrm>
          <a:prstGeom prst="bentConnector4">
            <a:avLst>
              <a:gd fmla="val -23835" name="adj1"/>
              <a:gd fmla="val 7743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7" name="Google Shape;1027;g398c09df87e_0_1440"/>
          <p:cNvSpPr txBox="1"/>
          <p:nvPr/>
        </p:nvSpPr>
        <p:spPr>
          <a:xfrm>
            <a:off x="3291038" y="2535852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g398c09df87e_0_1440"/>
          <p:cNvSpPr/>
          <p:nvPr/>
        </p:nvSpPr>
        <p:spPr>
          <a:xfrm>
            <a:off x="3761554" y="1834221"/>
            <a:ext cx="16068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8" name="Google Shape;1028;g398c09df87e_0_1440"/>
          <p:cNvCxnSpPr>
            <a:stCxn id="1029" idx="2"/>
            <a:endCxn id="1016" idx="0"/>
          </p:cNvCxnSpPr>
          <p:nvPr/>
        </p:nvCxnSpPr>
        <p:spPr>
          <a:xfrm>
            <a:off x="4563836" y="1542713"/>
            <a:ext cx="1200" cy="29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0" name="Google Shape;1030;g398c09df87e_0_1440"/>
          <p:cNvCxnSpPr>
            <a:stCxn id="1010" idx="4"/>
            <a:endCxn id="1029" idx="1"/>
          </p:cNvCxnSpPr>
          <p:nvPr/>
        </p:nvCxnSpPr>
        <p:spPr>
          <a:xfrm>
            <a:off x="3177032" y="1334906"/>
            <a:ext cx="58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23" name="Google Shape;1023;g398c09df87e_0_1440"/>
          <p:cNvSpPr/>
          <p:nvPr/>
        </p:nvSpPr>
        <p:spPr>
          <a:xfrm>
            <a:off x="3605828" y="4382718"/>
            <a:ext cx="1918146" cy="415384"/>
          </a:xfrm>
          <a:prstGeom prst="flowChartDecision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 ==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1" name="Google Shape;1031;g398c09df87e_0_1440"/>
          <p:cNvCxnSpPr>
            <a:stCxn id="1023" idx="3"/>
            <a:endCxn id="1032" idx="1"/>
          </p:cNvCxnSpPr>
          <p:nvPr/>
        </p:nvCxnSpPr>
        <p:spPr>
          <a:xfrm>
            <a:off x="5523974" y="4590410"/>
            <a:ext cx="3606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3" name="Google Shape;1033;g398c09df87e_0_1440"/>
          <p:cNvSpPr txBox="1"/>
          <p:nvPr/>
        </p:nvSpPr>
        <p:spPr>
          <a:xfrm>
            <a:off x="5453199" y="4344187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398c09df87e_0_1440"/>
          <p:cNvSpPr txBox="1"/>
          <p:nvPr/>
        </p:nvSpPr>
        <p:spPr>
          <a:xfrm>
            <a:off x="4586637" y="4824415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g398c09df87e_0_1440"/>
          <p:cNvCxnSpPr>
            <a:stCxn id="1023" idx="2"/>
            <a:endCxn id="1036" idx="0"/>
          </p:cNvCxnSpPr>
          <p:nvPr/>
        </p:nvCxnSpPr>
        <p:spPr>
          <a:xfrm>
            <a:off x="4564901" y="4798102"/>
            <a:ext cx="0" cy="3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6" name="Google Shape;1036;g398c09df87e_0_1440"/>
          <p:cNvSpPr/>
          <p:nvPr/>
        </p:nvSpPr>
        <p:spPr>
          <a:xfrm>
            <a:off x="3761551" y="5195978"/>
            <a:ext cx="16068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398c09df87e_0_1440"/>
          <p:cNvSpPr/>
          <p:nvPr/>
        </p:nvSpPr>
        <p:spPr>
          <a:xfrm>
            <a:off x="3534262" y="5962448"/>
            <a:ext cx="2059044" cy="576769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set of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8" name="Google Shape;1038;g398c09df87e_0_1440"/>
          <p:cNvCxnSpPr>
            <a:stCxn id="1036" idx="2"/>
            <a:endCxn id="1037" idx="1"/>
          </p:cNvCxnSpPr>
          <p:nvPr/>
        </p:nvCxnSpPr>
        <p:spPr>
          <a:xfrm flipH="1">
            <a:off x="4563751" y="5611478"/>
            <a:ext cx="1200" cy="35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39" name="Google Shape;1039;g398c09df87e_0_1440"/>
          <p:cNvCxnSpPr>
            <a:stCxn id="1019" idx="0"/>
            <a:endCxn id="1016" idx="3"/>
          </p:cNvCxnSpPr>
          <p:nvPr/>
        </p:nvCxnSpPr>
        <p:spPr>
          <a:xfrm flipH="1" rot="5400000">
            <a:off x="5755085" y="1655358"/>
            <a:ext cx="546300" cy="13197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2" name="Google Shape;1032;g398c09df87e_0_1440"/>
          <p:cNvSpPr/>
          <p:nvPr/>
        </p:nvSpPr>
        <p:spPr>
          <a:xfrm>
            <a:off x="5884685" y="4385325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 in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g398c09df87e_0_1440"/>
          <p:cNvSpPr/>
          <p:nvPr/>
        </p:nvSpPr>
        <p:spPr>
          <a:xfrm>
            <a:off x="3760436" y="1127213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in descending order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0" name="Google Shape;1040;g398c09df87e_0_1440"/>
          <p:cNvCxnSpPr>
            <a:stCxn id="1014" idx="2"/>
            <a:endCxn id="1029" idx="0"/>
          </p:cNvCxnSpPr>
          <p:nvPr/>
        </p:nvCxnSpPr>
        <p:spPr>
          <a:xfrm>
            <a:off x="4563836" y="813898"/>
            <a:ext cx="0" cy="31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1" name="Google Shape;1041;g398c09df87e_0_1440"/>
          <p:cNvSpPr txBox="1"/>
          <p:nvPr/>
        </p:nvSpPr>
        <p:spPr>
          <a:xfrm>
            <a:off x="7999694" y="6264947"/>
            <a:ext cx="8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98c09df87e_0_1475"/>
          <p:cNvSpPr txBox="1"/>
          <p:nvPr/>
        </p:nvSpPr>
        <p:spPr>
          <a:xfrm>
            <a:off x="3783002" y="3006068"/>
            <a:ext cx="279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in descending order of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98c09df87e_0_1475"/>
          <p:cNvSpPr/>
          <p:nvPr/>
        </p:nvSpPr>
        <p:spPr>
          <a:xfrm>
            <a:off x="5182824" y="3764232"/>
            <a:ext cx="326100" cy="3078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398c09df87e_0_1475"/>
          <p:cNvSpPr/>
          <p:nvPr/>
        </p:nvSpPr>
        <p:spPr>
          <a:xfrm>
            <a:off x="5731509" y="3764232"/>
            <a:ext cx="326100" cy="3078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398c09df87e_0_1475"/>
          <p:cNvSpPr/>
          <p:nvPr/>
        </p:nvSpPr>
        <p:spPr>
          <a:xfrm>
            <a:off x="6277956" y="3755843"/>
            <a:ext cx="326100" cy="3078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398c09df87e_0_1475"/>
          <p:cNvSpPr/>
          <p:nvPr/>
        </p:nvSpPr>
        <p:spPr>
          <a:xfrm>
            <a:off x="6781892" y="3750890"/>
            <a:ext cx="326100" cy="3078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98c09df87e_0_1475"/>
          <p:cNvSpPr/>
          <p:nvPr/>
        </p:nvSpPr>
        <p:spPr>
          <a:xfrm>
            <a:off x="7986882" y="3753792"/>
            <a:ext cx="326100" cy="3078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2" name="Google Shape;1052;g398c09df87e_0_1475"/>
          <p:cNvCxnSpPr/>
          <p:nvPr/>
        </p:nvCxnSpPr>
        <p:spPr>
          <a:xfrm>
            <a:off x="5137150" y="4198459"/>
            <a:ext cx="330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53" name="Google Shape;1053;g398c09df87e_0_1475"/>
          <p:cNvSpPr txBox="1"/>
          <p:nvPr/>
        </p:nvSpPr>
        <p:spPr>
          <a:xfrm>
            <a:off x="4680347" y="4277196"/>
            <a:ext cx="1026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398c09df87e_0_1475"/>
          <p:cNvSpPr txBox="1"/>
          <p:nvPr/>
        </p:nvSpPr>
        <p:spPr>
          <a:xfrm>
            <a:off x="7986882" y="4269502"/>
            <a:ext cx="1085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398c09df87e_0_1475"/>
          <p:cNvSpPr/>
          <p:nvPr/>
        </p:nvSpPr>
        <p:spPr>
          <a:xfrm>
            <a:off x="1041699" y="2672838"/>
            <a:ext cx="385800" cy="3732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398c09df87e_0_1475"/>
          <p:cNvSpPr/>
          <p:nvPr/>
        </p:nvSpPr>
        <p:spPr>
          <a:xfrm>
            <a:off x="2405875" y="3445268"/>
            <a:ext cx="385800" cy="373200"/>
          </a:xfrm>
          <a:prstGeom prst="ellipse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398c09df87e_0_1475"/>
          <p:cNvSpPr txBox="1"/>
          <p:nvPr/>
        </p:nvSpPr>
        <p:spPr>
          <a:xfrm>
            <a:off x="1123156" y="3503345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398c09df87e_0_1475"/>
          <p:cNvSpPr/>
          <p:nvPr/>
        </p:nvSpPr>
        <p:spPr>
          <a:xfrm>
            <a:off x="834508" y="2527911"/>
            <a:ext cx="2258100" cy="141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398c09df87e_0_1475"/>
          <p:cNvSpPr/>
          <p:nvPr/>
        </p:nvSpPr>
        <p:spPr>
          <a:xfrm>
            <a:off x="1573980" y="3101424"/>
            <a:ext cx="385800" cy="373200"/>
          </a:xfrm>
          <a:prstGeom prst="ellipse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398c09df87e_0_1475"/>
          <p:cNvSpPr txBox="1"/>
          <p:nvPr/>
        </p:nvSpPr>
        <p:spPr>
          <a:xfrm>
            <a:off x="2256819" y="2805211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98c09df87e_0_1475"/>
          <p:cNvSpPr txBox="1"/>
          <p:nvPr/>
        </p:nvSpPr>
        <p:spPr>
          <a:xfrm>
            <a:off x="412065" y="2236757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non-dominated 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98c09df87e_0_1475"/>
          <p:cNvSpPr/>
          <p:nvPr/>
        </p:nvSpPr>
        <p:spPr>
          <a:xfrm>
            <a:off x="5028362" y="3719148"/>
            <a:ext cx="3468000" cy="381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3" name="Google Shape;1063;g398c09df87e_0_1475"/>
          <p:cNvCxnSpPr/>
          <p:nvPr/>
        </p:nvCxnSpPr>
        <p:spPr>
          <a:xfrm>
            <a:off x="3467100" y="3174543"/>
            <a:ext cx="1149300" cy="698100"/>
          </a:xfrm>
          <a:prstGeom prst="curvedConnector3">
            <a:avLst>
              <a:gd fmla="val 50002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64" name="Google Shape;1064;g398c09df87e_0_1475"/>
          <p:cNvSpPr txBox="1"/>
          <p:nvPr/>
        </p:nvSpPr>
        <p:spPr>
          <a:xfrm>
            <a:off x="7206845" y="3719148"/>
            <a:ext cx="68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398c09df87e_0_1475"/>
          <p:cNvSpPr txBox="1"/>
          <p:nvPr/>
        </p:nvSpPr>
        <p:spPr>
          <a:xfrm>
            <a:off x="7999694" y="6264947"/>
            <a:ext cx="8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1" name="Google Shape;1071;g398c09df87e_0_1498"/>
          <p:cNvGraphicFramePr/>
          <p:nvPr/>
        </p:nvGraphicFramePr>
        <p:xfrm>
          <a:off x="842937" y="26894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731525"/>
                <a:gridCol w="731525"/>
                <a:gridCol w="957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90%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82%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75%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68%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43%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30%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072" name="Google Shape;1072;g398c09df87e_0_1498"/>
          <p:cNvSpPr txBox="1"/>
          <p:nvPr/>
        </p:nvSpPr>
        <p:spPr>
          <a:xfrm>
            <a:off x="3755804" y="3249765"/>
            <a:ext cx="1314600" cy="29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4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g398c09df87e_0_1498"/>
          <p:cNvSpPr/>
          <p:nvPr/>
        </p:nvSpPr>
        <p:spPr>
          <a:xfrm>
            <a:off x="7999694" y="2978150"/>
            <a:ext cx="119400" cy="5889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g398c09df87e_0_1498"/>
          <p:cNvSpPr txBox="1"/>
          <p:nvPr/>
        </p:nvSpPr>
        <p:spPr>
          <a:xfrm>
            <a:off x="8088493" y="3119953"/>
            <a:ext cx="83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5" name="Google Shape;1075;g398c09df87e_0_1498"/>
          <p:cNvCxnSpPr/>
          <p:nvPr/>
        </p:nvCxnSpPr>
        <p:spPr>
          <a:xfrm flipH="1" rot="10800000">
            <a:off x="4474413" y="3797280"/>
            <a:ext cx="977100" cy="162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6" name="Google Shape;1076;g398c09df87e_0_1498"/>
          <p:cNvSpPr txBox="1"/>
          <p:nvPr/>
        </p:nvSpPr>
        <p:spPr>
          <a:xfrm>
            <a:off x="4087555" y="5518696"/>
            <a:ext cx="2538000" cy="291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2498" l="-23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98c09df87e_0_1498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98c09df87e_0_1498"/>
          <p:cNvSpPr/>
          <p:nvPr/>
        </p:nvSpPr>
        <p:spPr>
          <a:xfrm>
            <a:off x="2992074" y="834034"/>
            <a:ext cx="326100" cy="3078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398c09df87e_0_1498"/>
          <p:cNvSpPr/>
          <p:nvPr/>
        </p:nvSpPr>
        <p:spPr>
          <a:xfrm>
            <a:off x="3540759" y="834034"/>
            <a:ext cx="326100" cy="3078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98c09df87e_0_1498"/>
          <p:cNvSpPr/>
          <p:nvPr/>
        </p:nvSpPr>
        <p:spPr>
          <a:xfrm>
            <a:off x="4087206" y="825645"/>
            <a:ext cx="326100" cy="3078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98c09df87e_0_1498"/>
          <p:cNvSpPr/>
          <p:nvPr/>
        </p:nvSpPr>
        <p:spPr>
          <a:xfrm>
            <a:off x="4591142" y="820692"/>
            <a:ext cx="326100" cy="3078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398c09df87e_0_1498"/>
          <p:cNvSpPr/>
          <p:nvPr/>
        </p:nvSpPr>
        <p:spPr>
          <a:xfrm>
            <a:off x="5796132" y="823594"/>
            <a:ext cx="326100" cy="307800"/>
          </a:xfrm>
          <a:prstGeom prst="ellipse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g398c09df87e_0_1498"/>
          <p:cNvCxnSpPr/>
          <p:nvPr/>
        </p:nvCxnSpPr>
        <p:spPr>
          <a:xfrm>
            <a:off x="2946400" y="1268261"/>
            <a:ext cx="330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84" name="Google Shape;1084;g398c09df87e_0_1498"/>
          <p:cNvSpPr txBox="1"/>
          <p:nvPr/>
        </p:nvSpPr>
        <p:spPr>
          <a:xfrm>
            <a:off x="2489597" y="1346998"/>
            <a:ext cx="1026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398c09df87e_0_1498"/>
          <p:cNvSpPr txBox="1"/>
          <p:nvPr/>
        </p:nvSpPr>
        <p:spPr>
          <a:xfrm>
            <a:off x="5796132" y="1339304"/>
            <a:ext cx="1085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98c09df87e_0_1498"/>
          <p:cNvSpPr/>
          <p:nvPr/>
        </p:nvSpPr>
        <p:spPr>
          <a:xfrm>
            <a:off x="2837612" y="788950"/>
            <a:ext cx="3468000" cy="381300"/>
          </a:xfrm>
          <a:prstGeom prst="bracketPair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98c09df87e_0_1498"/>
          <p:cNvSpPr txBox="1"/>
          <p:nvPr/>
        </p:nvSpPr>
        <p:spPr>
          <a:xfrm>
            <a:off x="5016095" y="788950"/>
            <a:ext cx="68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8" name="Google Shape;1088;g398c09df87e_0_1498"/>
          <p:cNvCxnSpPr/>
          <p:nvPr/>
        </p:nvCxnSpPr>
        <p:spPr>
          <a:xfrm rot="5400000">
            <a:off x="1431047" y="1267796"/>
            <a:ext cx="1156200" cy="960900"/>
          </a:xfrm>
          <a:prstGeom prst="curved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1089" name="Google Shape;1089;g398c09df87e_0_1498"/>
          <p:cNvGraphicFramePr/>
          <p:nvPr/>
        </p:nvGraphicFramePr>
        <p:xfrm>
          <a:off x="5515245" y="26894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731525"/>
                <a:gridCol w="731525"/>
                <a:gridCol w="957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7F7F7F"/>
                          </a:solidFill>
                        </a:rPr>
                        <a:t>90%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7F7F7F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7F7F7F"/>
                          </a:solidFill>
                        </a:rPr>
                        <a:t>82%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7F7F7F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75%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68%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43%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30%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cxnSp>
        <p:nvCxnSpPr>
          <p:cNvPr id="1090" name="Google Shape;1090;g398c09df87e_0_1498"/>
          <p:cNvCxnSpPr/>
          <p:nvPr/>
        </p:nvCxnSpPr>
        <p:spPr>
          <a:xfrm>
            <a:off x="3540759" y="3545304"/>
            <a:ext cx="16107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91" name="Google Shape;1091;g398c09df87e_0_1498"/>
          <p:cNvSpPr txBox="1"/>
          <p:nvPr/>
        </p:nvSpPr>
        <p:spPr>
          <a:xfrm>
            <a:off x="5331218" y="2408320"/>
            <a:ext cx="289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set of approximate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98c09df87e_0_1523"/>
          <p:cNvSpPr/>
          <p:nvPr/>
        </p:nvSpPr>
        <p:spPr>
          <a:xfrm>
            <a:off x="4017522" y="1636082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population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(duplication)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g398c09df87e_0_1523"/>
          <p:cNvCxnSpPr>
            <a:stCxn id="1099" idx="4"/>
            <a:endCxn id="1097" idx="1"/>
          </p:cNvCxnSpPr>
          <p:nvPr/>
        </p:nvCxnSpPr>
        <p:spPr>
          <a:xfrm flipH="1" rot="10800000">
            <a:off x="3213097" y="1843722"/>
            <a:ext cx="8043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0" name="Google Shape;1100;g398c09df87e_0_1523"/>
          <p:cNvSpPr/>
          <p:nvPr/>
        </p:nvSpPr>
        <p:spPr>
          <a:xfrm>
            <a:off x="4017521" y="875834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1" name="Google Shape;1101;g398c09df87e_0_1523"/>
          <p:cNvCxnSpPr>
            <a:stCxn id="1100" idx="2"/>
            <a:endCxn id="1097" idx="0"/>
          </p:cNvCxnSpPr>
          <p:nvPr/>
        </p:nvCxnSpPr>
        <p:spPr>
          <a:xfrm>
            <a:off x="4820921" y="1291334"/>
            <a:ext cx="0" cy="3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2" name="Google Shape;1102;g398c09df87e_0_1523"/>
          <p:cNvSpPr/>
          <p:nvPr/>
        </p:nvSpPr>
        <p:spPr>
          <a:xfrm>
            <a:off x="4017517" y="3172053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solutions on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application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3" name="Google Shape;1103;g398c09df87e_0_1523"/>
          <p:cNvCxnSpPr>
            <a:stCxn id="1097" idx="2"/>
            <a:endCxn id="1104" idx="0"/>
          </p:cNvCxnSpPr>
          <p:nvPr/>
        </p:nvCxnSpPr>
        <p:spPr>
          <a:xfrm>
            <a:off x="4820922" y="2051582"/>
            <a:ext cx="0" cy="35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5" name="Google Shape;1105;g398c09df87e_0_1523"/>
          <p:cNvSpPr/>
          <p:nvPr/>
        </p:nvSpPr>
        <p:spPr>
          <a:xfrm>
            <a:off x="3861795" y="4776267"/>
            <a:ext cx="1918146" cy="415384"/>
          </a:xfrm>
          <a:prstGeom prst="flowChartDecision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g398c09df87e_0_1523"/>
          <p:cNvSpPr/>
          <p:nvPr/>
        </p:nvSpPr>
        <p:spPr>
          <a:xfrm>
            <a:off x="4017519" y="3974160"/>
            <a:ext cx="1606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7" name="Google Shape;1107;g398c09df87e_0_1523"/>
          <p:cNvCxnSpPr>
            <a:stCxn id="1102" idx="2"/>
            <a:endCxn id="1106" idx="0"/>
          </p:cNvCxnSpPr>
          <p:nvPr/>
        </p:nvCxnSpPr>
        <p:spPr>
          <a:xfrm>
            <a:off x="4820917" y="3587553"/>
            <a:ext cx="0" cy="38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8" name="Google Shape;1108;g398c09df87e_0_1523"/>
          <p:cNvCxnSpPr>
            <a:stCxn id="1105" idx="2"/>
            <a:endCxn id="1109" idx="0"/>
          </p:cNvCxnSpPr>
          <p:nvPr/>
        </p:nvCxnSpPr>
        <p:spPr>
          <a:xfrm>
            <a:off x="4820868" y="5191651"/>
            <a:ext cx="0" cy="43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4" name="Google Shape;1104;g398c09df87e_0_1523"/>
          <p:cNvSpPr/>
          <p:nvPr/>
        </p:nvSpPr>
        <p:spPr>
          <a:xfrm>
            <a:off x="4017518" y="2401844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new population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0" name="Google Shape;1110;g398c09df87e_0_1523"/>
          <p:cNvCxnSpPr>
            <a:stCxn id="1106" idx="2"/>
            <a:endCxn id="1105" idx="0"/>
          </p:cNvCxnSpPr>
          <p:nvPr/>
        </p:nvCxnSpPr>
        <p:spPr>
          <a:xfrm>
            <a:off x="4820919" y="4389660"/>
            <a:ext cx="0" cy="38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1" name="Google Shape;1111;g398c09df87e_0_1523"/>
          <p:cNvCxnSpPr>
            <a:stCxn id="1105" idx="3"/>
            <a:endCxn id="1104" idx="3"/>
          </p:cNvCxnSpPr>
          <p:nvPr/>
        </p:nvCxnSpPr>
        <p:spPr>
          <a:xfrm rot="10800000">
            <a:off x="5624241" y="2609459"/>
            <a:ext cx="155700" cy="2374500"/>
          </a:xfrm>
          <a:prstGeom prst="bentConnector3">
            <a:avLst>
              <a:gd fmla="val -38388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2" name="Google Shape;1112;g398c09df87e_0_1523"/>
          <p:cNvSpPr txBox="1"/>
          <p:nvPr/>
        </p:nvSpPr>
        <p:spPr>
          <a:xfrm>
            <a:off x="4820868" y="5212279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g398c09df87e_0_1523"/>
          <p:cNvSpPr txBox="1"/>
          <p:nvPr/>
        </p:nvSpPr>
        <p:spPr>
          <a:xfrm>
            <a:off x="5702079" y="4709041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398c09df87e_0_1523"/>
          <p:cNvSpPr/>
          <p:nvPr/>
        </p:nvSpPr>
        <p:spPr>
          <a:xfrm>
            <a:off x="4017520" y="5631255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4" name="Google Shape;1114;g398c09df87e_0_1523"/>
          <p:cNvCxnSpPr>
            <a:stCxn id="1104" idx="2"/>
            <a:endCxn id="1102" idx="0"/>
          </p:cNvCxnSpPr>
          <p:nvPr/>
        </p:nvCxnSpPr>
        <p:spPr>
          <a:xfrm>
            <a:off x="4820918" y="2817344"/>
            <a:ext cx="0" cy="35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9" name="Google Shape;1099;g398c09df87e_0_1523"/>
          <p:cNvSpPr/>
          <p:nvPr/>
        </p:nvSpPr>
        <p:spPr>
          <a:xfrm>
            <a:off x="1405709" y="1574487"/>
            <a:ext cx="1807388" cy="548670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set of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g398c09df87e_0_1523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98c09df87e_0_1546"/>
          <p:cNvSpPr/>
          <p:nvPr/>
        </p:nvSpPr>
        <p:spPr>
          <a:xfrm>
            <a:off x="4141101" y="1591599"/>
            <a:ext cx="1606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2" name="Google Shape;1122;g398c09df87e_0_1546"/>
          <p:cNvCxnSpPr>
            <a:stCxn id="1123" idx="4"/>
            <a:endCxn id="1121" idx="1"/>
          </p:cNvCxnSpPr>
          <p:nvPr/>
        </p:nvCxnSpPr>
        <p:spPr>
          <a:xfrm>
            <a:off x="3238497" y="1799292"/>
            <a:ext cx="902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4" name="Google Shape;1124;g398c09df87e_0_1546"/>
          <p:cNvSpPr/>
          <p:nvPr/>
        </p:nvSpPr>
        <p:spPr>
          <a:xfrm>
            <a:off x="4141100" y="2351171"/>
            <a:ext cx="1606800" cy="41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5" name="Google Shape;1125;g398c09df87e_0_1546"/>
          <p:cNvCxnSpPr>
            <a:stCxn id="1121" idx="2"/>
            <a:endCxn id="1124" idx="0"/>
          </p:cNvCxnSpPr>
          <p:nvPr/>
        </p:nvCxnSpPr>
        <p:spPr>
          <a:xfrm>
            <a:off x="4944501" y="2007099"/>
            <a:ext cx="0" cy="3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6" name="Google Shape;1126;g398c09df87e_0_1546"/>
          <p:cNvSpPr/>
          <p:nvPr/>
        </p:nvSpPr>
        <p:spPr>
          <a:xfrm>
            <a:off x="4141100" y="3110743"/>
            <a:ext cx="16068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7" name="Google Shape;1127;g398c09df87e_0_1546"/>
          <p:cNvCxnSpPr>
            <a:stCxn id="1124" idx="2"/>
            <a:endCxn id="1126" idx="0"/>
          </p:cNvCxnSpPr>
          <p:nvPr/>
        </p:nvCxnSpPr>
        <p:spPr>
          <a:xfrm>
            <a:off x="4944500" y="2766671"/>
            <a:ext cx="0" cy="3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28" name="Google Shape;1128;g398c09df87e_0_1546"/>
          <p:cNvSpPr/>
          <p:nvPr/>
        </p:nvSpPr>
        <p:spPr>
          <a:xfrm>
            <a:off x="4141100" y="864672"/>
            <a:ext cx="16068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9" name="Google Shape;1129;g398c09df87e_0_1546"/>
          <p:cNvCxnSpPr>
            <a:stCxn id="1128" idx="2"/>
            <a:endCxn id="1121" idx="0"/>
          </p:cNvCxnSpPr>
          <p:nvPr/>
        </p:nvCxnSpPr>
        <p:spPr>
          <a:xfrm>
            <a:off x="4944500" y="1280172"/>
            <a:ext cx="0" cy="3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0" name="Google Shape;1130;g398c09df87e_0_1546"/>
          <p:cNvSpPr/>
          <p:nvPr/>
        </p:nvSpPr>
        <p:spPr>
          <a:xfrm>
            <a:off x="4141100" y="3870315"/>
            <a:ext cx="1606800" cy="415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1" name="Google Shape;1131;g398c09df87e_0_1546"/>
          <p:cNvCxnSpPr>
            <a:stCxn id="1126" idx="2"/>
            <a:endCxn id="1130" idx="0"/>
          </p:cNvCxnSpPr>
          <p:nvPr/>
        </p:nvCxnSpPr>
        <p:spPr>
          <a:xfrm>
            <a:off x="4944500" y="3526243"/>
            <a:ext cx="0" cy="34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2" name="Google Shape;1132;g398c09df87e_0_1546"/>
          <p:cNvSpPr/>
          <p:nvPr/>
        </p:nvSpPr>
        <p:spPr>
          <a:xfrm>
            <a:off x="3985375" y="4655211"/>
            <a:ext cx="1918146" cy="415384"/>
          </a:xfrm>
          <a:prstGeom prst="flowChartDecision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3" name="Google Shape;1133;g398c09df87e_0_1546"/>
          <p:cNvCxnSpPr>
            <a:stCxn id="1130" idx="2"/>
            <a:endCxn id="1132" idx="0"/>
          </p:cNvCxnSpPr>
          <p:nvPr/>
        </p:nvCxnSpPr>
        <p:spPr>
          <a:xfrm>
            <a:off x="4944500" y="4285815"/>
            <a:ext cx="0" cy="36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4" name="Google Shape;1134;g398c09df87e_0_1546"/>
          <p:cNvCxnSpPr>
            <a:stCxn id="1132" idx="1"/>
            <a:endCxn id="1124" idx="1"/>
          </p:cNvCxnSpPr>
          <p:nvPr/>
        </p:nvCxnSpPr>
        <p:spPr>
          <a:xfrm flipH="1" rot="10800000">
            <a:off x="3985375" y="2558903"/>
            <a:ext cx="155700" cy="2304000"/>
          </a:xfrm>
          <a:prstGeom prst="bentConnector3">
            <a:avLst>
              <a:gd fmla="val -50163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5" name="Google Shape;1135;g398c09df87e_0_1546"/>
          <p:cNvSpPr txBox="1"/>
          <p:nvPr/>
        </p:nvSpPr>
        <p:spPr>
          <a:xfrm>
            <a:off x="3658958" y="4616682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g398c09df87e_0_1546"/>
          <p:cNvSpPr txBox="1"/>
          <p:nvPr/>
        </p:nvSpPr>
        <p:spPr>
          <a:xfrm>
            <a:off x="5024068" y="5109124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7" name="Google Shape;1137;g398c09df87e_0_1546"/>
          <p:cNvCxnSpPr>
            <a:stCxn id="1132" idx="2"/>
            <a:endCxn id="1138" idx="0"/>
          </p:cNvCxnSpPr>
          <p:nvPr/>
        </p:nvCxnSpPr>
        <p:spPr>
          <a:xfrm>
            <a:off x="4944448" y="5070595"/>
            <a:ext cx="0" cy="38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8" name="Google Shape;1138;g398c09df87e_0_1546"/>
          <p:cNvSpPr/>
          <p:nvPr/>
        </p:nvSpPr>
        <p:spPr>
          <a:xfrm>
            <a:off x="4141099" y="5453312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 initialization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398c09df87e_0_1546"/>
          <p:cNvSpPr/>
          <p:nvPr/>
        </p:nvSpPr>
        <p:spPr>
          <a:xfrm>
            <a:off x="1431109" y="1524957"/>
            <a:ext cx="1807388" cy="548670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set of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g398c09df87e_0_1546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98c09df87e_0_1569"/>
          <p:cNvSpPr/>
          <p:nvPr/>
        </p:nvSpPr>
        <p:spPr>
          <a:xfrm>
            <a:off x="2835042" y="1812579"/>
            <a:ext cx="326100" cy="3078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g398c09df87e_0_1569"/>
          <p:cNvSpPr/>
          <p:nvPr/>
        </p:nvSpPr>
        <p:spPr>
          <a:xfrm>
            <a:off x="2351239" y="2876897"/>
            <a:ext cx="3188100" cy="258600"/>
          </a:xfrm>
          <a:prstGeom prst="bracePair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g398c09df87e_0_1569"/>
          <p:cNvSpPr/>
          <p:nvPr/>
        </p:nvSpPr>
        <p:spPr>
          <a:xfrm>
            <a:off x="2494264" y="2853047"/>
            <a:ext cx="326100" cy="3078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g398c09df87e_0_1569"/>
          <p:cNvSpPr/>
          <p:nvPr/>
        </p:nvSpPr>
        <p:spPr>
          <a:xfrm>
            <a:off x="2989849" y="2856568"/>
            <a:ext cx="326100" cy="3078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g398c09df87e_0_1569"/>
          <p:cNvSpPr/>
          <p:nvPr/>
        </p:nvSpPr>
        <p:spPr>
          <a:xfrm>
            <a:off x="3513972" y="2850218"/>
            <a:ext cx="326100" cy="3078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g398c09df87e_0_1569"/>
          <p:cNvSpPr txBox="1"/>
          <p:nvPr/>
        </p:nvSpPr>
        <p:spPr>
          <a:xfrm>
            <a:off x="4312763" y="2788692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g398c09df87e_0_1569"/>
          <p:cNvSpPr/>
          <p:nvPr/>
        </p:nvSpPr>
        <p:spPr>
          <a:xfrm rot="5400000">
            <a:off x="3922373" y="1784826"/>
            <a:ext cx="45600" cy="29196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g398c09df87e_0_1569"/>
          <p:cNvSpPr txBox="1"/>
          <p:nvPr/>
        </p:nvSpPr>
        <p:spPr>
          <a:xfrm>
            <a:off x="3580551" y="3279001"/>
            <a:ext cx="83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genes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398c09df87e_0_1569"/>
          <p:cNvSpPr txBox="1"/>
          <p:nvPr/>
        </p:nvSpPr>
        <p:spPr>
          <a:xfrm>
            <a:off x="5622219" y="2881025"/>
            <a:ext cx="88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398c09df87e_0_1569"/>
          <p:cNvSpPr/>
          <p:nvPr/>
        </p:nvSpPr>
        <p:spPr>
          <a:xfrm>
            <a:off x="2900284" y="903026"/>
            <a:ext cx="326100" cy="3078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398c09df87e_0_1569"/>
          <p:cNvSpPr/>
          <p:nvPr/>
        </p:nvSpPr>
        <p:spPr>
          <a:xfrm>
            <a:off x="3466975" y="902194"/>
            <a:ext cx="326100" cy="3078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98c09df87e_0_1569"/>
          <p:cNvSpPr/>
          <p:nvPr/>
        </p:nvSpPr>
        <p:spPr>
          <a:xfrm>
            <a:off x="4685595" y="902194"/>
            <a:ext cx="326100" cy="3078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98c09df87e_0_1569"/>
          <p:cNvSpPr/>
          <p:nvPr/>
        </p:nvSpPr>
        <p:spPr>
          <a:xfrm>
            <a:off x="2485498" y="790578"/>
            <a:ext cx="2873100" cy="532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398c09df87e_0_1569"/>
          <p:cNvSpPr txBox="1"/>
          <p:nvPr/>
        </p:nvSpPr>
        <p:spPr>
          <a:xfrm>
            <a:off x="2409996" y="495364"/>
            <a:ext cx="3165000" cy="2937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24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398c09df87e_0_1569"/>
          <p:cNvSpPr txBox="1"/>
          <p:nvPr/>
        </p:nvSpPr>
        <p:spPr>
          <a:xfrm>
            <a:off x="1382492" y="1444580"/>
            <a:ext cx="1371900" cy="291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2498" l="-4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g398c09df87e_0_1569"/>
          <p:cNvSpPr txBox="1"/>
          <p:nvPr/>
        </p:nvSpPr>
        <p:spPr>
          <a:xfrm>
            <a:off x="3448674" y="2145055"/>
            <a:ext cx="192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Duplicate by #genes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g398c09df87e_0_1569"/>
          <p:cNvSpPr/>
          <p:nvPr/>
        </p:nvSpPr>
        <p:spPr>
          <a:xfrm>
            <a:off x="2351239" y="3631529"/>
            <a:ext cx="3188100" cy="258600"/>
          </a:xfrm>
          <a:prstGeom prst="bracePair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g398c09df87e_0_1569"/>
          <p:cNvSpPr/>
          <p:nvPr/>
        </p:nvSpPr>
        <p:spPr>
          <a:xfrm>
            <a:off x="2494264" y="3607679"/>
            <a:ext cx="326100" cy="3078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g398c09df87e_0_1569"/>
          <p:cNvSpPr/>
          <p:nvPr/>
        </p:nvSpPr>
        <p:spPr>
          <a:xfrm>
            <a:off x="2989849" y="3611200"/>
            <a:ext cx="326100" cy="3078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g398c09df87e_0_1569"/>
          <p:cNvSpPr/>
          <p:nvPr/>
        </p:nvSpPr>
        <p:spPr>
          <a:xfrm>
            <a:off x="3513972" y="3604850"/>
            <a:ext cx="326100" cy="3078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g398c09df87e_0_1569"/>
          <p:cNvSpPr txBox="1"/>
          <p:nvPr/>
        </p:nvSpPr>
        <p:spPr>
          <a:xfrm>
            <a:off x="4312763" y="3543324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398c09df87e_0_1569"/>
          <p:cNvSpPr/>
          <p:nvPr/>
        </p:nvSpPr>
        <p:spPr>
          <a:xfrm rot="5400000">
            <a:off x="3922373" y="2539458"/>
            <a:ext cx="45600" cy="29196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g398c09df87e_0_1569"/>
          <p:cNvSpPr txBox="1"/>
          <p:nvPr/>
        </p:nvSpPr>
        <p:spPr>
          <a:xfrm>
            <a:off x="3580551" y="4033633"/>
            <a:ext cx="83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genes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398c09df87e_0_1569"/>
          <p:cNvSpPr txBox="1"/>
          <p:nvPr/>
        </p:nvSpPr>
        <p:spPr>
          <a:xfrm>
            <a:off x="5622219" y="3635657"/>
            <a:ext cx="88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98c09df87e_0_1569"/>
          <p:cNvSpPr/>
          <p:nvPr/>
        </p:nvSpPr>
        <p:spPr>
          <a:xfrm>
            <a:off x="2351239" y="5311674"/>
            <a:ext cx="3188100" cy="258600"/>
          </a:xfrm>
          <a:prstGeom prst="bracePair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g398c09df87e_0_1569"/>
          <p:cNvSpPr/>
          <p:nvPr/>
        </p:nvSpPr>
        <p:spPr>
          <a:xfrm>
            <a:off x="2494264" y="5287824"/>
            <a:ext cx="326100" cy="3078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398c09df87e_0_1569"/>
          <p:cNvSpPr/>
          <p:nvPr/>
        </p:nvSpPr>
        <p:spPr>
          <a:xfrm>
            <a:off x="2989849" y="5291345"/>
            <a:ext cx="326100" cy="3078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g398c09df87e_0_1569"/>
          <p:cNvSpPr/>
          <p:nvPr/>
        </p:nvSpPr>
        <p:spPr>
          <a:xfrm>
            <a:off x="3513972" y="5284995"/>
            <a:ext cx="326100" cy="3078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g398c09df87e_0_1569"/>
          <p:cNvSpPr txBox="1"/>
          <p:nvPr/>
        </p:nvSpPr>
        <p:spPr>
          <a:xfrm>
            <a:off x="4312763" y="5223469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g398c09df87e_0_1569"/>
          <p:cNvSpPr/>
          <p:nvPr/>
        </p:nvSpPr>
        <p:spPr>
          <a:xfrm rot="5400000">
            <a:off x="3922373" y="4219603"/>
            <a:ext cx="45600" cy="29196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g398c09df87e_0_1569"/>
          <p:cNvSpPr txBox="1"/>
          <p:nvPr/>
        </p:nvSpPr>
        <p:spPr>
          <a:xfrm>
            <a:off x="3580551" y="5713778"/>
            <a:ext cx="83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genes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398c09df87e_0_1569"/>
          <p:cNvSpPr txBox="1"/>
          <p:nvPr/>
        </p:nvSpPr>
        <p:spPr>
          <a:xfrm>
            <a:off x="5622219" y="5315802"/>
            <a:ext cx="177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N-1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g398c09df87e_0_1569"/>
          <p:cNvSpPr txBox="1"/>
          <p:nvPr/>
        </p:nvSpPr>
        <p:spPr>
          <a:xfrm rot="5400000">
            <a:off x="3600568" y="4368709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398c09df87e_0_1569"/>
          <p:cNvSpPr/>
          <p:nvPr/>
        </p:nvSpPr>
        <p:spPr>
          <a:xfrm>
            <a:off x="6719676" y="2815902"/>
            <a:ext cx="103800" cy="28635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g398c09df87e_0_1569"/>
          <p:cNvSpPr txBox="1"/>
          <p:nvPr/>
        </p:nvSpPr>
        <p:spPr>
          <a:xfrm>
            <a:off x="6867413" y="4109182"/>
            <a:ext cx="1896000" cy="2769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1521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0" name="Google Shape;1180;g398c09df87e_0_1569"/>
          <p:cNvCxnSpPr>
            <a:stCxn id="1154" idx="2"/>
            <a:endCxn id="1145" idx="2"/>
          </p:cNvCxnSpPr>
          <p:nvPr/>
        </p:nvCxnSpPr>
        <p:spPr>
          <a:xfrm flipH="1">
            <a:off x="2835184" y="1056926"/>
            <a:ext cx="65100" cy="909600"/>
          </a:xfrm>
          <a:prstGeom prst="curvedConnector3">
            <a:avLst>
              <a:gd fmla="val 45137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181" name="Google Shape;1181;g398c09df87e_0_1569"/>
          <p:cNvCxnSpPr>
            <a:stCxn id="1145" idx="4"/>
            <a:endCxn id="1147" idx="0"/>
          </p:cNvCxnSpPr>
          <p:nvPr/>
        </p:nvCxnSpPr>
        <p:spPr>
          <a:xfrm rot="5400000">
            <a:off x="2461392" y="2316279"/>
            <a:ext cx="732600" cy="340800"/>
          </a:xfrm>
          <a:prstGeom prst="curvedConnector3">
            <a:avLst>
              <a:gd fmla="val 50004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182" name="Google Shape;1182;g398c09df87e_0_1569"/>
          <p:cNvCxnSpPr>
            <a:stCxn id="1145" idx="4"/>
            <a:endCxn id="1148" idx="0"/>
          </p:cNvCxnSpPr>
          <p:nvPr/>
        </p:nvCxnSpPr>
        <p:spPr>
          <a:xfrm flipH="1" rot="-5400000">
            <a:off x="2707392" y="2411079"/>
            <a:ext cx="736200" cy="1548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183" name="Google Shape;1183;g398c09df87e_0_1569"/>
          <p:cNvCxnSpPr>
            <a:stCxn id="1145" idx="4"/>
            <a:endCxn id="1149" idx="0"/>
          </p:cNvCxnSpPr>
          <p:nvPr/>
        </p:nvCxnSpPr>
        <p:spPr>
          <a:xfrm flipH="1" rot="-5400000">
            <a:off x="2972592" y="2145879"/>
            <a:ext cx="729900" cy="678900"/>
          </a:xfrm>
          <a:prstGeom prst="curvedConnector3">
            <a:avLst>
              <a:gd fmla="val 4999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184" name="Google Shape;1184;g398c09df87e_0_1569"/>
          <p:cNvCxnSpPr>
            <a:stCxn id="1145" idx="4"/>
            <a:endCxn id="1150" idx="0"/>
          </p:cNvCxnSpPr>
          <p:nvPr/>
        </p:nvCxnSpPr>
        <p:spPr>
          <a:xfrm flipH="1" rot="-5400000">
            <a:off x="3463992" y="1654479"/>
            <a:ext cx="668400" cy="1600200"/>
          </a:xfrm>
          <a:prstGeom prst="curvedConnector3">
            <a:avLst>
              <a:gd fmla="val 49993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185" name="Google Shape;1185;g398c09df87e_0_1569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398c09df87e_0_1569"/>
          <p:cNvSpPr txBox="1"/>
          <p:nvPr/>
        </p:nvSpPr>
        <p:spPr>
          <a:xfrm>
            <a:off x="3992480" y="844183"/>
            <a:ext cx="5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98c09df87e_0_1615"/>
          <p:cNvSpPr/>
          <p:nvPr/>
        </p:nvSpPr>
        <p:spPr>
          <a:xfrm>
            <a:off x="1852092" y="220222"/>
            <a:ext cx="1606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g398c09df87e_0_1615"/>
          <p:cNvSpPr/>
          <p:nvPr/>
        </p:nvSpPr>
        <p:spPr>
          <a:xfrm>
            <a:off x="3802338" y="220222"/>
            <a:ext cx="1606800" cy="41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4" name="Google Shape;1194;g398c09df87e_0_1615"/>
          <p:cNvCxnSpPr>
            <a:stCxn id="1192" idx="3"/>
            <a:endCxn id="1193" idx="1"/>
          </p:cNvCxnSpPr>
          <p:nvPr/>
        </p:nvCxnSpPr>
        <p:spPr>
          <a:xfrm>
            <a:off x="3458892" y="427972"/>
            <a:ext cx="34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5" name="Google Shape;1195;g398c09df87e_0_1615"/>
          <p:cNvSpPr/>
          <p:nvPr/>
        </p:nvSpPr>
        <p:spPr>
          <a:xfrm>
            <a:off x="3802338" y="838662"/>
            <a:ext cx="16068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g398c09df87e_0_1615"/>
          <p:cNvCxnSpPr>
            <a:stCxn id="1193" idx="2"/>
            <a:endCxn id="1195" idx="0"/>
          </p:cNvCxnSpPr>
          <p:nvPr/>
        </p:nvCxnSpPr>
        <p:spPr>
          <a:xfrm>
            <a:off x="4605738" y="635722"/>
            <a:ext cx="0" cy="20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97" name="Google Shape;1197;g398c09df87e_0_1615"/>
          <p:cNvGrpSpPr/>
          <p:nvPr/>
        </p:nvGrpSpPr>
        <p:grpSpPr>
          <a:xfrm>
            <a:off x="3646610" y="2033680"/>
            <a:ext cx="1918146" cy="415384"/>
            <a:chOff x="3709395" y="4522267"/>
            <a:chExt cx="1918146" cy="415384"/>
          </a:xfrm>
        </p:grpSpPr>
        <p:sp>
          <p:nvSpPr>
            <p:cNvPr id="1198" name="Google Shape;1198;g398c09df87e_0_1615"/>
            <p:cNvSpPr/>
            <p:nvPr/>
          </p:nvSpPr>
          <p:spPr>
            <a:xfrm>
              <a:off x="3709395" y="4522267"/>
              <a:ext cx="1918146" cy="415384"/>
            </a:xfrm>
            <a:prstGeom prst="flowChartDecision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98c09df87e_0_1615"/>
            <p:cNvSpPr txBox="1"/>
            <p:nvPr/>
          </p:nvSpPr>
          <p:spPr>
            <a:xfrm>
              <a:off x="4055159" y="4606848"/>
              <a:ext cx="1226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 approximate?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00" name="Google Shape;1200;g398c09df87e_0_1615"/>
          <p:cNvCxnSpPr>
            <a:stCxn id="1195" idx="2"/>
            <a:endCxn id="1201" idx="0"/>
          </p:cNvCxnSpPr>
          <p:nvPr/>
        </p:nvCxnSpPr>
        <p:spPr>
          <a:xfrm>
            <a:off x="4605738" y="1254162"/>
            <a:ext cx="900" cy="19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2" name="Google Shape;1202;g398c09df87e_0_1615"/>
          <p:cNvCxnSpPr>
            <a:stCxn id="1198" idx="2"/>
            <a:endCxn id="1203" idx="0"/>
          </p:cNvCxnSpPr>
          <p:nvPr/>
        </p:nvCxnSpPr>
        <p:spPr>
          <a:xfrm>
            <a:off x="4605683" y="2449064"/>
            <a:ext cx="0" cy="29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4" name="Google Shape;1204;g398c09df87e_0_1615"/>
          <p:cNvSpPr txBox="1"/>
          <p:nvPr/>
        </p:nvSpPr>
        <p:spPr>
          <a:xfrm>
            <a:off x="4605683" y="2429799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g398c09df87e_0_1615"/>
          <p:cNvSpPr/>
          <p:nvPr/>
        </p:nvSpPr>
        <p:spPr>
          <a:xfrm>
            <a:off x="3803349" y="1446352"/>
            <a:ext cx="16068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5" name="Google Shape;1205;g398c09df87e_0_1615"/>
          <p:cNvCxnSpPr>
            <a:stCxn id="1201" idx="2"/>
            <a:endCxn id="1198" idx="0"/>
          </p:cNvCxnSpPr>
          <p:nvPr/>
        </p:nvCxnSpPr>
        <p:spPr>
          <a:xfrm flipH="1">
            <a:off x="4605549" y="1861852"/>
            <a:ext cx="1200" cy="17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3" name="Google Shape;1203;g398c09df87e_0_1615"/>
          <p:cNvSpPr/>
          <p:nvPr/>
        </p:nvSpPr>
        <p:spPr>
          <a:xfrm>
            <a:off x="3802334" y="2740233"/>
            <a:ext cx="1606800" cy="415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4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6" name="Google Shape;1206;g398c09df87e_0_1615"/>
          <p:cNvGrpSpPr/>
          <p:nvPr/>
        </p:nvGrpSpPr>
        <p:grpSpPr>
          <a:xfrm>
            <a:off x="3646609" y="3388977"/>
            <a:ext cx="1918146" cy="415384"/>
            <a:chOff x="3709395" y="4522267"/>
            <a:chExt cx="1918146" cy="415384"/>
          </a:xfrm>
        </p:grpSpPr>
        <p:sp>
          <p:nvSpPr>
            <p:cNvPr id="1207" name="Google Shape;1207;g398c09df87e_0_1615"/>
            <p:cNvSpPr/>
            <p:nvPr/>
          </p:nvSpPr>
          <p:spPr>
            <a:xfrm>
              <a:off x="3709395" y="4522267"/>
              <a:ext cx="1918146" cy="415384"/>
            </a:xfrm>
            <a:prstGeom prst="flowChartDecision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398c09df87e_0_1615"/>
            <p:cNvSpPr txBox="1"/>
            <p:nvPr/>
          </p:nvSpPr>
          <p:spPr>
            <a:xfrm>
              <a:off x="4399005" y="4606848"/>
              <a:ext cx="538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Valid?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09" name="Google Shape;1209;g398c09df87e_0_1615"/>
          <p:cNvCxnSpPr>
            <a:stCxn id="1203" idx="2"/>
            <a:endCxn id="1207" idx="0"/>
          </p:cNvCxnSpPr>
          <p:nvPr/>
        </p:nvCxnSpPr>
        <p:spPr>
          <a:xfrm>
            <a:off x="4605734" y="3155733"/>
            <a:ext cx="0" cy="23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0" name="Google Shape;1210;g398c09df87e_0_1615"/>
          <p:cNvCxnSpPr>
            <a:stCxn id="1207" idx="3"/>
            <a:endCxn id="1203" idx="3"/>
          </p:cNvCxnSpPr>
          <p:nvPr/>
        </p:nvCxnSpPr>
        <p:spPr>
          <a:xfrm rot="10800000">
            <a:off x="5409055" y="2948069"/>
            <a:ext cx="155700" cy="648600"/>
          </a:xfrm>
          <a:prstGeom prst="bentConnector3">
            <a:avLst>
              <a:gd fmla="val -14682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1" name="Google Shape;1211;g398c09df87e_0_1615"/>
          <p:cNvSpPr txBox="1"/>
          <p:nvPr/>
        </p:nvSpPr>
        <p:spPr>
          <a:xfrm>
            <a:off x="5486893" y="3640257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2" name="Google Shape;1212;g398c09df87e_0_1615"/>
          <p:cNvCxnSpPr>
            <a:stCxn id="1207" idx="2"/>
            <a:endCxn id="1213" idx="0"/>
          </p:cNvCxnSpPr>
          <p:nvPr/>
        </p:nvCxnSpPr>
        <p:spPr>
          <a:xfrm>
            <a:off x="4605682" y="3804361"/>
            <a:ext cx="0" cy="2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4" name="Google Shape;1214;g398c09df87e_0_1615"/>
          <p:cNvSpPr txBox="1"/>
          <p:nvPr/>
        </p:nvSpPr>
        <p:spPr>
          <a:xfrm>
            <a:off x="4605683" y="3763367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g398c09df87e_0_1615"/>
          <p:cNvSpPr/>
          <p:nvPr/>
        </p:nvSpPr>
        <p:spPr>
          <a:xfrm>
            <a:off x="3802335" y="4041994"/>
            <a:ext cx="16068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approximation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by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g398c09df87e_0_1615"/>
          <p:cNvSpPr/>
          <p:nvPr/>
        </p:nvSpPr>
        <p:spPr>
          <a:xfrm>
            <a:off x="3802335" y="4710308"/>
            <a:ext cx="1606800" cy="4155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40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6" name="Google Shape;1216;g398c09df87e_0_1615"/>
          <p:cNvCxnSpPr>
            <a:stCxn id="1213" idx="2"/>
            <a:endCxn id="1215" idx="0"/>
          </p:cNvCxnSpPr>
          <p:nvPr/>
        </p:nvCxnSpPr>
        <p:spPr>
          <a:xfrm>
            <a:off x="4605735" y="4457494"/>
            <a:ext cx="0" cy="25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7" name="Google Shape;1217;g398c09df87e_0_1615"/>
          <p:cNvSpPr/>
          <p:nvPr/>
        </p:nvSpPr>
        <p:spPr>
          <a:xfrm>
            <a:off x="3802334" y="5376228"/>
            <a:ext cx="1606800" cy="4155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8" name="Google Shape;1218;g398c09df87e_0_1615"/>
          <p:cNvGrpSpPr/>
          <p:nvPr/>
        </p:nvGrpSpPr>
        <p:grpSpPr>
          <a:xfrm>
            <a:off x="3646609" y="6057253"/>
            <a:ext cx="1918146" cy="415384"/>
            <a:chOff x="3709395" y="4522267"/>
            <a:chExt cx="1918146" cy="415384"/>
          </a:xfrm>
        </p:grpSpPr>
        <p:sp>
          <p:nvSpPr>
            <p:cNvPr id="1219" name="Google Shape;1219;g398c09df87e_0_1615"/>
            <p:cNvSpPr/>
            <p:nvPr/>
          </p:nvSpPr>
          <p:spPr>
            <a:xfrm>
              <a:off x="3709395" y="4522267"/>
              <a:ext cx="1918146" cy="415384"/>
            </a:xfrm>
            <a:prstGeom prst="flowChartDecision">
              <a:avLst/>
            </a:prstGeom>
            <a:noFill/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g398c09df87e_0_1615"/>
            <p:cNvSpPr txBox="1"/>
            <p:nvPr/>
          </p:nvSpPr>
          <p:spPr>
            <a:xfrm>
              <a:off x="4195200" y="4606848"/>
              <a:ext cx="946500" cy="246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2498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21" name="Google Shape;1221;g398c09df87e_0_1615"/>
          <p:cNvCxnSpPr>
            <a:stCxn id="1215" idx="2"/>
            <a:endCxn id="1217" idx="0"/>
          </p:cNvCxnSpPr>
          <p:nvPr/>
        </p:nvCxnSpPr>
        <p:spPr>
          <a:xfrm>
            <a:off x="4605735" y="5125808"/>
            <a:ext cx="0" cy="25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2" name="Google Shape;1222;g398c09df87e_0_1615"/>
          <p:cNvCxnSpPr>
            <a:stCxn id="1198" idx="3"/>
            <a:endCxn id="1217" idx="3"/>
          </p:cNvCxnSpPr>
          <p:nvPr/>
        </p:nvCxnSpPr>
        <p:spPr>
          <a:xfrm flipH="1">
            <a:off x="5409056" y="2241372"/>
            <a:ext cx="155700" cy="3342600"/>
          </a:xfrm>
          <a:prstGeom prst="bentConnector3">
            <a:avLst>
              <a:gd fmla="val -37580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3" name="Google Shape;1223;g398c09df87e_0_1615"/>
          <p:cNvSpPr txBox="1"/>
          <p:nvPr/>
        </p:nvSpPr>
        <p:spPr>
          <a:xfrm>
            <a:off x="5446579" y="2018128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4" name="Google Shape;1224;g398c09df87e_0_1615"/>
          <p:cNvCxnSpPr>
            <a:stCxn id="1217" idx="2"/>
            <a:endCxn id="1219" idx="0"/>
          </p:cNvCxnSpPr>
          <p:nvPr/>
        </p:nvCxnSpPr>
        <p:spPr>
          <a:xfrm>
            <a:off x="4605734" y="5791728"/>
            <a:ext cx="0" cy="26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5" name="Google Shape;1225;g398c09df87e_0_1615"/>
          <p:cNvCxnSpPr>
            <a:stCxn id="1219" idx="1"/>
            <a:endCxn id="1195" idx="1"/>
          </p:cNvCxnSpPr>
          <p:nvPr/>
        </p:nvCxnSpPr>
        <p:spPr>
          <a:xfrm flipH="1" rot="10800000">
            <a:off x="3646609" y="1046445"/>
            <a:ext cx="155700" cy="5218500"/>
          </a:xfrm>
          <a:prstGeom prst="bentConnector3">
            <a:avLst>
              <a:gd fmla="val -37311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6" name="Google Shape;1226;g398c09df87e_0_1615"/>
          <p:cNvSpPr txBox="1"/>
          <p:nvPr/>
        </p:nvSpPr>
        <p:spPr>
          <a:xfrm>
            <a:off x="3241317" y="6006535"/>
            <a:ext cx="40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398c09df87e_0_1615"/>
          <p:cNvSpPr/>
          <p:nvPr/>
        </p:nvSpPr>
        <p:spPr>
          <a:xfrm>
            <a:off x="6136070" y="6057253"/>
            <a:ext cx="1606800" cy="4155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8" name="Google Shape;1228;g398c09df87e_0_1615"/>
          <p:cNvCxnSpPr>
            <a:stCxn id="1219" idx="3"/>
            <a:endCxn id="1227" idx="1"/>
          </p:cNvCxnSpPr>
          <p:nvPr/>
        </p:nvCxnSpPr>
        <p:spPr>
          <a:xfrm>
            <a:off x="5564755" y="6264945"/>
            <a:ext cx="571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9" name="Google Shape;1229;g398c09df87e_0_1615"/>
          <p:cNvSpPr txBox="1"/>
          <p:nvPr/>
        </p:nvSpPr>
        <p:spPr>
          <a:xfrm>
            <a:off x="5461975" y="6016259"/>
            <a:ext cx="34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g398c09df87e_0_1615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g398c09df87e_0_1658"/>
          <p:cNvGrpSpPr/>
          <p:nvPr/>
        </p:nvGrpSpPr>
        <p:grpSpPr>
          <a:xfrm>
            <a:off x="1552650" y="1255956"/>
            <a:ext cx="1387128" cy="262980"/>
            <a:chOff x="2113176" y="1655041"/>
            <a:chExt cx="1541253" cy="292200"/>
          </a:xfrm>
        </p:grpSpPr>
        <p:sp>
          <p:nvSpPr>
            <p:cNvPr id="1237" name="Google Shape;1237;g398c09df87e_0_1658"/>
            <p:cNvSpPr/>
            <p:nvPr/>
          </p:nvSpPr>
          <p:spPr>
            <a:xfrm>
              <a:off x="2113176" y="165504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398c09df87e_0_1658"/>
            <p:cNvSpPr/>
            <p:nvPr/>
          </p:nvSpPr>
          <p:spPr>
            <a:xfrm>
              <a:off x="2529527" y="165504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g398c09df87e_0_1658"/>
            <p:cNvSpPr/>
            <p:nvPr/>
          </p:nvSpPr>
          <p:spPr>
            <a:xfrm>
              <a:off x="2945878" y="165504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g398c09df87e_0_1658"/>
            <p:cNvSpPr/>
            <p:nvPr/>
          </p:nvSpPr>
          <p:spPr>
            <a:xfrm>
              <a:off x="3362229" y="165504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1" name="Google Shape;1241;g398c09df87e_0_1658"/>
          <p:cNvSpPr/>
          <p:nvPr/>
        </p:nvSpPr>
        <p:spPr>
          <a:xfrm>
            <a:off x="1425390" y="1149904"/>
            <a:ext cx="1645800" cy="475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g398c09df87e_0_1658"/>
          <p:cNvSpPr txBox="1"/>
          <p:nvPr/>
        </p:nvSpPr>
        <p:spPr>
          <a:xfrm>
            <a:off x="1371475" y="873885"/>
            <a:ext cx="211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Approximate operators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g398c09df87e_0_1658"/>
          <p:cNvSpPr/>
          <p:nvPr/>
        </p:nvSpPr>
        <p:spPr>
          <a:xfrm>
            <a:off x="3901911" y="1148185"/>
            <a:ext cx="3520800" cy="463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g398c09df87e_0_1658"/>
          <p:cNvSpPr txBox="1"/>
          <p:nvPr/>
        </p:nvSpPr>
        <p:spPr>
          <a:xfrm>
            <a:off x="3827451" y="860665"/>
            <a:ext cx="15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Population (current)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5" name="Google Shape;1245;g398c09df87e_0_1658"/>
          <p:cNvGrpSpPr/>
          <p:nvPr/>
        </p:nvGrpSpPr>
        <p:grpSpPr>
          <a:xfrm>
            <a:off x="1646135" y="2643060"/>
            <a:ext cx="1249655" cy="312414"/>
            <a:chOff x="4874083" y="1657855"/>
            <a:chExt cx="1388506" cy="347126"/>
          </a:xfrm>
        </p:grpSpPr>
        <p:grpSp>
          <p:nvGrpSpPr>
            <p:cNvPr id="1246" name="Google Shape;1246;g398c09df87e_0_1658"/>
            <p:cNvGrpSpPr/>
            <p:nvPr/>
          </p:nvGrpSpPr>
          <p:grpSpPr>
            <a:xfrm>
              <a:off x="4874083" y="1657855"/>
              <a:ext cx="1388506" cy="347126"/>
              <a:chOff x="5976594" y="1753386"/>
              <a:chExt cx="1152000" cy="288000"/>
            </a:xfrm>
          </p:grpSpPr>
          <p:sp>
            <p:nvSpPr>
              <p:cNvPr id="1247" name="Google Shape;1247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1" name="Google Shape;1251;g398c09df87e_0_1658"/>
            <p:cNvSpPr/>
            <p:nvPr/>
          </p:nvSpPr>
          <p:spPr>
            <a:xfrm>
              <a:off x="4906878" y="169022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g398c09df87e_0_1658"/>
            <p:cNvSpPr/>
            <p:nvPr/>
          </p:nvSpPr>
          <p:spPr>
            <a:xfrm>
              <a:off x="5253992" y="1693584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398c09df87e_0_1658"/>
            <p:cNvSpPr/>
            <p:nvPr/>
          </p:nvSpPr>
          <p:spPr>
            <a:xfrm>
              <a:off x="5595495" y="169083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g398c09df87e_0_1658"/>
            <p:cNvSpPr/>
            <p:nvPr/>
          </p:nvSpPr>
          <p:spPr>
            <a:xfrm>
              <a:off x="5942609" y="169358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5" name="Google Shape;1255;g398c09df87e_0_1658"/>
          <p:cNvSpPr txBox="1"/>
          <p:nvPr/>
        </p:nvSpPr>
        <p:spPr>
          <a:xfrm>
            <a:off x="2089344" y="1856279"/>
            <a:ext cx="41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g398c09df87e_0_1658"/>
          <p:cNvSpPr txBox="1"/>
          <p:nvPr/>
        </p:nvSpPr>
        <p:spPr>
          <a:xfrm>
            <a:off x="1594338" y="2191672"/>
            <a:ext cx="115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Chose one gene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 #0)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7" name="Google Shape;1257;g398c09df87e_0_1658"/>
          <p:cNvCxnSpPr>
            <a:stCxn id="1247" idx="1"/>
            <a:endCxn id="1258" idx="1"/>
          </p:cNvCxnSpPr>
          <p:nvPr/>
        </p:nvCxnSpPr>
        <p:spPr>
          <a:xfrm>
            <a:off x="1646135" y="2799267"/>
            <a:ext cx="600" cy="710400"/>
          </a:xfrm>
          <a:prstGeom prst="curvedConnector3">
            <a:avLst>
              <a:gd fmla="val -32385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grpSp>
        <p:nvGrpSpPr>
          <p:cNvPr id="1259" name="Google Shape;1259;g398c09df87e_0_1658"/>
          <p:cNvGrpSpPr/>
          <p:nvPr/>
        </p:nvGrpSpPr>
        <p:grpSpPr>
          <a:xfrm>
            <a:off x="1646135" y="3353600"/>
            <a:ext cx="1249655" cy="312414"/>
            <a:chOff x="4874083" y="1657855"/>
            <a:chExt cx="1388506" cy="347126"/>
          </a:xfrm>
        </p:grpSpPr>
        <p:grpSp>
          <p:nvGrpSpPr>
            <p:cNvPr id="1260" name="Google Shape;1260;g398c09df87e_0_1658"/>
            <p:cNvGrpSpPr/>
            <p:nvPr/>
          </p:nvGrpSpPr>
          <p:grpSpPr>
            <a:xfrm>
              <a:off x="4874083" y="1657855"/>
              <a:ext cx="1388506" cy="347126"/>
              <a:chOff x="5976594" y="1753386"/>
              <a:chExt cx="1152000" cy="288000"/>
            </a:xfrm>
          </p:grpSpPr>
          <p:sp>
            <p:nvSpPr>
              <p:cNvPr id="1261" name="Google Shape;1261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4" name="Google Shape;1264;g398c09df87e_0_1658"/>
            <p:cNvSpPr/>
            <p:nvPr/>
          </p:nvSpPr>
          <p:spPr>
            <a:xfrm>
              <a:off x="4906878" y="169022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g398c09df87e_0_1658"/>
            <p:cNvSpPr/>
            <p:nvPr/>
          </p:nvSpPr>
          <p:spPr>
            <a:xfrm>
              <a:off x="5253992" y="1693584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98c09df87e_0_1658"/>
            <p:cNvSpPr/>
            <p:nvPr/>
          </p:nvSpPr>
          <p:spPr>
            <a:xfrm>
              <a:off x="5595495" y="169083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98c09df87e_0_1658"/>
            <p:cNvSpPr/>
            <p:nvPr/>
          </p:nvSpPr>
          <p:spPr>
            <a:xfrm>
              <a:off x="5942609" y="169358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8" name="Google Shape;1268;g398c09df87e_0_1658"/>
          <p:cNvSpPr txBox="1"/>
          <p:nvPr/>
        </p:nvSpPr>
        <p:spPr>
          <a:xfrm>
            <a:off x="1604102" y="2953882"/>
            <a:ext cx="15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degrade 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g398c09df87e_0_1658"/>
          <p:cNvSpPr/>
          <p:nvPr/>
        </p:nvSpPr>
        <p:spPr>
          <a:xfrm>
            <a:off x="1708956" y="3189227"/>
            <a:ext cx="149100" cy="12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g398c09df87e_0_1658"/>
          <p:cNvSpPr txBox="1"/>
          <p:nvPr/>
        </p:nvSpPr>
        <p:spPr>
          <a:xfrm>
            <a:off x="1840268" y="3130146"/>
            <a:ext cx="3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1" name="Google Shape;1271;g398c09df87e_0_1658"/>
          <p:cNvGrpSpPr/>
          <p:nvPr/>
        </p:nvGrpSpPr>
        <p:grpSpPr>
          <a:xfrm>
            <a:off x="1643098" y="4038109"/>
            <a:ext cx="1249655" cy="312414"/>
            <a:chOff x="4874083" y="1657855"/>
            <a:chExt cx="1388506" cy="347126"/>
          </a:xfrm>
        </p:grpSpPr>
        <p:grpSp>
          <p:nvGrpSpPr>
            <p:cNvPr id="1272" name="Google Shape;1272;g398c09df87e_0_1658"/>
            <p:cNvGrpSpPr/>
            <p:nvPr/>
          </p:nvGrpSpPr>
          <p:grpSpPr>
            <a:xfrm>
              <a:off x="4874083" y="1657855"/>
              <a:ext cx="1388506" cy="347126"/>
              <a:chOff x="5976594" y="1753386"/>
              <a:chExt cx="1152000" cy="288000"/>
            </a:xfrm>
          </p:grpSpPr>
          <p:sp>
            <p:nvSpPr>
              <p:cNvPr id="1273" name="Google Shape;1273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7" name="Google Shape;1277;g398c09df87e_0_1658"/>
            <p:cNvSpPr/>
            <p:nvPr/>
          </p:nvSpPr>
          <p:spPr>
            <a:xfrm>
              <a:off x="4906878" y="169022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g398c09df87e_0_1658"/>
            <p:cNvSpPr/>
            <p:nvPr/>
          </p:nvSpPr>
          <p:spPr>
            <a:xfrm>
              <a:off x="5253992" y="1693584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398c09df87e_0_1658"/>
            <p:cNvSpPr/>
            <p:nvPr/>
          </p:nvSpPr>
          <p:spPr>
            <a:xfrm>
              <a:off x="5595495" y="169083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g398c09df87e_0_1658"/>
            <p:cNvSpPr/>
            <p:nvPr/>
          </p:nvSpPr>
          <p:spPr>
            <a:xfrm>
              <a:off x="5942609" y="169358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1" name="Google Shape;1281;g398c09df87e_0_1658"/>
          <p:cNvGrpSpPr/>
          <p:nvPr/>
        </p:nvGrpSpPr>
        <p:grpSpPr>
          <a:xfrm>
            <a:off x="3900013" y="1213605"/>
            <a:ext cx="1635087" cy="584820"/>
            <a:chOff x="2037539" y="2772711"/>
            <a:chExt cx="1816763" cy="649800"/>
          </a:xfrm>
        </p:grpSpPr>
        <p:grpSp>
          <p:nvGrpSpPr>
            <p:cNvPr id="1282" name="Google Shape;1282;g398c09df87e_0_1658"/>
            <p:cNvGrpSpPr/>
            <p:nvPr/>
          </p:nvGrpSpPr>
          <p:grpSpPr>
            <a:xfrm>
              <a:off x="2465796" y="2794458"/>
              <a:ext cx="1388506" cy="347126"/>
              <a:chOff x="5976594" y="1753386"/>
              <a:chExt cx="1152000" cy="288000"/>
            </a:xfrm>
          </p:grpSpPr>
          <p:sp>
            <p:nvSpPr>
              <p:cNvPr id="1283" name="Google Shape;1283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7" name="Google Shape;1287;g398c09df87e_0_1658"/>
            <p:cNvSpPr/>
            <p:nvPr/>
          </p:nvSpPr>
          <p:spPr>
            <a:xfrm>
              <a:off x="2498591" y="282682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398c09df87e_0_1658"/>
            <p:cNvSpPr/>
            <p:nvPr/>
          </p:nvSpPr>
          <p:spPr>
            <a:xfrm>
              <a:off x="2845705" y="283018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398c09df87e_0_1658"/>
            <p:cNvSpPr/>
            <p:nvPr/>
          </p:nvSpPr>
          <p:spPr>
            <a:xfrm>
              <a:off x="3187209" y="2827434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398c09df87e_0_1658"/>
            <p:cNvSpPr/>
            <p:nvPr/>
          </p:nvSpPr>
          <p:spPr>
            <a:xfrm>
              <a:off x="3534322" y="283018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398c09df87e_0_1658"/>
            <p:cNvSpPr txBox="1"/>
            <p:nvPr/>
          </p:nvSpPr>
          <p:spPr>
            <a:xfrm>
              <a:off x="2037539" y="2772711"/>
              <a:ext cx="4611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2" name="Google Shape;1292;g398c09df87e_0_1658"/>
          <p:cNvGrpSpPr/>
          <p:nvPr/>
        </p:nvGrpSpPr>
        <p:grpSpPr>
          <a:xfrm>
            <a:off x="5595397" y="1222971"/>
            <a:ext cx="1648356" cy="584820"/>
            <a:chOff x="2022795" y="3321625"/>
            <a:chExt cx="1831507" cy="649800"/>
          </a:xfrm>
        </p:grpSpPr>
        <p:grpSp>
          <p:nvGrpSpPr>
            <p:cNvPr id="1293" name="Google Shape;1293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294" name="Google Shape;1294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8" name="Google Shape;1298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g398c09df87e_0_1658"/>
            <p:cNvSpPr/>
            <p:nvPr/>
          </p:nvSpPr>
          <p:spPr>
            <a:xfrm>
              <a:off x="2845705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g398c09df87e_0_1658"/>
            <p:cNvSpPr txBox="1"/>
            <p:nvPr/>
          </p:nvSpPr>
          <p:spPr>
            <a:xfrm>
              <a:off x="2022795" y="3321625"/>
              <a:ext cx="4689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(b)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3" name="Google Shape;1303;g398c09df87e_0_1658"/>
          <p:cNvCxnSpPr>
            <a:stCxn id="1258" idx="1"/>
            <a:endCxn id="1276" idx="1"/>
          </p:cNvCxnSpPr>
          <p:nvPr/>
        </p:nvCxnSpPr>
        <p:spPr>
          <a:xfrm flipH="1">
            <a:off x="1643135" y="3509807"/>
            <a:ext cx="3000" cy="684600"/>
          </a:xfrm>
          <a:prstGeom prst="curvedConnector3">
            <a:avLst>
              <a:gd fmla="val 6960362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304" name="Google Shape;1304;g398c09df87e_0_1658"/>
          <p:cNvSpPr txBox="1"/>
          <p:nvPr/>
        </p:nvSpPr>
        <p:spPr>
          <a:xfrm>
            <a:off x="1601870" y="3759189"/>
            <a:ext cx="12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one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g398c09df87e_0_1658"/>
          <p:cNvSpPr txBox="1"/>
          <p:nvPr/>
        </p:nvSpPr>
        <p:spPr>
          <a:xfrm>
            <a:off x="5436477" y="1850756"/>
            <a:ext cx="42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6" name="Google Shape;1306;g398c09df87e_0_1658"/>
          <p:cNvGrpSpPr/>
          <p:nvPr/>
        </p:nvGrpSpPr>
        <p:grpSpPr>
          <a:xfrm>
            <a:off x="3903585" y="2643057"/>
            <a:ext cx="1249655" cy="312414"/>
            <a:chOff x="2465796" y="3328325"/>
            <a:chExt cx="1388506" cy="347126"/>
          </a:xfrm>
        </p:grpSpPr>
        <p:grpSp>
          <p:nvGrpSpPr>
            <p:cNvPr id="1307" name="Google Shape;1307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308" name="Google Shape;1308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2" name="Google Shape;1312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6" name="Google Shape;1316;g398c09df87e_0_1658"/>
          <p:cNvSpPr txBox="1"/>
          <p:nvPr/>
        </p:nvSpPr>
        <p:spPr>
          <a:xfrm>
            <a:off x="3852974" y="2194466"/>
            <a:ext cx="115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Chose one gene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 #0)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g398c09df87e_0_1658"/>
          <p:cNvCxnSpPr>
            <a:stCxn id="1308" idx="1"/>
            <a:endCxn id="1318" idx="1"/>
          </p:cNvCxnSpPr>
          <p:nvPr/>
        </p:nvCxnSpPr>
        <p:spPr>
          <a:xfrm>
            <a:off x="3903585" y="2799264"/>
            <a:ext cx="600" cy="714900"/>
          </a:xfrm>
          <a:prstGeom prst="curvedConnector3">
            <a:avLst>
              <a:gd fmla="val -32385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grpSp>
        <p:nvGrpSpPr>
          <p:cNvPr id="1319" name="Google Shape;1319;g398c09df87e_0_1658"/>
          <p:cNvGrpSpPr/>
          <p:nvPr/>
        </p:nvGrpSpPr>
        <p:grpSpPr>
          <a:xfrm>
            <a:off x="3903585" y="3358099"/>
            <a:ext cx="1249655" cy="312414"/>
            <a:chOff x="2465796" y="3328325"/>
            <a:chExt cx="1388506" cy="347126"/>
          </a:xfrm>
        </p:grpSpPr>
        <p:grpSp>
          <p:nvGrpSpPr>
            <p:cNvPr id="1320" name="Google Shape;1320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321" name="Google Shape;1321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3" name="Google Shape;1323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4" name="Google Shape;1324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8" name="Google Shape;1328;g398c09df87e_0_1658"/>
          <p:cNvSpPr txBox="1"/>
          <p:nvPr/>
        </p:nvSpPr>
        <p:spPr>
          <a:xfrm>
            <a:off x="3852974" y="2960039"/>
            <a:ext cx="15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degrade 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g398c09df87e_0_1658"/>
          <p:cNvSpPr/>
          <p:nvPr/>
        </p:nvSpPr>
        <p:spPr>
          <a:xfrm>
            <a:off x="3979568" y="3195385"/>
            <a:ext cx="149100" cy="12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g398c09df87e_0_1658"/>
          <p:cNvSpPr txBox="1"/>
          <p:nvPr/>
        </p:nvSpPr>
        <p:spPr>
          <a:xfrm>
            <a:off x="4110880" y="3136303"/>
            <a:ext cx="3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g398c09df87e_0_1658"/>
          <p:cNvSpPr/>
          <p:nvPr/>
        </p:nvSpPr>
        <p:spPr>
          <a:xfrm>
            <a:off x="5400668" y="3317866"/>
            <a:ext cx="162300" cy="44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g398c09df87e_0_1658"/>
          <p:cNvSpPr txBox="1"/>
          <p:nvPr/>
        </p:nvSpPr>
        <p:spPr>
          <a:xfrm>
            <a:off x="5120667" y="3700677"/>
            <a:ext cx="59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3" name="Google Shape;1333;g398c09df87e_0_1658"/>
          <p:cNvGrpSpPr/>
          <p:nvPr/>
        </p:nvGrpSpPr>
        <p:grpSpPr>
          <a:xfrm>
            <a:off x="5926374" y="2638556"/>
            <a:ext cx="1249655" cy="312414"/>
            <a:chOff x="2465796" y="3328325"/>
            <a:chExt cx="1388506" cy="347126"/>
          </a:xfrm>
        </p:grpSpPr>
        <p:grpSp>
          <p:nvGrpSpPr>
            <p:cNvPr id="1334" name="Google Shape;1334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335" name="Google Shape;1335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39" name="Google Shape;1339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3" name="Google Shape;1343;g398c09df87e_0_1658"/>
          <p:cNvSpPr txBox="1"/>
          <p:nvPr/>
        </p:nvSpPr>
        <p:spPr>
          <a:xfrm>
            <a:off x="5879948" y="2189310"/>
            <a:ext cx="113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Chose one gene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 #2)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4" name="Google Shape;1344;g398c09df87e_0_1658"/>
          <p:cNvCxnSpPr>
            <a:stCxn id="1335" idx="1"/>
            <a:endCxn id="1345" idx="1"/>
          </p:cNvCxnSpPr>
          <p:nvPr/>
        </p:nvCxnSpPr>
        <p:spPr>
          <a:xfrm>
            <a:off x="5926374" y="2794763"/>
            <a:ext cx="600" cy="714900"/>
          </a:xfrm>
          <a:prstGeom prst="curvedConnector3">
            <a:avLst>
              <a:gd fmla="val -32385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grpSp>
        <p:nvGrpSpPr>
          <p:cNvPr id="1346" name="Google Shape;1346;g398c09df87e_0_1658"/>
          <p:cNvGrpSpPr/>
          <p:nvPr/>
        </p:nvGrpSpPr>
        <p:grpSpPr>
          <a:xfrm>
            <a:off x="5926374" y="3353598"/>
            <a:ext cx="1249655" cy="312414"/>
            <a:chOff x="2465796" y="3328325"/>
            <a:chExt cx="1388506" cy="347126"/>
          </a:xfrm>
        </p:grpSpPr>
        <p:grpSp>
          <p:nvGrpSpPr>
            <p:cNvPr id="1347" name="Google Shape;1347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348" name="Google Shape;1348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1" name="Google Shape;1351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5" name="Google Shape;1355;g398c09df87e_0_1658"/>
          <p:cNvSpPr txBox="1"/>
          <p:nvPr/>
        </p:nvSpPr>
        <p:spPr>
          <a:xfrm>
            <a:off x="5889711" y="2955538"/>
            <a:ext cx="15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Possible to degrade 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g398c09df87e_0_1658"/>
          <p:cNvSpPr/>
          <p:nvPr/>
        </p:nvSpPr>
        <p:spPr>
          <a:xfrm>
            <a:off x="5995384" y="3190884"/>
            <a:ext cx="149100" cy="12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g398c09df87e_0_1658"/>
          <p:cNvSpPr txBox="1"/>
          <p:nvPr/>
        </p:nvSpPr>
        <p:spPr>
          <a:xfrm>
            <a:off x="6126697" y="3131803"/>
            <a:ext cx="3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8" name="Google Shape;1358;g398c09df87e_0_1658"/>
          <p:cNvGrpSpPr/>
          <p:nvPr/>
        </p:nvGrpSpPr>
        <p:grpSpPr>
          <a:xfrm>
            <a:off x="5916853" y="4025674"/>
            <a:ext cx="1249655" cy="312414"/>
            <a:chOff x="2465796" y="3328325"/>
            <a:chExt cx="1388506" cy="347126"/>
          </a:xfrm>
        </p:grpSpPr>
        <p:grpSp>
          <p:nvGrpSpPr>
            <p:cNvPr id="1359" name="Google Shape;1359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360" name="Google Shape;1360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4" name="Google Shape;1364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68" name="Google Shape;1368;g398c09df87e_0_1658"/>
          <p:cNvCxnSpPr>
            <a:stCxn id="1345" idx="1"/>
            <a:endCxn id="1364" idx="2"/>
          </p:cNvCxnSpPr>
          <p:nvPr/>
        </p:nvCxnSpPr>
        <p:spPr>
          <a:xfrm>
            <a:off x="5926374" y="3509805"/>
            <a:ext cx="20100" cy="677400"/>
          </a:xfrm>
          <a:prstGeom prst="curvedConnector3">
            <a:avLst>
              <a:gd fmla="val -102359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369" name="Google Shape;1369;g398c09df87e_0_1658"/>
          <p:cNvSpPr txBox="1"/>
          <p:nvPr/>
        </p:nvSpPr>
        <p:spPr>
          <a:xfrm>
            <a:off x="5926142" y="3747156"/>
            <a:ext cx="12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one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g398c09df87e_0_1658"/>
          <p:cNvSpPr/>
          <p:nvPr/>
        </p:nvSpPr>
        <p:spPr>
          <a:xfrm>
            <a:off x="1290561" y="4934883"/>
            <a:ext cx="6500400" cy="4632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g398c09df87e_0_1658"/>
          <p:cNvSpPr txBox="1"/>
          <p:nvPr/>
        </p:nvSpPr>
        <p:spPr>
          <a:xfrm>
            <a:off x="1287492" y="5438607"/>
            <a:ext cx="192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Population (next)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2" name="Google Shape;1372;g398c09df87e_0_1658"/>
          <p:cNvGrpSpPr/>
          <p:nvPr/>
        </p:nvGrpSpPr>
        <p:grpSpPr>
          <a:xfrm>
            <a:off x="1280574" y="4999811"/>
            <a:ext cx="1603031" cy="584820"/>
            <a:chOff x="2073156" y="2772165"/>
            <a:chExt cx="1781146" cy="649800"/>
          </a:xfrm>
        </p:grpSpPr>
        <p:grpSp>
          <p:nvGrpSpPr>
            <p:cNvPr id="1373" name="Google Shape;1373;g398c09df87e_0_1658"/>
            <p:cNvGrpSpPr/>
            <p:nvPr/>
          </p:nvGrpSpPr>
          <p:grpSpPr>
            <a:xfrm>
              <a:off x="2465796" y="2794458"/>
              <a:ext cx="1388506" cy="347126"/>
              <a:chOff x="5976594" y="1753386"/>
              <a:chExt cx="1152000" cy="288000"/>
            </a:xfrm>
          </p:grpSpPr>
          <p:sp>
            <p:nvSpPr>
              <p:cNvPr id="1374" name="Google Shape;1374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8" name="Google Shape;1378;g398c09df87e_0_1658"/>
            <p:cNvSpPr/>
            <p:nvPr/>
          </p:nvSpPr>
          <p:spPr>
            <a:xfrm>
              <a:off x="2498591" y="282682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g398c09df87e_0_1658"/>
            <p:cNvSpPr/>
            <p:nvPr/>
          </p:nvSpPr>
          <p:spPr>
            <a:xfrm>
              <a:off x="2845705" y="283018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g398c09df87e_0_1658"/>
            <p:cNvSpPr/>
            <p:nvPr/>
          </p:nvSpPr>
          <p:spPr>
            <a:xfrm>
              <a:off x="3187208" y="2827434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g398c09df87e_0_1658"/>
            <p:cNvSpPr/>
            <p:nvPr/>
          </p:nvSpPr>
          <p:spPr>
            <a:xfrm>
              <a:off x="3534322" y="283018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g398c09df87e_0_1658"/>
            <p:cNvSpPr txBox="1"/>
            <p:nvPr/>
          </p:nvSpPr>
          <p:spPr>
            <a:xfrm>
              <a:off x="2073156" y="2772165"/>
              <a:ext cx="4611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3" name="Google Shape;1383;g398c09df87e_0_1658"/>
          <p:cNvGrpSpPr/>
          <p:nvPr/>
        </p:nvGrpSpPr>
        <p:grpSpPr>
          <a:xfrm>
            <a:off x="2927292" y="5004283"/>
            <a:ext cx="1604751" cy="584820"/>
            <a:chOff x="2071245" y="3315642"/>
            <a:chExt cx="1783057" cy="649800"/>
          </a:xfrm>
        </p:grpSpPr>
        <p:grpSp>
          <p:nvGrpSpPr>
            <p:cNvPr id="1384" name="Google Shape;1384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385" name="Google Shape;1385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9" name="Google Shape;1389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g398c09df87e_0_1658"/>
            <p:cNvSpPr txBox="1"/>
            <p:nvPr/>
          </p:nvSpPr>
          <p:spPr>
            <a:xfrm>
              <a:off x="2071245" y="3315642"/>
              <a:ext cx="468900" cy="6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(b)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4" name="Google Shape;1394;g398c09df87e_0_1658"/>
          <p:cNvGrpSpPr/>
          <p:nvPr/>
        </p:nvGrpSpPr>
        <p:grpSpPr>
          <a:xfrm>
            <a:off x="4851631" y="5018167"/>
            <a:ext cx="1249655" cy="312414"/>
            <a:chOff x="4874083" y="1657855"/>
            <a:chExt cx="1388506" cy="347126"/>
          </a:xfrm>
        </p:grpSpPr>
        <p:grpSp>
          <p:nvGrpSpPr>
            <p:cNvPr id="1395" name="Google Shape;1395;g398c09df87e_0_1658"/>
            <p:cNvGrpSpPr/>
            <p:nvPr/>
          </p:nvGrpSpPr>
          <p:grpSpPr>
            <a:xfrm>
              <a:off x="4874083" y="1657855"/>
              <a:ext cx="1388506" cy="347126"/>
              <a:chOff x="5976594" y="1753386"/>
              <a:chExt cx="1152000" cy="288000"/>
            </a:xfrm>
          </p:grpSpPr>
          <p:sp>
            <p:nvSpPr>
              <p:cNvPr id="1396" name="Google Shape;1396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0" name="Google Shape;1400;g398c09df87e_0_1658"/>
            <p:cNvSpPr/>
            <p:nvPr/>
          </p:nvSpPr>
          <p:spPr>
            <a:xfrm>
              <a:off x="4906878" y="169022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398c09df87e_0_1658"/>
            <p:cNvSpPr/>
            <p:nvPr/>
          </p:nvSpPr>
          <p:spPr>
            <a:xfrm>
              <a:off x="5253992" y="1693584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398c09df87e_0_1658"/>
            <p:cNvSpPr/>
            <p:nvPr/>
          </p:nvSpPr>
          <p:spPr>
            <a:xfrm>
              <a:off x="5595495" y="1690831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398c09df87e_0_1658"/>
            <p:cNvSpPr/>
            <p:nvPr/>
          </p:nvSpPr>
          <p:spPr>
            <a:xfrm>
              <a:off x="5942609" y="1693583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4" name="Google Shape;1404;g398c09df87e_0_1658"/>
          <p:cNvGrpSpPr/>
          <p:nvPr/>
        </p:nvGrpSpPr>
        <p:grpSpPr>
          <a:xfrm>
            <a:off x="6362070" y="5019657"/>
            <a:ext cx="1249655" cy="312414"/>
            <a:chOff x="2465796" y="3328325"/>
            <a:chExt cx="1388506" cy="347126"/>
          </a:xfrm>
        </p:grpSpPr>
        <p:grpSp>
          <p:nvGrpSpPr>
            <p:cNvPr id="1405" name="Google Shape;1405;g398c09df87e_0_1658"/>
            <p:cNvGrpSpPr/>
            <p:nvPr/>
          </p:nvGrpSpPr>
          <p:grpSpPr>
            <a:xfrm>
              <a:off x="2465796" y="3328325"/>
              <a:ext cx="1388506" cy="347126"/>
              <a:chOff x="5976594" y="1753386"/>
              <a:chExt cx="1152000" cy="288000"/>
            </a:xfrm>
          </p:grpSpPr>
          <p:sp>
            <p:nvSpPr>
              <p:cNvPr id="1406" name="Google Shape;1406;g398c09df87e_0_1658"/>
              <p:cNvSpPr/>
              <p:nvPr/>
            </p:nvSpPr>
            <p:spPr>
              <a:xfrm>
                <a:off x="6264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g398c09df87e_0_1658"/>
              <p:cNvSpPr/>
              <p:nvPr/>
            </p:nvSpPr>
            <p:spPr>
              <a:xfrm>
                <a:off x="5976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g398c09df87e_0_1658"/>
              <p:cNvSpPr/>
              <p:nvPr/>
            </p:nvSpPr>
            <p:spPr>
              <a:xfrm>
                <a:off x="6840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g398c09df87e_0_1658"/>
              <p:cNvSpPr/>
              <p:nvPr/>
            </p:nvSpPr>
            <p:spPr>
              <a:xfrm>
                <a:off x="6552594" y="1753386"/>
                <a:ext cx="288000" cy="2880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0" name="Google Shape;1410;g398c09df87e_0_1658"/>
            <p:cNvSpPr/>
            <p:nvPr/>
          </p:nvSpPr>
          <p:spPr>
            <a:xfrm>
              <a:off x="2498591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398c09df87e_0_1658"/>
            <p:cNvSpPr/>
            <p:nvPr/>
          </p:nvSpPr>
          <p:spPr>
            <a:xfrm>
              <a:off x="2845704" y="3361837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398c09df87e_0_1658"/>
            <p:cNvSpPr/>
            <p:nvPr/>
          </p:nvSpPr>
          <p:spPr>
            <a:xfrm>
              <a:off x="3534323" y="3358875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398c09df87e_0_1658"/>
            <p:cNvSpPr/>
            <p:nvPr/>
          </p:nvSpPr>
          <p:spPr>
            <a:xfrm>
              <a:off x="3188442" y="3360576"/>
              <a:ext cx="292200" cy="2922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14" name="Google Shape;1414;g398c09df87e_0_1658"/>
          <p:cNvCxnSpPr>
            <a:stCxn id="1275" idx="3"/>
            <a:endCxn id="1399" idx="1"/>
          </p:cNvCxnSpPr>
          <p:nvPr/>
        </p:nvCxnSpPr>
        <p:spPr>
          <a:xfrm>
            <a:off x="2892753" y="4194316"/>
            <a:ext cx="1959000" cy="980100"/>
          </a:xfrm>
          <a:prstGeom prst="curvedConnector3">
            <a:avLst>
              <a:gd fmla="val 7307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5" name="Google Shape;1415;g398c09df87e_0_1658"/>
          <p:cNvCxnSpPr>
            <a:stCxn id="1362" idx="3"/>
            <a:endCxn id="1407" idx="1"/>
          </p:cNvCxnSpPr>
          <p:nvPr/>
        </p:nvCxnSpPr>
        <p:spPr>
          <a:xfrm flipH="1">
            <a:off x="6362208" y="4181881"/>
            <a:ext cx="804300" cy="993900"/>
          </a:xfrm>
          <a:prstGeom prst="curvedConnector5">
            <a:avLst>
              <a:gd fmla="val -28422" name="adj1"/>
              <a:gd fmla="val 50004" name="adj2"/>
              <a:gd fmla="val 128434" name="adj3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6" name="Google Shape;1416;g398c09df87e_0_1658"/>
          <p:cNvSpPr/>
          <p:nvPr/>
        </p:nvSpPr>
        <p:spPr>
          <a:xfrm rot="5400000">
            <a:off x="6196493" y="4065078"/>
            <a:ext cx="101700" cy="28344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g398c09df87e_0_1658"/>
          <p:cNvSpPr txBox="1"/>
          <p:nvPr/>
        </p:nvSpPr>
        <p:spPr>
          <a:xfrm>
            <a:off x="5839928" y="5492232"/>
            <a:ext cx="739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g398c09df87e_0_1658"/>
          <p:cNvSpPr/>
          <p:nvPr/>
        </p:nvSpPr>
        <p:spPr>
          <a:xfrm>
            <a:off x="1287492" y="2191672"/>
            <a:ext cx="2018700" cy="2262000"/>
          </a:xfrm>
          <a:prstGeom prst="roundRect">
            <a:avLst>
              <a:gd fmla="val 388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g398c09df87e_0_1658"/>
          <p:cNvSpPr/>
          <p:nvPr/>
        </p:nvSpPr>
        <p:spPr>
          <a:xfrm>
            <a:off x="3650099" y="2189310"/>
            <a:ext cx="3935700" cy="2262000"/>
          </a:xfrm>
          <a:prstGeom prst="roundRect">
            <a:avLst>
              <a:gd fmla="val 388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g398c09df87e_0_1658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1" name="Google Shape;1421;g398c09df87e_0_1658"/>
          <p:cNvCxnSpPr/>
          <p:nvPr/>
        </p:nvCxnSpPr>
        <p:spPr>
          <a:xfrm>
            <a:off x="1503680" y="1767840"/>
            <a:ext cx="149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422" name="Google Shape;1422;g398c09df87e_0_1658"/>
          <p:cNvSpPr txBox="1"/>
          <p:nvPr/>
        </p:nvSpPr>
        <p:spPr>
          <a:xfrm>
            <a:off x="661433" y="1631202"/>
            <a:ext cx="1026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g398c09df87e_0_1658"/>
          <p:cNvSpPr txBox="1"/>
          <p:nvPr/>
        </p:nvSpPr>
        <p:spPr>
          <a:xfrm>
            <a:off x="3009953" y="1635310"/>
            <a:ext cx="1085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98c09df87e_0_1850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0" name="Google Shape;1430;g398c09df87e_0_1850"/>
          <p:cNvGraphicFramePr/>
          <p:nvPr/>
        </p:nvGraphicFramePr>
        <p:xfrm>
          <a:off x="781766" y="22891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1040450"/>
                <a:gridCol w="700575"/>
                <a:gridCol w="679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Solution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90%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88%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83%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72%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#N-1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43%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30%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cxnSp>
        <p:nvCxnSpPr>
          <p:cNvPr id="1431" name="Google Shape;1431;g398c09df87e_0_1850"/>
          <p:cNvCxnSpPr/>
          <p:nvPr/>
        </p:nvCxnSpPr>
        <p:spPr>
          <a:xfrm>
            <a:off x="439245" y="1478508"/>
            <a:ext cx="1598400" cy="7197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432" name="Google Shape;1432;g398c09df87e_0_1850"/>
          <p:cNvSpPr txBox="1"/>
          <p:nvPr/>
        </p:nvSpPr>
        <p:spPr>
          <a:xfrm>
            <a:off x="443794" y="1216898"/>
            <a:ext cx="282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solutions on the target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3" name="Google Shape;1433;g398c09df87e_0_1850"/>
          <p:cNvCxnSpPr/>
          <p:nvPr/>
        </p:nvCxnSpPr>
        <p:spPr>
          <a:xfrm>
            <a:off x="3365856" y="3490713"/>
            <a:ext cx="161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434" name="Google Shape;1434;g398c09df87e_0_1850"/>
          <p:cNvSpPr txBox="1"/>
          <p:nvPr/>
        </p:nvSpPr>
        <p:spPr>
          <a:xfrm>
            <a:off x="3412183" y="3174864"/>
            <a:ext cx="1688100" cy="26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947" l="0" r="0" t="-232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5" name="Google Shape;1435;g398c09df87e_0_1850"/>
          <p:cNvGraphicFramePr/>
          <p:nvPr/>
        </p:nvGraphicFramePr>
        <p:xfrm>
          <a:off x="5186220" y="22891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{B49A8FF1-E87D-4054-A7DB-12D77AC54F0B}</a:tableStyleId>
              </a:tblPr>
              <a:tblGrid>
                <a:gridCol w="1040450"/>
                <a:gridCol w="700575"/>
                <a:gridCol w="679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Solution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90%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88%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#3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83%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5A5A5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#4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72%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5A5A5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5A5A5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5A5A5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#N-1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43%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5A5A5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#N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30%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A5A5A5"/>
                          </a:solidFill>
                        </a:rPr>
                        <a:t>…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436" name="Google Shape;1436;g398c09df87e_0_1850"/>
          <p:cNvSpPr/>
          <p:nvPr/>
        </p:nvSpPr>
        <p:spPr>
          <a:xfrm>
            <a:off x="7636035" y="3392909"/>
            <a:ext cx="123600" cy="10908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g398c09df87e_0_1850"/>
          <p:cNvSpPr txBox="1"/>
          <p:nvPr/>
        </p:nvSpPr>
        <p:spPr>
          <a:xfrm>
            <a:off x="7759529" y="3758868"/>
            <a:ext cx="1308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from the population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8" name="Google Shape;1438;g398c09df87e_0_1850"/>
          <p:cNvCxnSpPr>
            <a:endCxn id="1439" idx="3"/>
          </p:cNvCxnSpPr>
          <p:nvPr/>
        </p:nvCxnSpPr>
        <p:spPr>
          <a:xfrm rot="5400000">
            <a:off x="5601253" y="4809138"/>
            <a:ext cx="1036200" cy="5547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439" name="Google Shape;1439;g398c09df87e_0_1850"/>
          <p:cNvSpPr txBox="1"/>
          <p:nvPr/>
        </p:nvSpPr>
        <p:spPr>
          <a:xfrm>
            <a:off x="2201203" y="5389188"/>
            <a:ext cx="364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 the next generation from the remaining solutions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a23f74ff41_0_0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g3a23f74ff41_0_0"/>
          <p:cNvSpPr/>
          <p:nvPr/>
        </p:nvSpPr>
        <p:spPr>
          <a:xfrm>
            <a:off x="3654367" y="1027051"/>
            <a:ext cx="1551900" cy="374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g3a23f74ff41_0_0"/>
          <p:cNvSpPr/>
          <p:nvPr/>
        </p:nvSpPr>
        <p:spPr>
          <a:xfrm>
            <a:off x="3327409" y="1800809"/>
            <a:ext cx="2205900" cy="6771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the target application by inserting bit errors in the data &amp; formulate a prediction model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g3a23f74ff41_0_0"/>
          <p:cNvSpPr/>
          <p:nvPr/>
        </p:nvSpPr>
        <p:spPr>
          <a:xfrm>
            <a:off x="5771532" y="1800809"/>
            <a:ext cx="75900" cy="1541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g3a23f74ff41_0_0"/>
          <p:cNvSpPr txBox="1"/>
          <p:nvPr/>
        </p:nvSpPr>
        <p:spPr>
          <a:xfrm>
            <a:off x="5847468" y="2440521"/>
            <a:ext cx="1133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g3a23f74ff41_0_0"/>
          <p:cNvCxnSpPr>
            <a:stCxn id="1446" idx="4"/>
            <a:endCxn id="1447" idx="0"/>
          </p:cNvCxnSpPr>
          <p:nvPr/>
        </p:nvCxnSpPr>
        <p:spPr>
          <a:xfrm>
            <a:off x="4430317" y="1401151"/>
            <a:ext cx="0" cy="39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1" name="Google Shape;1451;g3a23f74ff41_0_0"/>
          <p:cNvSpPr/>
          <p:nvPr/>
        </p:nvSpPr>
        <p:spPr>
          <a:xfrm>
            <a:off x="3327409" y="2851873"/>
            <a:ext cx="2205900" cy="4899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redownloading interval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2" name="Google Shape;1452;g3a23f74ff41_0_0"/>
          <p:cNvCxnSpPr>
            <a:stCxn id="1447" idx="2"/>
            <a:endCxn id="1451" idx="0"/>
          </p:cNvCxnSpPr>
          <p:nvPr/>
        </p:nvCxnSpPr>
        <p:spPr>
          <a:xfrm>
            <a:off x="4430359" y="2477909"/>
            <a:ext cx="0" cy="3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3" name="Google Shape;1453;g3a23f74ff41_0_0"/>
          <p:cNvCxnSpPr>
            <a:stCxn id="1451" idx="2"/>
            <a:endCxn id="1454" idx="0"/>
          </p:cNvCxnSpPr>
          <p:nvPr/>
        </p:nvCxnSpPr>
        <p:spPr>
          <a:xfrm>
            <a:off x="4430359" y="3341773"/>
            <a:ext cx="0" cy="3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4" name="Google Shape;1454;g3a23f74ff41_0_0"/>
          <p:cNvSpPr/>
          <p:nvPr/>
        </p:nvSpPr>
        <p:spPr>
          <a:xfrm>
            <a:off x="3327409" y="3710122"/>
            <a:ext cx="2205900" cy="4899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 the redownloading process after every interval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5" name="Google Shape;1455;g3a23f74ff41_0_0"/>
          <p:cNvCxnSpPr>
            <a:stCxn id="1456" idx="1"/>
            <a:endCxn id="1454" idx="1"/>
          </p:cNvCxnSpPr>
          <p:nvPr/>
        </p:nvCxnSpPr>
        <p:spPr>
          <a:xfrm rot="10800000">
            <a:off x="3327394" y="3955051"/>
            <a:ext cx="132300" cy="837300"/>
          </a:xfrm>
          <a:prstGeom prst="bentConnector3">
            <a:avLst>
              <a:gd fmla="val 41100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7" name="Google Shape;1457;g3a23f74ff41_0_0"/>
          <p:cNvSpPr txBox="1"/>
          <p:nvPr/>
        </p:nvSpPr>
        <p:spPr>
          <a:xfrm>
            <a:off x="1335276" y="4126934"/>
            <a:ext cx="1621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 until the system is terminated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g3a23f74ff41_0_0"/>
          <p:cNvSpPr/>
          <p:nvPr/>
        </p:nvSpPr>
        <p:spPr>
          <a:xfrm>
            <a:off x="3459694" y="4547365"/>
            <a:ext cx="1941212" cy="489971"/>
          </a:xfrm>
          <a:prstGeom prst="flowChartDecision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Terminated?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8" name="Google Shape;1458;g3a23f74ff41_0_0"/>
          <p:cNvCxnSpPr>
            <a:stCxn id="1454" idx="2"/>
            <a:endCxn id="1456" idx="0"/>
          </p:cNvCxnSpPr>
          <p:nvPr/>
        </p:nvCxnSpPr>
        <p:spPr>
          <a:xfrm>
            <a:off x="4430359" y="4200022"/>
            <a:ext cx="0" cy="34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9" name="Google Shape;1459;g3a23f74ff41_0_0"/>
          <p:cNvCxnSpPr>
            <a:stCxn id="1456" idx="2"/>
            <a:endCxn id="1460" idx="0"/>
          </p:cNvCxnSpPr>
          <p:nvPr/>
        </p:nvCxnSpPr>
        <p:spPr>
          <a:xfrm>
            <a:off x="4430300" y="5037336"/>
            <a:ext cx="0" cy="36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60" name="Google Shape;1460;g3a23f74ff41_0_0"/>
          <p:cNvSpPr/>
          <p:nvPr/>
        </p:nvSpPr>
        <p:spPr>
          <a:xfrm>
            <a:off x="3654367" y="5405614"/>
            <a:ext cx="1551900" cy="374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g3a23f74ff41_0_0"/>
          <p:cNvSpPr txBox="1"/>
          <p:nvPr/>
        </p:nvSpPr>
        <p:spPr>
          <a:xfrm>
            <a:off x="4453627" y="5037336"/>
            <a:ext cx="42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g3a23f74ff41_0_0"/>
          <p:cNvSpPr txBox="1"/>
          <p:nvPr/>
        </p:nvSpPr>
        <p:spPr>
          <a:xfrm>
            <a:off x="3167874" y="4568371"/>
            <a:ext cx="36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g3a23f74ff41_0_0"/>
          <p:cNvSpPr/>
          <p:nvPr/>
        </p:nvSpPr>
        <p:spPr>
          <a:xfrm>
            <a:off x="5755699" y="3650167"/>
            <a:ext cx="91800" cy="1387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g3a23f74ff41_0_0"/>
          <p:cNvSpPr txBox="1"/>
          <p:nvPr/>
        </p:nvSpPr>
        <p:spPr>
          <a:xfrm>
            <a:off x="5907380" y="4231414"/>
            <a:ext cx="112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a23f74ff41_0_24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g3a23f74ff41_0_24"/>
          <p:cNvSpPr/>
          <p:nvPr/>
        </p:nvSpPr>
        <p:spPr>
          <a:xfrm>
            <a:off x="3146020" y="1964802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insert data errors into the application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g3a23f74ff41_0_24"/>
          <p:cNvSpPr/>
          <p:nvPr/>
        </p:nvSpPr>
        <p:spPr>
          <a:xfrm>
            <a:off x="3146019" y="1126478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g3a23f74ff41_0_24"/>
          <p:cNvCxnSpPr>
            <a:stCxn id="1472" idx="2"/>
            <a:endCxn id="1471" idx="0"/>
          </p:cNvCxnSpPr>
          <p:nvPr/>
        </p:nvCxnSpPr>
        <p:spPr>
          <a:xfrm>
            <a:off x="4087719" y="1541978"/>
            <a:ext cx="0" cy="4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4" name="Google Shape;1474;g3a23f74ff41_0_24"/>
          <p:cNvSpPr/>
          <p:nvPr/>
        </p:nvSpPr>
        <p:spPr>
          <a:xfrm>
            <a:off x="3146020" y="2803126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the quality with data errors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g3a23f74ff41_0_24"/>
          <p:cNvSpPr/>
          <p:nvPr/>
        </p:nvSpPr>
        <p:spPr>
          <a:xfrm>
            <a:off x="5499270" y="3603916"/>
            <a:ext cx="1552626" cy="565055"/>
          </a:xfrm>
          <a:prstGeom prst="flowChartMagneticDisk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result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(Error and quality)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6" name="Google Shape;1476;g3a23f74ff41_0_24"/>
          <p:cNvCxnSpPr>
            <a:stCxn id="1471" idx="2"/>
            <a:endCxn id="1474" idx="0"/>
          </p:cNvCxnSpPr>
          <p:nvPr/>
        </p:nvCxnSpPr>
        <p:spPr>
          <a:xfrm>
            <a:off x="4087720" y="2380302"/>
            <a:ext cx="0" cy="4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7" name="Google Shape;1477;g3a23f74ff41_0_24"/>
          <p:cNvCxnSpPr>
            <a:stCxn id="1474" idx="2"/>
            <a:endCxn id="1478" idx="0"/>
          </p:cNvCxnSpPr>
          <p:nvPr/>
        </p:nvCxnSpPr>
        <p:spPr>
          <a:xfrm>
            <a:off x="4087720" y="3218626"/>
            <a:ext cx="0" cy="4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9" name="Google Shape;1479;g3a23f74ff41_0_24"/>
          <p:cNvCxnSpPr>
            <a:stCxn id="1474" idx="3"/>
            <a:endCxn id="1475" idx="1"/>
          </p:cNvCxnSpPr>
          <p:nvPr/>
        </p:nvCxnSpPr>
        <p:spPr>
          <a:xfrm>
            <a:off x="5029420" y="3010876"/>
            <a:ext cx="1246200" cy="593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8" name="Google Shape;1478;g3a23f74ff41_0_24"/>
          <p:cNvSpPr/>
          <p:nvPr/>
        </p:nvSpPr>
        <p:spPr>
          <a:xfrm>
            <a:off x="3282308" y="3641450"/>
            <a:ext cx="1610873" cy="489971"/>
          </a:xfrm>
          <a:prstGeom prst="flowChartDecision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g3a23f74ff41_0_24"/>
          <p:cNvCxnSpPr>
            <a:stCxn id="1478" idx="1"/>
            <a:endCxn id="1471" idx="1"/>
          </p:cNvCxnSpPr>
          <p:nvPr/>
        </p:nvCxnSpPr>
        <p:spPr>
          <a:xfrm rot="10800000">
            <a:off x="3146108" y="2172536"/>
            <a:ext cx="136200" cy="1713900"/>
          </a:xfrm>
          <a:prstGeom prst="bentConnector3">
            <a:avLst>
              <a:gd fmla="val 26790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1" name="Google Shape;1481;g3a23f74ff41_0_24"/>
          <p:cNvSpPr txBox="1"/>
          <p:nvPr/>
        </p:nvSpPr>
        <p:spPr>
          <a:xfrm>
            <a:off x="2888210" y="3869811"/>
            <a:ext cx="42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2" name="Google Shape;1482;g3a23f74ff41_0_24"/>
          <p:cNvCxnSpPr>
            <a:stCxn id="1478" idx="2"/>
            <a:endCxn id="1483" idx="0"/>
          </p:cNvCxnSpPr>
          <p:nvPr/>
        </p:nvCxnSpPr>
        <p:spPr>
          <a:xfrm>
            <a:off x="4087745" y="4131421"/>
            <a:ext cx="0" cy="42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3" name="Google Shape;1483;g3a23f74ff41_0_24"/>
          <p:cNvSpPr/>
          <p:nvPr/>
        </p:nvSpPr>
        <p:spPr>
          <a:xfrm>
            <a:off x="3146017" y="4554358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 modeling with regression analysis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g3a23f74ff41_0_24"/>
          <p:cNvSpPr txBox="1"/>
          <p:nvPr/>
        </p:nvSpPr>
        <p:spPr>
          <a:xfrm>
            <a:off x="4124657" y="4131421"/>
            <a:ext cx="36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g3a23f74ff41_0_24"/>
          <p:cNvSpPr/>
          <p:nvPr/>
        </p:nvSpPr>
        <p:spPr>
          <a:xfrm rot="10800000">
            <a:off x="2413284" y="1946140"/>
            <a:ext cx="80700" cy="21294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g3a23f74ff41_0_24"/>
          <p:cNvSpPr txBox="1"/>
          <p:nvPr/>
        </p:nvSpPr>
        <p:spPr>
          <a:xfrm>
            <a:off x="751622" y="2880013"/>
            <a:ext cx="162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Monte Carlo simulation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7" name="Google Shape;1487;g3a23f74ff41_0_24"/>
          <p:cNvCxnSpPr>
            <a:stCxn id="1475" idx="3"/>
            <a:endCxn id="1483" idx="3"/>
          </p:cNvCxnSpPr>
          <p:nvPr/>
        </p:nvCxnSpPr>
        <p:spPr>
          <a:xfrm rot="5400000">
            <a:off x="5355933" y="3842421"/>
            <a:ext cx="593100" cy="12462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8" name="Google Shape;1488;g3a23f74ff41_0_24"/>
          <p:cNvCxnSpPr>
            <a:stCxn id="1483" idx="2"/>
            <a:endCxn id="1489" idx="0"/>
          </p:cNvCxnSpPr>
          <p:nvPr/>
        </p:nvCxnSpPr>
        <p:spPr>
          <a:xfrm flipH="1">
            <a:off x="4083217" y="4969858"/>
            <a:ext cx="4500" cy="38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9" name="Google Shape;1489;g3a23f74ff41_0_24"/>
          <p:cNvSpPr/>
          <p:nvPr/>
        </p:nvSpPr>
        <p:spPr>
          <a:xfrm>
            <a:off x="3141595" y="5355132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5" name="Google Shape;1495;g3a23f74ff41_0_48"/>
          <p:cNvGraphicFramePr/>
          <p:nvPr/>
        </p:nvGraphicFramePr>
        <p:xfrm>
          <a:off x="712927" y="20719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{53E77D4C-DC0B-43E6-9B94-35EBCC6057A3}</a:tableStyleId>
              </a:tblPr>
              <a:tblGrid>
                <a:gridCol w="720775"/>
                <a:gridCol w="844875"/>
                <a:gridCol w="8904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# Test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Quality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0.1%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98%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0.5%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95%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1.0%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86%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5.0%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70%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10.0%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dk1"/>
                          </a:solidFill>
                        </a:rPr>
                        <a:t>42%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496" name="Google Shape;1496;g3a23f74ff41_0_48"/>
          <p:cNvSpPr txBox="1"/>
          <p:nvPr/>
        </p:nvSpPr>
        <p:spPr>
          <a:xfrm>
            <a:off x="1473351" y="1804939"/>
            <a:ext cx="9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g3a23f74ff41_0_48"/>
          <p:cNvCxnSpPr/>
          <p:nvPr/>
        </p:nvCxnSpPr>
        <p:spPr>
          <a:xfrm rot="10800000">
            <a:off x="5664893" y="2006377"/>
            <a:ext cx="0" cy="177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8" name="Google Shape;1498;g3a23f74ff41_0_48"/>
          <p:cNvCxnSpPr/>
          <p:nvPr/>
        </p:nvCxnSpPr>
        <p:spPr>
          <a:xfrm>
            <a:off x="5664893" y="3783277"/>
            <a:ext cx="217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99" name="Google Shape;1499;g3a23f74ff41_0_48"/>
          <p:cNvSpPr txBox="1"/>
          <p:nvPr/>
        </p:nvSpPr>
        <p:spPr>
          <a:xfrm>
            <a:off x="7510310" y="3819626"/>
            <a:ext cx="65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g3a23f74ff41_0_48"/>
          <p:cNvSpPr txBox="1"/>
          <p:nvPr/>
        </p:nvSpPr>
        <p:spPr>
          <a:xfrm>
            <a:off x="5426847" y="1798463"/>
            <a:ext cx="47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g3a23f74ff41_0_48"/>
          <p:cNvSpPr/>
          <p:nvPr/>
        </p:nvSpPr>
        <p:spPr>
          <a:xfrm>
            <a:off x="5855781" y="2175952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g3a23f74ff41_0_48"/>
          <p:cNvSpPr/>
          <p:nvPr/>
        </p:nvSpPr>
        <p:spPr>
          <a:xfrm>
            <a:off x="6008181" y="2343520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g3a23f74ff41_0_48"/>
          <p:cNvSpPr/>
          <p:nvPr/>
        </p:nvSpPr>
        <p:spPr>
          <a:xfrm>
            <a:off x="6459602" y="2469918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g3a23f74ff41_0_48"/>
          <p:cNvSpPr/>
          <p:nvPr/>
        </p:nvSpPr>
        <p:spPr>
          <a:xfrm>
            <a:off x="6972522" y="2894879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g3a23f74ff41_0_48"/>
          <p:cNvSpPr/>
          <p:nvPr/>
        </p:nvSpPr>
        <p:spPr>
          <a:xfrm>
            <a:off x="7432304" y="3567316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6" name="Google Shape;1506;g3a23f74ff41_0_48"/>
          <p:cNvCxnSpPr/>
          <p:nvPr/>
        </p:nvCxnSpPr>
        <p:spPr>
          <a:xfrm>
            <a:off x="5705702" y="2134808"/>
            <a:ext cx="2009100" cy="15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7" name="Google Shape;1507;g3a23f74ff41_0_48"/>
          <p:cNvCxnSpPr/>
          <p:nvPr/>
        </p:nvCxnSpPr>
        <p:spPr>
          <a:xfrm>
            <a:off x="3666266" y="2894879"/>
            <a:ext cx="1547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08" name="Google Shape;1508;g3a23f74ff41_0_48"/>
          <p:cNvSpPr txBox="1"/>
          <p:nvPr/>
        </p:nvSpPr>
        <p:spPr>
          <a:xfrm>
            <a:off x="3782495" y="2642541"/>
            <a:ext cx="13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Regression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9" name="Google Shape;1509;g3a23f74ff41_0_48"/>
          <p:cNvCxnSpPr/>
          <p:nvPr/>
        </p:nvCxnSpPr>
        <p:spPr>
          <a:xfrm rot="5400000">
            <a:off x="5312669" y="4428237"/>
            <a:ext cx="1521000" cy="734700"/>
          </a:xfrm>
          <a:prstGeom prst="curved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10" name="Google Shape;1510;g3a23f74ff41_0_48"/>
          <p:cNvSpPr txBox="1"/>
          <p:nvPr/>
        </p:nvSpPr>
        <p:spPr>
          <a:xfrm>
            <a:off x="3078776" y="5115387"/>
            <a:ext cx="140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 modeling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g3a23f74ff41_0_48"/>
          <p:cNvSpPr txBox="1"/>
          <p:nvPr/>
        </p:nvSpPr>
        <p:spPr>
          <a:xfrm>
            <a:off x="2303436" y="5330389"/>
            <a:ext cx="30093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216" l="-1818" r="0" t="-6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3a23f74ff41_0_48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a23f74ff41_0_70"/>
          <p:cNvSpPr txBox="1"/>
          <p:nvPr/>
        </p:nvSpPr>
        <p:spPr>
          <a:xfrm>
            <a:off x="7999694" y="6264947"/>
            <a:ext cx="96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K20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g3a23f74ff41_0_70"/>
          <p:cNvSpPr/>
          <p:nvPr/>
        </p:nvSpPr>
        <p:spPr>
          <a:xfrm>
            <a:off x="1659578" y="1456565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g3a23f74ff41_0_70"/>
          <p:cNvSpPr/>
          <p:nvPr/>
        </p:nvSpPr>
        <p:spPr>
          <a:xfrm>
            <a:off x="1655154" y="4726587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g3a23f74ff41_0_70"/>
          <p:cNvSpPr/>
          <p:nvPr/>
        </p:nvSpPr>
        <p:spPr>
          <a:xfrm>
            <a:off x="1655154" y="2257831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 the minimum application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2" name="Google Shape;1522;g3a23f74ff41_0_70"/>
          <p:cNvCxnSpPr/>
          <p:nvPr/>
        </p:nvCxnSpPr>
        <p:spPr>
          <a:xfrm rot="10800000">
            <a:off x="5616910" y="1286990"/>
            <a:ext cx="0" cy="177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3" name="Google Shape;1523;g3a23f74ff41_0_70"/>
          <p:cNvCxnSpPr/>
          <p:nvPr/>
        </p:nvCxnSpPr>
        <p:spPr>
          <a:xfrm>
            <a:off x="5616910" y="3063890"/>
            <a:ext cx="2174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24" name="Google Shape;1524;g3a23f74ff41_0_70"/>
          <p:cNvSpPr txBox="1"/>
          <p:nvPr/>
        </p:nvSpPr>
        <p:spPr>
          <a:xfrm>
            <a:off x="7462327" y="3100239"/>
            <a:ext cx="65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g3a23f74ff41_0_70"/>
          <p:cNvSpPr txBox="1"/>
          <p:nvPr/>
        </p:nvSpPr>
        <p:spPr>
          <a:xfrm>
            <a:off x="5378864" y="1079076"/>
            <a:ext cx="47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g3a23f74ff41_0_70"/>
          <p:cNvSpPr/>
          <p:nvPr/>
        </p:nvSpPr>
        <p:spPr>
          <a:xfrm>
            <a:off x="5807798" y="1456565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g3a23f74ff41_0_70"/>
          <p:cNvSpPr/>
          <p:nvPr/>
        </p:nvSpPr>
        <p:spPr>
          <a:xfrm>
            <a:off x="5960198" y="1624133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g3a23f74ff41_0_70"/>
          <p:cNvSpPr/>
          <p:nvPr/>
        </p:nvSpPr>
        <p:spPr>
          <a:xfrm>
            <a:off x="6411619" y="1750531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g3a23f74ff41_0_70"/>
          <p:cNvSpPr/>
          <p:nvPr/>
        </p:nvSpPr>
        <p:spPr>
          <a:xfrm>
            <a:off x="6924539" y="2175492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g3a23f74ff41_0_70"/>
          <p:cNvSpPr/>
          <p:nvPr/>
        </p:nvSpPr>
        <p:spPr>
          <a:xfrm>
            <a:off x="7384321" y="2847929"/>
            <a:ext cx="78000" cy="82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1" name="Google Shape;1531;g3a23f74ff41_0_70"/>
          <p:cNvCxnSpPr/>
          <p:nvPr/>
        </p:nvCxnSpPr>
        <p:spPr>
          <a:xfrm>
            <a:off x="5657719" y="1415421"/>
            <a:ext cx="2009100" cy="157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2" name="Google Shape;1532;g3a23f74ff41_0_70"/>
          <p:cNvSpPr txBox="1"/>
          <p:nvPr/>
        </p:nvSpPr>
        <p:spPr>
          <a:xfrm>
            <a:off x="5609095" y="3655610"/>
            <a:ext cx="2255700" cy="27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248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g3a23f74ff41_0_70"/>
          <p:cNvSpPr txBox="1"/>
          <p:nvPr/>
        </p:nvSpPr>
        <p:spPr>
          <a:xfrm>
            <a:off x="3717490" y="2379366"/>
            <a:ext cx="109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80%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4" name="Google Shape;1534;g3a23f74ff41_0_70"/>
          <p:cNvCxnSpPr/>
          <p:nvPr/>
        </p:nvCxnSpPr>
        <p:spPr>
          <a:xfrm>
            <a:off x="5468468" y="1871952"/>
            <a:ext cx="24795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535" name="Google Shape;1535;g3a23f74ff41_0_70"/>
          <p:cNvSpPr txBox="1"/>
          <p:nvPr/>
        </p:nvSpPr>
        <p:spPr>
          <a:xfrm>
            <a:off x="5125860" y="1779619"/>
            <a:ext cx="32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80%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6" name="Google Shape;1536;g3a23f74ff41_0_70"/>
          <p:cNvCxnSpPr/>
          <p:nvPr/>
        </p:nvCxnSpPr>
        <p:spPr>
          <a:xfrm flipH="1" rot="10800000">
            <a:off x="4264916" y="1883924"/>
            <a:ext cx="801000" cy="44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37" name="Google Shape;1537;g3a23f74ff41_0_70"/>
          <p:cNvCxnSpPr>
            <a:stCxn id="1519" idx="2"/>
            <a:endCxn id="1521" idx="0"/>
          </p:cNvCxnSpPr>
          <p:nvPr/>
        </p:nvCxnSpPr>
        <p:spPr>
          <a:xfrm flipH="1">
            <a:off x="2596778" y="1872065"/>
            <a:ext cx="4500" cy="3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8" name="Google Shape;1538;g3a23f74ff41_0_70"/>
          <p:cNvSpPr/>
          <p:nvPr/>
        </p:nvSpPr>
        <p:spPr>
          <a:xfrm>
            <a:off x="1655154" y="3077211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the maximum error rate from the prediction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9" name="Google Shape;1539;g3a23f74ff41_0_70"/>
          <p:cNvCxnSpPr>
            <a:stCxn id="1521" idx="2"/>
            <a:endCxn id="1538" idx="0"/>
          </p:cNvCxnSpPr>
          <p:nvPr/>
        </p:nvCxnSpPr>
        <p:spPr>
          <a:xfrm>
            <a:off x="2596854" y="2673331"/>
            <a:ext cx="0" cy="40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0" name="Google Shape;1540;g3a23f74ff41_0_70"/>
          <p:cNvCxnSpPr>
            <a:stCxn id="1532" idx="1"/>
            <a:endCxn id="1538" idx="3"/>
          </p:cNvCxnSpPr>
          <p:nvPr/>
        </p:nvCxnSpPr>
        <p:spPr>
          <a:xfrm rot="10800000">
            <a:off x="3538495" y="3284960"/>
            <a:ext cx="2070600" cy="509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41" name="Google Shape;1541;g3a23f74ff41_0_70"/>
          <p:cNvSpPr txBox="1"/>
          <p:nvPr/>
        </p:nvSpPr>
        <p:spPr>
          <a:xfrm>
            <a:off x="4521295" y="1922935"/>
            <a:ext cx="1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g3a23f74ff41_0_70"/>
          <p:cNvSpPr txBox="1"/>
          <p:nvPr/>
        </p:nvSpPr>
        <p:spPr>
          <a:xfrm>
            <a:off x="4601748" y="3354841"/>
            <a:ext cx="1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g3a23f74ff41_0_70"/>
          <p:cNvSpPr txBox="1"/>
          <p:nvPr/>
        </p:nvSpPr>
        <p:spPr>
          <a:xfrm>
            <a:off x="1369076" y="2379366"/>
            <a:ext cx="1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g3a23f74ff41_0_70"/>
          <p:cNvSpPr txBox="1"/>
          <p:nvPr/>
        </p:nvSpPr>
        <p:spPr>
          <a:xfrm>
            <a:off x="1369076" y="3213837"/>
            <a:ext cx="1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g3a23f74ff41_0_70"/>
          <p:cNvSpPr/>
          <p:nvPr/>
        </p:nvSpPr>
        <p:spPr>
          <a:xfrm>
            <a:off x="1655154" y="3901899"/>
            <a:ext cx="1883400" cy="41550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the optimal time interval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6" name="Google Shape;1546;g3a23f74ff41_0_70"/>
          <p:cNvCxnSpPr>
            <a:stCxn id="1538" idx="2"/>
            <a:endCxn id="1545" idx="0"/>
          </p:cNvCxnSpPr>
          <p:nvPr/>
        </p:nvCxnSpPr>
        <p:spPr>
          <a:xfrm>
            <a:off x="2596854" y="3492711"/>
            <a:ext cx="0" cy="40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7" name="Google Shape;1547;g3a23f74ff41_0_70"/>
          <p:cNvCxnSpPr>
            <a:stCxn id="1545" idx="2"/>
            <a:endCxn id="1520" idx="0"/>
          </p:cNvCxnSpPr>
          <p:nvPr/>
        </p:nvCxnSpPr>
        <p:spPr>
          <a:xfrm>
            <a:off x="2596854" y="4317399"/>
            <a:ext cx="0" cy="40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8" name="Google Shape;1548;g3a23f74ff41_0_70"/>
          <p:cNvSpPr txBox="1"/>
          <p:nvPr/>
        </p:nvSpPr>
        <p:spPr>
          <a:xfrm>
            <a:off x="1369076" y="4024599"/>
            <a:ext cx="1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g3a23f74ff41_0_70"/>
          <p:cNvSpPr txBox="1"/>
          <p:nvPr/>
        </p:nvSpPr>
        <p:spPr>
          <a:xfrm>
            <a:off x="5605394" y="4873476"/>
            <a:ext cx="2612400" cy="390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0" name="Google Shape;1550;g3a23f74ff41_0_70"/>
          <p:cNvCxnSpPr>
            <a:stCxn id="1549" idx="1"/>
            <a:endCxn id="1545" idx="3"/>
          </p:cNvCxnSpPr>
          <p:nvPr/>
        </p:nvCxnSpPr>
        <p:spPr>
          <a:xfrm rot="10800000">
            <a:off x="3538694" y="4109526"/>
            <a:ext cx="2066700" cy="959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51" name="Google Shape;1551;g3a23f74ff41_0_70"/>
          <p:cNvSpPr txBox="1"/>
          <p:nvPr/>
        </p:nvSpPr>
        <p:spPr>
          <a:xfrm>
            <a:off x="4521295" y="4381448"/>
            <a:ext cx="15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g3a23f74ff41_0_70"/>
          <p:cNvSpPr txBox="1"/>
          <p:nvPr/>
        </p:nvSpPr>
        <p:spPr>
          <a:xfrm>
            <a:off x="6049905" y="4619560"/>
            <a:ext cx="1699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Redownloading interval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g3a23f74ff41_0_70"/>
          <p:cNvSpPr txBox="1"/>
          <p:nvPr/>
        </p:nvSpPr>
        <p:spPr>
          <a:xfrm>
            <a:off x="6140801" y="3426634"/>
            <a:ext cx="1274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4" name="Google Shape;1554;g3a23f74ff41_0_70"/>
          <p:cNvCxnSpPr/>
          <p:nvPr/>
        </p:nvCxnSpPr>
        <p:spPr>
          <a:xfrm rot="10800000">
            <a:off x="6238532" y="1497789"/>
            <a:ext cx="14100" cy="1710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555" name="Google Shape;1555;g3a23f74ff41_0_70"/>
          <p:cNvSpPr/>
          <p:nvPr/>
        </p:nvSpPr>
        <p:spPr>
          <a:xfrm>
            <a:off x="6206563" y="1832870"/>
            <a:ext cx="78000" cy="82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g3a23f74ff41_0_70"/>
          <p:cNvSpPr txBox="1"/>
          <p:nvPr/>
        </p:nvSpPr>
        <p:spPr>
          <a:xfrm>
            <a:off x="5605394" y="5322478"/>
            <a:ext cx="3114300" cy="3693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4584" l="-3138" r="0" t="-131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98c09df87e_0_2050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1.jpg" id="1562" name="Google Shape;1562;g398c09df87e_0_20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98c09df87e_0_2055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2.jpg" id="1568" name="Google Shape;1568;g398c09df87e_0_20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98c09df87e_0_2060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3.jpg" id="1574" name="Google Shape;1574;g398c09df87e_0_20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98c09df87e_0_2065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4.jpg" id="1580" name="Google Shape;1580;g398c09df87e_0_20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398c09df87e_0_2070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5.jpg" id="1586" name="Google Shape;1586;g398c09df87e_0_20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98c09df87e_0_2075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6.jpg" id="1592" name="Google Shape;1592;g398c09df87e_0_20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98c09df87e_0_2080"/>
          <p:cNvSpPr txBox="1"/>
          <p:nvPr>
            <p:ph type="title"/>
          </p:nvPr>
        </p:nvSpPr>
        <p:spPr>
          <a:xfrm>
            <a:off x="292608" y="175768"/>
            <a:ext cx="5266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250" lIns="58500" spcFirstLastPara="1" rIns="58500" wrap="square" tIns="292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result-7.jpg" id="1598" name="Google Shape;1598;g398c09df87e_0_20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2022-05-25T05:47:35Z</dcterms:created>
  <dc:creator>Khanh N. Dang</dc:creator>
</cp:coreProperties>
</file>