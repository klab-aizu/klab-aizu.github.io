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937" r:id="rId1"/>
  </p:sldMasterIdLst>
  <p:notesMasterIdLst>
    <p:notesMasterId r:id="rId51"/>
  </p:notesMasterIdLst>
  <p:handoutMasterIdLst>
    <p:handoutMasterId r:id="rId52"/>
  </p:handoutMasterIdLst>
  <p:sldIdLst>
    <p:sldId id="280" r:id="rId2"/>
    <p:sldId id="305" r:id="rId3"/>
    <p:sldId id="296" r:id="rId4"/>
    <p:sldId id="367" r:id="rId5"/>
    <p:sldId id="309" r:id="rId6"/>
    <p:sldId id="493" r:id="rId7"/>
    <p:sldId id="459" r:id="rId8"/>
    <p:sldId id="496" r:id="rId9"/>
    <p:sldId id="381" r:id="rId10"/>
    <p:sldId id="382" r:id="rId11"/>
    <p:sldId id="466" r:id="rId12"/>
    <p:sldId id="467" r:id="rId13"/>
    <p:sldId id="469" r:id="rId14"/>
    <p:sldId id="464" r:id="rId15"/>
    <p:sldId id="468" r:id="rId16"/>
    <p:sldId id="471" r:id="rId17"/>
    <p:sldId id="472" r:id="rId18"/>
    <p:sldId id="497" r:id="rId19"/>
    <p:sldId id="473" r:id="rId20"/>
    <p:sldId id="494" r:id="rId21"/>
    <p:sldId id="474" r:id="rId22"/>
    <p:sldId id="475" r:id="rId23"/>
    <p:sldId id="476" r:id="rId24"/>
    <p:sldId id="477" r:id="rId25"/>
    <p:sldId id="498" r:id="rId26"/>
    <p:sldId id="495" r:id="rId27"/>
    <p:sldId id="480" r:id="rId28"/>
    <p:sldId id="481" r:id="rId29"/>
    <p:sldId id="482" r:id="rId30"/>
    <p:sldId id="483" r:id="rId31"/>
    <p:sldId id="499" r:id="rId32"/>
    <p:sldId id="297" r:id="rId33"/>
    <p:sldId id="317" r:id="rId34"/>
    <p:sldId id="465" r:id="rId35"/>
    <p:sldId id="319" r:id="rId36"/>
    <p:sldId id="342" r:id="rId37"/>
    <p:sldId id="307" r:id="rId38"/>
    <p:sldId id="365" r:id="rId39"/>
    <p:sldId id="462" r:id="rId40"/>
    <p:sldId id="484" r:id="rId41"/>
    <p:sldId id="485" r:id="rId42"/>
    <p:sldId id="486" r:id="rId43"/>
    <p:sldId id="487" r:id="rId44"/>
    <p:sldId id="488" r:id="rId45"/>
    <p:sldId id="489" r:id="rId46"/>
    <p:sldId id="490" r:id="rId47"/>
    <p:sldId id="491" r:id="rId48"/>
    <p:sldId id="492" r:id="rId49"/>
    <p:sldId id="306" r:id="rId50"/>
  </p:sldIdLst>
  <p:sldSz cx="10693400" cy="7561263"/>
  <p:notesSz cx="7010400" cy="92964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1pPr>
    <a:lvl2pPr marL="457040" algn="l" rtl="0" fontAlgn="base">
      <a:spcBef>
        <a:spcPct val="0"/>
      </a:spcBef>
      <a:spcAft>
        <a:spcPct val="0"/>
      </a:spcAft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2pPr>
    <a:lvl3pPr marL="914077" algn="l" rtl="0" fontAlgn="base">
      <a:spcBef>
        <a:spcPct val="0"/>
      </a:spcBef>
      <a:spcAft>
        <a:spcPct val="0"/>
      </a:spcAft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3pPr>
    <a:lvl4pPr marL="1371116" algn="l" rtl="0" fontAlgn="base">
      <a:spcBef>
        <a:spcPct val="0"/>
      </a:spcBef>
      <a:spcAft>
        <a:spcPct val="0"/>
      </a:spcAft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4pPr>
    <a:lvl5pPr marL="1828154" algn="l" rtl="0" fontAlgn="base">
      <a:spcBef>
        <a:spcPct val="0"/>
      </a:spcBef>
      <a:spcAft>
        <a:spcPct val="0"/>
      </a:spcAft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5pPr>
    <a:lvl6pPr marL="2285194" algn="l" defTabSz="914077" rtl="0" eaLnBrk="1" latinLnBrk="0" hangingPunct="1"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6pPr>
    <a:lvl7pPr marL="2742233" algn="l" defTabSz="914077" rtl="0" eaLnBrk="1" latinLnBrk="0" hangingPunct="1"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7pPr>
    <a:lvl8pPr marL="3199271" algn="l" defTabSz="914077" rtl="0" eaLnBrk="1" latinLnBrk="0" hangingPunct="1"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8pPr>
    <a:lvl9pPr marL="3656309" algn="l" defTabSz="914077" rtl="0" eaLnBrk="1" latinLnBrk="0" hangingPunct="1">
      <a:defRPr kumimoji="1" sz="2700" kern="1200">
        <a:solidFill>
          <a:srgbClr val="000000"/>
        </a:solidFill>
        <a:latin typeface="Times New Roman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SOKUSIN" initials="" lastIdx="1" clrIdx="0"/>
  <p:cmAuthor id="1" name="黄 华锟" initials="黄" lastIdx="1" clrIdx="1">
    <p:extLst>
      <p:ext uri="{19B8F6BF-5375-455C-9EA6-DF929625EA0E}">
        <p15:presenceInfo xmlns:p15="http://schemas.microsoft.com/office/powerpoint/2012/main" userId="ef30e15dd5bd3d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FCCCC"/>
    <a:srgbClr val="FF7C80"/>
    <a:srgbClr val="CC6600"/>
    <a:srgbClr val="CC9900"/>
    <a:srgbClr val="FF0066"/>
    <a:srgbClr val="FDFFE5"/>
    <a:srgbClr val="FFFFCC"/>
    <a:srgbClr val="FF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12" autoAdjust="0"/>
    <p:restoredTop sz="94274" autoAdjust="0"/>
  </p:normalViewPr>
  <p:slideViewPr>
    <p:cSldViewPr snapToGrid="0">
      <p:cViewPr varScale="1">
        <p:scale>
          <a:sx n="112" d="100"/>
          <a:sy n="112" d="100"/>
        </p:scale>
        <p:origin x="1272" y="192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29412"/>
    </p:cViewPr>
  </p:sorterViewPr>
  <p:notesViewPr>
    <p:cSldViewPr snapToGrid="0">
      <p:cViewPr varScale="1">
        <p:scale>
          <a:sx n="77" d="100"/>
          <a:sy n="77" d="100"/>
        </p:scale>
        <p:origin x="-2700" y="-108"/>
      </p:cViewPr>
      <p:guideLst>
        <p:guide orient="horz" pos="2928"/>
        <p:guide pos="22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ga Hanyu" userId="f18bd86c1b9e4fc5" providerId="LiveId" clId="{52B76CFC-25A8-488B-8E30-8A25EBAD21EE}"/>
    <pc:docChg chg="undo redo custSel addSld delSld modSld">
      <pc:chgData name="Yuga Hanyu" userId="f18bd86c1b9e4fc5" providerId="LiveId" clId="{52B76CFC-25A8-488B-8E30-8A25EBAD21EE}" dt="2025-12-08T22:55:19.630" v="5151"/>
      <pc:docMkLst>
        <pc:docMk/>
      </pc:docMkLst>
      <pc:sldChg chg="modSp mod">
        <pc:chgData name="Yuga Hanyu" userId="f18bd86c1b9e4fc5" providerId="LiveId" clId="{52B76CFC-25A8-488B-8E30-8A25EBAD21EE}" dt="2025-12-07T21:10:51.266" v="31" actId="20577"/>
        <pc:sldMkLst>
          <pc:docMk/>
          <pc:sldMk cId="0" sldId="280"/>
        </pc:sldMkLst>
        <pc:spChg chg="mod">
          <ac:chgData name="Yuga Hanyu" userId="f18bd86c1b9e4fc5" providerId="LiveId" clId="{52B76CFC-25A8-488B-8E30-8A25EBAD21EE}" dt="2025-12-07T21:10:51.266" v="31" actId="20577"/>
          <ac:spMkLst>
            <pc:docMk/>
            <pc:sldMk cId="0" sldId="280"/>
            <ac:spMk id="32" creationId="{00000000-0000-0000-0000-000000000000}"/>
          </ac:spMkLst>
        </pc:spChg>
      </pc:sldChg>
      <pc:sldChg chg="modSp mod">
        <pc:chgData name="Yuga Hanyu" userId="f18bd86c1b9e4fc5" providerId="LiveId" clId="{52B76CFC-25A8-488B-8E30-8A25EBAD21EE}" dt="2025-12-08T22:48:52.338" v="5053" actId="108"/>
        <pc:sldMkLst>
          <pc:docMk/>
          <pc:sldMk cId="0" sldId="296"/>
        </pc:sldMkLst>
        <pc:spChg chg="mod">
          <ac:chgData name="Yuga Hanyu" userId="f18bd86c1b9e4fc5" providerId="LiveId" clId="{52B76CFC-25A8-488B-8E30-8A25EBAD21EE}" dt="2025-12-08T22:48:52.338" v="5053" actId="108"/>
          <ac:spMkLst>
            <pc:docMk/>
            <pc:sldMk cId="0" sldId="296"/>
            <ac:spMk id="2" creationId="{00000000-0000-0000-0000-000000000000}"/>
          </ac:spMkLst>
        </pc:spChg>
      </pc:sldChg>
      <pc:sldChg chg="modSp mod">
        <pc:chgData name="Yuga Hanyu" userId="f18bd86c1b9e4fc5" providerId="LiveId" clId="{52B76CFC-25A8-488B-8E30-8A25EBAD21EE}" dt="2025-12-07T23:23:19.944" v="4218" actId="5793"/>
        <pc:sldMkLst>
          <pc:docMk/>
          <pc:sldMk cId="0" sldId="297"/>
        </pc:sldMkLst>
        <pc:spChg chg="mod">
          <ac:chgData name="Yuga Hanyu" userId="f18bd86c1b9e4fc5" providerId="LiveId" clId="{52B76CFC-25A8-488B-8E30-8A25EBAD21EE}" dt="2025-12-07T23:23:19.944" v="4218" actId="5793"/>
          <ac:spMkLst>
            <pc:docMk/>
            <pc:sldMk cId="0" sldId="297"/>
            <ac:spMk id="29" creationId="{00000000-0000-0000-0000-000000000000}"/>
          </ac:spMkLst>
        </pc:spChg>
      </pc:sldChg>
      <pc:sldChg chg="addSp delSp modSp mod">
        <pc:chgData name="Yuga Hanyu" userId="f18bd86c1b9e4fc5" providerId="LiveId" clId="{52B76CFC-25A8-488B-8E30-8A25EBAD21EE}" dt="2025-12-08T22:49:14.147" v="5054" actId="1076"/>
        <pc:sldMkLst>
          <pc:docMk/>
          <pc:sldMk cId="0" sldId="309"/>
        </pc:sldMkLst>
        <pc:spChg chg="mod">
          <ac:chgData name="Yuga Hanyu" userId="f18bd86c1b9e4fc5" providerId="LiveId" clId="{52B76CFC-25A8-488B-8E30-8A25EBAD21EE}" dt="2025-12-08T22:49:14.147" v="5054" actId="1076"/>
          <ac:spMkLst>
            <pc:docMk/>
            <pc:sldMk cId="0" sldId="309"/>
            <ac:spMk id="2" creationId="{00000000-0000-0000-0000-000000000000}"/>
          </ac:spMkLst>
        </pc:spChg>
        <pc:spChg chg="del">
          <ac:chgData name="Yuga Hanyu" userId="f18bd86c1b9e4fc5" providerId="LiveId" clId="{52B76CFC-25A8-488B-8E30-8A25EBAD21EE}" dt="2025-12-07T22:35:08.495" v="2580" actId="478"/>
          <ac:spMkLst>
            <pc:docMk/>
            <pc:sldMk cId="0" sldId="309"/>
            <ac:spMk id="9" creationId="{DC38FAC6-597B-9E8C-DA85-4939D36C1582}"/>
          </ac:spMkLst>
        </pc:spChg>
        <pc:spChg chg="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21" creationId="{2954F97C-7B37-8E98-92A2-2F85C6B1EE00}"/>
          </ac:spMkLst>
        </pc:spChg>
        <pc:spChg chg="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67" creationId="{664F40D4-D49A-2870-130F-50196C56287D}"/>
          </ac:spMkLst>
        </pc:spChg>
        <pc:spChg chg="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81" creationId="{260ACC61-87E8-10A3-FFD0-B53BF80E657D}"/>
          </ac:spMkLst>
        </pc:spChg>
        <pc:spChg chg="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97" creationId="{1A1206FE-D203-9EF0-71A3-B187A5063F95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106" creationId="{91C6108D-AAE9-2D93-9090-0AB4AD1C6D4C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109" creationId="{4CF05D1A-CC33-C000-64B5-8C41C5D196EE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204" creationId="{41EF058C-DE9F-90BC-D76C-8575B33197A6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216" creationId="{A4B23E63-4123-AE89-A588-1C7D344A6A83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221" creationId="{694C2165-7671-188B-ECBF-122F75C5940D}"/>
          </ac:spMkLst>
        </pc:spChg>
        <pc:spChg chg="add mod">
          <ac:chgData name="Yuga Hanyu" userId="f18bd86c1b9e4fc5" providerId="LiveId" clId="{52B76CFC-25A8-488B-8E30-8A25EBAD21EE}" dt="2025-12-07T22:04:31.929" v="1567"/>
          <ac:spMkLst>
            <pc:docMk/>
            <pc:sldMk cId="0" sldId="309"/>
            <ac:spMk id="233" creationId="{FF682661-0648-8DAD-E2D7-896A46A83295}"/>
          </ac:spMkLst>
        </pc:spChg>
        <pc:spChg chg="add mod">
          <ac:chgData name="Yuga Hanyu" userId="f18bd86c1b9e4fc5" providerId="LiveId" clId="{52B76CFC-25A8-488B-8E30-8A25EBAD21EE}" dt="2025-12-07T22:11:44.973" v="1746"/>
          <ac:spMkLst>
            <pc:docMk/>
            <pc:sldMk cId="0" sldId="309"/>
            <ac:spMk id="283" creationId="{12599415-3BC8-4196-5795-58100CDA33C6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285" creationId="{360605DC-F0FA-2537-ACB1-38926B3ED962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286" creationId="{89AB1DD6-A28C-0882-2361-90570C46C120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290" creationId="{EE2B6A5E-6DEB-3F46-913A-38D247F8C0B2}"/>
          </ac:spMkLst>
        </pc:spChg>
        <pc:spChg chg="del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297" creationId="{B45BC586-E310-581D-88A9-6165B0F2C356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298" creationId="{C7948368-2BEA-24D5-CDE6-3F62EA59CDCC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323" creationId="{EBB69136-99D9-13D1-85F0-D4CFC2AEDE36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332" creationId="{A1FDE617-37B4-A55F-A30A-E6447BC43D4F}"/>
          </ac:spMkLst>
        </pc:spChg>
        <pc:spChg chg="del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337" creationId="{9D935636-DF03-34FA-4E6B-C944FA436E88}"/>
          </ac:spMkLst>
        </pc:spChg>
        <pc:spChg chg="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339" creationId="{7EDF3187-C5CA-F885-A26F-B6805508292C}"/>
          </ac:spMkLst>
        </pc:spChg>
        <pc:spChg chg="mod">
          <ac:chgData name="Yuga Hanyu" userId="f18bd86c1b9e4fc5" providerId="LiveId" clId="{52B76CFC-25A8-488B-8E30-8A25EBAD21EE}" dt="2025-12-07T22:15:18.203" v="1867" actId="20577"/>
          <ac:spMkLst>
            <pc:docMk/>
            <pc:sldMk cId="0" sldId="309"/>
            <ac:spMk id="341" creationId="{D535BD77-9C55-AF8C-70A3-08783845E9E6}"/>
          </ac:spMkLst>
        </pc:spChg>
        <pc:spChg chg="add del mod">
          <ac:chgData name="Yuga Hanyu" userId="f18bd86c1b9e4fc5" providerId="LiveId" clId="{52B76CFC-25A8-488B-8E30-8A25EBAD21EE}" dt="2025-12-07T22:20:40.377" v="1999" actId="478"/>
          <ac:spMkLst>
            <pc:docMk/>
            <pc:sldMk cId="0" sldId="309"/>
            <ac:spMk id="343" creationId="{214A7A35-F5E3-F87B-4171-0C48772A512B}"/>
          </ac:spMkLst>
        </pc:spChg>
        <pc:spChg chg="add del mod">
          <ac:chgData name="Yuga Hanyu" userId="f18bd86c1b9e4fc5" providerId="LiveId" clId="{52B76CFC-25A8-488B-8E30-8A25EBAD21EE}" dt="2025-12-07T22:16:45.938" v="1893" actId="478"/>
          <ac:spMkLst>
            <pc:docMk/>
            <pc:sldMk cId="0" sldId="309"/>
            <ac:spMk id="345" creationId="{10C678EB-2E02-8024-7960-4539CF27F607}"/>
          </ac:spMkLst>
        </pc:spChg>
        <pc:spChg chg="mod">
          <ac:chgData name="Yuga Hanyu" userId="f18bd86c1b9e4fc5" providerId="LiveId" clId="{52B76CFC-25A8-488B-8E30-8A25EBAD21EE}" dt="2025-12-07T22:15:34.213" v="1872" actId="20577"/>
          <ac:spMkLst>
            <pc:docMk/>
            <pc:sldMk cId="0" sldId="309"/>
            <ac:spMk id="347" creationId="{8E9301DF-9CBB-1023-C82F-F6736CE550C5}"/>
          </ac:spMkLst>
        </pc:spChg>
        <pc:spChg chg="add del mod">
          <ac:chgData name="Yuga Hanyu" userId="f18bd86c1b9e4fc5" providerId="LiveId" clId="{52B76CFC-25A8-488B-8E30-8A25EBAD21EE}" dt="2025-12-07T22:16:12.051" v="1889" actId="478"/>
          <ac:spMkLst>
            <pc:docMk/>
            <pc:sldMk cId="0" sldId="309"/>
            <ac:spMk id="350" creationId="{EA9A7BEC-C6C7-A1E4-AC0D-5F15D352EC86}"/>
          </ac:spMkLst>
        </pc:spChg>
        <pc:spChg chg="add del mod">
          <ac:chgData name="Yuga Hanyu" userId="f18bd86c1b9e4fc5" providerId="LiveId" clId="{52B76CFC-25A8-488B-8E30-8A25EBAD21EE}" dt="2025-12-07T22:15:53.475" v="1878" actId="478"/>
          <ac:spMkLst>
            <pc:docMk/>
            <pc:sldMk cId="0" sldId="309"/>
            <ac:spMk id="352" creationId="{2183FE89-C2F5-F0D0-5E38-2012BEA23B53}"/>
          </ac:spMkLst>
        </pc:spChg>
        <pc:spChg chg="mod">
          <ac:chgData name="Yuga Hanyu" userId="f18bd86c1b9e4fc5" providerId="LiveId" clId="{52B76CFC-25A8-488B-8E30-8A25EBAD21EE}" dt="2025-12-07T22:15:42.677" v="1876" actId="20577"/>
          <ac:spMkLst>
            <pc:docMk/>
            <pc:sldMk cId="0" sldId="309"/>
            <ac:spMk id="354" creationId="{D2853FBF-3C5E-0F6F-AD5E-C8EE5C76842C}"/>
          </ac:spMkLst>
        </pc:spChg>
        <pc:picChg chg="del">
          <ac:chgData name="Yuga Hanyu" userId="f18bd86c1b9e4fc5" providerId="LiveId" clId="{52B76CFC-25A8-488B-8E30-8A25EBAD21EE}" dt="2025-12-07T22:04:31.412" v="1566" actId="478"/>
          <ac:picMkLst>
            <pc:docMk/>
            <pc:sldMk cId="0" sldId="309"/>
            <ac:picMk id="4" creationId="{82FA0DB2-94D9-D157-E15B-0CCFC11F951C}"/>
          </ac:picMkLst>
        </pc:picChg>
        <pc:picChg chg="add del mod">
          <ac:chgData name="Yuga Hanyu" userId="f18bd86c1b9e4fc5" providerId="LiveId" clId="{52B76CFC-25A8-488B-8E30-8A25EBAD21EE}" dt="2025-12-07T22:05:10.840" v="1572" actId="478"/>
          <ac:picMkLst>
            <pc:docMk/>
            <pc:sldMk cId="0" sldId="309"/>
            <ac:picMk id="282" creationId="{9444041F-043E-FB70-2D3B-63BDF6DF68E6}"/>
          </ac:picMkLst>
        </pc:picChg>
        <pc:cxnChg chg="del mod">
          <ac:chgData name="Yuga Hanyu" userId="f18bd86c1b9e4fc5" providerId="LiveId" clId="{52B76CFC-25A8-488B-8E30-8A25EBAD21EE}" dt="2025-12-07T22:15:57.912" v="1879" actId="478"/>
          <ac:cxnSpMkLst>
            <pc:docMk/>
            <pc:sldMk cId="0" sldId="309"/>
            <ac:cxnSpMk id="346" creationId="{B3A519A3-B039-D22B-9E51-69389F4A0D4D}"/>
          </ac:cxnSpMkLst>
        </pc:cxnChg>
        <pc:cxnChg chg="del">
          <ac:chgData name="Yuga Hanyu" userId="f18bd86c1b9e4fc5" providerId="LiveId" clId="{52B76CFC-25A8-488B-8E30-8A25EBAD21EE}" dt="2025-12-07T22:16:13.373" v="1890" actId="478"/>
          <ac:cxnSpMkLst>
            <pc:docMk/>
            <pc:sldMk cId="0" sldId="309"/>
            <ac:cxnSpMk id="351" creationId="{2DFA2899-6F3B-8D04-B340-45F9F4661BF4}"/>
          </ac:cxnSpMkLst>
        </pc:cxnChg>
        <pc:cxnChg chg="del mod">
          <ac:chgData name="Yuga Hanyu" userId="f18bd86c1b9e4fc5" providerId="LiveId" clId="{52B76CFC-25A8-488B-8E30-8A25EBAD21EE}" dt="2025-12-07T22:15:48.750" v="1877" actId="478"/>
          <ac:cxnSpMkLst>
            <pc:docMk/>
            <pc:sldMk cId="0" sldId="309"/>
            <ac:cxnSpMk id="353" creationId="{55B7609B-CCDE-C0CB-FC25-7D740199BA6B}"/>
          </ac:cxnSpMkLst>
        </pc:cxnChg>
      </pc:sldChg>
      <pc:sldChg chg="addSp delSp modSp mod">
        <pc:chgData name="Yuga Hanyu" userId="f18bd86c1b9e4fc5" providerId="LiveId" clId="{52B76CFC-25A8-488B-8E30-8A25EBAD21EE}" dt="2025-12-07T23:30:10.535" v="4239" actId="1076"/>
        <pc:sldMkLst>
          <pc:docMk/>
          <pc:sldMk cId="2921564322" sldId="317"/>
        </pc:sldMkLst>
        <pc:spChg chg="add">
          <ac:chgData name="Yuga Hanyu" userId="f18bd86c1b9e4fc5" providerId="LiveId" clId="{52B76CFC-25A8-488B-8E30-8A25EBAD21EE}" dt="2025-12-07T23:28:48.125" v="4220"/>
          <ac:spMkLst>
            <pc:docMk/>
            <pc:sldMk cId="2921564322" sldId="317"/>
            <ac:spMk id="4" creationId="{5FE0A672-F8B4-BA82-2678-89D0FE98B18E}"/>
          </ac:spMkLst>
        </pc:spChg>
        <pc:spChg chg="add">
          <ac:chgData name="Yuga Hanyu" userId="f18bd86c1b9e4fc5" providerId="LiveId" clId="{52B76CFC-25A8-488B-8E30-8A25EBAD21EE}" dt="2025-12-07T23:29:20.978" v="4227"/>
          <ac:spMkLst>
            <pc:docMk/>
            <pc:sldMk cId="2921564322" sldId="317"/>
            <ac:spMk id="8" creationId="{CB21E650-3443-A652-CA73-81D9C6E6709F}"/>
          </ac:spMkLst>
        </pc:spChg>
        <pc:spChg chg="del mod">
          <ac:chgData name="Yuga Hanyu" userId="f18bd86c1b9e4fc5" providerId="LiveId" clId="{52B76CFC-25A8-488B-8E30-8A25EBAD21EE}" dt="2025-12-07T23:29:43.385" v="4235"/>
          <ac:spMkLst>
            <pc:docMk/>
            <pc:sldMk cId="2921564322" sldId="317"/>
            <ac:spMk id="9" creationId="{D876611E-CEC2-BF18-8F85-704127C45103}"/>
          </ac:spMkLst>
        </pc:spChg>
        <pc:spChg chg="add mod">
          <ac:chgData name="Yuga Hanyu" userId="f18bd86c1b9e4fc5" providerId="LiveId" clId="{52B76CFC-25A8-488B-8E30-8A25EBAD21EE}" dt="2025-12-07T23:29:59.147" v="4236" actId="1076"/>
          <ac:spMkLst>
            <pc:docMk/>
            <pc:sldMk cId="2921564322" sldId="317"/>
            <ac:spMk id="10" creationId="{4B589DE6-7031-999D-A000-B67D8ACBD418}"/>
          </ac:spMkLst>
        </pc:spChg>
        <pc:spChg chg="add del">
          <ac:chgData name="Yuga Hanyu" userId="f18bd86c1b9e4fc5" providerId="LiveId" clId="{52B76CFC-25A8-488B-8E30-8A25EBAD21EE}" dt="2025-12-07T23:30:05.567" v="4238" actId="478"/>
          <ac:spMkLst>
            <pc:docMk/>
            <pc:sldMk cId="2921564322" sldId="317"/>
            <ac:spMk id="13" creationId="{7B2980B7-B856-39C4-AF31-E7C95694937F}"/>
          </ac:spMkLst>
        </pc:spChg>
        <pc:picChg chg="del">
          <ac:chgData name="Yuga Hanyu" userId="f18bd86c1b9e4fc5" providerId="LiveId" clId="{52B76CFC-25A8-488B-8E30-8A25EBAD21EE}" dt="2025-12-07T23:28:33.652" v="4219" actId="478"/>
          <ac:picMkLst>
            <pc:docMk/>
            <pc:sldMk cId="2921564322" sldId="317"/>
            <ac:picMk id="2" creationId="{5BB0B969-1E72-E03C-DCBC-0C11510D682F}"/>
          </ac:picMkLst>
        </pc:picChg>
        <pc:picChg chg="add mod">
          <ac:chgData name="Yuga Hanyu" userId="f18bd86c1b9e4fc5" providerId="LiveId" clId="{52B76CFC-25A8-488B-8E30-8A25EBAD21EE}" dt="2025-12-07T23:30:10.535" v="4239" actId="1076"/>
          <ac:picMkLst>
            <pc:docMk/>
            <pc:sldMk cId="2921564322" sldId="317"/>
            <ac:picMk id="7" creationId="{8A682180-94CC-8545-E674-C838EF35E2E0}"/>
          </ac:picMkLst>
        </pc:picChg>
      </pc:sldChg>
      <pc:sldChg chg="modSp mod">
        <pc:chgData name="Yuga Hanyu" userId="f18bd86c1b9e4fc5" providerId="LiveId" clId="{52B76CFC-25A8-488B-8E30-8A25EBAD21EE}" dt="2025-12-07T23:47:51.542" v="4649" actId="20577"/>
        <pc:sldMkLst>
          <pc:docMk/>
          <pc:sldMk cId="4192294330" sldId="342"/>
        </pc:sldMkLst>
        <pc:spChg chg="mod">
          <ac:chgData name="Yuga Hanyu" userId="f18bd86c1b9e4fc5" providerId="LiveId" clId="{52B76CFC-25A8-488B-8E30-8A25EBAD21EE}" dt="2025-12-07T23:47:51.542" v="4649" actId="20577"/>
          <ac:spMkLst>
            <pc:docMk/>
            <pc:sldMk cId="4192294330" sldId="342"/>
            <ac:spMk id="29" creationId="{00000000-0000-0000-0000-000000000000}"/>
          </ac:spMkLst>
        </pc:spChg>
      </pc:sldChg>
      <pc:sldChg chg="del">
        <pc:chgData name="Yuga Hanyu" userId="f18bd86c1b9e4fc5" providerId="LiveId" clId="{52B76CFC-25A8-488B-8E30-8A25EBAD21EE}" dt="2025-12-07T22:36:15.193" v="2586" actId="47"/>
        <pc:sldMkLst>
          <pc:docMk/>
          <pc:sldMk cId="1441378268" sldId="364"/>
        </pc:sldMkLst>
      </pc:sldChg>
      <pc:sldChg chg="modSp mod">
        <pc:chgData name="Yuga Hanyu" userId="f18bd86c1b9e4fc5" providerId="LiveId" clId="{52B76CFC-25A8-488B-8E30-8A25EBAD21EE}" dt="2025-12-08T22:48:43.777" v="5052" actId="108"/>
        <pc:sldMkLst>
          <pc:docMk/>
          <pc:sldMk cId="3668520396" sldId="367"/>
        </pc:sldMkLst>
        <pc:spChg chg="mod">
          <ac:chgData name="Yuga Hanyu" userId="f18bd86c1b9e4fc5" providerId="LiveId" clId="{52B76CFC-25A8-488B-8E30-8A25EBAD21EE}" dt="2025-12-08T22:48:43.777" v="5052" actId="108"/>
          <ac:spMkLst>
            <pc:docMk/>
            <pc:sldMk cId="3668520396" sldId="367"/>
            <ac:spMk id="2" creationId="{00000000-0000-0000-0000-000000000000}"/>
          </ac:spMkLst>
        </pc:spChg>
        <pc:spChg chg="mod">
          <ac:chgData name="Yuga Hanyu" userId="f18bd86c1b9e4fc5" providerId="LiveId" clId="{52B76CFC-25A8-488B-8E30-8A25EBAD21EE}" dt="2025-12-08T22:47:13.631" v="5019" actId="20577"/>
          <ac:spMkLst>
            <pc:docMk/>
            <pc:sldMk cId="3668520396" sldId="367"/>
            <ac:spMk id="4" creationId="{00000000-0000-0000-0000-000000000000}"/>
          </ac:spMkLst>
        </pc:spChg>
      </pc:sldChg>
      <pc:sldChg chg="addSp delSp modSp mod">
        <pc:chgData name="Yuga Hanyu" userId="f18bd86c1b9e4fc5" providerId="LiveId" clId="{52B76CFC-25A8-488B-8E30-8A25EBAD21EE}" dt="2025-12-08T22:49:38.158" v="5056"/>
        <pc:sldMkLst>
          <pc:docMk/>
          <pc:sldMk cId="1141294990" sldId="381"/>
        </pc:sldMkLst>
        <pc:spChg chg="mod">
          <ac:chgData name="Yuga Hanyu" userId="f18bd86c1b9e4fc5" providerId="LiveId" clId="{52B76CFC-25A8-488B-8E30-8A25EBAD21EE}" dt="2025-12-08T22:49:38.158" v="5056"/>
          <ac:spMkLst>
            <pc:docMk/>
            <pc:sldMk cId="1141294990" sldId="381"/>
            <ac:spMk id="2" creationId="{00000000-0000-0000-0000-000000000000}"/>
          </ac:spMkLst>
        </pc:spChg>
        <pc:spChg chg="del">
          <ac:chgData name="Yuga Hanyu" userId="f18bd86c1b9e4fc5" providerId="LiveId" clId="{52B76CFC-25A8-488B-8E30-8A25EBAD21EE}" dt="2025-12-07T22:39:07.059" v="2669" actId="478"/>
          <ac:spMkLst>
            <pc:docMk/>
            <pc:sldMk cId="1141294990" sldId="381"/>
            <ac:spMk id="9" creationId="{A99AE80C-9BF0-EA18-CEAC-292B9875B7FD}"/>
          </ac:spMkLst>
        </pc:spChg>
        <pc:spChg chg="mod">
          <ac:chgData name="Yuga Hanyu" userId="f18bd86c1b9e4fc5" providerId="LiveId" clId="{52B76CFC-25A8-488B-8E30-8A25EBAD21EE}" dt="2025-12-07T22:39:22.873" v="2687" actId="20577"/>
          <ac:spMkLst>
            <pc:docMk/>
            <pc:sldMk cId="1141294990" sldId="381"/>
            <ac:spMk id="10" creationId="{FEC4D1B7-BCEE-7C77-2A1F-403EC93B3083}"/>
          </ac:spMkLst>
        </pc:spChg>
        <pc:spChg chg="del">
          <ac:chgData name="Yuga Hanyu" userId="f18bd86c1b9e4fc5" providerId="LiveId" clId="{52B76CFC-25A8-488B-8E30-8A25EBAD21EE}" dt="2025-12-07T22:39:07.059" v="2669" actId="478"/>
          <ac:spMkLst>
            <pc:docMk/>
            <pc:sldMk cId="1141294990" sldId="381"/>
            <ac:spMk id="11" creationId="{86586796-F07E-59F7-9D54-CCB41998C7A0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16" creationId="{4D0937F6-8A18-8B6B-219E-8A68A9DC751A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20" creationId="{4D2CB0CE-E881-E31F-57AA-313246336F2E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21" creationId="{E3C84530-12D1-16EF-21B4-9869E43C6244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24" creationId="{1FF4D22C-71CD-E870-C409-E2E5AAF76316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35" creationId="{223BA78F-8EBF-5403-F945-92F9985DC17D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36" creationId="{8E602018-2200-CD28-C0D4-5C58BD820DD6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50" creationId="{3B736567-637E-C84A-1827-99115CD575A9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62" creationId="{6B6D3EBB-DA94-85FC-BE2E-EEAD983AB4A0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68" creationId="{ABE8BBF0-4EA2-E5D9-797E-C90581F6F9A6}"/>
          </ac:spMkLst>
        </pc:spChg>
        <pc:spChg chg="add mod">
          <ac:chgData name="Yuga Hanyu" userId="f18bd86c1b9e4fc5" providerId="LiveId" clId="{52B76CFC-25A8-488B-8E30-8A25EBAD21EE}" dt="2025-12-07T22:39:12.500" v="2671" actId="1076"/>
          <ac:spMkLst>
            <pc:docMk/>
            <pc:sldMk cId="1141294990" sldId="381"/>
            <ac:spMk id="72" creationId="{52516408-4BDE-ACA0-2AB9-65CC8B1F4510}"/>
          </ac:spMkLst>
        </pc:spChg>
        <pc:picChg chg="del">
          <ac:chgData name="Yuga Hanyu" userId="f18bd86c1b9e4fc5" providerId="LiveId" clId="{52B76CFC-25A8-488B-8E30-8A25EBAD21EE}" dt="2025-12-07T22:39:02.280" v="2668" actId="478"/>
          <ac:picMkLst>
            <pc:docMk/>
            <pc:sldMk cId="1141294990" sldId="381"/>
            <ac:picMk id="7" creationId="{26D54AEA-75B9-7C92-9D65-6473055D273C}"/>
          </ac:picMkLst>
        </pc:picChg>
      </pc:sldChg>
      <pc:sldChg chg="addSp delSp modSp mod setBg">
        <pc:chgData name="Yuga Hanyu" userId="f18bd86c1b9e4fc5" providerId="LiveId" clId="{52B76CFC-25A8-488B-8E30-8A25EBAD21EE}" dt="2025-12-08T22:51:10.876" v="5065"/>
        <pc:sldMkLst>
          <pc:docMk/>
          <pc:sldMk cId="1741243122" sldId="382"/>
        </pc:sldMkLst>
        <pc:spChg chg="mod">
          <ac:chgData name="Yuga Hanyu" userId="f18bd86c1b9e4fc5" providerId="LiveId" clId="{52B76CFC-25A8-488B-8E30-8A25EBAD21EE}" dt="2025-12-08T22:50:28.743" v="5062" actId="108"/>
          <ac:spMkLst>
            <pc:docMk/>
            <pc:sldMk cId="1741243122" sldId="382"/>
            <ac:spMk id="2" creationId="{00000000-0000-0000-0000-000000000000}"/>
          </ac:spMkLst>
        </pc:spChg>
        <pc:spChg chg="mod">
          <ac:chgData name="Yuga Hanyu" userId="f18bd86c1b9e4fc5" providerId="LiveId" clId="{52B76CFC-25A8-488B-8E30-8A25EBAD21EE}" dt="2025-12-08T22:51:10.876" v="5065"/>
          <ac:spMkLst>
            <pc:docMk/>
            <pc:sldMk cId="1741243122" sldId="382"/>
            <ac:spMk id="3" creationId="{00000000-0000-0000-0000-000000000000}"/>
          </ac:spMkLst>
        </pc:spChg>
        <pc:spChg chg="mod">
          <ac:chgData name="Yuga Hanyu" userId="f18bd86c1b9e4fc5" providerId="LiveId" clId="{52B76CFC-25A8-488B-8E30-8A25EBAD21EE}" dt="2025-12-08T22:51:10.876" v="5065"/>
          <ac:spMkLst>
            <pc:docMk/>
            <pc:sldMk cId="1741243122" sldId="382"/>
            <ac:spMk id="5" creationId="{00000000-0000-0000-0000-000000000000}"/>
          </ac:spMkLst>
        </pc:spChg>
        <pc:spChg chg="mod">
          <ac:chgData name="Yuga Hanyu" userId="f18bd86c1b9e4fc5" providerId="LiveId" clId="{52B76CFC-25A8-488B-8E30-8A25EBAD21EE}" dt="2025-12-08T22:51:10.876" v="5065"/>
          <ac:spMkLst>
            <pc:docMk/>
            <pc:sldMk cId="1741243122" sldId="382"/>
            <ac:spMk id="6" creationId="{00000000-0000-0000-0000-000000000000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8" creationId="{6DF05A1F-3D28-276F-DF2B-DDE20A1C091B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9" creationId="{1223D392-7126-73EC-B1A1-A85C694A98DF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10" creationId="{CE2B7F8D-D1D8-DEBE-6AFF-F65E74A95801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11" creationId="{47592AAF-8DE2-3B93-0B26-3B8C8248BB41}"/>
          </ac:spMkLst>
        </pc:spChg>
        <pc:spChg chg="mod">
          <ac:chgData name="Yuga Hanyu" userId="f18bd86c1b9e4fc5" providerId="LiveId" clId="{52B76CFC-25A8-488B-8E30-8A25EBAD21EE}" dt="2025-12-07T22:41:14.440" v="2727" actId="20577"/>
          <ac:spMkLst>
            <pc:docMk/>
            <pc:sldMk cId="1741243122" sldId="382"/>
            <ac:spMk id="12" creationId="{69829220-2101-1308-5D6D-45E09198F625}"/>
          </ac:spMkLst>
        </pc:spChg>
        <pc:spChg chg="mod">
          <ac:chgData name="Yuga Hanyu" userId="f18bd86c1b9e4fc5" providerId="LiveId" clId="{52B76CFC-25A8-488B-8E30-8A25EBAD21EE}" dt="2025-12-08T22:51:10.876" v="5065"/>
          <ac:spMkLst>
            <pc:docMk/>
            <pc:sldMk cId="1741243122" sldId="382"/>
            <ac:spMk id="13" creationId="{00000000-0000-0000-0000-000000000000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17" creationId="{C3E3FF1E-0B53-B7D4-806E-0113F4B868E9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18" creationId="{4267D908-C437-80C0-1D30-E71E0FDD5780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32" creationId="{C297D068-2BA5-C2D9-3A98-85723B98984C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53" creationId="{30E11BD9-8A23-E77A-E2AF-A45BA318B9D1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64" creationId="{73B6E5CE-97E7-0DB6-7B37-B900A79D4CD9}"/>
          </ac:spMkLst>
        </pc:spChg>
        <pc:spChg chg="add mod">
          <ac:chgData name="Yuga Hanyu" userId="f18bd86c1b9e4fc5" providerId="LiveId" clId="{52B76CFC-25A8-488B-8E30-8A25EBAD21EE}" dt="2025-12-07T22:40:13.075" v="2690" actId="1076"/>
          <ac:spMkLst>
            <pc:docMk/>
            <pc:sldMk cId="1741243122" sldId="382"/>
            <ac:spMk id="72" creationId="{9D92BBA9-E681-30E2-DD9A-8605121A6B68}"/>
          </ac:spMkLst>
        </pc:spChg>
        <pc:picChg chg="del">
          <ac:chgData name="Yuga Hanyu" userId="f18bd86c1b9e4fc5" providerId="LiveId" clId="{52B76CFC-25A8-488B-8E30-8A25EBAD21EE}" dt="2025-12-07T22:40:05.706" v="2688" actId="478"/>
          <ac:picMkLst>
            <pc:docMk/>
            <pc:sldMk cId="1741243122" sldId="382"/>
            <ac:picMk id="7" creationId="{7C4CE6ED-B7E4-1EE5-2CDC-C38EEE4C1B59}"/>
          </ac:picMkLst>
        </pc:picChg>
      </pc:sldChg>
      <pc:sldChg chg="addSp delSp modSp mod">
        <pc:chgData name="Yuga Hanyu" userId="f18bd86c1b9e4fc5" providerId="LiveId" clId="{52B76CFC-25A8-488B-8E30-8A25EBAD21EE}" dt="2025-12-08T22:49:33.925" v="5055"/>
        <pc:sldMkLst>
          <pc:docMk/>
          <pc:sldMk cId="1793153468" sldId="459"/>
        </pc:sldMkLst>
        <pc:spChg chg="mod">
          <ac:chgData name="Yuga Hanyu" userId="f18bd86c1b9e4fc5" providerId="LiveId" clId="{52B76CFC-25A8-488B-8E30-8A25EBAD21EE}" dt="2025-12-08T22:49:33.925" v="5055"/>
          <ac:spMkLst>
            <pc:docMk/>
            <pc:sldMk cId="1793153468" sldId="459"/>
            <ac:spMk id="2" creationId="{00000000-0000-0000-0000-000000000000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7" creationId="{D4A2AEF0-F137-31FB-0AFC-36B874339586}"/>
          </ac:spMkLst>
        </pc:spChg>
        <pc:spChg chg="mod">
          <ac:chgData name="Yuga Hanyu" userId="f18bd86c1b9e4fc5" providerId="LiveId" clId="{52B76CFC-25A8-488B-8E30-8A25EBAD21EE}" dt="2025-12-07T22:37:35.774" v="2662" actId="14100"/>
          <ac:spMkLst>
            <pc:docMk/>
            <pc:sldMk cId="1793153468" sldId="459"/>
            <ac:spMk id="10" creationId="{1A4B0A2F-D04F-0434-0B45-F23D76C43F12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17" creationId="{CF969E09-AD52-BD74-838D-282B9A65CE18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24" creationId="{24221D41-07C8-564D-2D69-810C758DF1E9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59" creationId="{1139EDC4-FA2E-3355-7F95-1DB4C047D064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74" creationId="{37E48F90-C15B-A590-E47C-BB0CD97ECE1D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91" creationId="{D4F13158-D484-3BA6-B93C-CC2093DDEC3A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104" creationId="{A21065A1-CBA9-E99C-1EA1-2DB08F8341EF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107" creationId="{F0FB5C3D-5C7F-CCF9-A22F-2FCCB2E67048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112" creationId="{0DF584A3-C8CC-7F16-B712-9FCECF437F23}"/>
          </ac:spMkLst>
        </pc:spChg>
        <pc:spChg chg="add 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117" creationId="{82A7D798-9BAE-CB07-FB33-01CC54233F2B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138" creationId="{87A58008-15F3-9853-030E-FC8486E3A236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13" creationId="{66341F16-FFC8-DED2-AF8A-60A4EAFF21BE}"/>
          </ac:spMkLst>
        </pc:spChg>
        <pc:spChg chg="add 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216" creationId="{C0D6C68B-67E2-FE0A-90FC-B271F142FEBC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17" creationId="{8E279684-725E-7797-084F-687B9211BC28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22" creationId="{864EB6EB-DBEC-5998-44D1-F9A454EF4B32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23" creationId="{7AD23931-8C4E-7FFC-6DF7-ECC17CBFAB93}"/>
          </ac:spMkLst>
        </pc:spChg>
        <pc:spChg chg="add 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230" creationId="{4C5033BB-C586-B408-C71E-80C1276CC617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45" creationId="{8BD40BDC-8202-C019-C4FE-2C033EBC9338}"/>
          </ac:spMkLst>
        </pc:spChg>
        <pc:spChg chg="mod">
          <ac:chgData name="Yuga Hanyu" userId="f18bd86c1b9e4fc5" providerId="LiveId" clId="{52B76CFC-25A8-488B-8E30-8A25EBAD21EE}" dt="2025-12-07T22:37:53.174" v="2664"/>
          <ac:spMkLst>
            <pc:docMk/>
            <pc:sldMk cId="1793153468" sldId="459"/>
            <ac:spMk id="268" creationId="{ABB6885D-28D3-8529-61AA-9FE9CA0306E1}"/>
          </ac:spMkLst>
        </pc:spChg>
        <pc:spChg chg="mod">
          <ac:chgData name="Yuga Hanyu" userId="f18bd86c1b9e4fc5" providerId="LiveId" clId="{52B76CFC-25A8-488B-8E30-8A25EBAD21EE}" dt="2025-12-07T22:37:59.227" v="2665" actId="1076"/>
          <ac:spMkLst>
            <pc:docMk/>
            <pc:sldMk cId="1793153468" sldId="459"/>
            <ac:spMk id="278" creationId="{459620C4-0A79-6200-3A7F-2CB88C07E8D6}"/>
          </ac:spMkLst>
        </pc:spChg>
        <pc:picChg chg="del">
          <ac:chgData name="Yuga Hanyu" userId="f18bd86c1b9e4fc5" providerId="LiveId" clId="{52B76CFC-25A8-488B-8E30-8A25EBAD21EE}" dt="2025-12-07T22:37:39.026" v="2663" actId="478"/>
          <ac:picMkLst>
            <pc:docMk/>
            <pc:sldMk cId="1793153468" sldId="459"/>
            <ac:picMk id="4" creationId="{AB967B34-0799-DE6A-921F-E7ACC6810B05}"/>
          </ac:picMkLst>
        </pc:picChg>
      </pc:sldChg>
      <pc:sldChg chg="addSp delSp modSp mod">
        <pc:chgData name="Yuga Hanyu" userId="f18bd86c1b9e4fc5" providerId="LiveId" clId="{52B76CFC-25A8-488B-8E30-8A25EBAD21EE}" dt="2025-12-08T22:54:22.984" v="5123"/>
        <pc:sldMkLst>
          <pc:docMk/>
          <pc:sldMk cId="3869196115" sldId="462"/>
        </pc:sldMkLst>
        <pc:spChg chg="mod">
          <ac:chgData name="Yuga Hanyu" userId="f18bd86c1b9e4fc5" providerId="LiveId" clId="{52B76CFC-25A8-488B-8E30-8A25EBAD21EE}" dt="2025-12-08T22:54:22.984" v="5123"/>
          <ac:spMkLst>
            <pc:docMk/>
            <pc:sldMk cId="3869196115" sldId="462"/>
            <ac:spMk id="2" creationId="{00000000-0000-0000-0000-000000000000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4" creationId="{983E274C-34FF-7569-6D64-5EE587829B28}"/>
          </ac:spMkLst>
        </pc:spChg>
        <pc:spChg chg="del">
          <ac:chgData name="Yuga Hanyu" userId="f18bd86c1b9e4fc5" providerId="LiveId" clId="{52B76CFC-25A8-488B-8E30-8A25EBAD21EE}" dt="2025-12-07T23:48:52.544" v="4653" actId="478"/>
          <ac:spMkLst>
            <pc:docMk/>
            <pc:sldMk cId="3869196115" sldId="462"/>
            <ac:spMk id="9" creationId="{EEF10CA4-22C5-E379-C111-F14C0E0065CE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16" creationId="{08F10387-DA93-7B6F-9D63-A26EDB292429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19" creationId="{127B8D0B-D7FD-39A2-2EF4-01520F325005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22" creationId="{1A648830-818C-9C34-6E31-B8ED2951AB45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44" creationId="{CDAD0628-C208-7852-AB70-9DF6B7928F18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46" creationId="{68E4FB33-9F41-EF23-4FE8-3C2069926CC7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49" creationId="{78370E09-0E09-925C-8A43-323CA37A3471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57" creationId="{94B8EB62-8C05-B4D4-83FF-EAF67E50C9A8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59" creationId="{F4CBD781-77DD-E105-A3B8-FD78DF44AF27}"/>
          </ac:spMkLst>
        </pc:spChg>
        <pc:spChg chg="add mod">
          <ac:chgData name="Yuga Hanyu" userId="f18bd86c1b9e4fc5" providerId="LiveId" clId="{52B76CFC-25A8-488B-8E30-8A25EBAD21EE}" dt="2025-12-07T23:48:52.825" v="4654"/>
          <ac:spMkLst>
            <pc:docMk/>
            <pc:sldMk cId="3869196115" sldId="462"/>
            <ac:spMk id="74" creationId="{0B6905DD-B9FA-0CCE-2D25-F48200F7A00F}"/>
          </ac:spMkLst>
        </pc:spChg>
        <pc:picChg chg="del">
          <ac:chgData name="Yuga Hanyu" userId="f18bd86c1b9e4fc5" providerId="LiveId" clId="{52B76CFC-25A8-488B-8E30-8A25EBAD21EE}" dt="2025-12-07T23:48:48.857" v="4652" actId="478"/>
          <ac:picMkLst>
            <pc:docMk/>
            <pc:sldMk cId="3869196115" sldId="462"/>
            <ac:picMk id="7" creationId="{37A6A630-40E2-8BE2-0004-55A8C04557CE}"/>
          </ac:picMkLst>
        </pc:picChg>
        <pc:picChg chg="add mod">
          <ac:chgData name="Yuga Hanyu" userId="f18bd86c1b9e4fc5" providerId="LiveId" clId="{52B76CFC-25A8-488B-8E30-8A25EBAD21EE}" dt="2025-12-07T23:49:35.410" v="4659" actId="1076"/>
          <ac:picMkLst>
            <pc:docMk/>
            <pc:sldMk cId="3869196115" sldId="462"/>
            <ac:picMk id="75" creationId="{A115F528-557E-6A4B-EC10-EDDBF6CD017D}"/>
          </ac:picMkLst>
        </pc:picChg>
      </pc:sldChg>
      <pc:sldChg chg="del">
        <pc:chgData name="Yuga Hanyu" userId="f18bd86c1b9e4fc5" providerId="LiveId" clId="{52B76CFC-25A8-488B-8E30-8A25EBAD21EE}" dt="2025-12-07T23:48:28.877" v="4650" actId="47"/>
        <pc:sldMkLst>
          <pc:docMk/>
          <pc:sldMk cId="1212465173" sldId="463"/>
        </pc:sldMkLst>
      </pc:sldChg>
      <pc:sldChg chg="addSp delSp modSp mod">
        <pc:chgData name="Yuga Hanyu" userId="f18bd86c1b9e4fc5" providerId="LiveId" clId="{52B76CFC-25A8-488B-8E30-8A25EBAD21EE}" dt="2025-12-08T22:51:54.919" v="5069" actId="1076"/>
        <pc:sldMkLst>
          <pc:docMk/>
          <pc:sldMk cId="4215876793" sldId="464"/>
        </pc:sldMkLst>
        <pc:spChg chg="mod">
          <ac:chgData name="Yuga Hanyu" userId="f18bd86c1b9e4fc5" providerId="LiveId" clId="{52B76CFC-25A8-488B-8E30-8A25EBAD21EE}" dt="2025-12-08T22:51:47.952" v="5068" actId="108"/>
          <ac:spMkLst>
            <pc:docMk/>
            <pc:sldMk cId="4215876793" sldId="464"/>
            <ac:spMk id="2" creationId="{00000000-0000-0000-0000-000000000000}"/>
          </ac:spMkLst>
        </pc:spChg>
        <pc:spChg chg="mod">
          <ac:chgData name="Yuga Hanyu" userId="f18bd86c1b9e4fc5" providerId="LiveId" clId="{52B76CFC-25A8-488B-8E30-8A25EBAD21EE}" dt="2025-12-07T23:59:27.149" v="4840" actId="20577"/>
          <ac:spMkLst>
            <pc:docMk/>
            <pc:sldMk cId="4215876793" sldId="464"/>
            <ac:spMk id="10" creationId="{228145DA-FC18-F6B2-82C7-51D24BD76629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16" creationId="{3D161983-D12E-2E57-19DD-A751220464E5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20" creationId="{F90409F2-550A-7501-CEED-E73A993B2A56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21" creationId="{A164B884-9594-A73F-30D3-AE806817602A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22" creationId="{C648FD58-2D32-8828-9CDB-6EF2287FEA40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23" creationId="{7453C681-B465-F45B-3B87-FA62E9B08243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27" creationId="{3FDF6063-6FE4-706C-43E2-4444BF0DB0D2}"/>
          </ac:spMkLst>
        </pc:spChg>
        <pc:spChg chg="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36" creationId="{2E99A066-4FAB-3C05-DFA4-FC9A5B63234E}"/>
          </ac:spMkLst>
        </pc:spChg>
        <pc:spChg chg="add 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63" creationId="{413A3F57-D17A-8925-8CBD-A6C4C6642F9C}"/>
          </ac:spMkLst>
        </pc:spChg>
        <pc:spChg chg="add 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67" creationId="{872F9B5D-57C8-59FF-9B8C-B29A1124E0B4}"/>
          </ac:spMkLst>
        </pc:spChg>
        <pc:spChg chg="add mod">
          <ac:chgData name="Yuga Hanyu" userId="f18bd86c1b9e4fc5" providerId="LiveId" clId="{52B76CFC-25A8-488B-8E30-8A25EBAD21EE}" dt="2025-12-07T22:49:31.300" v="3117"/>
          <ac:spMkLst>
            <pc:docMk/>
            <pc:sldMk cId="4215876793" sldId="464"/>
            <ac:spMk id="74" creationId="{AAE8ABC5-1236-70B6-E312-A0342ABE9330}"/>
          </ac:spMkLst>
        </pc:spChg>
        <pc:picChg chg="del">
          <ac:chgData name="Yuga Hanyu" userId="f18bd86c1b9e4fc5" providerId="LiveId" clId="{52B76CFC-25A8-488B-8E30-8A25EBAD21EE}" dt="2025-12-07T22:49:06.874" v="3116" actId="478"/>
          <ac:picMkLst>
            <pc:docMk/>
            <pc:sldMk cId="4215876793" sldId="464"/>
            <ac:picMk id="7" creationId="{3B9C6E43-D61C-FAE7-4635-D81D80C36CD4}"/>
          </ac:picMkLst>
        </pc:picChg>
        <pc:picChg chg="add mod">
          <ac:chgData name="Yuga Hanyu" userId="f18bd86c1b9e4fc5" providerId="LiveId" clId="{52B76CFC-25A8-488B-8E30-8A25EBAD21EE}" dt="2025-12-08T22:51:54.919" v="5069" actId="1076"/>
          <ac:picMkLst>
            <pc:docMk/>
            <pc:sldMk cId="4215876793" sldId="464"/>
            <ac:picMk id="84" creationId="{2ECC223A-9CB6-CC87-3FE4-61B39475FD5C}"/>
          </ac:picMkLst>
        </pc:picChg>
      </pc:sldChg>
      <pc:sldChg chg="addSp delSp modSp mod">
        <pc:chgData name="Yuga Hanyu" userId="f18bd86c1b9e4fc5" providerId="LiveId" clId="{52B76CFC-25A8-488B-8E30-8A25EBAD21EE}" dt="2025-12-07T23:35:00.150" v="4250" actId="1076"/>
        <pc:sldMkLst>
          <pc:docMk/>
          <pc:sldMk cId="4149972276" sldId="465"/>
        </pc:sldMkLst>
        <pc:spChg chg="add">
          <ac:chgData name="Yuga Hanyu" userId="f18bd86c1b9e4fc5" providerId="LiveId" clId="{52B76CFC-25A8-488B-8E30-8A25EBAD21EE}" dt="2025-12-07T23:34:21.261" v="4241"/>
          <ac:spMkLst>
            <pc:docMk/>
            <pc:sldMk cId="4149972276" sldId="465"/>
            <ac:spMk id="2" creationId="{AF708231-2A2D-B32D-F2B5-A82724EE02B8}"/>
          </ac:spMkLst>
        </pc:spChg>
        <pc:spChg chg="add del">
          <ac:chgData name="Yuga Hanyu" userId="f18bd86c1b9e4fc5" providerId="LiveId" clId="{52B76CFC-25A8-488B-8E30-8A25EBAD21EE}" dt="2025-12-07T23:34:46.216" v="4246" actId="478"/>
          <ac:spMkLst>
            <pc:docMk/>
            <pc:sldMk cId="4149972276" sldId="465"/>
            <ac:spMk id="7" creationId="{277805AD-1117-BD4A-EB9D-A12E54A6E029}"/>
          </ac:spMkLst>
        </pc:spChg>
        <pc:spChg chg="add">
          <ac:chgData name="Yuga Hanyu" userId="f18bd86c1b9e4fc5" providerId="LiveId" clId="{52B76CFC-25A8-488B-8E30-8A25EBAD21EE}" dt="2025-12-07T23:34:47.372" v="4247"/>
          <ac:spMkLst>
            <pc:docMk/>
            <pc:sldMk cId="4149972276" sldId="465"/>
            <ac:spMk id="8" creationId="{0DED123A-DF2E-20B7-A891-87BE01BECE95}"/>
          </ac:spMkLst>
        </pc:spChg>
        <pc:spChg chg="del mod">
          <ac:chgData name="Yuga Hanyu" userId="f18bd86c1b9e4fc5" providerId="LiveId" clId="{52B76CFC-25A8-488B-8E30-8A25EBAD21EE}" dt="2025-12-07T23:34:46.216" v="4246" actId="478"/>
          <ac:spMkLst>
            <pc:docMk/>
            <pc:sldMk cId="4149972276" sldId="465"/>
            <ac:spMk id="9" creationId="{D876611E-CEC2-BF18-8F85-704127C45103}"/>
          </ac:spMkLst>
        </pc:spChg>
        <pc:spChg chg="add mod">
          <ac:chgData name="Yuga Hanyu" userId="f18bd86c1b9e4fc5" providerId="LiveId" clId="{52B76CFC-25A8-488B-8E30-8A25EBAD21EE}" dt="2025-12-07T23:35:00.150" v="4250" actId="1076"/>
          <ac:spMkLst>
            <pc:docMk/>
            <pc:sldMk cId="4149972276" sldId="465"/>
            <ac:spMk id="10" creationId="{A69A0BF4-25B1-0FB7-3EF6-89B7F99FB62B}"/>
          </ac:spMkLst>
        </pc:spChg>
        <pc:picChg chg="add mod">
          <ac:chgData name="Yuga Hanyu" userId="f18bd86c1b9e4fc5" providerId="LiveId" clId="{52B76CFC-25A8-488B-8E30-8A25EBAD21EE}" dt="2025-12-07T23:34:25.416" v="4243" actId="1076"/>
          <ac:picMkLst>
            <pc:docMk/>
            <pc:sldMk cId="4149972276" sldId="465"/>
            <ac:picMk id="4" creationId="{52D13BE7-11F2-6AC4-EC1A-957CDC366C70}"/>
          </ac:picMkLst>
        </pc:picChg>
        <pc:picChg chg="del">
          <ac:chgData name="Yuga Hanyu" userId="f18bd86c1b9e4fc5" providerId="LiveId" clId="{52B76CFC-25A8-488B-8E30-8A25EBAD21EE}" dt="2025-12-07T23:34:20.136" v="4240" actId="478"/>
          <ac:picMkLst>
            <pc:docMk/>
            <pc:sldMk cId="4149972276" sldId="465"/>
            <ac:picMk id="3074" creationId="{E01F03B7-F124-D3DE-35C5-BF1E42B66A07}"/>
          </ac:picMkLst>
        </pc:picChg>
      </pc:sldChg>
      <pc:sldChg chg="addSp delSp modSp mod">
        <pc:chgData name="Yuga Hanyu" userId="f18bd86c1b9e4fc5" providerId="LiveId" clId="{52B76CFC-25A8-488B-8E30-8A25EBAD21EE}" dt="2025-12-08T22:51:04.158" v="5064" actId="14100"/>
        <pc:sldMkLst>
          <pc:docMk/>
          <pc:sldMk cId="1599967054" sldId="466"/>
        </pc:sldMkLst>
        <pc:spChg chg="mod">
          <ac:chgData name="Yuga Hanyu" userId="f18bd86c1b9e4fc5" providerId="LiveId" clId="{52B76CFC-25A8-488B-8E30-8A25EBAD21EE}" dt="2025-12-08T22:50:59.941" v="5063" actId="108"/>
          <ac:spMkLst>
            <pc:docMk/>
            <pc:sldMk cId="1599967054" sldId="466"/>
            <ac:spMk id="2" creationId="{00000000-0000-0000-0000-000000000000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4" creationId="{AF590794-6A50-B17E-58B0-69350AF9E668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8" creationId="{963ABF09-4BD7-17EA-851E-966EEF274714}"/>
          </ac:spMkLst>
        </pc:spChg>
        <pc:spChg chg="mod">
          <ac:chgData name="Yuga Hanyu" userId="f18bd86c1b9e4fc5" providerId="LiveId" clId="{52B76CFC-25A8-488B-8E30-8A25EBAD21EE}" dt="2025-12-07T22:41:46.548" v="2789" actId="20577"/>
          <ac:spMkLst>
            <pc:docMk/>
            <pc:sldMk cId="1599967054" sldId="466"/>
            <ac:spMk id="12" creationId="{69829220-2101-1308-5D6D-45E09198F625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14" creationId="{71241CB8-F81B-1F97-E499-84CA5591D1CD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23" creationId="{1A7E4429-2825-5C05-B47B-6B65F5989EEB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29" creationId="{3203D1BB-C759-DA3C-DA59-67A1DDE9A788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31" creationId="{057108B8-1DAD-92C4-4CE7-28B3718C330C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33" creationId="{3E6DEFBA-F6E1-8741-30CC-4D788A00E39E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37" creationId="{95F1A0B6-BCFA-7508-83E5-1752397BBCE8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43" creationId="{585F31AE-5DC3-E5FF-95EC-E54826D6BC9D}"/>
          </ac:spMkLst>
        </pc:spChg>
        <pc:spChg chg="add mod">
          <ac:chgData name="Yuga Hanyu" userId="f18bd86c1b9e4fc5" providerId="LiveId" clId="{52B76CFC-25A8-488B-8E30-8A25EBAD21EE}" dt="2025-12-07T22:41:59.662" v="2790"/>
          <ac:spMkLst>
            <pc:docMk/>
            <pc:sldMk cId="1599967054" sldId="466"/>
            <ac:spMk id="47" creationId="{B4CA7839-2B31-C0AE-FDEA-4FAD71B1F377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54" creationId="{3BA2E351-0171-9E84-3E4E-781A7E353BB2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59" creationId="{6BA7CACE-4BEA-55E3-1664-45EF00D68CB6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63" creationId="{62A6552F-F115-45D5-CE6B-59228ADE44FF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65" creationId="{D903C0FF-22BB-BA79-E8E1-FFF39FA1CEB5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67" creationId="{4E2B87DA-4887-EFEA-60B8-A7D654121D20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68" creationId="{431B46EE-AF1C-41AC-73C7-59FFD7C356E7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69" creationId="{B1899BBC-8326-8391-CAB1-A3297B2821F7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70" creationId="{611590B5-CA70-D33F-29EB-0A293C7B3259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72" creationId="{16272378-4D4C-DE93-9D9F-B7ADCB7AFC8D}"/>
          </ac:spMkLst>
        </pc:spChg>
        <pc:spChg chg="add del mod">
          <ac:chgData name="Yuga Hanyu" userId="f18bd86c1b9e4fc5" providerId="LiveId" clId="{52B76CFC-25A8-488B-8E30-8A25EBAD21EE}" dt="2025-12-07T22:42:36.937" v="2799" actId="1076"/>
          <ac:spMkLst>
            <pc:docMk/>
            <pc:sldMk cId="1599967054" sldId="466"/>
            <ac:spMk id="88" creationId="{3326FB48-8F87-CBEB-25A1-6F9DC4EE9DE2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98" creationId="{CA59371A-CC37-5F74-726C-30EAE3A4AF9F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00" creationId="{425CCAF2-CFE6-AF6E-DAE0-E24E8B393A63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03" creationId="{FE2E98CD-59C6-F67D-9BEB-6D31EAE2E82D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09" creationId="{DCBA26AC-A87B-D9A9-8661-4C041F946316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12" creationId="{4ED9C609-AFDA-5A44-CF1F-E49FD4031F84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14" creationId="{47DD8F85-F401-E56E-C65C-8384AC4149B3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21" creationId="{9F3AC75B-F98A-6C3F-C42B-43B40BC07D37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23" creationId="{9308B980-8B18-AE4E-4078-FC781353E5D1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29" creationId="{A2FBFFF0-92D9-F6D9-82D3-59CB2B647735}"/>
          </ac:spMkLst>
        </pc:spChg>
        <pc:spChg chg="add mod">
          <ac:chgData name="Yuga Hanyu" userId="f18bd86c1b9e4fc5" providerId="LiveId" clId="{52B76CFC-25A8-488B-8E30-8A25EBAD21EE}" dt="2025-12-07T22:42:56.993" v="2800"/>
          <ac:spMkLst>
            <pc:docMk/>
            <pc:sldMk cId="1599967054" sldId="466"/>
            <ac:spMk id="133" creationId="{C9A0ACEA-22D6-32B2-0FC5-D1120C3DE9B2}"/>
          </ac:spMkLst>
        </pc:spChg>
        <pc:picChg chg="del mod">
          <ac:chgData name="Yuga Hanyu" userId="f18bd86c1b9e4fc5" providerId="LiveId" clId="{52B76CFC-25A8-488B-8E30-8A25EBAD21EE}" dt="2025-12-07T22:41:03.698" v="2725" actId="478"/>
          <ac:picMkLst>
            <pc:docMk/>
            <pc:sldMk cId="1599967054" sldId="466"/>
            <ac:picMk id="7" creationId="{128F80BC-EC5A-A217-B27C-C011173ABA82}"/>
          </ac:picMkLst>
        </pc:picChg>
        <pc:picChg chg="add mod">
          <ac:chgData name="Yuga Hanyu" userId="f18bd86c1b9e4fc5" providerId="LiveId" clId="{52B76CFC-25A8-488B-8E30-8A25EBAD21EE}" dt="2025-12-07T22:42:04.808" v="2792"/>
          <ac:picMkLst>
            <pc:docMk/>
            <pc:sldMk cId="1599967054" sldId="466"/>
            <ac:picMk id="53" creationId="{9FCB732E-D643-5E55-8BA2-8C66E0622C8A}"/>
          </ac:picMkLst>
        </pc:picChg>
        <pc:picChg chg="add mod">
          <ac:chgData name="Yuga Hanyu" userId="f18bd86c1b9e4fc5" providerId="LiveId" clId="{52B76CFC-25A8-488B-8E30-8A25EBAD21EE}" dt="2025-12-08T22:51:04.158" v="5064" actId="14100"/>
          <ac:picMkLst>
            <pc:docMk/>
            <pc:sldMk cId="1599967054" sldId="466"/>
            <ac:picMk id="141" creationId="{B70CC9B7-343C-6436-E326-0AA69B7C76DD}"/>
          </ac:picMkLst>
        </pc:picChg>
      </pc:sldChg>
      <pc:sldChg chg="addSp delSp modSp mod">
        <pc:chgData name="Yuga Hanyu" userId="f18bd86c1b9e4fc5" providerId="LiveId" clId="{52B76CFC-25A8-488B-8E30-8A25EBAD21EE}" dt="2025-12-08T22:51:23.967" v="5066" actId="108"/>
        <pc:sldMkLst>
          <pc:docMk/>
          <pc:sldMk cId="70452780" sldId="467"/>
        </pc:sldMkLst>
        <pc:spChg chg="mod">
          <ac:chgData name="Yuga Hanyu" userId="f18bd86c1b9e4fc5" providerId="LiveId" clId="{52B76CFC-25A8-488B-8E30-8A25EBAD21EE}" dt="2025-12-08T22:51:23.967" v="5066" actId="108"/>
          <ac:spMkLst>
            <pc:docMk/>
            <pc:sldMk cId="70452780" sldId="467"/>
            <ac:spMk id="2" creationId="{00000000-0000-0000-0000-000000000000}"/>
          </ac:spMkLst>
        </pc:spChg>
        <pc:spChg chg="del">
          <ac:chgData name="Yuga Hanyu" userId="f18bd86c1b9e4fc5" providerId="LiveId" clId="{52B76CFC-25A8-488B-8E30-8A25EBAD21EE}" dt="2025-12-07T22:44:26.664" v="2868" actId="478"/>
          <ac:spMkLst>
            <pc:docMk/>
            <pc:sldMk cId="70452780" sldId="467"/>
            <ac:spMk id="7" creationId="{61F6DE7F-BDFB-3AB2-3557-34BE7BA17B04}"/>
          </ac:spMkLst>
        </pc:spChg>
        <pc:spChg chg="del">
          <ac:chgData name="Yuga Hanyu" userId="f18bd86c1b9e4fc5" providerId="LiveId" clId="{52B76CFC-25A8-488B-8E30-8A25EBAD21EE}" dt="2025-12-07T22:44:26.664" v="2868" actId="478"/>
          <ac:spMkLst>
            <pc:docMk/>
            <pc:sldMk cId="70452780" sldId="467"/>
            <ac:spMk id="8" creationId="{6EFB608A-AE6D-327B-8A23-5FD9F6C2233B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9" creationId="{B0F1DA21-23CD-7FF7-712C-69300027FE3B}"/>
          </ac:spMkLst>
        </pc:spChg>
        <pc:spChg chg="mod">
          <ac:chgData name="Yuga Hanyu" userId="f18bd86c1b9e4fc5" providerId="LiveId" clId="{52B76CFC-25A8-488B-8E30-8A25EBAD21EE}" dt="2025-12-07T23:59:10.466" v="4838" actId="20577"/>
          <ac:spMkLst>
            <pc:docMk/>
            <pc:sldMk cId="70452780" sldId="467"/>
            <ac:spMk id="12" creationId="{69829220-2101-1308-5D6D-45E09198F625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15" creationId="{F0032D2B-66F1-ABF1-287D-7507A059CEF1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17" creationId="{90682E04-AC44-AB3D-D1F7-C8E480A94C34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24" creationId="{01D4472D-907B-FC6A-883B-B67CAC3B12D5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26" creationId="{39DDDC52-DFEA-D0D2-6D2D-6637BDBE6345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32" creationId="{CAEF96A4-86C2-835F-3C21-86E28F6019B6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33" creationId="{8B54D01F-AAC4-21D1-E000-EA1E15483747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35" creationId="{C2FD0BEA-AA24-A1DF-E61A-04B3658D6831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36" creationId="{DF843139-1A76-D1B9-507C-20C75A0DCAE6}"/>
          </ac:spMkLst>
        </pc:spChg>
        <pc:spChg chg="add mod">
          <ac:chgData name="Yuga Hanyu" userId="f18bd86c1b9e4fc5" providerId="LiveId" clId="{52B76CFC-25A8-488B-8E30-8A25EBAD21EE}" dt="2025-12-07T22:45:07.262" v="2874" actId="1076"/>
          <ac:spMkLst>
            <pc:docMk/>
            <pc:sldMk cId="70452780" sldId="467"/>
            <ac:spMk id="50" creationId="{6CB96506-A3F2-C344-C89C-57A61E8456B7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58" creationId="{34056959-7DC2-046A-6197-DDB7140C57BE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59" creationId="{BC6CE90A-3F91-17DA-90C9-505246B3C303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67" creationId="{170D252E-F80F-BB63-CC0D-AAABA0DD1198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69" creationId="{DC725722-6E80-7E01-A259-E9233CD4386A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76" creationId="{27F37EDE-F497-2F17-0079-041E660FF404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78" creationId="{B147A5C8-8B8D-1138-1336-89309A8CFBE5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81" creationId="{4388AF3F-2027-CF87-B0D9-8B9E7DB83307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83" creationId="{A7E1FD72-9156-CB87-E130-FA62A5445B90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85" creationId="{B5AE792B-1A50-D490-9EB2-254A265292B2}"/>
          </ac:spMkLst>
        </pc:spChg>
        <pc:spChg chg="add mod">
          <ac:chgData name="Yuga Hanyu" userId="f18bd86c1b9e4fc5" providerId="LiveId" clId="{52B76CFC-25A8-488B-8E30-8A25EBAD21EE}" dt="2025-12-07T22:45:17.710" v="2879"/>
          <ac:spMkLst>
            <pc:docMk/>
            <pc:sldMk cId="70452780" sldId="467"/>
            <ac:spMk id="89" creationId="{AFB30F47-0375-3179-A345-EA01A6BC3339}"/>
          </ac:spMkLst>
        </pc:spChg>
        <pc:picChg chg="del">
          <ac:chgData name="Yuga Hanyu" userId="f18bd86c1b9e4fc5" providerId="LiveId" clId="{52B76CFC-25A8-488B-8E30-8A25EBAD21EE}" dt="2025-12-07T22:44:31.725" v="2869" actId="478"/>
          <ac:picMkLst>
            <pc:docMk/>
            <pc:sldMk cId="70452780" sldId="467"/>
            <ac:picMk id="4" creationId="{E462DB89-2D9E-6D30-D921-017C8E735026}"/>
          </ac:picMkLst>
        </pc:picChg>
        <pc:picChg chg="add mod">
          <ac:chgData name="Yuga Hanyu" userId="f18bd86c1b9e4fc5" providerId="LiveId" clId="{52B76CFC-25A8-488B-8E30-8A25EBAD21EE}" dt="2025-12-07T22:45:03.819" v="2873"/>
          <ac:picMkLst>
            <pc:docMk/>
            <pc:sldMk cId="70452780" sldId="467"/>
            <ac:picMk id="52" creationId="{9976EBE4-DF68-5240-828C-585EF7DF6919}"/>
          </ac:picMkLst>
        </pc:picChg>
        <pc:picChg chg="add mod">
          <ac:chgData name="Yuga Hanyu" userId="f18bd86c1b9e4fc5" providerId="LiveId" clId="{52B76CFC-25A8-488B-8E30-8A25EBAD21EE}" dt="2025-12-07T22:45:15.389" v="2878"/>
          <ac:picMkLst>
            <pc:docMk/>
            <pc:sldMk cId="70452780" sldId="467"/>
            <ac:picMk id="53" creationId="{D2651255-D38A-3F4D-99CB-5BFBEF8319CC}"/>
          </ac:picMkLst>
        </pc:picChg>
        <pc:picChg chg="add mod">
          <ac:chgData name="Yuga Hanyu" userId="f18bd86c1b9e4fc5" providerId="LiveId" clId="{52B76CFC-25A8-488B-8E30-8A25EBAD21EE}" dt="2025-12-07T22:45:24.108" v="2882" actId="1076"/>
          <ac:picMkLst>
            <pc:docMk/>
            <pc:sldMk cId="70452780" sldId="467"/>
            <ac:picMk id="95" creationId="{5E37984E-F71C-D9AC-F850-35972101019F}"/>
          </ac:picMkLst>
        </pc:picChg>
      </pc:sldChg>
      <pc:sldChg chg="addSp delSp modSp mod">
        <pc:chgData name="Yuga Hanyu" userId="f18bd86c1b9e4fc5" providerId="LiveId" clId="{52B76CFC-25A8-488B-8E30-8A25EBAD21EE}" dt="2025-12-08T22:52:06.855" v="5074"/>
        <pc:sldMkLst>
          <pc:docMk/>
          <pc:sldMk cId="3805745109" sldId="468"/>
        </pc:sldMkLst>
        <pc:spChg chg="mod">
          <ac:chgData name="Yuga Hanyu" userId="f18bd86c1b9e4fc5" providerId="LiveId" clId="{52B76CFC-25A8-488B-8E30-8A25EBAD21EE}" dt="2025-12-08T22:52:06.855" v="5074"/>
          <ac:spMkLst>
            <pc:docMk/>
            <pc:sldMk cId="3805745109" sldId="468"/>
            <ac:spMk id="2" creationId="{00000000-0000-0000-0000-000000000000}"/>
          </ac:spMkLst>
        </pc:spChg>
        <pc:spChg chg="del">
          <ac:chgData name="Yuga Hanyu" userId="f18bd86c1b9e4fc5" providerId="LiveId" clId="{52B76CFC-25A8-488B-8E30-8A25EBAD21EE}" dt="2025-12-07T22:51:33.614" v="3210" actId="478"/>
          <ac:spMkLst>
            <pc:docMk/>
            <pc:sldMk cId="3805745109" sldId="468"/>
            <ac:spMk id="4" creationId="{922BF477-9B2A-7173-806E-32CEA6B3C149}"/>
          </ac:spMkLst>
        </pc:spChg>
        <pc:spChg chg="del">
          <ac:chgData name="Yuga Hanyu" userId="f18bd86c1b9e4fc5" providerId="LiveId" clId="{52B76CFC-25A8-488B-8E30-8A25EBAD21EE}" dt="2025-12-07T22:51:33.614" v="3210" actId="478"/>
          <ac:spMkLst>
            <pc:docMk/>
            <pc:sldMk cId="3805745109" sldId="468"/>
            <ac:spMk id="8" creationId="{820DCE11-B0FD-5F4F-D645-E03C71E30347}"/>
          </ac:spMkLst>
        </pc:spChg>
        <pc:spChg chg="mod">
          <ac:chgData name="Yuga Hanyu" userId="f18bd86c1b9e4fc5" providerId="LiveId" clId="{52B76CFC-25A8-488B-8E30-8A25EBAD21EE}" dt="2025-12-07T23:59:31.226" v="4841" actId="20577"/>
          <ac:spMkLst>
            <pc:docMk/>
            <pc:sldMk cId="3805745109" sldId="468"/>
            <ac:spMk id="10" creationId="{228145DA-FC18-F6B2-82C7-51D24BD76629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16" creationId="{943F9C35-B1BE-3E9E-0861-EF77912E5F7E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35" creationId="{4EA16C74-6CE0-3A90-46C1-5335AF585463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45" creationId="{A8CD6210-5D68-68A4-27E8-999E1C36B4A9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74" creationId="{1B778C2D-69B5-A1D7-F0F4-B9F7B25D5885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76" creationId="{394F8AB4-F22F-4830-366B-0ADDDC44193A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77" creationId="{CFF12CB5-BDF5-13BF-A339-A393A35EA8AF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120" creationId="{52C3CEAA-0316-DFCF-4AD4-86CF3EA5298D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159" creationId="{14CFD1C7-37E3-40D3-2298-C223859ECC26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161" creationId="{2FD968DD-CCB4-7867-C02A-310AA62DF490}"/>
          </ac:spMkLst>
        </pc:spChg>
        <pc:spChg chg="add mod">
          <ac:chgData name="Yuga Hanyu" userId="f18bd86c1b9e4fc5" providerId="LiveId" clId="{52B76CFC-25A8-488B-8E30-8A25EBAD21EE}" dt="2025-12-07T22:51:55.657" v="3211"/>
          <ac:spMkLst>
            <pc:docMk/>
            <pc:sldMk cId="3805745109" sldId="468"/>
            <ac:spMk id="168" creationId="{F932D0A7-5FF6-FCF3-DC6B-0AF2632A1A66}"/>
          </ac:spMkLst>
        </pc:spChg>
        <pc:picChg chg="del">
          <ac:chgData name="Yuga Hanyu" userId="f18bd86c1b9e4fc5" providerId="LiveId" clId="{52B76CFC-25A8-488B-8E30-8A25EBAD21EE}" dt="2025-12-07T22:51:33.614" v="3210" actId="478"/>
          <ac:picMkLst>
            <pc:docMk/>
            <pc:sldMk cId="3805745109" sldId="468"/>
            <ac:picMk id="7" creationId="{3581E0D1-F4B1-C88A-54E1-CB0356586A3B}"/>
          </ac:picMkLst>
        </pc:picChg>
        <pc:picChg chg="add mod">
          <ac:chgData name="Yuga Hanyu" userId="f18bd86c1b9e4fc5" providerId="LiveId" clId="{52B76CFC-25A8-488B-8E30-8A25EBAD21EE}" dt="2025-12-07T22:52:06.045" v="3214" actId="1076"/>
          <ac:picMkLst>
            <pc:docMk/>
            <pc:sldMk cId="3805745109" sldId="468"/>
            <ac:picMk id="184" creationId="{EE2363F5-AAF7-DC75-134E-521FE63A2CA4}"/>
          </ac:picMkLst>
        </pc:picChg>
      </pc:sldChg>
      <pc:sldChg chg="addSp delSp modSp mod">
        <pc:chgData name="Yuga Hanyu" userId="f18bd86c1b9e4fc5" providerId="LiveId" clId="{52B76CFC-25A8-488B-8E30-8A25EBAD21EE}" dt="2025-12-08T22:51:37.173" v="5067" actId="108"/>
        <pc:sldMkLst>
          <pc:docMk/>
          <pc:sldMk cId="206870932" sldId="469"/>
        </pc:sldMkLst>
        <pc:spChg chg="mod">
          <ac:chgData name="Yuga Hanyu" userId="f18bd86c1b9e4fc5" providerId="LiveId" clId="{52B76CFC-25A8-488B-8E30-8A25EBAD21EE}" dt="2025-12-08T22:51:37.173" v="5067" actId="108"/>
          <ac:spMkLst>
            <pc:docMk/>
            <pc:sldMk cId="206870932" sldId="469"/>
            <ac:spMk id="2" creationId="{00000000-0000-0000-0000-000000000000}"/>
          </ac:spMkLst>
        </pc:spChg>
        <pc:spChg chg="del">
          <ac:chgData name="Yuga Hanyu" userId="f18bd86c1b9e4fc5" providerId="LiveId" clId="{52B76CFC-25A8-488B-8E30-8A25EBAD21EE}" dt="2025-12-07T22:47:31.438" v="2989" actId="478"/>
          <ac:spMkLst>
            <pc:docMk/>
            <pc:sldMk cId="206870932" sldId="469"/>
            <ac:spMk id="4" creationId="{4488E229-4F45-7A73-07B7-EB7A163F768E}"/>
          </ac:spMkLst>
        </pc:spChg>
        <pc:spChg chg="del">
          <ac:chgData name="Yuga Hanyu" userId="f18bd86c1b9e4fc5" providerId="LiveId" clId="{52B76CFC-25A8-488B-8E30-8A25EBAD21EE}" dt="2025-12-07T22:47:31.438" v="2989" actId="478"/>
          <ac:spMkLst>
            <pc:docMk/>
            <pc:sldMk cId="206870932" sldId="469"/>
            <ac:spMk id="7" creationId="{9ABD2C1F-8C35-A7C5-7A1A-23182CAD20BC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8" creationId="{B7E92220-CDAB-4448-C642-EC65302437DB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11" creationId="{7C7B812E-8B86-D683-CB9C-20D03F5307B1}"/>
          </ac:spMkLst>
        </pc:spChg>
        <pc:spChg chg="mod">
          <ac:chgData name="Yuga Hanyu" userId="f18bd86c1b9e4fc5" providerId="LiveId" clId="{52B76CFC-25A8-488B-8E30-8A25EBAD21EE}" dt="2025-12-07T23:59:18.339" v="4839" actId="20577"/>
          <ac:spMkLst>
            <pc:docMk/>
            <pc:sldMk cId="206870932" sldId="469"/>
            <ac:spMk id="12" creationId="{69829220-2101-1308-5D6D-45E09198F625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14" creationId="{0A36A102-484F-260C-92D6-ACA350D886A9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18" creationId="{41AD34FA-EB8F-C23C-4A50-2BE467AD409B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21" creationId="{1C5C435E-17C4-C633-905E-51D75B52CAA4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32" creationId="{16D112D0-31B8-29B1-C62B-C58145CF6690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33" creationId="{E46461F2-F594-CDC6-0511-75F7EB12A70E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42" creationId="{073DEC17-F02C-90DD-8DCF-350D68A203F5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47" creationId="{F3C0279F-AEF2-85D5-2A9D-D7CA2B8C54D1}"/>
          </ac:spMkLst>
        </pc:spChg>
        <pc:spChg chg="add mod">
          <ac:chgData name="Yuga Hanyu" userId="f18bd86c1b9e4fc5" providerId="LiveId" clId="{52B76CFC-25A8-488B-8E30-8A25EBAD21EE}" dt="2025-12-07T22:47:52.806" v="2990"/>
          <ac:spMkLst>
            <pc:docMk/>
            <pc:sldMk cId="206870932" sldId="469"/>
            <ac:spMk id="49" creationId="{5ECE37D7-F295-9863-0CFC-AAAE12594168}"/>
          </ac:spMkLst>
        </pc:spChg>
        <pc:picChg chg="del">
          <ac:chgData name="Yuga Hanyu" userId="f18bd86c1b9e4fc5" providerId="LiveId" clId="{52B76CFC-25A8-488B-8E30-8A25EBAD21EE}" dt="2025-12-07T22:47:28.956" v="2988" actId="478"/>
          <ac:picMkLst>
            <pc:docMk/>
            <pc:sldMk cId="206870932" sldId="469"/>
            <ac:picMk id="9" creationId="{D5CAE759-4941-E793-4BC5-51154F13078E}"/>
          </ac:picMkLst>
        </pc:picChg>
        <pc:picChg chg="add mod">
          <ac:chgData name="Yuga Hanyu" userId="f18bd86c1b9e4fc5" providerId="LiveId" clId="{52B76CFC-25A8-488B-8E30-8A25EBAD21EE}" dt="2025-12-07T22:48:06.780" v="2995" actId="1076"/>
          <ac:picMkLst>
            <pc:docMk/>
            <pc:sldMk cId="206870932" sldId="469"/>
            <ac:picMk id="57" creationId="{F21AE50E-27AF-BA79-33C8-7A6FF6DE006C}"/>
          </ac:picMkLst>
        </pc:picChg>
      </pc:sldChg>
      <pc:sldChg chg="del">
        <pc:chgData name="Yuga Hanyu" userId="f18bd86c1b9e4fc5" providerId="LiveId" clId="{52B76CFC-25A8-488B-8E30-8A25EBAD21EE}" dt="2025-12-07T23:48:29.892" v="4651" actId="47"/>
        <pc:sldMkLst>
          <pc:docMk/>
          <pc:sldMk cId="757577099" sldId="470"/>
        </pc:sldMkLst>
      </pc:sldChg>
      <pc:sldChg chg="delSp modSp del mod">
        <pc:chgData name="Yuga Hanyu" userId="f18bd86c1b9e4fc5" providerId="LiveId" clId="{52B76CFC-25A8-488B-8E30-8A25EBAD21EE}" dt="2025-12-07T22:52:50.410" v="3217" actId="47"/>
        <pc:sldMkLst>
          <pc:docMk/>
          <pc:sldMk cId="951247097" sldId="471"/>
        </pc:sldMkLst>
        <pc:spChg chg="mod">
          <ac:chgData name="Yuga Hanyu" userId="f18bd86c1b9e4fc5" providerId="LiveId" clId="{52B76CFC-25A8-488B-8E30-8A25EBAD21EE}" dt="2025-12-07T22:52:30.570" v="3215" actId="108"/>
          <ac:spMkLst>
            <pc:docMk/>
            <pc:sldMk cId="951247097" sldId="471"/>
            <ac:spMk id="4" creationId="{2717CFD1-3C21-A7D3-7A30-F21396A0718B}"/>
          </ac:spMkLst>
        </pc:spChg>
        <pc:picChg chg="del">
          <ac:chgData name="Yuga Hanyu" userId="f18bd86c1b9e4fc5" providerId="LiveId" clId="{52B76CFC-25A8-488B-8E30-8A25EBAD21EE}" dt="2025-12-07T22:52:36.647" v="3216" actId="478"/>
          <ac:picMkLst>
            <pc:docMk/>
            <pc:sldMk cId="951247097" sldId="471"/>
            <ac:picMk id="59" creationId="{22F76526-9BFE-F640-FB97-61C6AF9527CE}"/>
          </ac:picMkLst>
        </pc:picChg>
      </pc:sldChg>
      <pc:sldChg chg="addSp delSp modSp add mod">
        <pc:chgData name="Yuga Hanyu" userId="f18bd86c1b9e4fc5" providerId="LiveId" clId="{52B76CFC-25A8-488B-8E30-8A25EBAD21EE}" dt="2025-12-08T22:52:15.244" v="5079"/>
        <pc:sldMkLst>
          <pc:docMk/>
          <pc:sldMk cId="2489550818" sldId="471"/>
        </pc:sldMkLst>
        <pc:spChg chg="mod">
          <ac:chgData name="Yuga Hanyu" userId="f18bd86c1b9e4fc5" providerId="LiveId" clId="{52B76CFC-25A8-488B-8E30-8A25EBAD21EE}" dt="2025-12-08T22:52:15.244" v="5079"/>
          <ac:spMkLst>
            <pc:docMk/>
            <pc:sldMk cId="2489550818" sldId="471"/>
            <ac:spMk id="2" creationId="{FA1F93F6-2130-C300-518D-AAD44895931F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7" creationId="{EF512F2B-9833-49D8-DA5C-776FEA8C00F4}"/>
          </ac:spMkLst>
        </pc:spChg>
        <pc:spChg chg="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8" creationId="{8D4336C8-A3AE-370A-BE30-D3D727B929F0}"/>
          </ac:spMkLst>
        </pc:spChg>
        <pc:spChg chg="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9" creationId="{8034E4E2-33A8-FED1-FF41-A981E412BE2D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9" creationId="{BEFE7085-95F1-E354-A1CE-54A46525FBDD}"/>
          </ac:spMkLst>
        </pc:spChg>
        <pc:spChg chg="mod">
          <ac:chgData name="Yuga Hanyu" userId="f18bd86c1b9e4fc5" providerId="LiveId" clId="{52B76CFC-25A8-488B-8E30-8A25EBAD21EE}" dt="2025-12-07T23:59:38.147" v="4844" actId="20577"/>
          <ac:spMkLst>
            <pc:docMk/>
            <pc:sldMk cId="2489550818" sldId="471"/>
            <ac:spMk id="10" creationId="{915E13F6-0884-0374-997F-B7C742C987D0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2" creationId="{FB264CC4-22AC-842E-887A-DCE90F3E813D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4" creationId="{924465A1-84D8-5FE6-574B-B5C04DB26BDB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14" creationId="{AFE1DFCA-9E6F-3B76-DCB3-D6775274D077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5" creationId="{211A8021-8976-56CC-87F7-563C3CD8355E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5" creationId="{22595E6C-A63E-2F51-AF74-AB3891A5C705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15" creationId="{FC3FBA9C-82DE-3057-10A6-044D0E268B33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6" creationId="{6411F063-D73B-ECB4-EF89-9A0E1702F698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6" creationId="{F878DDEA-18AE-2EC5-2AC8-28A4BF340CC6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7" creationId="{C0268805-457C-6243-883C-241DC28D5DE9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18" creationId="{3303ADAF-7820-46DF-03C7-27C2B8E53929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8" creationId="{9CB9E448-AEB3-1EA4-C86F-B259D259A437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20" creationId="{3F667F06-AE75-D5D6-AF71-ED9C719C4988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21" creationId="{2BA1FB87-DAFA-E194-D672-26C291BE7AA2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24" creationId="{0866F8B9-FCF5-3549-A0A5-123BFAC9B079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27" creationId="{AA646B54-F779-42A5-B8FD-51E4763F3E36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28" creationId="{1305A9D5-502E-5AD8-9AEC-7BB16ED59182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31" creationId="{220CA7AA-A353-28E8-AEDC-14A9501EF112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31" creationId="{4CED0443-8E45-4FFE-2613-FFE8DABBF96F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65" creationId="{31C82C87-6399-B9EA-62DF-3DAC9A9C6843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68" creationId="{163C096A-074D-C90F-04D2-B40F861F3BAD}"/>
          </ac:spMkLst>
        </pc:spChg>
        <pc:spChg chg="add mod">
          <ac:chgData name="Yuga Hanyu" userId="f18bd86c1b9e4fc5" providerId="LiveId" clId="{52B76CFC-25A8-488B-8E30-8A25EBAD21EE}" dt="2025-12-07T22:54:07.305" v="3290"/>
          <ac:spMkLst>
            <pc:docMk/>
            <pc:sldMk cId="2489550818" sldId="471"/>
            <ac:spMk id="174" creationId="{D2341338-246B-4AB4-0215-D104AEE218F7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80" creationId="{40830CA2-08AE-5295-30EC-F1B4C7A04448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81" creationId="{227F6F41-DC1D-743B-31B2-4413A1B0AA8F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82" creationId="{92ED6074-DAE8-0928-032D-474A597ED142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86" creationId="{A75E47EA-49D6-C852-5527-B116390CA77A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93" creationId="{5E5B3D75-3E44-0F00-B270-A4AA0F3C080D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94" creationId="{F52568B7-905B-AD9F-C556-5330CC4601F6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195" creationId="{400BA431-0589-E2B2-E701-A12B8C6D4F6A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195" creationId="{E4972169-FDB7-CBBD-4955-5A2E59790537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199" creationId="{C2FCDC06-8447-DFCB-9296-A53C9E0FE87A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200" creationId="{6F924890-15E2-7D3D-2FAB-5763605ABD44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202" creationId="{47E4EDDA-2501-D363-FB7E-E5D6C685C329}"/>
          </ac:spMkLst>
        </pc:spChg>
        <pc:spChg chg="add mod">
          <ac:chgData name="Yuga Hanyu" userId="f18bd86c1b9e4fc5" providerId="LiveId" clId="{52B76CFC-25A8-488B-8E30-8A25EBAD21EE}" dt="2025-12-08T22:44:12.312" v="4999"/>
          <ac:spMkLst>
            <pc:docMk/>
            <pc:sldMk cId="2489550818" sldId="471"/>
            <ac:spMk id="203" creationId="{A39BE7D6-2771-223A-D291-D49AC203B159}"/>
          </ac:spMkLst>
        </pc:spChg>
        <pc:spChg chg="add mod">
          <ac:chgData name="Yuga Hanyu" userId="f18bd86c1b9e4fc5" providerId="LiveId" clId="{52B76CFC-25A8-488B-8E30-8A25EBAD21EE}" dt="2025-12-08T06:55:49.946" v="4957"/>
          <ac:spMkLst>
            <pc:docMk/>
            <pc:sldMk cId="2489550818" sldId="471"/>
            <ac:spMk id="207" creationId="{0B9628F2-32F0-C9E1-8D56-0077041A1B86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211" creationId="{BD6801B2-084F-CC42-3E1D-D30BA5B78F21}"/>
          </ac:spMkLst>
        </pc:spChg>
        <pc:spChg chg="add mod">
          <ac:chgData name="Yuga Hanyu" userId="f18bd86c1b9e4fc5" providerId="LiveId" clId="{52B76CFC-25A8-488B-8E30-8A25EBAD21EE}" dt="2025-12-07T22:55:28.583" v="3359"/>
          <ac:spMkLst>
            <pc:docMk/>
            <pc:sldMk cId="2489550818" sldId="471"/>
            <ac:spMk id="215" creationId="{57382108-CD24-E034-0F86-70DCC7F1A1EA}"/>
          </ac:spMkLst>
        </pc:spChg>
        <pc:picChg chg="add del mod">
          <ac:chgData name="Yuga Hanyu" userId="f18bd86c1b9e4fc5" providerId="LiveId" clId="{52B76CFC-25A8-488B-8E30-8A25EBAD21EE}" dt="2025-12-07T22:55:16.368" v="3358" actId="478"/>
          <ac:picMkLst>
            <pc:docMk/>
            <pc:sldMk cId="2489550818" sldId="471"/>
            <ac:picMk id="178" creationId="{01B2DA59-ABD4-6D35-7061-E586AF78BAF0}"/>
          </ac:picMkLst>
        </pc:picChg>
        <pc:picChg chg="del">
          <ac:chgData name="Yuga Hanyu" userId="f18bd86c1b9e4fc5" providerId="LiveId" clId="{52B76CFC-25A8-488B-8E30-8A25EBAD21EE}" dt="2025-12-07T22:53:13.232" v="3219" actId="478"/>
          <ac:picMkLst>
            <pc:docMk/>
            <pc:sldMk cId="2489550818" sldId="471"/>
            <ac:picMk id="184" creationId="{B9830793-21B4-8E94-565C-D0815BB0FD85}"/>
          </ac:picMkLst>
        </pc:picChg>
        <pc:picChg chg="add mod">
          <ac:chgData name="Yuga Hanyu" userId="f18bd86c1b9e4fc5" providerId="LiveId" clId="{52B76CFC-25A8-488B-8E30-8A25EBAD21EE}" dt="2025-12-08T22:44:26.279" v="5003" actId="1076"/>
          <ac:picMkLst>
            <pc:docMk/>
            <pc:sldMk cId="2489550818" sldId="471"/>
            <ac:picMk id="209" creationId="{6767A358-CA68-AD3D-978A-86A5CE4C3D39}"/>
          </ac:picMkLst>
        </pc:picChg>
        <pc:picChg chg="add del mod">
          <ac:chgData name="Yuga Hanyu" userId="f18bd86c1b9e4fc5" providerId="LiveId" clId="{52B76CFC-25A8-488B-8E30-8A25EBAD21EE}" dt="2025-12-08T22:44:11.797" v="4998" actId="478"/>
          <ac:picMkLst>
            <pc:docMk/>
            <pc:sldMk cId="2489550818" sldId="471"/>
            <ac:picMk id="210" creationId="{04BC5597-5297-49F4-D672-43853488E357}"/>
          </ac:picMkLst>
        </pc:picChg>
        <pc:picChg chg="add del mod">
          <ac:chgData name="Yuga Hanyu" userId="f18bd86c1b9e4fc5" providerId="LiveId" clId="{52B76CFC-25A8-488B-8E30-8A25EBAD21EE}" dt="2025-12-08T06:55:49.520" v="4956" actId="478"/>
          <ac:picMkLst>
            <pc:docMk/>
            <pc:sldMk cId="2489550818" sldId="471"/>
            <ac:picMk id="222" creationId="{5994C725-175C-437C-6E2C-850D5E8A3B61}"/>
          </ac:picMkLst>
        </pc:picChg>
      </pc:sldChg>
      <pc:sldChg chg="addSp delSp modSp add mod">
        <pc:chgData name="Yuga Hanyu" userId="f18bd86c1b9e4fc5" providerId="LiveId" clId="{52B76CFC-25A8-488B-8E30-8A25EBAD21EE}" dt="2025-12-08T22:52:38.599" v="5086" actId="14100"/>
        <pc:sldMkLst>
          <pc:docMk/>
          <pc:sldMk cId="2663904192" sldId="472"/>
        </pc:sldMkLst>
        <pc:spChg chg="mod">
          <ac:chgData name="Yuga Hanyu" userId="f18bd86c1b9e4fc5" providerId="LiveId" clId="{52B76CFC-25A8-488B-8E30-8A25EBAD21EE}" dt="2025-12-08T22:52:34.537" v="5085"/>
          <ac:spMkLst>
            <pc:docMk/>
            <pc:sldMk cId="2663904192" sldId="472"/>
            <ac:spMk id="2" creationId="{D043337A-AD1F-2FF8-EDE4-8DE99703AF2D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4" creationId="{4D79692B-1214-5EA2-D0FF-C9E1E8401FA2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8" creationId="{147F3E7D-AC7A-E4CF-3198-CBF76BBC0A91}"/>
          </ac:spMkLst>
        </pc:spChg>
        <pc:spChg chg="mod">
          <ac:chgData name="Yuga Hanyu" userId="f18bd86c1b9e4fc5" providerId="LiveId" clId="{52B76CFC-25A8-488B-8E30-8A25EBAD21EE}" dt="2025-12-07T22:58:07.860" v="3502" actId="20577"/>
          <ac:spMkLst>
            <pc:docMk/>
            <pc:sldMk cId="2663904192" sldId="472"/>
            <ac:spMk id="10" creationId="{2C5E6309-8815-4223-3411-ED2A6365B076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11" creationId="{7E1C7947-CA9C-965D-9F51-3960731754BD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15" creationId="{A293D580-A39F-E15C-101A-9C2A754464F1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22" creationId="{EFCB4ACB-AFC6-D2F6-437A-29FBB576FD3B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23" creationId="{83AC64EE-37DB-8023-ACB0-711693703529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25" creationId="{D59F1C0F-5127-3A25-A69A-913621C53253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26" creationId="{BDA666DA-529A-2F0A-6A5D-9848A1F52FBC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30" creationId="{C556A74D-AC78-75A0-7D05-FE5CEE4B599B}"/>
          </ac:spMkLst>
        </pc:spChg>
        <pc:spChg chg="add mod">
          <ac:chgData name="Yuga Hanyu" userId="f18bd86c1b9e4fc5" providerId="LiveId" clId="{52B76CFC-25A8-488B-8E30-8A25EBAD21EE}" dt="2025-12-07T22:58:22.887" v="3503"/>
          <ac:spMkLst>
            <pc:docMk/>
            <pc:sldMk cId="2663904192" sldId="472"/>
            <ac:spMk id="31" creationId="{3CFD2F6E-32FF-4358-0B67-9020D1C970FC}"/>
          </ac:spMkLst>
        </pc:spChg>
        <pc:picChg chg="add mod">
          <ac:chgData name="Yuga Hanyu" userId="f18bd86c1b9e4fc5" providerId="LiveId" clId="{52B76CFC-25A8-488B-8E30-8A25EBAD21EE}" dt="2025-12-08T22:52:38.599" v="5086" actId="14100"/>
          <ac:picMkLst>
            <pc:docMk/>
            <pc:sldMk cId="2663904192" sldId="472"/>
            <ac:picMk id="193" creationId="{61D8AE40-B3F4-5A7F-C06B-901FCB5A26CC}"/>
          </ac:picMkLst>
        </pc:picChg>
        <pc:picChg chg="del">
          <ac:chgData name="Yuga Hanyu" userId="f18bd86c1b9e4fc5" providerId="LiveId" clId="{52B76CFC-25A8-488B-8E30-8A25EBAD21EE}" dt="2025-12-07T22:57:01.469" v="3367" actId="478"/>
          <ac:picMkLst>
            <pc:docMk/>
            <pc:sldMk cId="2663904192" sldId="472"/>
            <ac:picMk id="222" creationId="{4EB3ED94-4ED6-2566-3149-D389AD167642}"/>
          </ac:picMkLst>
        </pc:picChg>
      </pc:sldChg>
      <pc:sldChg chg="add del">
        <pc:chgData name="Yuga Hanyu" userId="f18bd86c1b9e4fc5" providerId="LiveId" clId="{52B76CFC-25A8-488B-8E30-8A25EBAD21EE}" dt="2025-12-07T22:20:44.104" v="2000" actId="47"/>
        <pc:sldMkLst>
          <pc:docMk/>
          <pc:sldMk cId="2921414592" sldId="472"/>
        </pc:sldMkLst>
      </pc:sldChg>
      <pc:sldChg chg="addSp delSp modSp add mod">
        <pc:chgData name="Yuga Hanyu" userId="f18bd86c1b9e4fc5" providerId="LiveId" clId="{52B76CFC-25A8-488B-8E30-8A25EBAD21EE}" dt="2025-12-08T22:53:00.626" v="5088"/>
        <pc:sldMkLst>
          <pc:docMk/>
          <pc:sldMk cId="854298557" sldId="473"/>
        </pc:sldMkLst>
        <pc:spChg chg="mod">
          <ac:chgData name="Yuga Hanyu" userId="f18bd86c1b9e4fc5" providerId="LiveId" clId="{52B76CFC-25A8-488B-8E30-8A25EBAD21EE}" dt="2025-12-08T22:53:00.626" v="5088"/>
          <ac:spMkLst>
            <pc:docMk/>
            <pc:sldMk cId="854298557" sldId="473"/>
            <ac:spMk id="2" creationId="{34D1E926-9B95-449A-FC56-803CD1707BF6}"/>
          </ac:spMkLst>
        </pc:spChg>
        <pc:spChg chg="mod">
          <ac:chgData name="Yuga Hanyu" userId="f18bd86c1b9e4fc5" providerId="LiveId" clId="{52B76CFC-25A8-488B-8E30-8A25EBAD21EE}" dt="2025-12-07T23:00:57.898" v="3564" actId="20577"/>
          <ac:spMkLst>
            <pc:docMk/>
            <pc:sldMk cId="854298557" sldId="473"/>
            <ac:spMk id="10" creationId="{5F41687E-CEF2-DF84-82AD-28C3E5B28B94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11" creationId="{5AEC776B-DFF6-1116-0A82-3244A7952FC9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2" creationId="{75BD4BD5-3059-6116-BEE5-D6085A1D96A9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7" creationId="{F99489F8-41F7-686B-E8F6-4FCCB43A62B3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8" creationId="{DBA6D90A-EBC1-B95A-7461-8D3D2687E9DC}"/>
          </ac:spMkLst>
        </pc:spChg>
        <pc:spChg chg="add 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25" creationId="{2341034E-D9DF-1935-62B2-AD65096E2434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33" creationId="{ABF66663-5D17-D923-2F32-B32DE9A4BB2C}"/>
          </ac:spMkLst>
        </pc:spChg>
        <pc:spChg chg="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46" creationId="{03C99D98-FB83-250E-A616-B8C1335B432A}"/>
          </ac:spMkLst>
        </pc:spChg>
        <pc:spChg chg="add 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54" creationId="{B9A42A4E-0EF9-9557-A025-21BDF4681631}"/>
          </ac:spMkLst>
        </pc:spChg>
        <pc:spChg chg="add 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56" creationId="{D682FAFC-0AF6-A99A-6153-0CBD77B924A5}"/>
          </ac:spMkLst>
        </pc:spChg>
        <pc:spChg chg="add mod">
          <ac:chgData name="Yuga Hanyu" userId="f18bd86c1b9e4fc5" providerId="LiveId" clId="{52B76CFC-25A8-488B-8E30-8A25EBAD21EE}" dt="2025-12-07T22:59:16.625" v="3508"/>
          <ac:spMkLst>
            <pc:docMk/>
            <pc:sldMk cId="854298557" sldId="473"/>
            <ac:spMk id="276" creationId="{A46E596B-E2CB-33EF-558A-5E59E143E1DD}"/>
          </ac:spMkLst>
        </pc:spChg>
        <pc:picChg chg="del">
          <ac:chgData name="Yuga Hanyu" userId="f18bd86c1b9e4fc5" providerId="LiveId" clId="{52B76CFC-25A8-488B-8E30-8A25EBAD21EE}" dt="2025-12-07T22:58:42.211" v="3507" actId="478"/>
          <ac:picMkLst>
            <pc:docMk/>
            <pc:sldMk cId="854298557" sldId="473"/>
            <ac:picMk id="193" creationId="{0CDB0135-3E24-8F14-9DBC-DC4B94B07DCC}"/>
          </ac:picMkLst>
        </pc:picChg>
        <pc:picChg chg="add mod">
          <ac:chgData name="Yuga Hanyu" userId="f18bd86c1b9e4fc5" providerId="LiveId" clId="{52B76CFC-25A8-488B-8E30-8A25EBAD21EE}" dt="2025-12-07T22:59:28.013" v="3512" actId="1076"/>
          <ac:picMkLst>
            <pc:docMk/>
            <pc:sldMk cId="854298557" sldId="473"/>
            <ac:picMk id="286" creationId="{11F79F8E-DBC8-3592-E697-C7912DF04920}"/>
          </ac:picMkLst>
        </pc:picChg>
      </pc:sldChg>
      <pc:sldChg chg="addSp delSp modSp add mod">
        <pc:chgData name="Yuga Hanyu" userId="f18bd86c1b9e4fc5" providerId="LiveId" clId="{52B76CFC-25A8-488B-8E30-8A25EBAD21EE}" dt="2025-12-08T22:53:07.999" v="5091"/>
        <pc:sldMkLst>
          <pc:docMk/>
          <pc:sldMk cId="2358885850" sldId="474"/>
        </pc:sldMkLst>
        <pc:spChg chg="mod">
          <ac:chgData name="Yuga Hanyu" userId="f18bd86c1b9e4fc5" providerId="LiveId" clId="{52B76CFC-25A8-488B-8E30-8A25EBAD21EE}" dt="2025-12-08T22:53:07.999" v="5091"/>
          <ac:spMkLst>
            <pc:docMk/>
            <pc:sldMk cId="2358885850" sldId="474"/>
            <ac:spMk id="2" creationId="{05A9552C-7BE3-BDAD-9E0A-E96A8AB7342A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7" creationId="{A15B8085-EC08-564A-2B28-6110966E062E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9" creationId="{7012BDBE-CC8B-7B4E-409F-AF7D956A8F4F}"/>
          </ac:spMkLst>
        </pc:spChg>
        <pc:spChg chg="mod">
          <ac:chgData name="Yuga Hanyu" userId="f18bd86c1b9e4fc5" providerId="LiveId" clId="{52B76CFC-25A8-488B-8E30-8A25EBAD21EE}" dt="2025-12-07T23:01:28.297" v="3589" actId="20577"/>
          <ac:spMkLst>
            <pc:docMk/>
            <pc:sldMk cId="2358885850" sldId="474"/>
            <ac:spMk id="10" creationId="{579DC921-804E-A9F5-A72A-3DC82A0BEDD2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12" creationId="{2F42FA57-BDCB-241D-CDAD-37372CB93FE2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16" creationId="{8DAA7E6A-FF47-4026-31CF-3412C37F5EFF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18" creationId="{447B8211-1E8C-8A7A-EA45-6727BF3E931E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23" creationId="{0B2043CE-08BC-EC8A-C082-A86F035597BF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24" creationId="{2DC9E74A-8848-4519-3960-745ACADD08AA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25" creationId="{4C4A5582-DBCC-4209-19CD-CCD12AC399A4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27" creationId="{D9A45C9C-EB2C-D101-78D3-1F8E7A42B3A5}"/>
          </ac:spMkLst>
        </pc:spChg>
        <pc:spChg chg="add mod">
          <ac:chgData name="Yuga Hanyu" userId="f18bd86c1b9e4fc5" providerId="LiveId" clId="{52B76CFC-25A8-488B-8E30-8A25EBAD21EE}" dt="2025-12-07T23:01:38.107" v="3590"/>
          <ac:spMkLst>
            <pc:docMk/>
            <pc:sldMk cId="2358885850" sldId="474"/>
            <ac:spMk id="257" creationId="{C7FDB6AE-C9E4-C2CC-51B0-FD897F66B979}"/>
          </ac:spMkLst>
        </pc:spChg>
        <pc:picChg chg="add mod">
          <ac:chgData name="Yuga Hanyu" userId="f18bd86c1b9e4fc5" providerId="LiveId" clId="{52B76CFC-25A8-488B-8E30-8A25EBAD21EE}" dt="2025-12-07T23:01:43.372" v="3592" actId="1076"/>
          <ac:picMkLst>
            <pc:docMk/>
            <pc:sldMk cId="2358885850" sldId="474"/>
            <ac:picMk id="259" creationId="{F3BA4C22-9B8C-488E-D73F-514766CDD915}"/>
          </ac:picMkLst>
        </pc:picChg>
        <pc:picChg chg="del">
          <ac:chgData name="Yuga Hanyu" userId="f18bd86c1b9e4fc5" providerId="LiveId" clId="{52B76CFC-25A8-488B-8E30-8A25EBAD21EE}" dt="2025-12-07T23:01:08.068" v="3568" actId="478"/>
          <ac:picMkLst>
            <pc:docMk/>
            <pc:sldMk cId="2358885850" sldId="474"/>
            <ac:picMk id="286" creationId="{55B11661-8F63-DAFA-C9BE-6C4CCF43FC6C}"/>
          </ac:picMkLst>
        </pc:picChg>
      </pc:sldChg>
      <pc:sldChg chg="addSp delSp modSp add mod">
        <pc:chgData name="Yuga Hanyu" userId="f18bd86c1b9e4fc5" providerId="LiveId" clId="{52B76CFC-25A8-488B-8E30-8A25EBAD21EE}" dt="2025-12-08T22:53:13.608" v="5094"/>
        <pc:sldMkLst>
          <pc:docMk/>
          <pc:sldMk cId="3613730920" sldId="475"/>
        </pc:sldMkLst>
        <pc:spChg chg="mod">
          <ac:chgData name="Yuga Hanyu" userId="f18bd86c1b9e4fc5" providerId="LiveId" clId="{52B76CFC-25A8-488B-8E30-8A25EBAD21EE}" dt="2025-12-08T22:53:13.608" v="5094"/>
          <ac:spMkLst>
            <pc:docMk/>
            <pc:sldMk cId="3613730920" sldId="475"/>
            <ac:spMk id="2" creationId="{FEBDD64C-ABA3-B55C-25DE-C3A0E89EE28C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4" creationId="{74F36C93-4197-486C-5E82-6E02896EC57C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7" creationId="{28F27B01-42FD-B9C7-DCE2-77F5CD3A02E1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9" creationId="{26DA285C-B59F-A137-3052-306F7009A2F5}"/>
          </ac:spMkLst>
        </pc:spChg>
        <pc:spChg chg="mod">
          <ac:chgData name="Yuga Hanyu" userId="f18bd86c1b9e4fc5" providerId="LiveId" clId="{52B76CFC-25A8-488B-8E30-8A25EBAD21EE}" dt="2025-12-07T23:59:49.206" v="4845" actId="20577"/>
          <ac:spMkLst>
            <pc:docMk/>
            <pc:sldMk cId="3613730920" sldId="475"/>
            <ac:spMk id="10" creationId="{76746D57-4325-524E-27DF-12F5C9E219C2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18" creationId="{1122CAD3-D66B-8D30-9FC3-6323F5BB1C18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0" creationId="{6C6A1556-E06B-FFDD-492E-60AC02811727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1" creationId="{C071F71B-D6DA-833B-9927-CF33E28D3C9D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2" creationId="{43AC90B9-7BC7-B771-D621-C8CBDFDDB6B0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3" creationId="{BB234D9D-9EE7-17B1-5F7F-9E4325FE5C32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6" creationId="{3FF001DD-1F7C-71F0-1E7A-B7F01A3DF11D}"/>
          </ac:spMkLst>
        </pc:spChg>
        <pc:spChg chg="add mod">
          <ac:chgData name="Yuga Hanyu" userId="f18bd86c1b9e4fc5" providerId="LiveId" clId="{52B76CFC-25A8-488B-8E30-8A25EBAD21EE}" dt="2025-12-07T23:04:08.374" v="3626"/>
          <ac:spMkLst>
            <pc:docMk/>
            <pc:sldMk cId="3613730920" sldId="475"/>
            <ac:spMk id="256" creationId="{E88796E4-AC30-35D2-0045-C1239A506418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58" creationId="{7719E29F-FA22-B5C2-8824-1A7CE9D152F8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60" creationId="{4BF7159B-3920-6E99-FABB-890692D38D77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62" creationId="{B8183AFE-C1B1-3E86-93B6-8D4EF7926DAF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67" creationId="{CBA3AD33-BF9D-BE88-23B3-FFBE6354D1D9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69" creationId="{B7CB903C-D5E8-1A03-5106-8720A4D6BDF2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72" creationId="{DEFC62A8-3646-291B-16ED-01E789804720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73" creationId="{874626A6-07A5-78F8-144F-786DCA0EEE39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74" creationId="{29C26482-6DD1-F607-F707-28432A4E78A8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81" creationId="{DBAA2582-5B03-3136-8CA3-5E9D23DF509A}"/>
          </ac:spMkLst>
        </pc:spChg>
        <pc:spChg chg="add mod">
          <ac:chgData name="Yuga Hanyu" userId="f18bd86c1b9e4fc5" providerId="LiveId" clId="{52B76CFC-25A8-488B-8E30-8A25EBAD21EE}" dt="2025-12-07T23:04:14.643" v="3629"/>
          <ac:spMkLst>
            <pc:docMk/>
            <pc:sldMk cId="3613730920" sldId="475"/>
            <ac:spMk id="283" creationId="{F42FA0FA-59A2-AA66-80BC-A277C8752DC6}"/>
          </ac:spMkLst>
        </pc:spChg>
        <pc:picChg chg="add mod">
          <ac:chgData name="Yuga Hanyu" userId="f18bd86c1b9e4fc5" providerId="LiveId" clId="{52B76CFC-25A8-488B-8E30-8A25EBAD21EE}" dt="2025-12-07T23:04:12.795" v="3628" actId="1076"/>
          <ac:picMkLst>
            <pc:docMk/>
            <pc:sldMk cId="3613730920" sldId="475"/>
            <ac:picMk id="257" creationId="{57D6C01F-8006-5E26-4184-3ACFC761F034}"/>
          </ac:picMkLst>
        </pc:picChg>
        <pc:picChg chg="del">
          <ac:chgData name="Yuga Hanyu" userId="f18bd86c1b9e4fc5" providerId="LiveId" clId="{52B76CFC-25A8-488B-8E30-8A25EBAD21EE}" dt="2025-12-07T23:03:58.157" v="3625" actId="478"/>
          <ac:picMkLst>
            <pc:docMk/>
            <pc:sldMk cId="3613730920" sldId="475"/>
            <ac:picMk id="259" creationId="{2775DB42-6E0C-1982-A6DB-CCBEC441B317}"/>
          </ac:picMkLst>
        </pc:picChg>
      </pc:sldChg>
      <pc:sldChg chg="addSp delSp modSp add mod">
        <pc:chgData name="Yuga Hanyu" userId="f18bd86c1b9e4fc5" providerId="LiveId" clId="{52B76CFC-25A8-488B-8E30-8A25EBAD21EE}" dt="2025-12-08T22:53:18.654" v="5097"/>
        <pc:sldMkLst>
          <pc:docMk/>
          <pc:sldMk cId="115973612" sldId="476"/>
        </pc:sldMkLst>
        <pc:spChg chg="mod">
          <ac:chgData name="Yuga Hanyu" userId="f18bd86c1b9e4fc5" providerId="LiveId" clId="{52B76CFC-25A8-488B-8E30-8A25EBAD21EE}" dt="2025-12-08T22:53:18.654" v="5097"/>
          <ac:spMkLst>
            <pc:docMk/>
            <pc:sldMk cId="115973612" sldId="476"/>
            <ac:spMk id="2" creationId="{7F051ADA-978F-DDF2-0F69-FEF8195713E5}"/>
          </ac:spMkLst>
        </pc:spChg>
        <pc:spChg chg="mod">
          <ac:chgData name="Yuga Hanyu" userId="f18bd86c1b9e4fc5" providerId="LiveId" clId="{52B76CFC-25A8-488B-8E30-8A25EBAD21EE}" dt="2025-12-07T23:59:54.424" v="4846" actId="20577"/>
          <ac:spMkLst>
            <pc:docMk/>
            <pc:sldMk cId="115973612" sldId="476"/>
            <ac:spMk id="10" creationId="{F278E20C-5FB2-E555-D4BD-D0733BD972D0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14" creationId="{65C68E3B-11B7-B703-3935-C25DF4BA5361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15" creationId="{6B227C4D-7352-DF6C-B2B8-FA78A199C047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16" creationId="{29BC0F3A-02D4-8197-CBCD-EC4138237C6D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18" creationId="{6BB265E3-D7A2-4DDC-8A38-6FD3A622CFB7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21" creationId="{DA8290BF-0396-52B3-B7F1-E7CB13374902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23" creationId="{C1094D7F-3B80-68BD-970F-AA55FE43232C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24" creationId="{1D8430C6-AA06-E954-BE89-D0FE62976151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26" creationId="{85D7B5EA-7B11-44D3-BDA0-EAF7BEEEC213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28" creationId="{FC7E5C56-7E74-8EC6-776A-4FF1BB039715}"/>
          </ac:spMkLst>
        </pc:spChg>
        <pc:spChg chg="add mod">
          <ac:chgData name="Yuga Hanyu" userId="f18bd86c1b9e4fc5" providerId="LiveId" clId="{52B76CFC-25A8-488B-8E30-8A25EBAD21EE}" dt="2025-12-07T23:04:54.300" v="3675"/>
          <ac:spMkLst>
            <pc:docMk/>
            <pc:sldMk cId="115973612" sldId="476"/>
            <ac:spMk id="30" creationId="{72C3C745-AA70-06AE-C6E9-0F8D509EBDAF}"/>
          </ac:spMkLst>
        </pc:spChg>
        <pc:picChg chg="add mod">
          <ac:chgData name="Yuga Hanyu" userId="f18bd86c1b9e4fc5" providerId="LiveId" clId="{52B76CFC-25A8-488B-8E30-8A25EBAD21EE}" dt="2025-12-07T23:05:01.486" v="3677" actId="1076"/>
          <ac:picMkLst>
            <pc:docMk/>
            <pc:sldMk cId="115973612" sldId="476"/>
            <ac:picMk id="31" creationId="{18457C4A-BA65-8016-38F6-68DD94C80846}"/>
          </ac:picMkLst>
        </pc:picChg>
        <pc:picChg chg="del">
          <ac:chgData name="Yuga Hanyu" userId="f18bd86c1b9e4fc5" providerId="LiveId" clId="{52B76CFC-25A8-488B-8E30-8A25EBAD21EE}" dt="2025-12-07T23:04:44.178" v="3674" actId="478"/>
          <ac:picMkLst>
            <pc:docMk/>
            <pc:sldMk cId="115973612" sldId="476"/>
            <ac:picMk id="257" creationId="{B5B37325-8479-43FE-46E2-3E41DEF06F20}"/>
          </ac:picMkLst>
        </pc:picChg>
      </pc:sldChg>
      <pc:sldChg chg="addSp delSp modSp add mod">
        <pc:chgData name="Yuga Hanyu" userId="f18bd86c1b9e4fc5" providerId="LiveId" clId="{52B76CFC-25A8-488B-8E30-8A25EBAD21EE}" dt="2025-12-08T22:53:23.668" v="5100"/>
        <pc:sldMkLst>
          <pc:docMk/>
          <pc:sldMk cId="3606987852" sldId="477"/>
        </pc:sldMkLst>
        <pc:spChg chg="mod">
          <ac:chgData name="Yuga Hanyu" userId="f18bd86c1b9e4fc5" providerId="LiveId" clId="{52B76CFC-25A8-488B-8E30-8A25EBAD21EE}" dt="2025-12-08T22:53:23.668" v="5100"/>
          <ac:spMkLst>
            <pc:docMk/>
            <pc:sldMk cId="3606987852" sldId="477"/>
            <ac:spMk id="2" creationId="{98579B27-6C88-8E38-4DE7-A240B31FD2C7}"/>
          </ac:spMkLst>
        </pc:spChg>
        <pc:spChg chg="mod">
          <ac:chgData name="Yuga Hanyu" userId="f18bd86c1b9e4fc5" providerId="LiveId" clId="{52B76CFC-25A8-488B-8E30-8A25EBAD21EE}" dt="2025-12-07T23:59:59.876" v="4847" actId="20577"/>
          <ac:spMkLst>
            <pc:docMk/>
            <pc:sldMk cId="3606987852" sldId="477"/>
            <ac:spMk id="10" creationId="{7F4D04F9-C045-8FBD-3AD3-E4AF86A8731F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12" creationId="{71EB399D-E32E-67A5-1C40-0B57FBC390D4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14" creationId="{31DF2E81-0CE0-8002-8CE3-BB557842D0BF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15" creationId="{D3CA55D0-5260-8847-F00A-CCB9D195C5C5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17" creationId="{DD363D97-64D8-93E9-89E2-37846A3C571B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24" creationId="{0CE39C47-3449-DB65-E53E-DC641BB7A933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39" creationId="{BD13C5EE-4846-77BA-C290-2D386E6E9E07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41" creationId="{E68D1248-7A03-A8D5-C527-21D17B75A38A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42" creationId="{156A785C-9AF3-C87F-85BA-823D7A777EFF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54" creationId="{7DAFDBE1-AA35-95D8-4320-57130519D88B}"/>
          </ac:spMkLst>
        </pc:spChg>
        <pc:spChg chg="add mod">
          <ac:chgData name="Yuga Hanyu" userId="f18bd86c1b9e4fc5" providerId="LiveId" clId="{52B76CFC-25A8-488B-8E30-8A25EBAD21EE}" dt="2025-12-07T23:06:50.133" v="3769"/>
          <ac:spMkLst>
            <pc:docMk/>
            <pc:sldMk cId="3606987852" sldId="477"/>
            <ac:spMk id="56" creationId="{C9D6CB13-DA44-8729-1EAF-722819F714CB}"/>
          </ac:spMkLst>
        </pc:spChg>
        <pc:picChg chg="del">
          <ac:chgData name="Yuga Hanyu" userId="f18bd86c1b9e4fc5" providerId="LiveId" clId="{52B76CFC-25A8-488B-8E30-8A25EBAD21EE}" dt="2025-12-07T23:05:34.978" v="3679" actId="478"/>
          <ac:picMkLst>
            <pc:docMk/>
            <pc:sldMk cId="3606987852" sldId="477"/>
            <ac:picMk id="31" creationId="{F3166160-40D6-2E26-F121-F38868D6E76D}"/>
          </ac:picMkLst>
        </pc:picChg>
        <pc:picChg chg="add mod">
          <ac:chgData name="Yuga Hanyu" userId="f18bd86c1b9e4fc5" providerId="LiveId" clId="{52B76CFC-25A8-488B-8E30-8A25EBAD21EE}" dt="2025-12-07T23:06:57.256" v="3771" actId="1076"/>
          <ac:picMkLst>
            <pc:docMk/>
            <pc:sldMk cId="3606987852" sldId="477"/>
            <ac:picMk id="57" creationId="{A82F24EB-B287-BAC8-FFAC-DB16369E0AC5}"/>
          </ac:picMkLst>
        </pc:picChg>
      </pc:sldChg>
      <pc:sldChg chg="addSp delSp modSp add mod">
        <pc:chgData name="Yuga Hanyu" userId="f18bd86c1b9e4fc5" providerId="LiveId" clId="{52B76CFC-25A8-488B-8E30-8A25EBAD21EE}" dt="2025-12-08T22:53:32.495" v="5105" actId="14100"/>
        <pc:sldMkLst>
          <pc:docMk/>
          <pc:sldMk cId="2684497670" sldId="478"/>
        </pc:sldMkLst>
        <pc:spChg chg="mod">
          <ac:chgData name="Yuga Hanyu" userId="f18bd86c1b9e4fc5" providerId="LiveId" clId="{52B76CFC-25A8-488B-8E30-8A25EBAD21EE}" dt="2025-12-08T22:53:28.448" v="5103"/>
          <ac:spMkLst>
            <pc:docMk/>
            <pc:sldMk cId="2684497670" sldId="478"/>
            <ac:spMk id="2" creationId="{0829EC6E-8249-DF03-EEDF-4957DDE495D5}"/>
          </ac:spMkLst>
        </pc:spChg>
        <pc:spChg chg="mod">
          <ac:chgData name="Yuga Hanyu" userId="f18bd86c1b9e4fc5" providerId="LiveId" clId="{52B76CFC-25A8-488B-8E30-8A25EBAD21EE}" dt="2025-12-08T00:00:04.109" v="4848" actId="20577"/>
          <ac:spMkLst>
            <pc:docMk/>
            <pc:sldMk cId="2684497670" sldId="478"/>
            <ac:spMk id="10" creationId="{2EA5C422-2B43-BE84-C68B-EB7BE100C676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72" creationId="{267629DF-9456-32D8-0141-320AA537EF4E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75" creationId="{A48C3210-71B1-6BB0-C97E-5F7E9141B7CB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95" creationId="{94DE6AE5-43FF-3892-0606-3ACB316E1014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96" creationId="{7D107D59-F179-BBCD-2386-19756C178922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19" creationId="{2A215789-C2F0-521C-D3D2-C2A23E6FAD64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24" creationId="{68EA423E-CC2F-0D8D-F3BA-D73340F1E365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29" creationId="{37EEBC86-4425-BD6F-9EC5-A793DC654D8C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42" creationId="{E297512C-0942-A0D2-5803-F5E305B3D1C9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56" creationId="{3B007CA5-02C4-6428-9A9A-5E24E0DF2E50}"/>
          </ac:spMkLst>
        </pc:spChg>
        <pc:spChg chg="add mod">
          <ac:chgData name="Yuga Hanyu" userId="f18bd86c1b9e4fc5" providerId="LiveId" clId="{52B76CFC-25A8-488B-8E30-8A25EBAD21EE}" dt="2025-12-07T23:07:53.415" v="3837"/>
          <ac:spMkLst>
            <pc:docMk/>
            <pc:sldMk cId="2684497670" sldId="478"/>
            <ac:spMk id="175" creationId="{15D8DA6A-B064-6833-C242-14098F3AFFEC}"/>
          </ac:spMkLst>
        </pc:spChg>
        <pc:picChg chg="del">
          <ac:chgData name="Yuga Hanyu" userId="f18bd86c1b9e4fc5" providerId="LiveId" clId="{52B76CFC-25A8-488B-8E30-8A25EBAD21EE}" dt="2025-12-07T23:07:37.560" v="3836" actId="478"/>
          <ac:picMkLst>
            <pc:docMk/>
            <pc:sldMk cId="2684497670" sldId="478"/>
            <ac:picMk id="57" creationId="{747060E5-3D4B-FF7B-1D56-B3C3C94C6419}"/>
          </ac:picMkLst>
        </pc:picChg>
        <pc:picChg chg="add mod">
          <ac:chgData name="Yuga Hanyu" userId="f18bd86c1b9e4fc5" providerId="LiveId" clId="{52B76CFC-25A8-488B-8E30-8A25EBAD21EE}" dt="2025-12-08T22:53:32.495" v="5105" actId="14100"/>
          <ac:picMkLst>
            <pc:docMk/>
            <pc:sldMk cId="2684497670" sldId="478"/>
            <ac:picMk id="180" creationId="{D1406CF5-DC86-DC9B-1255-BA16CEE5922E}"/>
          </ac:picMkLst>
        </pc:picChg>
      </pc:sldChg>
      <pc:sldChg chg="addSp delSp modSp add mod">
        <pc:chgData name="Yuga Hanyu" userId="f18bd86c1b9e4fc5" providerId="LiveId" clId="{52B76CFC-25A8-488B-8E30-8A25EBAD21EE}" dt="2025-12-08T22:53:43.211" v="5110" actId="14100"/>
        <pc:sldMkLst>
          <pc:docMk/>
          <pc:sldMk cId="2486982585" sldId="479"/>
        </pc:sldMkLst>
        <pc:spChg chg="mod">
          <ac:chgData name="Yuga Hanyu" userId="f18bd86c1b9e4fc5" providerId="LiveId" clId="{52B76CFC-25A8-488B-8E30-8A25EBAD21EE}" dt="2025-12-08T22:53:37.462" v="5108"/>
          <ac:spMkLst>
            <pc:docMk/>
            <pc:sldMk cId="2486982585" sldId="479"/>
            <ac:spMk id="2" creationId="{D9D49656-937D-8752-8CD2-C3E67CB4381C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4" creationId="{8C980A08-B785-7D34-C2D1-97E318C7F6DE}"/>
          </ac:spMkLst>
        </pc:spChg>
        <pc:spChg chg="mod">
          <ac:chgData name="Yuga Hanyu" userId="f18bd86c1b9e4fc5" providerId="LiveId" clId="{52B76CFC-25A8-488B-8E30-8A25EBAD21EE}" dt="2025-12-08T00:00:08.327" v="4849" actId="20577"/>
          <ac:spMkLst>
            <pc:docMk/>
            <pc:sldMk cId="2486982585" sldId="479"/>
            <ac:spMk id="10" creationId="{37F970B0-D8F1-79C9-DBDE-0557FF674333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15" creationId="{ECF91FDC-0C59-CBA4-A600-29D4DD3C27B6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18" creationId="{50DEE9A3-2D79-06EA-C585-D85DDE495D40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21" creationId="{933A7FBE-B1A7-5602-137D-926CACFCCA16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26" creationId="{1961A1BF-201E-C250-DE93-B1F4FA48B16B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27" creationId="{A995129F-0764-EFF7-7CCB-B720EB3C5B14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29" creationId="{79C9CEC2-0F7E-35FE-B588-0E82CB2E1AF9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31" creationId="{8342D974-EF83-10F4-C572-094E6CAFAD01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160" creationId="{1492E2AB-176A-B20D-84CB-537EA8A15970}"/>
          </ac:spMkLst>
        </pc:spChg>
        <pc:spChg chg="add mod">
          <ac:chgData name="Yuga Hanyu" userId="f18bd86c1b9e4fc5" providerId="LiveId" clId="{52B76CFC-25A8-488B-8E30-8A25EBAD21EE}" dt="2025-12-07T23:08:58.823" v="3893"/>
          <ac:spMkLst>
            <pc:docMk/>
            <pc:sldMk cId="2486982585" sldId="479"/>
            <ac:spMk id="161" creationId="{3A923263-2E11-75B6-919A-26C4792744EC}"/>
          </ac:spMkLst>
        </pc:spChg>
        <pc:picChg chg="add mod">
          <ac:chgData name="Yuga Hanyu" userId="f18bd86c1b9e4fc5" providerId="LiveId" clId="{52B76CFC-25A8-488B-8E30-8A25EBAD21EE}" dt="2025-12-08T22:53:43.211" v="5110" actId="14100"/>
          <ac:picMkLst>
            <pc:docMk/>
            <pc:sldMk cId="2486982585" sldId="479"/>
            <ac:picMk id="167" creationId="{DEDA59DC-B5F8-02C1-876B-2C835A8AB151}"/>
          </ac:picMkLst>
        </pc:picChg>
        <pc:picChg chg="del">
          <ac:chgData name="Yuga Hanyu" userId="f18bd86c1b9e4fc5" providerId="LiveId" clId="{52B76CFC-25A8-488B-8E30-8A25EBAD21EE}" dt="2025-12-07T23:08:47.200" v="3892" actId="478"/>
          <ac:picMkLst>
            <pc:docMk/>
            <pc:sldMk cId="2486982585" sldId="479"/>
            <ac:picMk id="180" creationId="{0B7965F8-DF98-0B39-4DB5-3B05869E55CE}"/>
          </ac:picMkLst>
        </pc:picChg>
      </pc:sldChg>
      <pc:sldChg chg="addSp delSp modSp add mod">
        <pc:chgData name="Yuga Hanyu" userId="f18bd86c1b9e4fc5" providerId="LiveId" clId="{52B76CFC-25A8-488B-8E30-8A25EBAD21EE}" dt="2025-12-08T22:53:54.943" v="5114" actId="1076"/>
        <pc:sldMkLst>
          <pc:docMk/>
          <pc:sldMk cId="666786929" sldId="480"/>
        </pc:sldMkLst>
        <pc:spChg chg="mod">
          <ac:chgData name="Yuga Hanyu" userId="f18bd86c1b9e4fc5" providerId="LiveId" clId="{52B76CFC-25A8-488B-8E30-8A25EBAD21EE}" dt="2025-12-08T22:53:51.319" v="5113"/>
          <ac:spMkLst>
            <pc:docMk/>
            <pc:sldMk cId="666786929" sldId="480"/>
            <ac:spMk id="2" creationId="{1E3C6D85-A586-077F-FF80-6ED8526C99EF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9" creationId="{8D0B5BFD-F717-8E1A-C6C9-12F68C77B22B}"/>
          </ac:spMkLst>
        </pc:spChg>
        <pc:spChg chg="mod">
          <ac:chgData name="Yuga Hanyu" userId="f18bd86c1b9e4fc5" providerId="LiveId" clId="{52B76CFC-25A8-488B-8E30-8A25EBAD21EE}" dt="2025-12-08T00:00:12.545" v="4850" actId="20577"/>
          <ac:spMkLst>
            <pc:docMk/>
            <pc:sldMk cId="666786929" sldId="480"/>
            <ac:spMk id="10" creationId="{CEF2AB19-1A03-BBF8-1994-8F9F51753CC6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1" creationId="{63771A7F-7F27-5FA8-0D85-1DDB017E6497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2" creationId="{17C74AB2-06BD-B5FD-63FB-037D901110C7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22" creationId="{BD5DC1A3-78C0-3773-6843-CC5D5C8EA17F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28" creationId="{4F50DB75-0DEE-341A-ECCD-11F51048DAFF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30" creationId="{74443006-6EB3-1EC6-CF4D-A90CEB3409AF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60" creationId="{9CA6D447-D91D-6AC1-07C9-E41E9D0D10F3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62" creationId="{B1B1B77D-B5C8-1C52-DE93-113CC2489D9D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70" creationId="{46F9DCF1-6451-6A6A-0C03-BC4557AB5372}"/>
          </ac:spMkLst>
        </pc:spChg>
        <pc:spChg chg="add mod">
          <ac:chgData name="Yuga Hanyu" userId="f18bd86c1b9e4fc5" providerId="LiveId" clId="{52B76CFC-25A8-488B-8E30-8A25EBAD21EE}" dt="2025-12-07T23:09:40.797" v="3899"/>
          <ac:spMkLst>
            <pc:docMk/>
            <pc:sldMk cId="666786929" sldId="480"/>
            <ac:spMk id="171" creationId="{55FFB603-A0D6-6905-B8AA-C5D085AF5613}"/>
          </ac:spMkLst>
        </pc:spChg>
        <pc:picChg chg="del">
          <ac:chgData name="Yuga Hanyu" userId="f18bd86c1b9e4fc5" providerId="LiveId" clId="{52B76CFC-25A8-488B-8E30-8A25EBAD21EE}" dt="2025-12-07T23:09:30.862" v="3898" actId="478"/>
          <ac:picMkLst>
            <pc:docMk/>
            <pc:sldMk cId="666786929" sldId="480"/>
            <ac:picMk id="167" creationId="{0999604B-DAC7-0528-8AB6-C8DC9242949C}"/>
          </ac:picMkLst>
        </pc:picChg>
        <pc:picChg chg="add mod">
          <ac:chgData name="Yuga Hanyu" userId="f18bd86c1b9e4fc5" providerId="LiveId" clId="{52B76CFC-25A8-488B-8E30-8A25EBAD21EE}" dt="2025-12-08T22:53:54.943" v="5114" actId="1076"/>
          <ac:picMkLst>
            <pc:docMk/>
            <pc:sldMk cId="666786929" sldId="480"/>
            <ac:picMk id="178" creationId="{972B53C2-7E82-2DE4-2846-9592004A908F}"/>
          </ac:picMkLst>
        </pc:picChg>
      </pc:sldChg>
      <pc:sldChg chg="addSp delSp modSp add mod">
        <pc:chgData name="Yuga Hanyu" userId="f18bd86c1b9e4fc5" providerId="LiveId" clId="{52B76CFC-25A8-488B-8E30-8A25EBAD21EE}" dt="2025-12-08T22:54:01.067" v="5117"/>
        <pc:sldMkLst>
          <pc:docMk/>
          <pc:sldMk cId="3526671444" sldId="481"/>
        </pc:sldMkLst>
        <pc:spChg chg="mod">
          <ac:chgData name="Yuga Hanyu" userId="f18bd86c1b9e4fc5" providerId="LiveId" clId="{52B76CFC-25A8-488B-8E30-8A25EBAD21EE}" dt="2025-12-08T22:54:01.067" v="5117"/>
          <ac:spMkLst>
            <pc:docMk/>
            <pc:sldMk cId="3526671444" sldId="481"/>
            <ac:spMk id="2" creationId="{6FB75F31-01D5-7F85-94AE-2E2BEBC414D6}"/>
          </ac:spMkLst>
        </pc:spChg>
        <pc:spChg chg="mod">
          <ac:chgData name="Yuga Hanyu" userId="f18bd86c1b9e4fc5" providerId="LiveId" clId="{52B76CFC-25A8-488B-8E30-8A25EBAD21EE}" dt="2025-12-08T00:00:18.387" v="4851" actId="20577"/>
          <ac:spMkLst>
            <pc:docMk/>
            <pc:sldMk cId="3526671444" sldId="481"/>
            <ac:spMk id="10" creationId="{9CC279A1-250E-3E0B-40CB-84A1A579C963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15" creationId="{0F3FA2D9-F6E9-D4D1-4E5C-7DE763BC9A10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23" creationId="{1B818FC6-24F2-CBE6-90C9-4776CABF18E8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25" creationId="{FD61D9E8-46BD-A4EE-6677-0F09EB8EE90F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27" creationId="{4A5A62CF-0D6C-282A-53E5-408BE8313FB3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172" creationId="{B9C7C542-5C71-69D3-486F-D43C27006EF4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177" creationId="{8206D6DB-BFF0-B40B-7E93-8B6E82D09A95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180" creationId="{5E954E92-4BCB-372A-7FC5-4C7DB0DC36F9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189" creationId="{5F735D1C-0558-97DF-869C-605F478E0F2A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209" creationId="{37253D2E-24B4-3C2C-14A4-DB9DABB69A62}"/>
          </ac:spMkLst>
        </pc:spChg>
        <pc:spChg chg="add mod">
          <ac:chgData name="Yuga Hanyu" userId="f18bd86c1b9e4fc5" providerId="LiveId" clId="{52B76CFC-25A8-488B-8E30-8A25EBAD21EE}" dt="2025-12-07T23:11:26.507" v="3967"/>
          <ac:spMkLst>
            <pc:docMk/>
            <pc:sldMk cId="3526671444" sldId="481"/>
            <ac:spMk id="219" creationId="{76D593A2-D64A-5C3C-2966-66758D22BFE9}"/>
          </ac:spMkLst>
        </pc:spChg>
        <pc:picChg chg="del">
          <ac:chgData name="Yuga Hanyu" userId="f18bd86c1b9e4fc5" providerId="LiveId" clId="{52B76CFC-25A8-488B-8E30-8A25EBAD21EE}" dt="2025-12-07T23:10:50.094" v="3966" actId="478"/>
          <ac:picMkLst>
            <pc:docMk/>
            <pc:sldMk cId="3526671444" sldId="481"/>
            <ac:picMk id="178" creationId="{D6F718E7-0A42-9D57-FA91-94D6C2031CDF}"/>
          </ac:picMkLst>
        </pc:picChg>
        <pc:picChg chg="add mod">
          <ac:chgData name="Yuga Hanyu" userId="f18bd86c1b9e4fc5" providerId="LiveId" clId="{52B76CFC-25A8-488B-8E30-8A25EBAD21EE}" dt="2025-12-07T23:11:34.396" v="3970" actId="1076"/>
          <ac:picMkLst>
            <pc:docMk/>
            <pc:sldMk cId="3526671444" sldId="481"/>
            <ac:picMk id="221" creationId="{78ABC370-D6AD-F0A3-601A-C657980811BD}"/>
          </ac:picMkLst>
        </pc:picChg>
      </pc:sldChg>
      <pc:sldChg chg="addSp delSp modSp add mod">
        <pc:chgData name="Yuga Hanyu" userId="f18bd86c1b9e4fc5" providerId="LiveId" clId="{52B76CFC-25A8-488B-8E30-8A25EBAD21EE}" dt="2025-12-08T22:54:07.081" v="5120"/>
        <pc:sldMkLst>
          <pc:docMk/>
          <pc:sldMk cId="1634881424" sldId="482"/>
        </pc:sldMkLst>
        <pc:spChg chg="mod">
          <ac:chgData name="Yuga Hanyu" userId="f18bd86c1b9e4fc5" providerId="LiveId" clId="{52B76CFC-25A8-488B-8E30-8A25EBAD21EE}" dt="2025-12-08T22:54:07.081" v="5120"/>
          <ac:spMkLst>
            <pc:docMk/>
            <pc:sldMk cId="1634881424" sldId="482"/>
            <ac:spMk id="2" creationId="{F3E17540-B5D6-DB56-5CC2-236601ACD07F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9" creationId="{39C35C0E-F422-C905-D8FE-0591E1538176}"/>
          </ac:spMkLst>
        </pc:spChg>
        <pc:spChg chg="mod">
          <ac:chgData name="Yuga Hanyu" userId="f18bd86c1b9e4fc5" providerId="LiveId" clId="{52B76CFC-25A8-488B-8E30-8A25EBAD21EE}" dt="2025-12-08T00:00:22.324" v="4852" actId="20577"/>
          <ac:spMkLst>
            <pc:docMk/>
            <pc:sldMk cId="1634881424" sldId="482"/>
            <ac:spMk id="10" creationId="{FFA25929-5119-FE9F-59DF-885CBBEBAB60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30" creationId="{5C5AA378-FB4F-3E96-7FBE-BF04C110AFC3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193" creationId="{742CC09D-08FF-FA41-69F6-32C81DD6EFBE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199" creationId="{92D2EA26-A687-3231-1637-E53B713ACCAB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01" creationId="{5B1428B5-0324-1D7F-0102-7491EFB7E1CA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04" creationId="{86E5F614-F920-0962-CF07-0D063D784616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05" creationId="{8633A985-D35E-4CC8-6207-7DD39448F9DA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30" creationId="{7033756E-DFE9-6018-7C04-B77C7073C109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37" creationId="{5F8873F8-D9FF-EF10-C9BA-812E0A6DD08E}"/>
          </ac:spMkLst>
        </pc:spChg>
        <pc:spChg chg="add del mod">
          <ac:chgData name="Yuga Hanyu" userId="f18bd86c1b9e4fc5" providerId="LiveId" clId="{52B76CFC-25A8-488B-8E30-8A25EBAD21EE}" dt="2025-12-07T23:13:08.859" v="4016" actId="478"/>
          <ac:spMkLst>
            <pc:docMk/>
            <pc:sldMk cId="1634881424" sldId="482"/>
            <ac:spMk id="255" creationId="{0B7CED02-A870-6249-44EB-98D8AADD7428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282" creationId="{A07C38EB-B839-AF29-9DE3-55576E5226AA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284" creationId="{A723C59D-597C-15DB-7E3D-B9B2BEFC6713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286" creationId="{4858591D-778A-D61A-BDB3-195C80D1FA96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292" creationId="{D8A54D9A-2493-CD6A-134C-70E70060D8F8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00" creationId="{13604A14-D721-4107-09E1-EBDFA6012FD6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16" creationId="{13E6FF66-2C74-A864-7A12-EA9EE8454831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20" creationId="{3EBE6B86-EE8E-2FB4-E1A5-87747BFFBE56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26" creationId="{0D8024B4-E75F-E55E-65CB-514EC749EED6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29" creationId="{EF8E2EA9-9B6F-8465-33BE-49DEB0B3A51D}"/>
          </ac:spMkLst>
        </pc:spChg>
        <pc:spChg chg="add mod">
          <ac:chgData name="Yuga Hanyu" userId="f18bd86c1b9e4fc5" providerId="LiveId" clId="{52B76CFC-25A8-488B-8E30-8A25EBAD21EE}" dt="2025-12-07T23:13:09.983" v="4017"/>
          <ac:spMkLst>
            <pc:docMk/>
            <pc:sldMk cId="1634881424" sldId="482"/>
            <ac:spMk id="346" creationId="{8CA9D51B-2737-3433-A6A7-48C88DDECE48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54" creationId="{E71E5790-C7A2-1939-29B7-1CB2BF87E147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56" creationId="{8544E694-0E4C-E553-243F-1346538A9AB8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75" creationId="{79FA48D0-34D9-432C-83AB-DA1BCFC36A71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76" creationId="{3012AE7D-252F-DD8F-401B-9ECAFFE66296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84" creationId="{B96E4236-A7EF-98E7-4F62-C5277290B059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390" creationId="{F483CA5C-539A-622E-C310-679CC943CF8B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403" creationId="{90A1262F-0CA2-AA74-3B8C-EC87BD190038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407" creationId="{D86A84AB-D6EE-DFCC-134A-C7165507DEAD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411" creationId="{2E6AE8DD-6544-7BF0-F976-B338E25A5C06}"/>
          </ac:spMkLst>
        </pc:spChg>
        <pc:spChg chg="add mod">
          <ac:chgData name="Yuga Hanyu" userId="f18bd86c1b9e4fc5" providerId="LiveId" clId="{52B76CFC-25A8-488B-8E30-8A25EBAD21EE}" dt="2025-12-07T23:13:31.253" v="4021"/>
          <ac:spMkLst>
            <pc:docMk/>
            <pc:sldMk cId="1634881424" sldId="482"/>
            <ac:spMk id="420" creationId="{E3DC2059-641B-477A-A091-D151A549D37B}"/>
          </ac:spMkLst>
        </pc:spChg>
        <pc:picChg chg="del">
          <ac:chgData name="Yuga Hanyu" userId="f18bd86c1b9e4fc5" providerId="LiveId" clId="{52B76CFC-25A8-488B-8E30-8A25EBAD21EE}" dt="2025-12-07T23:11:53.845" v="3972" actId="478"/>
          <ac:picMkLst>
            <pc:docMk/>
            <pc:sldMk cId="1634881424" sldId="482"/>
            <ac:picMk id="221" creationId="{C023A305-9B13-77CB-8195-5D47A51C8BA0}"/>
          </ac:picMkLst>
        </pc:picChg>
        <pc:picChg chg="add mod">
          <ac:chgData name="Yuga Hanyu" userId="f18bd86c1b9e4fc5" providerId="LiveId" clId="{52B76CFC-25A8-488B-8E30-8A25EBAD21EE}" dt="2025-12-07T23:13:16.388" v="4020" actId="1076"/>
          <ac:picMkLst>
            <pc:docMk/>
            <pc:sldMk cId="1634881424" sldId="482"/>
            <ac:picMk id="349" creationId="{E2AE8AA5-91B2-A4FC-A8E3-3F9B0B8273B0}"/>
          </ac:picMkLst>
        </pc:picChg>
      </pc:sldChg>
      <pc:sldChg chg="add del">
        <pc:chgData name="Yuga Hanyu" userId="f18bd86c1b9e4fc5" providerId="LiveId" clId="{52B76CFC-25A8-488B-8E30-8A25EBAD21EE}" dt="2025-12-07T23:11:56.704" v="3974"/>
        <pc:sldMkLst>
          <pc:docMk/>
          <pc:sldMk cId="1005397890" sldId="483"/>
        </pc:sldMkLst>
      </pc:sldChg>
      <pc:sldChg chg="addSp delSp modSp add mod">
        <pc:chgData name="Yuga Hanyu" userId="f18bd86c1b9e4fc5" providerId="LiveId" clId="{52B76CFC-25A8-488B-8E30-8A25EBAD21EE}" dt="2025-12-08T00:00:26.213" v="4853" actId="20577"/>
        <pc:sldMkLst>
          <pc:docMk/>
          <pc:sldMk cId="1979969048" sldId="483"/>
        </pc:sldMkLst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4" creationId="{A905FA67-6682-06B9-E1EF-FCC9418370FF}"/>
          </ac:spMkLst>
        </pc:spChg>
        <pc:spChg chg="mod">
          <ac:chgData name="Yuga Hanyu" userId="f18bd86c1b9e4fc5" providerId="LiveId" clId="{52B76CFC-25A8-488B-8E30-8A25EBAD21EE}" dt="2025-12-08T00:00:26.213" v="4853" actId="20577"/>
          <ac:spMkLst>
            <pc:docMk/>
            <pc:sldMk cId="1979969048" sldId="483"/>
            <ac:spMk id="10" creationId="{C2EF378D-E3FA-9013-921B-BDFB80EAA4C3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23" creationId="{753CAEA6-4042-0B0F-69F9-2F2B168CCDA0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26" creationId="{4D047D2B-27CF-FA07-D02C-7E11ECB92F41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27" creationId="{256457CA-64C1-C533-185E-911744B3B9C9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28" creationId="{79C9C5D7-A9D0-6617-8F29-4504768EB1E2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321" creationId="{F539B58B-E077-9EF9-9581-7EDAE4113B63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324" creationId="{01DE7CB3-51FE-E66C-FDD6-E48E4D648C54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329" creationId="{E3EE63D4-AB19-1F07-69BB-9B4D524EC25C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330" creationId="{985BBCB8-4D75-0C3C-222F-5F0BE6CC777F}"/>
          </ac:spMkLst>
        </pc:spChg>
        <pc:spChg chg="add mod">
          <ac:chgData name="Yuga Hanyu" userId="f18bd86c1b9e4fc5" providerId="LiveId" clId="{52B76CFC-25A8-488B-8E30-8A25EBAD21EE}" dt="2025-12-07T23:13:57.766" v="4024"/>
          <ac:spMkLst>
            <pc:docMk/>
            <pc:sldMk cId="1979969048" sldId="483"/>
            <ac:spMk id="332" creationId="{04FDA6EA-9F20-4855-C790-BEDD5D2F4BEA}"/>
          </ac:spMkLst>
        </pc:spChg>
        <pc:picChg chg="add mod">
          <ac:chgData name="Yuga Hanyu" userId="f18bd86c1b9e4fc5" providerId="LiveId" clId="{52B76CFC-25A8-488B-8E30-8A25EBAD21EE}" dt="2025-12-07T23:14:08.732" v="4028" actId="14100"/>
          <ac:picMkLst>
            <pc:docMk/>
            <pc:sldMk cId="1979969048" sldId="483"/>
            <ac:picMk id="333" creationId="{1317A68F-0F61-E72D-2DB2-B93850F926BD}"/>
          </ac:picMkLst>
        </pc:picChg>
        <pc:picChg chg="del">
          <ac:chgData name="Yuga Hanyu" userId="f18bd86c1b9e4fc5" providerId="LiveId" clId="{52B76CFC-25A8-488B-8E30-8A25EBAD21EE}" dt="2025-12-07T23:13:57.485" v="4023" actId="478"/>
          <ac:picMkLst>
            <pc:docMk/>
            <pc:sldMk cId="1979969048" sldId="483"/>
            <ac:picMk id="349" creationId="{5CA6E513-1A04-3106-F612-2030FDDB7E2A}"/>
          </ac:picMkLst>
        </pc:picChg>
      </pc:sldChg>
      <pc:sldChg chg="addSp delSp modSp add mod">
        <pc:chgData name="Yuga Hanyu" userId="f18bd86c1b9e4fc5" providerId="LiveId" clId="{52B76CFC-25A8-488B-8E30-8A25EBAD21EE}" dt="2025-12-08T22:54:28.171" v="5126"/>
        <pc:sldMkLst>
          <pc:docMk/>
          <pc:sldMk cId="2862484825" sldId="484"/>
        </pc:sldMkLst>
        <pc:spChg chg="mod">
          <ac:chgData name="Yuga Hanyu" userId="f18bd86c1b9e4fc5" providerId="LiveId" clId="{52B76CFC-25A8-488B-8E30-8A25EBAD21EE}" dt="2025-12-08T22:54:28.171" v="5126"/>
          <ac:spMkLst>
            <pc:docMk/>
            <pc:sldMk cId="2862484825" sldId="484"/>
            <ac:spMk id="2" creationId="{F45615E7-D27D-9F13-2CC9-88D4CC273970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4" creationId="{A34A2467-55BE-6C08-9D8D-EBA104BB844F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7" creationId="{F7AC30E7-C10D-C36C-79F6-5E812BB64488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8" creationId="{A2044362-A512-F086-E158-CC0552B222E9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9" creationId="{6EC75C76-78EA-6B92-BBE2-6EFA29118034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10" creationId="{07FD353C-4E97-6CAF-524A-8F472530E113}"/>
          </ac:spMkLst>
        </pc:spChg>
        <pc:spChg chg="add mod">
          <ac:chgData name="Yuga Hanyu" userId="f18bd86c1b9e4fc5" providerId="LiveId" clId="{52B76CFC-25A8-488B-8E30-8A25EBAD21EE}" dt="2025-12-07T23:50:00.513" v="4663" actId="1076"/>
          <ac:spMkLst>
            <pc:docMk/>
            <pc:sldMk cId="2862484825" sldId="484"/>
            <ac:spMk id="16" creationId="{FC3FAABF-2761-9708-B60C-4CC6EDF80583}"/>
          </ac:spMkLst>
        </pc:spChg>
        <pc:picChg chg="add mod">
          <ac:chgData name="Yuga Hanyu" userId="f18bd86c1b9e4fc5" providerId="LiveId" clId="{52B76CFC-25A8-488B-8E30-8A25EBAD21EE}" dt="2025-12-07T23:50:00.513" v="4663" actId="1076"/>
          <ac:picMkLst>
            <pc:docMk/>
            <pc:sldMk cId="2862484825" sldId="484"/>
            <ac:picMk id="12" creationId="{A5A5683D-6F6D-BE27-A5B0-2C761F53B2FC}"/>
          </ac:picMkLst>
        </pc:picChg>
        <pc:picChg chg="add mod">
          <ac:chgData name="Yuga Hanyu" userId="f18bd86c1b9e4fc5" providerId="LiveId" clId="{52B76CFC-25A8-488B-8E30-8A25EBAD21EE}" dt="2025-12-07T23:50:00.513" v="4663" actId="1076"/>
          <ac:picMkLst>
            <pc:docMk/>
            <pc:sldMk cId="2862484825" sldId="484"/>
            <ac:picMk id="14" creationId="{E26B9B0B-2FF5-0329-D771-4717C2C6CAC9}"/>
          </ac:picMkLst>
        </pc:picChg>
        <pc:picChg chg="del">
          <ac:chgData name="Yuga Hanyu" userId="f18bd86c1b9e4fc5" providerId="LiveId" clId="{52B76CFC-25A8-488B-8E30-8A25EBAD21EE}" dt="2025-12-07T23:49:43.392" v="4661" actId="478"/>
          <ac:picMkLst>
            <pc:docMk/>
            <pc:sldMk cId="2862484825" sldId="484"/>
            <ac:picMk id="75" creationId="{0244F388-5802-E767-9CB0-774956DC0387}"/>
          </ac:picMkLst>
        </pc:picChg>
        <pc:cxnChg chg="add mod">
          <ac:chgData name="Yuga Hanyu" userId="f18bd86c1b9e4fc5" providerId="LiveId" clId="{52B76CFC-25A8-488B-8E30-8A25EBAD21EE}" dt="2025-12-07T23:50:00.513" v="4663" actId="1076"/>
          <ac:cxnSpMkLst>
            <pc:docMk/>
            <pc:sldMk cId="2862484825" sldId="484"/>
            <ac:cxnSpMk id="11" creationId="{D2E7B018-746C-B1C1-67D2-0F977AB05B7A}"/>
          </ac:cxnSpMkLst>
        </pc:cxnChg>
        <pc:cxnChg chg="add mod">
          <ac:chgData name="Yuga Hanyu" userId="f18bd86c1b9e4fc5" providerId="LiveId" clId="{52B76CFC-25A8-488B-8E30-8A25EBAD21EE}" dt="2025-12-07T23:50:00.513" v="4663" actId="1076"/>
          <ac:cxnSpMkLst>
            <pc:docMk/>
            <pc:sldMk cId="2862484825" sldId="484"/>
            <ac:cxnSpMk id="15" creationId="{CF3C0875-B100-5B69-8F67-B4FC6DFD4D28}"/>
          </ac:cxnSpMkLst>
        </pc:cxnChg>
      </pc:sldChg>
      <pc:sldChg chg="addSp delSp modSp add mod">
        <pc:chgData name="Yuga Hanyu" userId="f18bd86c1b9e4fc5" providerId="LiveId" clId="{52B76CFC-25A8-488B-8E30-8A25EBAD21EE}" dt="2025-12-08T22:54:33.264" v="5129"/>
        <pc:sldMkLst>
          <pc:docMk/>
          <pc:sldMk cId="169011509" sldId="485"/>
        </pc:sldMkLst>
        <pc:spChg chg="mod">
          <ac:chgData name="Yuga Hanyu" userId="f18bd86c1b9e4fc5" providerId="LiveId" clId="{52B76CFC-25A8-488B-8E30-8A25EBAD21EE}" dt="2025-12-08T22:54:33.264" v="5129"/>
          <ac:spMkLst>
            <pc:docMk/>
            <pc:sldMk cId="169011509" sldId="485"/>
            <ac:spMk id="2" creationId="{576833A3-658C-2306-149F-9943E4B6486C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4" creationId="{A8249541-CF7C-1EB8-E7D0-BD41A9AC656A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7" creationId="{9765E48F-68EF-CD98-A685-D270E3444E8F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8" creationId="{E1144524-C0CF-19C0-AA2A-2E628BF1B28B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9" creationId="{02F16EF7-BB73-22E4-AE32-C6D54DE4EAE9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10" creationId="{4700D267-B4E6-3C5C-3427-F8C84059D209}"/>
          </ac:spMkLst>
        </pc:spChg>
        <pc:spChg chg="del">
          <ac:chgData name="Yuga Hanyu" userId="f18bd86c1b9e4fc5" providerId="LiveId" clId="{52B76CFC-25A8-488B-8E30-8A25EBAD21EE}" dt="2025-12-07T23:50:07.574" v="4665" actId="478"/>
          <ac:spMkLst>
            <pc:docMk/>
            <pc:sldMk cId="169011509" sldId="485"/>
            <ac:spMk id="16" creationId="{ADDDDFCD-55E4-513D-DFEE-E4807FB3C585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19" creationId="{2243F86C-C9BF-4DFC-258B-406054416724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22" creationId="{32383D99-8294-B1BF-BF58-75E62295004A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24" creationId="{4D722CFC-D54D-2549-B3B4-2FFB35BF9B8F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41" creationId="{DDBA0855-1DD2-43F1-B588-7092A29CFA9F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43" creationId="{C346849C-690B-7AD0-D89A-7F3235119000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45" creationId="{7A861A4F-787B-A924-43E7-C21BDF32900F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50" creationId="{E5319612-BC10-C7DE-7B87-DA7BCFA3FCDC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51" creationId="{8C1B6F94-A78A-6CD6-340C-9BB6886FA217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58" creationId="{519EAE1D-856C-3F71-6909-81C064298767}"/>
          </ac:spMkLst>
        </pc:spChg>
        <pc:spChg chg="add mod">
          <ac:chgData name="Yuga Hanyu" userId="f18bd86c1b9e4fc5" providerId="LiveId" clId="{52B76CFC-25A8-488B-8E30-8A25EBAD21EE}" dt="2025-12-07T23:50:19.196" v="4666"/>
          <ac:spMkLst>
            <pc:docMk/>
            <pc:sldMk cId="169011509" sldId="485"/>
            <ac:spMk id="62" creationId="{4ACEAD95-A5A6-5C94-68A3-E374A5170F70}"/>
          </ac:spMkLst>
        </pc:spChg>
        <pc:picChg chg="del">
          <ac:chgData name="Yuga Hanyu" userId="f18bd86c1b9e4fc5" providerId="LiveId" clId="{52B76CFC-25A8-488B-8E30-8A25EBAD21EE}" dt="2025-12-07T23:50:07.574" v="4665" actId="478"/>
          <ac:picMkLst>
            <pc:docMk/>
            <pc:sldMk cId="169011509" sldId="485"/>
            <ac:picMk id="12" creationId="{6CC20A88-CAC5-DBA9-14A9-76BAFD8A70FE}"/>
          </ac:picMkLst>
        </pc:picChg>
        <pc:picChg chg="del">
          <ac:chgData name="Yuga Hanyu" userId="f18bd86c1b9e4fc5" providerId="LiveId" clId="{52B76CFC-25A8-488B-8E30-8A25EBAD21EE}" dt="2025-12-07T23:50:07.574" v="4665" actId="478"/>
          <ac:picMkLst>
            <pc:docMk/>
            <pc:sldMk cId="169011509" sldId="485"/>
            <ac:picMk id="14" creationId="{258F8ED5-9DEB-6BF0-B398-9CB3217851CE}"/>
          </ac:picMkLst>
        </pc:picChg>
        <pc:picChg chg="add mod">
          <ac:chgData name="Yuga Hanyu" userId="f18bd86c1b9e4fc5" providerId="LiveId" clId="{52B76CFC-25A8-488B-8E30-8A25EBAD21EE}" dt="2025-12-07T23:50:27.960" v="4669" actId="1076"/>
          <ac:picMkLst>
            <pc:docMk/>
            <pc:sldMk cId="169011509" sldId="485"/>
            <ac:picMk id="74" creationId="{AED12304-6861-2205-FDA4-AD3DD285F36A}"/>
          </ac:picMkLst>
        </pc:picChg>
        <pc:cxnChg chg="del">
          <ac:chgData name="Yuga Hanyu" userId="f18bd86c1b9e4fc5" providerId="LiveId" clId="{52B76CFC-25A8-488B-8E30-8A25EBAD21EE}" dt="2025-12-07T23:50:07.574" v="4665" actId="478"/>
          <ac:cxnSpMkLst>
            <pc:docMk/>
            <pc:sldMk cId="169011509" sldId="485"/>
            <ac:cxnSpMk id="11" creationId="{EBB8E370-5C9F-BCC7-F8F7-62919A016FE1}"/>
          </ac:cxnSpMkLst>
        </pc:cxnChg>
        <pc:cxnChg chg="del">
          <ac:chgData name="Yuga Hanyu" userId="f18bd86c1b9e4fc5" providerId="LiveId" clId="{52B76CFC-25A8-488B-8E30-8A25EBAD21EE}" dt="2025-12-07T23:50:07.574" v="4665" actId="478"/>
          <ac:cxnSpMkLst>
            <pc:docMk/>
            <pc:sldMk cId="169011509" sldId="485"/>
            <ac:cxnSpMk id="15" creationId="{E7B959D6-0987-E45F-26FD-70331601A244}"/>
          </ac:cxnSpMkLst>
        </pc:cxnChg>
      </pc:sldChg>
      <pc:sldChg chg="addSp delSp modSp add mod">
        <pc:chgData name="Yuga Hanyu" userId="f18bd86c1b9e4fc5" providerId="LiveId" clId="{52B76CFC-25A8-488B-8E30-8A25EBAD21EE}" dt="2025-12-08T22:54:38.106" v="5132"/>
        <pc:sldMkLst>
          <pc:docMk/>
          <pc:sldMk cId="1773390579" sldId="486"/>
        </pc:sldMkLst>
        <pc:spChg chg="mod">
          <ac:chgData name="Yuga Hanyu" userId="f18bd86c1b9e4fc5" providerId="LiveId" clId="{52B76CFC-25A8-488B-8E30-8A25EBAD21EE}" dt="2025-12-08T22:54:38.106" v="5132"/>
          <ac:spMkLst>
            <pc:docMk/>
            <pc:sldMk cId="1773390579" sldId="486"/>
            <ac:spMk id="2" creationId="{A0571C8D-95C3-BB25-36B6-09E71B59FCB3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4" creationId="{A1594FD0-B5AE-9D74-A7D2-394BD5FFADE5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8" creationId="{2ED8687C-F8A8-44E3-99B9-F8209BBD29C5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10" creationId="{04F9A522-0D9C-273D-BBD7-38721BE3917A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12" creationId="{ABEC4912-2A90-9180-4641-B733F4134E06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15" creationId="{D3FF5068-C9FB-9734-95FE-414BAFA0716F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17" creationId="{FC260CC9-3C1D-7277-3A7D-A5493D004F4D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20" creationId="{70E6A8B1-9E9D-697F-F0D2-AC887D7E85EA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21" creationId="{8DB28ADC-B94E-BA3F-8063-B0085B6EAD7E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23" creationId="{9099BE4D-2C13-E475-AF50-B4A1FCF9E3A5}"/>
          </ac:spMkLst>
        </pc:spChg>
        <pc:spChg chg="add mod">
          <ac:chgData name="Yuga Hanyu" userId="f18bd86c1b9e4fc5" providerId="LiveId" clId="{52B76CFC-25A8-488B-8E30-8A25EBAD21EE}" dt="2025-12-07T23:51:11.480" v="4675" actId="1076"/>
          <ac:spMkLst>
            <pc:docMk/>
            <pc:sldMk cId="1773390579" sldId="486"/>
            <ac:spMk id="24" creationId="{999DF452-1FE4-820D-0287-06E4351E59D5}"/>
          </ac:spMkLst>
        </pc:spChg>
        <pc:picChg chg="del">
          <ac:chgData name="Yuga Hanyu" userId="f18bd86c1b9e4fc5" providerId="LiveId" clId="{52B76CFC-25A8-488B-8E30-8A25EBAD21EE}" dt="2025-12-07T23:50:54.610" v="4671" actId="478"/>
          <ac:picMkLst>
            <pc:docMk/>
            <pc:sldMk cId="1773390579" sldId="486"/>
            <ac:picMk id="74" creationId="{E9537BF2-352E-0BD4-63A0-133A40E0B623}"/>
          </ac:picMkLst>
        </pc:picChg>
      </pc:sldChg>
      <pc:sldChg chg="add del">
        <pc:chgData name="Yuga Hanyu" userId="f18bd86c1b9e4fc5" providerId="LiveId" clId="{52B76CFC-25A8-488B-8E30-8A25EBAD21EE}" dt="2025-12-07T23:50:55.844" v="4673"/>
        <pc:sldMkLst>
          <pc:docMk/>
          <pc:sldMk cId="2248177149" sldId="487"/>
        </pc:sldMkLst>
      </pc:sldChg>
      <pc:sldChg chg="addSp delSp modSp add mod">
        <pc:chgData name="Yuga Hanyu" userId="f18bd86c1b9e4fc5" providerId="LiveId" clId="{52B76CFC-25A8-488B-8E30-8A25EBAD21EE}" dt="2025-12-08T22:54:48.027" v="5136" actId="14100"/>
        <pc:sldMkLst>
          <pc:docMk/>
          <pc:sldMk cId="3879854566" sldId="487"/>
        </pc:sldMkLst>
        <pc:spChg chg="mod">
          <ac:chgData name="Yuga Hanyu" userId="f18bd86c1b9e4fc5" providerId="LiveId" clId="{52B76CFC-25A8-488B-8E30-8A25EBAD21EE}" dt="2025-12-08T22:54:43.762" v="5135"/>
          <ac:spMkLst>
            <pc:docMk/>
            <pc:sldMk cId="3879854566" sldId="487"/>
            <ac:spMk id="2" creationId="{282BB24E-1D82-6F96-2D62-CB232675CD36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4" creationId="{BBEFF221-90D4-36EB-635E-32E3D1ECA049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8" creationId="{D68ED2C2-5DAE-A7DB-F7E1-FEC8FB62841F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10" creationId="{3AA87DC2-ED8D-B4F7-A608-2C34D25425EA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12" creationId="{E913B937-72FD-0C75-923A-E159969D874D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15" creationId="{98E2A3F5-886F-F2A7-8A67-3289865E47B1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17" creationId="{98EC8405-8DA9-7A11-6ECB-6BA02C6C0223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20" creationId="{0C84B7DB-786D-9E00-7541-902F758003A9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21" creationId="{A911C3F6-4B1E-2A07-DE39-BA839071132B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23" creationId="{AC8B41BA-4722-A071-34A2-07BD582E1D64}"/>
          </ac:spMkLst>
        </pc:spChg>
        <pc:spChg chg="del">
          <ac:chgData name="Yuga Hanyu" userId="f18bd86c1b9e4fc5" providerId="LiveId" clId="{52B76CFC-25A8-488B-8E30-8A25EBAD21EE}" dt="2025-12-07T23:51:47.800" v="4677" actId="478"/>
          <ac:spMkLst>
            <pc:docMk/>
            <pc:sldMk cId="3879854566" sldId="487"/>
            <ac:spMk id="24" creationId="{59069E33-16D4-E756-C153-E9912E9E0002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31" creationId="{3A276BB7-5866-5857-00A8-9F40BAA78A7A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32" creationId="{6084CFB7-6B11-38E9-89D1-272503FADB9E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36" creationId="{3C87D6D9-1E74-F636-9D85-ADB6184A54F6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42" creationId="{B9FC422C-57FF-33CC-9CF1-EEF4036B45C2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44" creationId="{55715C35-8847-E215-D3AB-A090C0D4651A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48" creationId="{1CB1E60F-A680-984E-D92A-CBDEC86FD7F9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54" creationId="{C8C81613-7206-B72C-37B2-6E97E8F6C5FC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55" creationId="{0273966D-5B9A-634F-A0E6-9AB300FBFB65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56" creationId="{B0776CEE-6122-B3F1-DECA-905FB031DC9C}"/>
          </ac:spMkLst>
        </pc:spChg>
        <pc:spChg chg="add mod">
          <ac:chgData name="Yuga Hanyu" userId="f18bd86c1b9e4fc5" providerId="LiveId" clId="{52B76CFC-25A8-488B-8E30-8A25EBAD21EE}" dt="2025-12-07T23:51:48.050" v="4678"/>
          <ac:spMkLst>
            <pc:docMk/>
            <pc:sldMk cId="3879854566" sldId="487"/>
            <ac:spMk id="57" creationId="{2B417B48-F412-8F9F-CACB-FF15E8283096}"/>
          </ac:spMkLst>
        </pc:spChg>
        <pc:picChg chg="add mod">
          <ac:chgData name="Yuga Hanyu" userId="f18bd86c1b9e4fc5" providerId="LiveId" clId="{52B76CFC-25A8-488B-8E30-8A25EBAD21EE}" dt="2025-12-08T22:54:48.027" v="5136" actId="14100"/>
          <ac:picMkLst>
            <pc:docMk/>
            <pc:sldMk cId="3879854566" sldId="487"/>
            <ac:picMk id="66" creationId="{0AD83563-33BC-0A46-F6CE-4C17F4D0F049}"/>
          </ac:picMkLst>
        </pc:picChg>
      </pc:sldChg>
      <pc:sldChg chg="addSp delSp modSp add mod">
        <pc:chgData name="Yuga Hanyu" userId="f18bd86c1b9e4fc5" providerId="LiveId" clId="{52B76CFC-25A8-488B-8E30-8A25EBAD21EE}" dt="2025-12-08T22:54:54.494" v="5139"/>
        <pc:sldMkLst>
          <pc:docMk/>
          <pc:sldMk cId="1828786775" sldId="488"/>
        </pc:sldMkLst>
        <pc:spChg chg="mod">
          <ac:chgData name="Yuga Hanyu" userId="f18bd86c1b9e4fc5" providerId="LiveId" clId="{52B76CFC-25A8-488B-8E30-8A25EBAD21EE}" dt="2025-12-08T22:54:54.494" v="5139"/>
          <ac:spMkLst>
            <pc:docMk/>
            <pc:sldMk cId="1828786775" sldId="488"/>
            <ac:spMk id="2" creationId="{30B7A7A3-B2EF-6EB8-3E74-F233E41799C0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4" creationId="{513B41A9-D7CA-A10A-7DA0-12F3FA9D7159}"/>
          </ac:spMkLst>
        </pc:spChg>
        <pc:spChg chg="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12" creationId="{D719B84B-A082-5827-261D-D3585D40A8DA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17" creationId="{9E579405-8B11-EFC0-DF16-91D844A68F74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18" creationId="{C5A404BE-BF15-0B15-3E80-F36F3ED24551}"/>
          </ac:spMkLst>
        </pc:spChg>
        <pc:spChg chg="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22" creationId="{A2D28A9A-224B-8EA5-4D84-99BA15E7EDEB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26" creationId="{0C57B7D3-C673-F80A-2F41-54D495F327F3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29" creationId="{439265FB-B3C3-B2A8-8BAB-776E52AB4295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30" creationId="{471258CC-B71E-D64E-0C3B-421CDB2FAB90}"/>
          </ac:spMkLst>
        </pc:spChg>
        <pc:spChg chg="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67" creationId="{081D73C1-C6D1-7AF6-4A4A-90D814108F61}"/>
          </ac:spMkLst>
        </pc:spChg>
        <pc:spChg chg="add mod">
          <ac:chgData name="Yuga Hanyu" userId="f18bd86c1b9e4fc5" providerId="LiveId" clId="{52B76CFC-25A8-488B-8E30-8A25EBAD21EE}" dt="2025-12-07T23:52:12.981" v="4683"/>
          <ac:spMkLst>
            <pc:docMk/>
            <pc:sldMk cId="1828786775" sldId="488"/>
            <ac:spMk id="74" creationId="{8446DCE3-0051-BB60-B01B-E67255C18948}"/>
          </ac:spMkLst>
        </pc:spChg>
        <pc:picChg chg="del">
          <ac:chgData name="Yuga Hanyu" userId="f18bd86c1b9e4fc5" providerId="LiveId" clId="{52B76CFC-25A8-488B-8E30-8A25EBAD21EE}" dt="2025-12-07T23:51:58.297" v="4682" actId="478"/>
          <ac:picMkLst>
            <pc:docMk/>
            <pc:sldMk cId="1828786775" sldId="488"/>
            <ac:picMk id="66" creationId="{7F1710FC-4791-BDEE-B37D-24B6FA54FF24}"/>
          </ac:picMkLst>
        </pc:picChg>
        <pc:picChg chg="add mod">
          <ac:chgData name="Yuga Hanyu" userId="f18bd86c1b9e4fc5" providerId="LiveId" clId="{52B76CFC-25A8-488B-8E30-8A25EBAD21EE}" dt="2025-12-07T23:52:22.620" v="4686" actId="1076"/>
          <ac:picMkLst>
            <pc:docMk/>
            <pc:sldMk cId="1828786775" sldId="488"/>
            <ac:picMk id="78" creationId="{D55E1AD8-7ED4-AC43-165E-8474FC6827A0}"/>
          </ac:picMkLst>
        </pc:picChg>
      </pc:sldChg>
      <pc:sldChg chg="addSp delSp modSp add mod">
        <pc:chgData name="Yuga Hanyu" userId="f18bd86c1b9e4fc5" providerId="LiveId" clId="{52B76CFC-25A8-488B-8E30-8A25EBAD21EE}" dt="2025-12-08T22:55:00.196" v="5142"/>
        <pc:sldMkLst>
          <pc:docMk/>
          <pc:sldMk cId="304036237" sldId="489"/>
        </pc:sldMkLst>
        <pc:spChg chg="mod">
          <ac:chgData name="Yuga Hanyu" userId="f18bd86c1b9e4fc5" providerId="LiveId" clId="{52B76CFC-25A8-488B-8E30-8A25EBAD21EE}" dt="2025-12-08T22:55:00.196" v="5142"/>
          <ac:spMkLst>
            <pc:docMk/>
            <pc:sldMk cId="304036237" sldId="489"/>
            <ac:spMk id="2" creationId="{AA10C279-3A8A-FEB1-3E89-9B0CEFD60587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22" creationId="{478AC9AD-4D19-AC62-9D05-2CC4B1D2AACB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80" creationId="{5203A1AF-1D80-2A03-2E42-4128B24BF2E7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82" creationId="{20931868-868D-A727-468C-3FA859CC2202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131" creationId="{4B81BCC2-2441-219E-D031-40ACF672D0E7}"/>
          </ac:spMkLst>
        </pc:spChg>
        <pc:spChg chg="add 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136" creationId="{4301AB4A-4903-10AA-6ABE-615229246CB5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158" creationId="{77225318-E4D3-C183-6E55-7A9D66975F25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169" creationId="{D1737C4F-703A-EE38-616B-CB30F676D635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182" creationId="{EC5192DB-50F5-8767-7054-25FC2CFFCBEE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202" creationId="{07FD4957-A43F-E3B8-A96E-B4153CE2EFD4}"/>
          </ac:spMkLst>
        </pc:spChg>
        <pc:spChg chg="mod">
          <ac:chgData name="Yuga Hanyu" userId="f18bd86c1b9e4fc5" providerId="LiveId" clId="{52B76CFC-25A8-488B-8E30-8A25EBAD21EE}" dt="2025-12-07T23:52:41.037" v="4689"/>
          <ac:spMkLst>
            <pc:docMk/>
            <pc:sldMk cId="304036237" sldId="489"/>
            <ac:spMk id="204" creationId="{EF301C27-4E9F-0746-35AD-3FCF677EEAAE}"/>
          </ac:spMkLst>
        </pc:spChg>
        <pc:picChg chg="del">
          <ac:chgData name="Yuga Hanyu" userId="f18bd86c1b9e4fc5" providerId="LiveId" clId="{52B76CFC-25A8-488B-8E30-8A25EBAD21EE}" dt="2025-12-07T23:52:29.352" v="4688" actId="478"/>
          <ac:picMkLst>
            <pc:docMk/>
            <pc:sldMk cId="304036237" sldId="489"/>
            <ac:picMk id="78" creationId="{EFD21F72-74B7-0408-85BF-2060A5DB9507}"/>
          </ac:picMkLst>
        </pc:picChg>
        <pc:picChg chg="add mod">
          <ac:chgData name="Yuga Hanyu" userId="f18bd86c1b9e4fc5" providerId="LiveId" clId="{52B76CFC-25A8-488B-8E30-8A25EBAD21EE}" dt="2025-12-07T23:52:45.583" v="4691" actId="1076"/>
          <ac:picMkLst>
            <pc:docMk/>
            <pc:sldMk cId="304036237" sldId="489"/>
            <ac:picMk id="227" creationId="{540B1347-03F2-6229-F4FA-E4A7DEDFAC13}"/>
          </ac:picMkLst>
        </pc:picChg>
      </pc:sldChg>
      <pc:sldChg chg="addSp delSp modSp add mod">
        <pc:chgData name="Yuga Hanyu" userId="f18bd86c1b9e4fc5" providerId="LiveId" clId="{52B76CFC-25A8-488B-8E30-8A25EBAD21EE}" dt="2025-12-08T22:55:07.179" v="5145"/>
        <pc:sldMkLst>
          <pc:docMk/>
          <pc:sldMk cId="2682668455" sldId="490"/>
        </pc:sldMkLst>
        <pc:spChg chg="mod">
          <ac:chgData name="Yuga Hanyu" userId="f18bd86c1b9e4fc5" providerId="LiveId" clId="{52B76CFC-25A8-488B-8E30-8A25EBAD21EE}" dt="2025-12-08T22:55:07.179" v="5145"/>
          <ac:spMkLst>
            <pc:docMk/>
            <pc:sldMk cId="2682668455" sldId="490"/>
            <ac:spMk id="2" creationId="{704D69B0-6345-0702-E070-5BFD37BC8246}"/>
          </ac:spMkLst>
        </pc:spChg>
        <pc:spChg chg="add del mod">
          <ac:chgData name="Yuga Hanyu" userId="f18bd86c1b9e4fc5" providerId="LiveId" clId="{52B76CFC-25A8-488B-8E30-8A25EBAD21EE}" dt="2025-12-07T23:53:16.655" v="4697" actId="478"/>
          <ac:spMkLst>
            <pc:docMk/>
            <pc:sldMk cId="2682668455" sldId="490"/>
            <ac:spMk id="8" creationId="{07C3A8CE-4F5A-EC99-2249-EE9960FFF89C}"/>
          </ac:spMkLst>
        </pc:spChg>
        <pc:spChg chg="add del mod">
          <ac:chgData name="Yuga Hanyu" userId="f18bd86c1b9e4fc5" providerId="LiveId" clId="{52B76CFC-25A8-488B-8E30-8A25EBAD21EE}" dt="2025-12-07T23:53:16.655" v="4697" actId="478"/>
          <ac:spMkLst>
            <pc:docMk/>
            <pc:sldMk cId="2682668455" sldId="490"/>
            <ac:spMk id="10" creationId="{A72E757C-4A97-6E99-A364-97B85BE063F0}"/>
          </ac:spMkLst>
        </pc:spChg>
        <pc:spChg chg="add del mod">
          <ac:chgData name="Yuga Hanyu" userId="f18bd86c1b9e4fc5" providerId="LiveId" clId="{52B76CFC-25A8-488B-8E30-8A25EBAD21EE}" dt="2025-12-07T23:53:16.655" v="4697" actId="478"/>
          <ac:spMkLst>
            <pc:docMk/>
            <pc:sldMk cId="2682668455" sldId="490"/>
            <ac:spMk id="12" creationId="{4B0400C4-AA36-61C2-488C-5B74E0244405}"/>
          </ac:spMkLst>
        </pc:spChg>
        <pc:spChg chg="add del mod">
          <ac:chgData name="Yuga Hanyu" userId="f18bd86c1b9e4fc5" providerId="LiveId" clId="{52B76CFC-25A8-488B-8E30-8A25EBAD21EE}" dt="2025-12-07T23:53:16.655" v="4697" actId="478"/>
          <ac:spMkLst>
            <pc:docMk/>
            <pc:sldMk cId="2682668455" sldId="490"/>
            <ac:spMk id="14" creationId="{66EF5EAC-5FFE-1FCE-977D-83905C56278F}"/>
          </ac:spMkLst>
        </pc:spChg>
        <pc:spChg chg="add del mod">
          <ac:chgData name="Yuga Hanyu" userId="f18bd86c1b9e4fc5" providerId="LiveId" clId="{52B76CFC-25A8-488B-8E30-8A25EBAD21EE}" dt="2025-12-07T23:53:16.655" v="4697" actId="478"/>
          <ac:spMkLst>
            <pc:docMk/>
            <pc:sldMk cId="2682668455" sldId="490"/>
            <ac:spMk id="16" creationId="{9CDDB5C1-9E22-C920-ADA2-C076AD4CE5AD}"/>
          </ac:spMkLst>
        </pc:spChg>
        <pc:spChg chg="add mod">
          <ac:chgData name="Yuga Hanyu" userId="f18bd86c1b9e4fc5" providerId="LiveId" clId="{52B76CFC-25A8-488B-8E30-8A25EBAD21EE}" dt="2025-12-07T23:53:23.388" v="4698"/>
          <ac:spMkLst>
            <pc:docMk/>
            <pc:sldMk cId="2682668455" sldId="490"/>
            <ac:spMk id="19" creationId="{3706B515-02E4-84A1-0F43-336E4A56D197}"/>
          </ac:spMkLst>
        </pc:spChg>
        <pc:spChg chg="add mod">
          <ac:chgData name="Yuga Hanyu" userId="f18bd86c1b9e4fc5" providerId="LiveId" clId="{52B76CFC-25A8-488B-8E30-8A25EBAD21EE}" dt="2025-12-07T23:53:23.388" v="4698"/>
          <ac:spMkLst>
            <pc:docMk/>
            <pc:sldMk cId="2682668455" sldId="490"/>
            <ac:spMk id="21" creationId="{E7B73400-D64D-32F3-44E6-06251A1CD737}"/>
          </ac:spMkLst>
        </pc:spChg>
        <pc:spChg chg="add mod">
          <ac:chgData name="Yuga Hanyu" userId="f18bd86c1b9e4fc5" providerId="LiveId" clId="{52B76CFC-25A8-488B-8E30-8A25EBAD21EE}" dt="2025-12-07T23:53:23.388" v="4698"/>
          <ac:spMkLst>
            <pc:docMk/>
            <pc:sldMk cId="2682668455" sldId="490"/>
            <ac:spMk id="23" creationId="{31965831-5590-EE1D-6A04-C2E1B4811C4C}"/>
          </ac:spMkLst>
        </pc:spChg>
        <pc:spChg chg="add mod">
          <ac:chgData name="Yuga Hanyu" userId="f18bd86c1b9e4fc5" providerId="LiveId" clId="{52B76CFC-25A8-488B-8E30-8A25EBAD21EE}" dt="2025-12-07T23:53:23.388" v="4698"/>
          <ac:spMkLst>
            <pc:docMk/>
            <pc:sldMk cId="2682668455" sldId="490"/>
            <ac:spMk id="24" creationId="{A8660FE3-73C6-D6F2-8F89-20173244FDBF}"/>
          </ac:spMkLst>
        </pc:spChg>
        <pc:spChg chg="add mod">
          <ac:chgData name="Yuga Hanyu" userId="f18bd86c1b9e4fc5" providerId="LiveId" clId="{52B76CFC-25A8-488B-8E30-8A25EBAD21EE}" dt="2025-12-07T23:53:23.388" v="4698"/>
          <ac:spMkLst>
            <pc:docMk/>
            <pc:sldMk cId="2682668455" sldId="490"/>
            <ac:spMk id="26" creationId="{EDA0D7A2-2C4F-0D3E-BF12-D0C8702C564F}"/>
          </ac:spMkLst>
        </pc:spChg>
        <pc:graphicFrameChg chg="add del mod">
          <ac:chgData name="Yuga Hanyu" userId="f18bd86c1b9e4fc5" providerId="LiveId" clId="{52B76CFC-25A8-488B-8E30-8A25EBAD21EE}" dt="2025-12-07T23:53:16.655" v="4697" actId="478"/>
          <ac:graphicFrameMkLst>
            <pc:docMk/>
            <pc:sldMk cId="2682668455" sldId="490"/>
            <ac:graphicFrameMk id="4" creationId="{2B21EABD-ABB2-3737-D8EA-4C49C57F2235}"/>
          </ac:graphicFrameMkLst>
        </pc:graphicFrameChg>
        <pc:graphicFrameChg chg="add del mod">
          <ac:chgData name="Yuga Hanyu" userId="f18bd86c1b9e4fc5" providerId="LiveId" clId="{52B76CFC-25A8-488B-8E30-8A25EBAD21EE}" dt="2025-12-07T23:53:16.655" v="4697" actId="478"/>
          <ac:graphicFrameMkLst>
            <pc:docMk/>
            <pc:sldMk cId="2682668455" sldId="490"/>
            <ac:graphicFrameMk id="11" creationId="{5BD33B86-442E-16F3-961F-52DE01F2CE99}"/>
          </ac:graphicFrameMkLst>
        </pc:graphicFrameChg>
        <pc:graphicFrameChg chg="add mod">
          <ac:chgData name="Yuga Hanyu" userId="f18bd86c1b9e4fc5" providerId="LiveId" clId="{52B76CFC-25A8-488B-8E30-8A25EBAD21EE}" dt="2025-12-07T23:53:23.388" v="4698"/>
          <ac:graphicFrameMkLst>
            <pc:docMk/>
            <pc:sldMk cId="2682668455" sldId="490"/>
            <ac:graphicFrameMk id="17" creationId="{A4D58585-5697-FE5B-D32E-1EBF6B0DB3FD}"/>
          </ac:graphicFrameMkLst>
        </pc:graphicFrameChg>
        <pc:graphicFrameChg chg="add mod">
          <ac:chgData name="Yuga Hanyu" userId="f18bd86c1b9e4fc5" providerId="LiveId" clId="{52B76CFC-25A8-488B-8E30-8A25EBAD21EE}" dt="2025-12-07T23:53:23.388" v="4698"/>
          <ac:graphicFrameMkLst>
            <pc:docMk/>
            <pc:sldMk cId="2682668455" sldId="490"/>
            <ac:graphicFrameMk id="22" creationId="{468078B8-A678-3752-CC5D-E2229E122802}"/>
          </ac:graphicFrameMkLst>
        </pc:graphicFrameChg>
        <pc:picChg chg="add mod">
          <ac:chgData name="Yuga Hanyu" userId="f18bd86c1b9e4fc5" providerId="LiveId" clId="{52B76CFC-25A8-488B-8E30-8A25EBAD21EE}" dt="2025-12-07T23:53:28.418" v="4700" actId="1076"/>
          <ac:picMkLst>
            <pc:docMk/>
            <pc:sldMk cId="2682668455" sldId="490"/>
            <ac:picMk id="27" creationId="{823443C6-949E-F777-5EFA-65CEAC60FA49}"/>
          </ac:picMkLst>
        </pc:picChg>
        <pc:picChg chg="del">
          <ac:chgData name="Yuga Hanyu" userId="f18bd86c1b9e4fc5" providerId="LiveId" clId="{52B76CFC-25A8-488B-8E30-8A25EBAD21EE}" dt="2025-12-07T23:52:49.973" v="4693" actId="478"/>
          <ac:picMkLst>
            <pc:docMk/>
            <pc:sldMk cId="2682668455" sldId="490"/>
            <ac:picMk id="227" creationId="{669E418A-E00C-AB1E-CA32-112C011DF5CF}"/>
          </ac:picMkLst>
        </pc:picChg>
        <pc:cxnChg chg="add del mod">
          <ac:chgData name="Yuga Hanyu" userId="f18bd86c1b9e4fc5" providerId="LiveId" clId="{52B76CFC-25A8-488B-8E30-8A25EBAD21EE}" dt="2025-12-07T23:53:16.655" v="4697" actId="478"/>
          <ac:cxnSpMkLst>
            <pc:docMk/>
            <pc:sldMk cId="2682668455" sldId="490"/>
            <ac:cxnSpMk id="7" creationId="{7DF9370F-A612-692B-B9F1-9630068F8EA2}"/>
          </ac:cxnSpMkLst>
        </pc:cxnChg>
        <pc:cxnChg chg="add del mod">
          <ac:chgData name="Yuga Hanyu" userId="f18bd86c1b9e4fc5" providerId="LiveId" clId="{52B76CFC-25A8-488B-8E30-8A25EBAD21EE}" dt="2025-12-07T23:53:16.655" v="4697" actId="478"/>
          <ac:cxnSpMkLst>
            <pc:docMk/>
            <pc:sldMk cId="2682668455" sldId="490"/>
            <ac:cxnSpMk id="9" creationId="{87849134-4226-4738-20B3-8677E17F5BD5}"/>
          </ac:cxnSpMkLst>
        </pc:cxnChg>
        <pc:cxnChg chg="add del mod">
          <ac:chgData name="Yuga Hanyu" userId="f18bd86c1b9e4fc5" providerId="LiveId" clId="{52B76CFC-25A8-488B-8E30-8A25EBAD21EE}" dt="2025-12-07T23:53:16.655" v="4697" actId="478"/>
          <ac:cxnSpMkLst>
            <pc:docMk/>
            <pc:sldMk cId="2682668455" sldId="490"/>
            <ac:cxnSpMk id="15" creationId="{39D6B8DE-D9A6-5789-0A22-8D557A10994B}"/>
          </ac:cxnSpMkLst>
        </pc:cxnChg>
        <pc:cxnChg chg="add mod">
          <ac:chgData name="Yuga Hanyu" userId="f18bd86c1b9e4fc5" providerId="LiveId" clId="{52B76CFC-25A8-488B-8E30-8A25EBAD21EE}" dt="2025-12-07T23:53:23.388" v="4698"/>
          <ac:cxnSpMkLst>
            <pc:docMk/>
            <pc:sldMk cId="2682668455" sldId="490"/>
            <ac:cxnSpMk id="18" creationId="{E941BE48-46FD-CD1B-533B-E46702ABCCD2}"/>
          </ac:cxnSpMkLst>
        </pc:cxnChg>
        <pc:cxnChg chg="add mod">
          <ac:chgData name="Yuga Hanyu" userId="f18bd86c1b9e4fc5" providerId="LiveId" clId="{52B76CFC-25A8-488B-8E30-8A25EBAD21EE}" dt="2025-12-07T23:53:23.388" v="4698"/>
          <ac:cxnSpMkLst>
            <pc:docMk/>
            <pc:sldMk cId="2682668455" sldId="490"/>
            <ac:cxnSpMk id="20" creationId="{86C42A49-0712-7EB4-AAA4-DFEF7820405A}"/>
          </ac:cxnSpMkLst>
        </pc:cxnChg>
        <pc:cxnChg chg="add mod">
          <ac:chgData name="Yuga Hanyu" userId="f18bd86c1b9e4fc5" providerId="LiveId" clId="{52B76CFC-25A8-488B-8E30-8A25EBAD21EE}" dt="2025-12-07T23:53:23.388" v="4698"/>
          <ac:cxnSpMkLst>
            <pc:docMk/>
            <pc:sldMk cId="2682668455" sldId="490"/>
            <ac:cxnSpMk id="25" creationId="{DC33831C-0EDD-58C9-D7DD-99AD6102C2D3}"/>
          </ac:cxnSpMkLst>
        </pc:cxnChg>
      </pc:sldChg>
      <pc:sldChg chg="addSp delSp modSp add mod">
        <pc:chgData name="Yuga Hanyu" userId="f18bd86c1b9e4fc5" providerId="LiveId" clId="{52B76CFC-25A8-488B-8E30-8A25EBAD21EE}" dt="2025-12-08T22:55:14.100" v="5148"/>
        <pc:sldMkLst>
          <pc:docMk/>
          <pc:sldMk cId="1370052415" sldId="491"/>
        </pc:sldMkLst>
        <pc:spChg chg="mod">
          <ac:chgData name="Yuga Hanyu" userId="f18bd86c1b9e4fc5" providerId="LiveId" clId="{52B76CFC-25A8-488B-8E30-8A25EBAD21EE}" dt="2025-12-08T22:55:14.100" v="5148"/>
          <ac:spMkLst>
            <pc:docMk/>
            <pc:sldMk cId="1370052415" sldId="491"/>
            <ac:spMk id="2" creationId="{8888574A-8532-8A75-1476-7585AAC7D844}"/>
          </ac:spMkLst>
        </pc:spChg>
        <pc:spChg chg="del">
          <ac:chgData name="Yuga Hanyu" userId="f18bd86c1b9e4fc5" providerId="LiveId" clId="{52B76CFC-25A8-488B-8E30-8A25EBAD21EE}" dt="2025-12-07T23:53:33.745" v="4701" actId="478"/>
          <ac:spMkLst>
            <pc:docMk/>
            <pc:sldMk cId="1370052415" sldId="491"/>
            <ac:spMk id="8" creationId="{F6952E73-B5D8-AA25-CA27-1B7F487D972E}"/>
          </ac:spMkLst>
        </pc:spChg>
        <pc:spChg chg="del">
          <ac:chgData name="Yuga Hanyu" userId="f18bd86c1b9e4fc5" providerId="LiveId" clId="{52B76CFC-25A8-488B-8E30-8A25EBAD21EE}" dt="2025-12-07T23:53:33.745" v="4701" actId="478"/>
          <ac:spMkLst>
            <pc:docMk/>
            <pc:sldMk cId="1370052415" sldId="491"/>
            <ac:spMk id="10" creationId="{B03D6CBF-C61E-E1E2-F39F-C94238331BE7}"/>
          </ac:spMkLst>
        </pc:spChg>
        <pc:spChg chg="del">
          <ac:chgData name="Yuga Hanyu" userId="f18bd86c1b9e4fc5" providerId="LiveId" clId="{52B76CFC-25A8-488B-8E30-8A25EBAD21EE}" dt="2025-12-07T23:53:33.745" v="4701" actId="478"/>
          <ac:spMkLst>
            <pc:docMk/>
            <pc:sldMk cId="1370052415" sldId="491"/>
            <ac:spMk id="12" creationId="{547F9991-32C5-F3E7-21F5-AB87DFF7A4CB}"/>
          </ac:spMkLst>
        </pc:spChg>
        <pc:spChg chg="del">
          <ac:chgData name="Yuga Hanyu" userId="f18bd86c1b9e4fc5" providerId="LiveId" clId="{52B76CFC-25A8-488B-8E30-8A25EBAD21EE}" dt="2025-12-07T23:53:33.745" v="4701" actId="478"/>
          <ac:spMkLst>
            <pc:docMk/>
            <pc:sldMk cId="1370052415" sldId="491"/>
            <ac:spMk id="14" creationId="{B7DFE869-2DB0-4FFB-A4EB-4DCB47D174B3}"/>
          </ac:spMkLst>
        </pc:spChg>
        <pc:spChg chg="del">
          <ac:chgData name="Yuga Hanyu" userId="f18bd86c1b9e4fc5" providerId="LiveId" clId="{52B76CFC-25A8-488B-8E30-8A25EBAD21EE}" dt="2025-12-07T23:53:33.745" v="4701" actId="478"/>
          <ac:spMkLst>
            <pc:docMk/>
            <pc:sldMk cId="1370052415" sldId="491"/>
            <ac:spMk id="16" creationId="{D132AAA1-3247-B2D0-05C7-D1EDE6D4F99F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18" creationId="{59044156-FC0D-57A4-FA20-DD3568E70714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19" creationId="{AAA0A025-A3C2-5334-0B2D-40F6D28BE712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20" creationId="{3C5695D1-7308-D4BB-7626-38775ABBD563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22" creationId="{6D80DF54-587A-4270-FC09-1AC798266656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25" creationId="{B8187D5A-6A94-D5D3-31B4-66CA00F7E4A6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27" creationId="{5390A488-0C0D-71D2-14BD-CF8F7A67A548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31" creationId="{A78BB4AF-956D-8737-5E5C-199DCD2B19F6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32" creationId="{256BC689-3013-2C0F-F636-23AEBC3DC779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33" creationId="{BCA98FCB-1C6B-F017-AD85-D227497085B9}"/>
          </ac:spMkLst>
        </pc:spChg>
        <pc:spChg chg="add mod">
          <ac:chgData name="Yuga Hanyu" userId="f18bd86c1b9e4fc5" providerId="LiveId" clId="{52B76CFC-25A8-488B-8E30-8A25EBAD21EE}" dt="2025-12-07T23:53:43.508" v="4702"/>
          <ac:spMkLst>
            <pc:docMk/>
            <pc:sldMk cId="1370052415" sldId="491"/>
            <ac:spMk id="34" creationId="{FF6FD9AF-9C37-4811-BBAD-C96EACCC7E44}"/>
          </ac:spMkLst>
        </pc:spChg>
        <pc:graphicFrameChg chg="del">
          <ac:chgData name="Yuga Hanyu" userId="f18bd86c1b9e4fc5" providerId="LiveId" clId="{52B76CFC-25A8-488B-8E30-8A25EBAD21EE}" dt="2025-12-07T23:53:33.745" v="4701" actId="478"/>
          <ac:graphicFrameMkLst>
            <pc:docMk/>
            <pc:sldMk cId="1370052415" sldId="491"/>
            <ac:graphicFrameMk id="4" creationId="{B822D6A4-38B5-F757-8979-C3CBC93F923E}"/>
          </ac:graphicFrameMkLst>
        </pc:graphicFrameChg>
        <pc:graphicFrameChg chg="del">
          <ac:chgData name="Yuga Hanyu" userId="f18bd86c1b9e4fc5" providerId="LiveId" clId="{52B76CFC-25A8-488B-8E30-8A25EBAD21EE}" dt="2025-12-07T23:53:33.745" v="4701" actId="478"/>
          <ac:graphicFrameMkLst>
            <pc:docMk/>
            <pc:sldMk cId="1370052415" sldId="491"/>
            <ac:graphicFrameMk id="11" creationId="{29132DB4-0886-A50A-372A-7967EF3B736D}"/>
          </ac:graphicFrameMkLst>
        </pc:graphicFrameChg>
        <pc:picChg chg="add mod">
          <ac:chgData name="Yuga Hanyu" userId="f18bd86c1b9e4fc5" providerId="LiveId" clId="{52B76CFC-25A8-488B-8E30-8A25EBAD21EE}" dt="2025-12-07T23:53:48.507" v="4704" actId="1076"/>
          <ac:picMkLst>
            <pc:docMk/>
            <pc:sldMk cId="1370052415" sldId="491"/>
            <ac:picMk id="36" creationId="{810C9E3D-B425-937F-2203-17B008DEBE4F}"/>
          </ac:picMkLst>
        </pc:picChg>
        <pc:cxnChg chg="del">
          <ac:chgData name="Yuga Hanyu" userId="f18bd86c1b9e4fc5" providerId="LiveId" clId="{52B76CFC-25A8-488B-8E30-8A25EBAD21EE}" dt="2025-12-07T23:53:33.745" v="4701" actId="478"/>
          <ac:cxnSpMkLst>
            <pc:docMk/>
            <pc:sldMk cId="1370052415" sldId="491"/>
            <ac:cxnSpMk id="7" creationId="{FD5652F0-129D-4667-61E2-88E4A0009B53}"/>
          </ac:cxnSpMkLst>
        </pc:cxnChg>
        <pc:cxnChg chg="del">
          <ac:chgData name="Yuga Hanyu" userId="f18bd86c1b9e4fc5" providerId="LiveId" clId="{52B76CFC-25A8-488B-8E30-8A25EBAD21EE}" dt="2025-12-07T23:53:33.745" v="4701" actId="478"/>
          <ac:cxnSpMkLst>
            <pc:docMk/>
            <pc:sldMk cId="1370052415" sldId="491"/>
            <ac:cxnSpMk id="9" creationId="{B3E209C7-28F8-4A76-2671-190DED2B997A}"/>
          </ac:cxnSpMkLst>
        </pc:cxnChg>
        <pc:cxnChg chg="del mod">
          <ac:chgData name="Yuga Hanyu" userId="f18bd86c1b9e4fc5" providerId="LiveId" clId="{52B76CFC-25A8-488B-8E30-8A25EBAD21EE}" dt="2025-12-07T23:53:33.745" v="4701" actId="478"/>
          <ac:cxnSpMkLst>
            <pc:docMk/>
            <pc:sldMk cId="1370052415" sldId="491"/>
            <ac:cxnSpMk id="15" creationId="{7F8A692D-5462-249E-FD91-E5336C953282}"/>
          </ac:cxnSpMkLst>
        </pc:cxnChg>
      </pc:sldChg>
      <pc:sldChg chg="addSp delSp modSp add mod">
        <pc:chgData name="Yuga Hanyu" userId="f18bd86c1b9e4fc5" providerId="LiveId" clId="{52B76CFC-25A8-488B-8E30-8A25EBAD21EE}" dt="2025-12-08T22:55:19.630" v="5151"/>
        <pc:sldMkLst>
          <pc:docMk/>
          <pc:sldMk cId="1144713538" sldId="492"/>
        </pc:sldMkLst>
        <pc:spChg chg="mod">
          <ac:chgData name="Yuga Hanyu" userId="f18bd86c1b9e4fc5" providerId="LiveId" clId="{52B76CFC-25A8-488B-8E30-8A25EBAD21EE}" dt="2025-12-08T22:55:19.630" v="5151"/>
          <ac:spMkLst>
            <pc:docMk/>
            <pc:sldMk cId="1144713538" sldId="492"/>
            <ac:spMk id="2" creationId="{C04CCCCA-B26B-C115-DB77-5040992DA5CB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4" creationId="{9468E01F-A727-9890-6361-83ED78F16961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7" creationId="{3B7DE365-7549-5893-C576-E241ECD36BDF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9" creationId="{BE8E7ACD-6F31-2569-470E-D2B0DDBDEF3D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10" creationId="{9407A1EC-AB83-9508-33E1-29773E28BA5F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15" creationId="{1583CBE8-EDDD-7AE5-3B2B-4FB174CA9FCA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19" creationId="{7575A4CE-6DC4-FAD9-F4DD-85341442F043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20" creationId="{0202CCCC-D7AB-D81F-04A9-F8CF915691EA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21" creationId="{C3B42DF1-A6D1-F774-9CFE-AA94F3E3C2EF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22" creationId="{AE81CCFB-D6F7-CB14-B4EF-AE860777F3D9}"/>
          </ac:spMkLst>
        </pc:spChg>
        <pc:spChg chg="add mod">
          <ac:chgData name="Yuga Hanyu" userId="f18bd86c1b9e4fc5" providerId="LiveId" clId="{52B76CFC-25A8-488B-8E30-8A25EBAD21EE}" dt="2025-12-07T23:54:04.550" v="4707"/>
          <ac:spMkLst>
            <pc:docMk/>
            <pc:sldMk cId="1144713538" sldId="492"/>
            <ac:spMk id="25" creationId="{7D65CE6C-946F-4DEA-B63A-3A1E533D57D7}"/>
          </ac:spMkLst>
        </pc:spChg>
        <pc:picChg chg="add mod">
          <ac:chgData name="Yuga Hanyu" userId="f18bd86c1b9e4fc5" providerId="LiveId" clId="{52B76CFC-25A8-488B-8E30-8A25EBAD21EE}" dt="2025-12-07T23:54:09.065" v="4709" actId="1076"/>
          <ac:picMkLst>
            <pc:docMk/>
            <pc:sldMk cId="1144713538" sldId="492"/>
            <ac:picMk id="26" creationId="{E64273D3-1D70-4BDE-93AC-0D62A9479F35}"/>
          </ac:picMkLst>
        </pc:picChg>
        <pc:picChg chg="del">
          <ac:chgData name="Yuga Hanyu" userId="f18bd86c1b9e4fc5" providerId="LiveId" clId="{52B76CFC-25A8-488B-8E30-8A25EBAD21EE}" dt="2025-12-07T23:53:55.209" v="4706" actId="478"/>
          <ac:picMkLst>
            <pc:docMk/>
            <pc:sldMk cId="1144713538" sldId="492"/>
            <ac:picMk id="36" creationId="{7A4287F8-4BEB-9AA4-B783-D1AFD4913A9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t" anchorCtr="0" compatLnSpc="1">
            <a:prstTxWarp prst="textNoShape">
              <a:avLst/>
            </a:prstTxWarp>
          </a:bodyPr>
          <a:lstStyle>
            <a:lvl1pPr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093" y="1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t" anchorCtr="0" compatLnSpc="1">
            <a:prstTxWarp prst="textNoShape">
              <a:avLst/>
            </a:prstTxWarp>
          </a:bodyPr>
          <a:lstStyle>
            <a:lvl1pPr algn="r"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377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b" anchorCtr="0" compatLnSpc="1">
            <a:prstTxWarp prst="textNoShape">
              <a:avLst/>
            </a:prstTxWarp>
          </a:bodyPr>
          <a:lstStyle>
            <a:lvl1pPr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093" y="8829377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b" anchorCtr="0" compatLnSpc="1">
            <a:prstTxWarp prst="textNoShape">
              <a:avLst/>
            </a:prstTxWarp>
          </a:bodyPr>
          <a:lstStyle>
            <a:lvl1pPr algn="r"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F957ECD2-711E-472B-A2EA-C424A20A21D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733328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t" anchorCtr="0" compatLnSpc="1">
            <a:prstTxWarp prst="textNoShape">
              <a:avLst/>
            </a:prstTxWarp>
          </a:bodyPr>
          <a:lstStyle>
            <a:lvl1pPr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093" y="1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t" anchorCtr="0" compatLnSpc="1">
            <a:prstTxWarp prst="textNoShape">
              <a:avLst/>
            </a:prstTxWarp>
          </a:bodyPr>
          <a:lstStyle>
            <a:lvl1pPr algn="r"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695325"/>
            <a:ext cx="49307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9755" y="4416157"/>
            <a:ext cx="5610894" cy="418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377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b" anchorCtr="0" compatLnSpc="1">
            <a:prstTxWarp prst="textNoShape">
              <a:avLst/>
            </a:prstTxWarp>
          </a:bodyPr>
          <a:lstStyle>
            <a:lvl1pPr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ja-JP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093" y="8829377"/>
            <a:ext cx="3038699" cy="465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9" tIns="46039" rIns="92079" bIns="46039" numCol="1" anchor="b" anchorCtr="0" compatLnSpc="1">
            <a:prstTxWarp prst="textNoShape">
              <a:avLst/>
            </a:prstTxWarp>
          </a:bodyPr>
          <a:lstStyle>
            <a:lvl1pPr algn="r" defTabSz="920008"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01FA7972-CF48-4B5D-9DB2-CC8C2650251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042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040" algn="l" rtl="0" fontAlgn="base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077" algn="l" rtl="0" fontAlgn="base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116" algn="l" rtl="0" fontAlgn="base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154" algn="l" rtl="0" fontAlgn="base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5194" algn="l" defTabSz="914077" rtl="0" eaLnBrk="1" latinLnBrk="0" hangingPunct="1">
      <a:defRPr kumimoji="1" sz="1300" kern="1200">
        <a:solidFill>
          <a:schemeClr val="tx1"/>
        </a:solidFill>
        <a:latin typeface="+mn-lt"/>
        <a:ea typeface="+mn-ea"/>
        <a:cs typeface="+mn-cs"/>
      </a:defRPr>
    </a:lvl6pPr>
    <a:lvl7pPr marL="2742233" algn="l" defTabSz="914077" rtl="0" eaLnBrk="1" latinLnBrk="0" hangingPunct="1">
      <a:defRPr kumimoji="1" sz="1300" kern="1200">
        <a:solidFill>
          <a:schemeClr val="tx1"/>
        </a:solidFill>
        <a:latin typeface="+mn-lt"/>
        <a:ea typeface="+mn-ea"/>
        <a:cs typeface="+mn-cs"/>
      </a:defRPr>
    </a:lvl7pPr>
    <a:lvl8pPr marL="3199271" algn="l" defTabSz="914077" rtl="0" eaLnBrk="1" latinLnBrk="0" hangingPunct="1">
      <a:defRPr kumimoji="1" sz="1300" kern="1200">
        <a:solidFill>
          <a:schemeClr val="tx1"/>
        </a:solidFill>
        <a:latin typeface="+mn-lt"/>
        <a:ea typeface="+mn-ea"/>
        <a:cs typeface="+mn-cs"/>
      </a:defRPr>
    </a:lvl8pPr>
    <a:lvl9pPr marL="3656309" algn="l" defTabSz="914077" rtl="0" eaLnBrk="1" latinLnBrk="0" hangingPunct="1">
      <a:defRPr kumimoji="1"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B98DA8-6693-440C-82C0-CF56A4EE99D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1400" y="695325"/>
            <a:ext cx="4930775" cy="348615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2181620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6723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90136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3651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65984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07422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AC2-3DA7-AAC1-D60E-51E94CB5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4CD6C-0DAA-DC72-FEBA-73B7E54E3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2F3E4-5F87-FB32-4CAC-9F55B0C4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66E31-49F1-39DF-A11A-EAA797A40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99657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70498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6710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79033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18554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4811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50158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30709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EF047-A050-D2ED-9694-031C110D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482BA-C44F-E0D9-D43C-BFBFBB822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4E55C-A0A0-5287-96C4-F495477F3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521D4-B1DB-7FD9-93AE-855C4668A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2616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09AF-8B3A-F610-7E5B-5D026297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30441-CB39-D5B9-6563-A2FA293BF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92DAC-A5E5-5238-E045-F66C1704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B8C35-6996-6F6C-B2A3-0C8F9B139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36533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AC2-3DA7-AAC1-D60E-51E94CB5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4CD6C-0DAA-DC72-FEBA-73B7E54E3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2F3E4-5F87-FB32-4CAC-9F55B0C4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66E31-49F1-39DF-A11A-EAA797A40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5716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AC2-3DA7-AAC1-D60E-51E94CB5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4CD6C-0DAA-DC72-FEBA-73B7E54E3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2F3E4-5F87-FB32-4CAC-9F55B0C4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66E31-49F1-39DF-A11A-EAA797A40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99405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2019-D59E-9DAF-30BB-D8B1CB5E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21941-F794-AFC1-A253-5C6C047E5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549C3-3BD8-61E4-5FC7-6295D53A9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9431E-BC9B-A39A-6FD6-A44DB1713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16430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C98F-1D53-FBEB-9615-ED3AD002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DD065-B3E8-5B11-B9A9-17955F5BA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F9143-AA43-ED9A-8111-655417AD6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B0006-D498-3876-13D9-EF78E6FC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53963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2DBB-4B68-D2AD-C7D8-2D74839D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6260A-D857-B5CF-921B-5791ECEC0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C08B9-D17C-26EA-A48E-79FB67BA0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45E1D-ED29-B072-DA3A-39EDB90EB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82660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1E4F-65CD-47BE-7EDD-744C8C13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27F8F-EF00-7828-20CF-1710A8CB5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E5751-38F9-D083-DF97-2972EE15F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EECD0-C5F8-E2D1-D833-F3C60B744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03379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AC2-3DA7-AAC1-D60E-51E94CB5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4CD6C-0DAA-DC72-FEBA-73B7E54E3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2F3E4-5F87-FB32-4CAC-9F55B0C4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66E31-49F1-39DF-A11A-EAA797A40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8946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2BCDF-F6E5-563B-8251-5FAA0967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E17F1-ED96-0C83-DBF8-959F7B750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2D742-1727-1F2F-2EA3-B5D7575D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35F09-CD9E-B57C-56F1-57DD585CB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534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B499-DCFB-F9CD-05D2-1EF455C4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BDED4-5B70-F3E0-06FF-C28217598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4BDCF-F38E-E244-DBDD-5A7A0BC66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0E0DD-CAFC-3A6C-28F8-36F95BD25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20052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563A-D614-D25B-EF65-A498F96E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F4C32-43ED-BE84-50C5-8FA2C1D60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EC41E-4D89-E690-DCDD-13FC2558F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137F3-0BD9-6F47-FA5B-7A6957250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29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04668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6A97-AD10-9130-BE68-3CA8B9D3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899FD-AAC5-8129-431A-00D8EE10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95E6C-9F46-5B10-127A-AF8BCFDA8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BE43-503E-919C-9193-8E6B22F37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6277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647935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35621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27573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63720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62272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171507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8205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39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1892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7F7F-B064-9563-57C7-DD0F505E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89B41-D43D-065D-54D5-1BA873FDD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31547-3135-6C74-ECAB-167AF1891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2ABB0-CEA0-C41F-091A-EAC00489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04775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35DB-39CC-0E69-E79B-30B9F0AC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2BB7A-DCE5-1033-4874-26653F585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464A7-924E-8B00-7D23-46914A69A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542FD-7234-0C44-5C0B-F95BEE8EA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434342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EF37-4D06-00E6-EA61-FF016E38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AFA33-1B57-B9E9-FB59-86E1BBF39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7F8B9-F4F2-911A-388A-28689E0E7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1138B-7092-BD6C-EC80-C93ED86D2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776132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BC6A-8D21-369E-954F-ECE83A3C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275FB-BA01-1851-D8B6-8F6290145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66416-466B-0237-9743-8654D062A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7851A-C495-ADD1-3F0B-0E7FE09A6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275487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D21C-1709-55B2-C1E8-BB577190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2F980-CA28-D954-8EE7-146844655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1D525-94A4-E15B-D30A-0EBCAFEEF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BD52-EBF0-D2A6-4941-92A24C432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412915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D41AF-B602-DAF2-7559-EFD4AF51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6BA1D-E207-7251-D643-408BF2859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45B0C-B00B-7238-7295-53C2C8820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0F92C-8DE6-5136-9698-6635B8440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752708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2660-08A3-972E-BC5F-78CA7C28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3BC8D-90DF-31A6-EF6D-B83C96EA7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8E1A7-4532-AC62-6F24-A1FA4F962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952D4-ECEF-768E-6E26-561868ABC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5145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0D0B-BEA1-F3FF-4120-3BC60BE9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EDFF8-133C-49CE-CCC4-6779F1E8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D21BA-EC9D-9076-AC11-21974B8A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D8B59-5F83-1959-731E-D218D70F0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84081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32A9-57AE-8FC6-D62E-77F9E890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284B0-CA84-50AF-8CFF-B78AB6D88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7E778-2FA5-A43B-2144-091D71387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CB754-DCF5-F43F-71B8-C64E7EFF5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957012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A7972-CF48-4B5D-9DB2-CC8C26502513}" type="slidenum">
              <a:rPr lang="en-US" altLang="ja-JP" smtClean="0"/>
              <a:pPr/>
              <a:t>49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5054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 userDrawn="1"/>
        </p:nvGrpSpPr>
        <p:grpSpPr>
          <a:xfrm>
            <a:off x="-4402" y="4378036"/>
            <a:ext cx="10697803" cy="3191042"/>
            <a:chOff x="-3765" y="4832896"/>
            <a:chExt cx="9147765" cy="2032192"/>
          </a:xfrm>
        </p:grpSpPr>
        <p:sp>
          <p:nvSpPr>
            <p:cNvPr id="7" name="フリーフォーム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solidFill>
                  <a:schemeClr val="bg1"/>
                </a:solidFill>
              </a:endParaRPr>
            </a:p>
          </p:txBody>
        </p:sp>
        <p:sp>
          <p:nvSpPr>
            <p:cNvPr id="8" name="フリーフォーム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solidFill>
                  <a:schemeClr val="bg1"/>
                </a:solidFill>
              </a:endParaRPr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>
                <a:solidFill>
                  <a:schemeClr val="bg1"/>
                </a:solidFill>
              </a:endParaRPr>
            </a:p>
          </p:txBody>
        </p:sp>
        <p:cxnSp>
          <p:nvCxnSpPr>
            <p:cNvPr id="12" name="直線コネクタ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3408219" y="6169890"/>
            <a:ext cx="7285181" cy="1391373"/>
          </a:xfrm>
        </p:spPr>
        <p:txBody>
          <a:bodyPr lIns="52153" rIns="52153">
            <a:normAutofit/>
          </a:bodyPr>
          <a:lstStyle>
            <a:lvl1pPr marL="0" marR="73014" indent="0" algn="l">
              <a:spcBef>
                <a:spcPts val="50"/>
              </a:spcBef>
              <a:buNone/>
              <a:defRPr sz="2400">
                <a:solidFill>
                  <a:schemeClr val="bg1"/>
                </a:solidFill>
              </a:defRPr>
            </a:lvl1pPr>
            <a:lvl2pPr marL="521528" indent="0" algn="ctr">
              <a:buNone/>
            </a:lvl2pPr>
            <a:lvl3pPr marL="1043056" indent="0" algn="ctr">
              <a:buNone/>
            </a:lvl3pPr>
            <a:lvl4pPr marL="1564584" indent="0" algn="ctr">
              <a:buNone/>
            </a:lvl4pPr>
            <a:lvl5pPr marL="2086112" indent="0" algn="ctr">
              <a:buNone/>
            </a:lvl5pPr>
            <a:lvl6pPr marL="2607640" indent="0" algn="ctr">
              <a:buNone/>
            </a:lvl6pPr>
            <a:lvl7pPr marL="3129168" indent="0" algn="ctr">
              <a:buNone/>
            </a:lvl7pPr>
            <a:lvl8pPr marL="3650696" indent="0" algn="ctr">
              <a:buNone/>
            </a:lvl8pPr>
            <a:lvl9pPr marL="4172224" indent="0" algn="ctr">
              <a:buNone/>
            </a:lvl9pPr>
            <a:extLst/>
          </a:lstStyle>
          <a:p>
            <a:r>
              <a:rPr kumimoji="0" lang="ja-JP" altLang="en-US" dirty="0"/>
              <a:t>マスタ サブタイトルの書式設定</a:t>
            </a:r>
            <a:endParaRPr kumimoji="0" lang="en-US" dirty="0"/>
          </a:p>
        </p:txBody>
      </p:sp>
      <p:sp>
        <p:nvSpPr>
          <p:cNvPr id="10" name="直角三角形 9"/>
          <p:cNvSpPr/>
          <p:nvPr/>
        </p:nvSpPr>
        <p:spPr>
          <a:xfrm>
            <a:off x="-2" y="5142438"/>
            <a:ext cx="1070169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83532" y="999459"/>
            <a:ext cx="9089390" cy="3397049"/>
          </a:xfrm>
        </p:spPr>
        <p:txBody>
          <a:bodyPr vert="horz" anchor="t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>
              <a:defRPr sz="55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815010" y="546662"/>
            <a:ext cx="6132442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r>
              <a:rPr kumimoji="1" lang="en-US" altLang="ja-JP" sz="2400" dirty="0"/>
              <a:t>Title of the Invention</a:t>
            </a:r>
            <a:r>
              <a:rPr kumimoji="1" lang="ja-JP" altLang="en-US" sz="2400" baseline="0" dirty="0"/>
              <a:t> </a:t>
            </a:r>
            <a:r>
              <a:rPr kumimoji="1" lang="ja-JP" altLang="en-US" sz="2400" dirty="0"/>
              <a:t>発明の名称　</a:t>
            </a:r>
          </a:p>
        </p:txBody>
      </p:sp>
      <p:sp>
        <p:nvSpPr>
          <p:cNvPr id="14" name="正方形/長方形 13"/>
          <p:cNvSpPr/>
          <p:nvPr userDrawn="1"/>
        </p:nvSpPr>
        <p:spPr>
          <a:xfrm>
            <a:off x="814036" y="6182077"/>
            <a:ext cx="26249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spcBef>
                <a:spcPts val="20"/>
              </a:spcBef>
            </a:pP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Affiliation </a:t>
            </a:r>
            <a:r>
              <a:rPr lang="ja-JP" altLang="en-US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所属 </a:t>
            </a: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:</a:t>
            </a:r>
          </a:p>
          <a:p>
            <a:pPr lvl="0" algn="l">
              <a:spcBef>
                <a:spcPts val="20"/>
              </a:spcBef>
            </a:pP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Title </a:t>
            </a:r>
            <a:r>
              <a:rPr lang="ja-JP" altLang="en-US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職名 </a:t>
            </a: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:</a:t>
            </a:r>
          </a:p>
          <a:p>
            <a:pPr lvl="0" algn="l">
              <a:spcBef>
                <a:spcPts val="20"/>
              </a:spcBef>
            </a:pP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Name </a:t>
            </a:r>
            <a:r>
              <a:rPr lang="ja-JP" altLang="en-US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氏名 </a:t>
            </a:r>
            <a:r>
              <a:rPr lang="en-US" altLang="ja-JP" sz="2400" dirty="0">
                <a:solidFill>
                  <a:schemeClr val="bg1"/>
                </a:solidFill>
                <a:latin typeface="Lucida Sans Unicode"/>
                <a:ea typeface="ＭＳ Ｐゴシック"/>
              </a:rPr>
              <a:t>:</a:t>
            </a:r>
            <a:endParaRPr lang="ja-JP" altLang="en-US" sz="2400" dirty="0">
              <a:solidFill>
                <a:schemeClr val="bg1"/>
              </a:solidFill>
              <a:latin typeface="Lucida Sans Unicode"/>
              <a:ea typeface="ＭＳ Ｐゴシック"/>
            </a:endParaRP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818325" y="5607862"/>
            <a:ext cx="2728439" cy="4373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r>
              <a:rPr kumimoji="1" lang="en-US" altLang="ja-JP" sz="2400" dirty="0"/>
              <a:t>Presenter </a:t>
            </a:r>
            <a:r>
              <a:rPr lang="ja-JP" altLang="en-US" sz="2400" dirty="0"/>
              <a:t>発表者</a:t>
            </a:r>
            <a:r>
              <a:rPr kumimoji="1" lang="ja-JP" altLang="en-US" sz="2400" dirty="0"/>
              <a:t>　</a:t>
            </a:r>
          </a:p>
        </p:txBody>
      </p:sp>
      <p:sp>
        <p:nvSpPr>
          <p:cNvPr id="16" name="テキスト ボックス 15"/>
          <p:cNvSpPr txBox="1"/>
          <p:nvPr userDrawn="1"/>
        </p:nvSpPr>
        <p:spPr>
          <a:xfrm>
            <a:off x="7601527" y="0"/>
            <a:ext cx="3091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800" dirty="0">
                <a:solidFill>
                  <a:schemeClr val="accent1">
                    <a:lumMod val="50000"/>
                  </a:schemeClr>
                </a:solidFill>
                <a:effectLst/>
                <a:latin typeface="+mj-lt"/>
                <a:ea typeface="+mj-ea"/>
              </a:rPr>
              <a:t>Patent Application</a:t>
            </a:r>
          </a:p>
          <a:p>
            <a:pPr algn="r"/>
            <a:r>
              <a:rPr kumimoji="1" lang="ja-JP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lt"/>
                <a:ea typeface="+mj-ea"/>
              </a:rPr>
              <a:t>（特許出願）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52655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ja-JP" altLang="en-US" dirty="0"/>
              <a:t>マスタ テキストの書式設定</a:t>
            </a:r>
          </a:p>
          <a:p>
            <a:pPr lvl="1" eaLnBrk="1" latinLnBrk="0" hangingPunct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 eaLnBrk="1" latinLnBrk="0" hangingPunct="1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 eaLnBrk="1" latinLnBrk="0" hangingPunct="1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 eaLnBrk="1" latinLnBrk="0" hangingPunct="1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kumimoji="0" lang="en-US" dirty="0"/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534670" y="302802"/>
            <a:ext cx="10158730" cy="528472"/>
          </a:xfrm>
        </p:spPr>
        <p:txBody>
          <a:bodyPr tIns="0" bIns="0" rtlCol="0" anchor="b">
            <a:normAutofit/>
          </a:bodyPr>
          <a:lstStyle>
            <a:lvl1pPr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extLst/>
          </a:lstStyle>
          <a:p>
            <a:r>
              <a:rPr kumimoji="0" lang="ja-JP" altLang="en-US" dirty="0"/>
              <a:t>マスタ タイトルの書式設定</a:t>
            </a:r>
            <a:endParaRPr kumimoji="0" 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554182" y="1311571"/>
            <a:ext cx="10139218" cy="554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サブタイトル 16"/>
          <p:cNvSpPr>
            <a:spLocks noGrp="1"/>
          </p:cNvSpPr>
          <p:nvPr>
            <p:ph type="subTitle" idx="13"/>
          </p:nvPr>
        </p:nvSpPr>
        <p:spPr>
          <a:xfrm>
            <a:off x="692728" y="840517"/>
            <a:ext cx="10000672" cy="461810"/>
          </a:xfrm>
        </p:spPr>
        <p:txBody>
          <a:bodyPr lIns="52153" tIns="0" rIns="52153">
            <a:noAutofit/>
          </a:bodyPr>
          <a:lstStyle>
            <a:lvl1pPr marL="0" marR="73014" indent="0" algn="l">
              <a:spcBef>
                <a:spcPts val="50"/>
              </a:spcBef>
              <a:buNone/>
              <a:defRPr sz="2800" b="1">
                <a:solidFill>
                  <a:schemeClr val="accent1">
                    <a:lumMod val="75000"/>
                  </a:schemeClr>
                </a:solidFill>
                <a:effectLst/>
                <a:latin typeface="+mj-ea"/>
                <a:ea typeface="+mj-ea"/>
              </a:defRPr>
            </a:lvl1pPr>
            <a:lvl2pPr marL="521528" indent="0" algn="ctr">
              <a:buNone/>
            </a:lvl2pPr>
            <a:lvl3pPr marL="1043056" indent="0" algn="ctr">
              <a:buNone/>
            </a:lvl3pPr>
            <a:lvl4pPr marL="1564584" indent="0" algn="ctr">
              <a:buNone/>
            </a:lvl4pPr>
            <a:lvl5pPr marL="2086112" indent="0" algn="ctr">
              <a:buNone/>
            </a:lvl5pPr>
            <a:lvl6pPr marL="2607640" indent="0" algn="ctr">
              <a:buNone/>
            </a:lvl6pPr>
            <a:lvl7pPr marL="3129168" indent="0" algn="ctr">
              <a:buNone/>
            </a:lvl7pPr>
            <a:lvl8pPr marL="3650696" indent="0" algn="ctr">
              <a:buNone/>
            </a:lvl8pPr>
            <a:lvl9pPr marL="4172224" indent="0" algn="ctr">
              <a:buNone/>
            </a:lvl9pPr>
            <a:extLst/>
          </a:lstStyle>
          <a:p>
            <a:r>
              <a:rPr kumimoji="0" lang="ja-JP" altLang="en-US" dirty="0"/>
              <a:t>マスタ サブタイトルの書式設定</a:t>
            </a:r>
            <a:endParaRPr kumimoji="0" lang="en-US" dirty="0"/>
          </a:p>
        </p:txBody>
      </p:sp>
      <p:sp>
        <p:nvSpPr>
          <p:cNvPr id="9" name="フッター プレースホルダ 21"/>
          <p:cNvSpPr>
            <a:spLocks noGrp="1"/>
          </p:cNvSpPr>
          <p:nvPr>
            <p:ph type="ftr" sz="quarter" idx="3"/>
          </p:nvPr>
        </p:nvSpPr>
        <p:spPr>
          <a:xfrm>
            <a:off x="7385160" y="7065055"/>
            <a:ext cx="2748991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r>
              <a:rPr kumimoji="1" lang="en-US" altLang="ja-JP" dirty="0"/>
              <a:t>【Patent Application </a:t>
            </a:r>
            <a:r>
              <a:rPr kumimoji="1" lang="ja-JP" altLang="en-US" dirty="0"/>
              <a:t>（特許出願）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10" name="スライド番号プレースホルダ 17"/>
          <p:cNvSpPr>
            <a:spLocks noGrp="1"/>
          </p:cNvSpPr>
          <p:nvPr>
            <p:ph type="sldNum" sz="quarter" idx="4"/>
          </p:nvPr>
        </p:nvSpPr>
        <p:spPr>
          <a:xfrm>
            <a:off x="10112504" y="7065056"/>
            <a:ext cx="427736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 b="0">
                <a:solidFill>
                  <a:schemeClr val="tx1"/>
                </a:solidFill>
              </a:defRPr>
            </a:lvl1pPr>
            <a:extLst/>
          </a:lstStyle>
          <a:p>
            <a:fld id="{97080FFD-2836-4FCD-8393-3A078B75A2B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21"/>
          <p:cNvSpPr>
            <a:spLocks noGrp="1"/>
          </p:cNvSpPr>
          <p:nvPr>
            <p:ph type="ftr" sz="quarter" idx="3"/>
          </p:nvPr>
        </p:nvSpPr>
        <p:spPr>
          <a:xfrm>
            <a:off x="7385160" y="7065055"/>
            <a:ext cx="2748991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r>
              <a:rPr kumimoji="1" lang="en-US" altLang="ja-JP" dirty="0"/>
              <a:t>【Patent Application </a:t>
            </a:r>
            <a:r>
              <a:rPr kumimoji="1" lang="ja-JP" altLang="en-US" dirty="0"/>
              <a:t>（特許出願）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6" name="スライド番号プレースホルダ 17"/>
          <p:cNvSpPr>
            <a:spLocks noGrp="1"/>
          </p:cNvSpPr>
          <p:nvPr>
            <p:ph type="sldNum" sz="quarter" idx="4"/>
          </p:nvPr>
        </p:nvSpPr>
        <p:spPr>
          <a:xfrm>
            <a:off x="10112504" y="7065056"/>
            <a:ext cx="427736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 b="0">
                <a:solidFill>
                  <a:schemeClr val="tx1"/>
                </a:solidFill>
              </a:defRPr>
            </a:lvl1pPr>
            <a:extLst/>
          </a:lstStyle>
          <a:p>
            <a:fld id="{97080FFD-2836-4FCD-8393-3A078B75A2B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0802" y="6613236"/>
            <a:ext cx="6372459" cy="963971"/>
            <a:chOff x="-10802" y="6381250"/>
            <a:chExt cx="6372459" cy="1195957"/>
          </a:xfrm>
        </p:grpSpPr>
        <p:sp>
          <p:nvSpPr>
            <p:cNvPr id="13" name="フリーフォーム 12"/>
            <p:cNvSpPr>
              <a:spLocks/>
            </p:cNvSpPr>
            <p:nvPr/>
          </p:nvSpPr>
          <p:spPr bwMode="auto">
            <a:xfrm>
              <a:off x="583872" y="6554568"/>
              <a:ext cx="5777785" cy="101552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7485" h="337">
                  <a:moveTo>
                    <a:pt x="0" y="2"/>
                  </a:moveTo>
                  <a:lnTo>
                    <a:pt x="7485" y="337"/>
                  </a:lnTo>
                  <a:lnTo>
                    <a:pt x="5558" y="337"/>
                  </a:lnTo>
                  <a:lnTo>
                    <a:pt x="1" y="0"/>
                  </a:lnTo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4306" tIns="52153" rIns="104306" bIns="52153" anchor="t" compatLnSpc="1"/>
            <a:lstStyle/>
            <a:p>
              <a:endParaRPr kumimoji="0" 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568020" y="6548035"/>
              <a:ext cx="4315777" cy="102917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591" h="588">
                  <a:moveTo>
                    <a:pt x="0" y="0"/>
                  </a:moveTo>
                  <a:lnTo>
                    <a:pt x="5591" y="585"/>
                  </a:lnTo>
                  <a:lnTo>
                    <a:pt x="4415" y="588"/>
                  </a:lnTo>
                  <a:lnTo>
                    <a:pt x="12" y="4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4306" tIns="52153" rIns="104306" bIns="52153" anchor="t" compatLnSpc="1"/>
            <a:lstStyle/>
            <a:p>
              <a:endParaRPr kumimoji="0" lang="en-US"/>
            </a:p>
          </p:txBody>
        </p:sp>
        <p:sp>
          <p:nvSpPr>
            <p:cNvPr id="14" name="直角三角形 13"/>
            <p:cNvSpPr>
              <a:spLocks/>
            </p:cNvSpPr>
            <p:nvPr/>
          </p:nvSpPr>
          <p:spPr bwMode="auto">
            <a:xfrm>
              <a:off x="-7066" y="6385125"/>
              <a:ext cx="3978817" cy="1191707"/>
            </a:xfrm>
            <a:prstGeom prst="rtTriangle">
              <a:avLst/>
            </a:prstGeom>
            <a:blipFill>
              <a:blip r:embed="rId5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104306" tIns="52153" rIns="104306" bIns="52153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5" name="直線コネクタ 14"/>
            <p:cNvCxnSpPr/>
            <p:nvPr/>
          </p:nvCxnSpPr>
          <p:spPr>
            <a:xfrm>
              <a:off x="-10802" y="6381250"/>
              <a:ext cx="3982554" cy="119558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タイトル プレースホルダ 8"/>
          <p:cNvSpPr>
            <a:spLocks noGrp="1"/>
          </p:cNvSpPr>
          <p:nvPr>
            <p:ph type="title"/>
          </p:nvPr>
        </p:nvSpPr>
        <p:spPr>
          <a:xfrm>
            <a:off x="534670" y="302801"/>
            <a:ext cx="9624060" cy="1260211"/>
          </a:xfrm>
          <a:prstGeom prst="rect">
            <a:avLst/>
          </a:prstGeom>
        </p:spPr>
        <p:txBody>
          <a:bodyPr vert="horz" lIns="104306" tIns="52153" rIns="104306" bIns="52153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ja-JP" altLang="en-US"/>
              <a:t>マスタ タイトルの書式設定</a:t>
            </a:r>
            <a:endParaRPr kumimoji="0" lang="en-US"/>
          </a:p>
        </p:txBody>
      </p:sp>
      <p:sp>
        <p:nvSpPr>
          <p:cNvPr id="30" name="テキスト プレースホルダ 29"/>
          <p:cNvSpPr>
            <a:spLocks noGrp="1"/>
          </p:cNvSpPr>
          <p:nvPr>
            <p:ph type="body" idx="1"/>
          </p:nvPr>
        </p:nvSpPr>
        <p:spPr>
          <a:xfrm>
            <a:off x="534670" y="1633233"/>
            <a:ext cx="9624060" cy="4990084"/>
          </a:xfrm>
          <a:prstGeom prst="rect">
            <a:avLst/>
          </a:prstGeom>
        </p:spPr>
        <p:txBody>
          <a:bodyPr vert="horz" lIns="104306" tIns="52153" rIns="104306" bIns="52153">
            <a:normAutofit/>
          </a:bodyPr>
          <a:lstStyle/>
          <a:p>
            <a:pPr lvl="0" eaLnBrk="1" latinLnBrk="0" hangingPunct="1"/>
            <a:r>
              <a:rPr kumimoji="0" lang="ja-JP" altLang="en-US"/>
              <a:t>マスタ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  <p:sp>
        <p:nvSpPr>
          <p:cNvPr id="22" name="フッター プレースホルダ 21"/>
          <p:cNvSpPr>
            <a:spLocks noGrp="1"/>
          </p:cNvSpPr>
          <p:nvPr>
            <p:ph type="ftr" sz="quarter" idx="3"/>
          </p:nvPr>
        </p:nvSpPr>
        <p:spPr>
          <a:xfrm>
            <a:off x="7385160" y="7065055"/>
            <a:ext cx="2748991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r>
              <a:rPr kumimoji="1" lang="en-US" altLang="ja-JP" dirty="0"/>
              <a:t>【Patent Application </a:t>
            </a:r>
            <a:r>
              <a:rPr kumimoji="1" lang="ja-JP" altLang="en-US" dirty="0"/>
              <a:t>（特許出願）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18" name="スライド番号プレースホルダ 17"/>
          <p:cNvSpPr>
            <a:spLocks noGrp="1"/>
          </p:cNvSpPr>
          <p:nvPr>
            <p:ph type="sldNum" sz="quarter" idx="4"/>
          </p:nvPr>
        </p:nvSpPr>
        <p:spPr>
          <a:xfrm>
            <a:off x="10112504" y="7065056"/>
            <a:ext cx="427736" cy="402567"/>
          </a:xfrm>
          <a:prstGeom prst="rect">
            <a:avLst/>
          </a:prstGeom>
        </p:spPr>
        <p:txBody>
          <a:bodyPr vert="horz" lIns="104306" tIns="52153" rIns="104306" bIns="52153" anchor="b"/>
          <a:lstStyle>
            <a:lvl1pPr algn="r" eaLnBrk="1" latinLnBrk="0" hangingPunct="1">
              <a:defRPr kumimoji="0" sz="1100" b="0">
                <a:solidFill>
                  <a:schemeClr val="tx1"/>
                </a:solidFill>
              </a:defRPr>
            </a:lvl1pPr>
            <a:extLst/>
          </a:lstStyle>
          <a:p>
            <a:fld id="{97080FFD-2836-4FCD-8393-3A078B75A2B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1" name="Text Box 13"/>
          <p:cNvSpPr txBox="1">
            <a:spLocks noChangeArrowheads="1"/>
          </p:cNvSpPr>
          <p:nvPr userDrawn="1"/>
        </p:nvSpPr>
        <p:spPr bwMode="auto">
          <a:xfrm>
            <a:off x="4211640" y="-30161"/>
            <a:ext cx="6440487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4269" tIns="52135" rIns="104269" bIns="52135">
            <a:spAutoFit/>
          </a:bodyPr>
          <a:lstStyle/>
          <a:p>
            <a:pPr algn="r" defTabSz="1042620"/>
            <a:endParaRPr lang="ja-JP" altLang="ja-JP" sz="2300" b="1">
              <a:solidFill>
                <a:schemeClr val="tx1"/>
              </a:solidFill>
              <a:latin typeface="ＭＳ Ｐゴシック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4" r:id="rId3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1" sz="47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17222" indent="-292056" algn="l" rtl="0" eaLnBrk="1" latinLnBrk="0" hangingPunct="1">
        <a:spcBef>
          <a:spcPts val="456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1"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09278" indent="-260764" algn="l" rtl="0" eaLnBrk="1" latinLnBrk="0" hangingPunct="1">
        <a:spcBef>
          <a:spcPts val="370"/>
        </a:spcBef>
        <a:buClr>
          <a:schemeClr val="accent1"/>
        </a:buClr>
        <a:buFont typeface="Verdana"/>
        <a:buChar char="◦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0473" indent="-260764" algn="l" rtl="0" eaLnBrk="1" latinLnBrk="0" hangingPunct="1">
        <a:spcBef>
          <a:spcPts val="399"/>
        </a:spcBef>
        <a:buClr>
          <a:schemeClr val="accent2"/>
        </a:buClr>
        <a:buSzPct val="100000"/>
        <a:buFont typeface="Wingdings 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03820" indent="-260764" algn="l" rtl="0" eaLnBrk="1" latinLnBrk="0" hangingPunct="1">
        <a:spcBef>
          <a:spcPts val="399"/>
        </a:spcBef>
        <a:buClr>
          <a:schemeClr val="accent2"/>
        </a:buClr>
        <a:buFont typeface="Wingdings 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indent="-260764" algn="l" rtl="0" eaLnBrk="1" latinLnBrk="0" hangingPunct="1">
        <a:spcBef>
          <a:spcPts val="399"/>
        </a:spcBef>
        <a:buClr>
          <a:schemeClr val="accent2"/>
        </a:buClr>
        <a:buFont typeface="Wingdings 2"/>
        <a:buChar char="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825348" indent="-260764" algn="l" rtl="0" eaLnBrk="1" latinLnBrk="0" hangingPunct="1">
        <a:spcBef>
          <a:spcPts val="399"/>
        </a:spcBef>
        <a:buClr>
          <a:schemeClr val="accent3"/>
        </a:buClr>
        <a:buFont typeface="Wingdings 2"/>
        <a:buChar char="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086112" indent="-260764" algn="l" rtl="0" eaLnBrk="1" latinLnBrk="0" hangingPunct="1">
        <a:spcBef>
          <a:spcPts val="399"/>
        </a:spcBef>
        <a:buClr>
          <a:schemeClr val="accent3"/>
        </a:buClr>
        <a:buFont typeface="Wingdings 2"/>
        <a:buChar char="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76" indent="-260764" algn="l" rtl="0" eaLnBrk="1" latinLnBrk="0" hangingPunct="1">
        <a:spcBef>
          <a:spcPts val="399"/>
        </a:spcBef>
        <a:buClr>
          <a:schemeClr val="accent3"/>
        </a:buClr>
        <a:buFont typeface="Wingdings 2"/>
        <a:buChar char="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607640" indent="-260764" algn="l" rtl="0" eaLnBrk="1" latinLnBrk="0" hangingPunct="1">
        <a:spcBef>
          <a:spcPts val="399"/>
        </a:spcBef>
        <a:buClr>
          <a:schemeClr val="accent3"/>
        </a:buClr>
        <a:buFont typeface="Wingdings 2"/>
        <a:buChar char="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randviewresearch.com/industry-analysis/edge-computing-market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rketsandmarkets.com/Market-Reports/edge-computing-market-133384090.html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サブタイトル 32"/>
          <p:cNvSpPr>
            <a:spLocks noGrp="1"/>
          </p:cNvSpPr>
          <p:nvPr>
            <p:ph type="subTitle" idx="1"/>
          </p:nvPr>
        </p:nvSpPr>
        <p:spPr>
          <a:xfrm>
            <a:off x="3322039" y="6169890"/>
            <a:ext cx="7193561" cy="1254491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/>
              <a:t>School of Computer Science and Engineering </a:t>
            </a:r>
          </a:p>
          <a:p>
            <a:r>
              <a:rPr kumimoji="1" lang="en-US" altLang="ja-JP" dirty="0"/>
              <a:t>Assoc. Prof. </a:t>
            </a:r>
          </a:p>
          <a:p>
            <a:r>
              <a:rPr lang="en-JP" u="sng" dirty="0"/>
              <a:t>DANG Nam Khanh</a:t>
            </a:r>
            <a:r>
              <a:rPr lang="en-JP" dirty="0"/>
              <a:t>, KOBAYASHI Ryoji, HANYU Yuga, WANG Zhishang, BEN ABDALLAH Abderazek </a:t>
            </a:r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32" name="タイトル 31"/>
          <p:cNvSpPr>
            <a:spLocks noGrp="1"/>
          </p:cNvSpPr>
          <p:nvPr>
            <p:ph type="ctrTitle"/>
          </p:nvPr>
        </p:nvSpPr>
        <p:spPr>
          <a:xfrm>
            <a:off x="783532" y="999459"/>
            <a:ext cx="9732068" cy="3397049"/>
          </a:xfrm>
        </p:spPr>
        <p:txBody>
          <a:bodyPr>
            <a:noAutofit/>
          </a:bodyPr>
          <a:lstStyle/>
          <a:p>
            <a:r>
              <a:rPr lang="en-US" altLang="ja-JP" sz="4000" dirty="0">
                <a:effectLst/>
              </a:rPr>
              <a:t>Low-power AI computing system</a:t>
            </a:r>
            <a:br>
              <a:rPr lang="en-US" sz="4000" dirty="0">
                <a:effectLst/>
              </a:rPr>
            </a:br>
            <a:endParaRPr kumimoji="1" lang="ja-JP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Contents</a:t>
            </a:r>
            <a:endParaRPr lang="ja-JP" altLang="en-US" dirty="0"/>
          </a:p>
        </p:txBody>
      </p:sp>
      <p:sp>
        <p:nvSpPr>
          <p:cNvPr id="8" name="サブタイトル 7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ja-JP" altLang="en-US"/>
              <a:t>（目次）</a:t>
            </a:r>
            <a:endParaRPr lang="ja-JP" altLang="en-US" dirty="0"/>
          </a:p>
        </p:txBody>
      </p:sp>
      <p:sp>
        <p:nvSpPr>
          <p:cNvPr id="27" name="正方形/長方形 26"/>
          <p:cNvSpPr/>
          <p:nvPr/>
        </p:nvSpPr>
        <p:spPr>
          <a:xfrm>
            <a:off x="1520687" y="1587531"/>
            <a:ext cx="890546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en-US" altLang="ja-JP" sz="2800" dirty="0">
                <a:solidFill>
                  <a:prstClr val="black"/>
                </a:solidFill>
                <a:latin typeface="Lucida Sans Unicode"/>
                <a:ea typeface="ＭＳ Ｐゴシック"/>
              </a:rPr>
              <a:t>1. General Description of the Invention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　　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(</a:t>
            </a: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発明内容の概要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)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en-US" altLang="ja-JP" sz="2800" dirty="0">
                <a:solidFill>
                  <a:prstClr val="black"/>
                </a:solidFill>
                <a:latin typeface="Lucida Sans Unicode"/>
                <a:ea typeface="ＭＳ Ｐゴシック"/>
              </a:rPr>
              <a:t>2. Prospective Applications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　　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(</a:t>
            </a: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想定される用途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)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en-US" altLang="ja-JP" sz="2800" dirty="0">
                <a:solidFill>
                  <a:prstClr val="black"/>
                </a:solidFill>
                <a:latin typeface="Lucida Sans Unicode"/>
                <a:ea typeface="ＭＳ Ｐゴシック"/>
              </a:rPr>
              <a:t>3. Prospective Market/Business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　　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(</a:t>
            </a: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想定される業界）</a:t>
            </a:r>
            <a:endParaRPr lang="en-US" altLang="ja-JP" sz="24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en-US" altLang="ja-JP" sz="2800" dirty="0">
                <a:solidFill>
                  <a:prstClr val="black"/>
                </a:solidFill>
                <a:latin typeface="Lucida Sans Unicode"/>
                <a:ea typeface="ＭＳ Ｐゴシック"/>
              </a:rPr>
              <a:t>4. Challenges for Practical Use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　　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(</a:t>
            </a:r>
            <a:r>
              <a:rPr lang="ja-JP" altLang="en-US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実用化に向けた課題</a:t>
            </a:r>
            <a:r>
              <a:rPr lang="en-US" altLang="ja-JP" sz="2400" dirty="0">
                <a:solidFill>
                  <a:prstClr val="black"/>
                </a:solidFill>
                <a:latin typeface="Lucida Sans Unicode"/>
                <a:ea typeface="ＭＳ Ｐゴシック"/>
              </a:rPr>
              <a:t>)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en-US" altLang="ja-JP" sz="2800" dirty="0">
                <a:solidFill>
                  <a:prstClr val="black"/>
                </a:solidFill>
                <a:latin typeface="Lucida Sans Unicode"/>
                <a:ea typeface="ＭＳ Ｐゴシック"/>
              </a:rPr>
              <a:t>5. Patent Claims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r>
              <a:rPr lang="ja-JP" altLang="en-US" sz="2400" dirty="0">
                <a:solidFill>
                  <a:prstClr val="black"/>
                </a:solidFill>
                <a:latin typeface="+mn-lt"/>
                <a:ea typeface="+mn-ea"/>
              </a:rPr>
              <a:t>　　</a:t>
            </a:r>
            <a:r>
              <a:rPr lang="en-US" altLang="ja-JP" sz="2400" dirty="0">
                <a:solidFill>
                  <a:prstClr val="black"/>
                </a:solidFill>
                <a:latin typeface="+mn-lt"/>
                <a:ea typeface="+mn-ea"/>
              </a:rPr>
              <a:t>(</a:t>
            </a:r>
            <a:r>
              <a:rPr lang="ja-JP" altLang="en-US" sz="2400" dirty="0">
                <a:solidFill>
                  <a:prstClr val="black"/>
                </a:solidFill>
                <a:latin typeface="+mn-lt"/>
                <a:ea typeface="+mn-ea"/>
              </a:rPr>
              <a:t>特許請求の範囲</a:t>
            </a:r>
            <a:r>
              <a:rPr lang="en-US" altLang="ja-JP" sz="2400" dirty="0">
                <a:solidFill>
                  <a:prstClr val="black"/>
                </a:solidFill>
                <a:latin typeface="+mn-lt"/>
                <a:ea typeface="+mn-ea"/>
              </a:rPr>
              <a:t>)</a:t>
            </a: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</a:pPr>
            <a:endParaRPr lang="en-US" altLang="ja-JP" sz="1000" dirty="0">
              <a:solidFill>
                <a:prstClr val="black"/>
              </a:solidFill>
              <a:latin typeface="Lucida Sans Unicode"/>
              <a:ea typeface="ＭＳ Ｐゴシック"/>
            </a:endParaRPr>
          </a:p>
          <a:p>
            <a:pPr marL="417222" lvl="0" indent="-292056" fontAlgn="auto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ct val="68000"/>
              <a:buFont typeface="Wingdings" pitchFamily="2" charset="2"/>
              <a:buChar char="u"/>
            </a:pPr>
            <a:r>
              <a:rPr lang="en-US" altLang="ja-JP" sz="1800" dirty="0">
                <a:solidFill>
                  <a:schemeClr val="tx1"/>
                </a:solidFill>
                <a:latin typeface="Lucida Sans Unicode"/>
                <a:ea typeface="ＭＳ Ｐゴシック"/>
              </a:rPr>
              <a:t>Q &amp; A</a:t>
            </a:r>
            <a:endParaRPr lang="ja-JP" altLang="en-US" sz="1800" dirty="0">
              <a:solidFill>
                <a:schemeClr val="tx1"/>
              </a:solidFill>
              <a:latin typeface="Lucida Sans Unicode"/>
              <a:ea typeface="ＭＳ Ｐゴシック"/>
            </a:endParaRP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4"/>
            <a:ext cx="9624060" cy="5363001"/>
          </a:xfrm>
        </p:spPr>
        <p:txBody>
          <a:bodyPr>
            <a:normAutofit fontScale="62500" lnSpcReduction="20000"/>
          </a:bodyPr>
          <a:lstStyle/>
          <a:p>
            <a:pPr marL="125166" indent="0" algn="just">
              <a:buNone/>
            </a:pPr>
            <a:r>
              <a:rPr lang="en-US" altLang="ja-JP" sz="2600" dirty="0">
                <a:solidFill>
                  <a:srgbClr val="0070C0"/>
                </a:solidFill>
              </a:rPr>
              <a:t>Technical Background (</a:t>
            </a:r>
            <a:r>
              <a:rPr lang="ja-JP" altLang="en-US" sz="2600" dirty="0">
                <a:solidFill>
                  <a:srgbClr val="0070C0"/>
                </a:solidFill>
              </a:rPr>
              <a:t>技術概要</a:t>
            </a:r>
            <a:r>
              <a:rPr lang="en-US" altLang="ja-JP" sz="2600" dirty="0">
                <a:solidFill>
                  <a:srgbClr val="0070C0"/>
                </a:solidFill>
              </a:rPr>
              <a:t>)</a:t>
            </a:r>
            <a:endParaRPr lang="en-US" sz="26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zh-CN" sz="34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 AI computing system consists of a computing unit, a memory, a storage, a communication, and an energy supply module.</a:t>
            </a:r>
          </a:p>
          <a:p>
            <a:pPr algn="just">
              <a:lnSpc>
                <a:spcPct val="150000"/>
              </a:lnSpc>
            </a:pPr>
            <a:endParaRPr lang="en-US" altLang="zh-CN" sz="34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34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neural network processor is a processor that performs training and inference computation on neural network models.</a:t>
            </a:r>
          </a:p>
          <a:p>
            <a:pPr marL="125166" indent="0" algn="just">
              <a:lnSpc>
                <a:spcPct val="150000"/>
              </a:lnSpc>
              <a:buNone/>
            </a:pPr>
            <a:endParaRPr lang="en-US" altLang="zh-CN" sz="34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ja-JP" sz="34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Approximate computing is a method that uses an inaccurate or approximate circuit instead of the exact circuit.</a:t>
            </a:r>
          </a:p>
          <a:p>
            <a:pPr marL="125166" indent="0" algn="just">
              <a:lnSpc>
                <a:spcPct val="150000"/>
              </a:lnSpc>
              <a:buNone/>
            </a:pPr>
            <a:endParaRPr lang="en-US" altLang="ja-JP" sz="34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ja-JP" sz="34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neural network model has a plurality of the neurons via their respective synapses.</a:t>
            </a:r>
            <a:endParaRPr lang="en-US" altLang="ja-JP" sz="34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Invention[1]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[1])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68" y="1344902"/>
            <a:ext cx="9923434" cy="5249100"/>
          </a:xfrm>
        </p:spPr>
        <p:txBody>
          <a:bodyPr>
            <a:normAutofit/>
          </a:bodyPr>
          <a:lstStyle/>
          <a:p>
            <a:pPr marL="125166" indent="0" algn="just">
              <a:buNone/>
            </a:pPr>
            <a:r>
              <a:rPr lang="en-US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pPr marL="125166" indent="0" algn="just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166" indent="0" algn="just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design methodology for Low-Power AI Computing System:</a:t>
            </a: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Reduction of approximation circuit optimization search space based on the quality control parameter, followed by design space exploration.</a:t>
            </a:r>
          </a:p>
          <a:p>
            <a:pPr marL="125166" indent="0" algn="just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voltage scaling, memory correction approach by periodical re-downloading based on the  ratio of induced error is used.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dynamic pruning, temporal pruning based on similarity between neurons is used.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Invention[1] 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[1])</a:t>
            </a:r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2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 1"/>
              <p:cNvSpPr>
                <a:spLocks noGrp="1"/>
              </p:cNvSpPr>
              <p:nvPr>
                <p:ph idx="1"/>
              </p:nvPr>
            </p:nvSpPr>
            <p:spPr>
              <a:xfrm>
                <a:off x="510091" y="1328430"/>
                <a:ext cx="9624060" cy="5265572"/>
              </a:xfrm>
            </p:spPr>
            <p:txBody>
              <a:bodyPr>
                <a:normAutofit/>
              </a:bodyPr>
              <a:lstStyle/>
              <a:p>
                <a:pPr marL="125166" indent="0">
                  <a:buNone/>
                </a:pPr>
                <a:r>
                  <a:rPr lang="en-US" altLang="ja-JP" sz="1600" dirty="0">
                    <a:solidFill>
                      <a:srgbClr val="0070C0"/>
                    </a:solidFill>
                  </a:rPr>
                  <a:t>Conventional technologies and the problems (</a:t>
                </a:r>
                <a:r>
                  <a:rPr lang="ja-JP" altLang="en-US" sz="1600" dirty="0">
                    <a:solidFill>
                      <a:srgbClr val="0070C0"/>
                    </a:solidFill>
                  </a:rPr>
                  <a:t>従来技術とその問題点</a:t>
                </a:r>
                <a:r>
                  <a:rPr lang="en-US" altLang="ja-JP" sz="1600" dirty="0">
                    <a:solidFill>
                      <a:srgbClr val="0070C0"/>
                    </a:solidFill>
                  </a:rPr>
                  <a:t>)</a:t>
                </a:r>
                <a:endParaRPr lang="en-US" altLang="ja-JP" dirty="0"/>
              </a:p>
              <a:p>
                <a:r>
                  <a:rPr lang="en-US" altLang="ja-JP" sz="2400" dirty="0">
                    <a:cs typeface="Arial" panose="020B0604020202020204" pitchFamily="34" charset="0"/>
                  </a:rPr>
                  <a:t>Heavy computational cost with optimization process approximation variations</a:t>
                </a:r>
              </a:p>
              <a:p>
                <a:pPr lvl="1"/>
                <a:r>
                  <a:rPr lang="en-US" altLang="ja-JP" sz="2000" dirty="0">
                    <a:cs typeface="Arial" panose="020B0604020202020204" pitchFamily="34" charset="0"/>
                  </a:rPr>
                  <a:t>Possible combinations:</a:t>
                </a:r>
                <a14:m>
                  <m:oMath xmlns:m="http://schemas.openxmlformats.org/officeDocument/2006/math">
                    <m:r>
                      <a:rPr lang="en-US" altLang="ja-JP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p>
                      <m:sSupPr>
                        <m:ctrlPr>
                          <a:rPr lang="en-US" altLang="ja-JP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ja-JP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#</m:t>
                            </m:r>
                            <m:r>
                              <a:rPr lang="en-US" altLang="ja-JP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𝑎𝑝𝑝𝑟𝑜𝑥𝑖𝑚𝑎𝑡𝑒</m:t>
                            </m:r>
                            <m:r>
                              <a:rPr lang="en-US" altLang="ja-JP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altLang="ja-JP" sz="20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𝑣𝑎𝑟𝑖𝑎𝑡𝑖𝑜𝑛𝑠</m:t>
                            </m:r>
                          </m:e>
                        </m:d>
                      </m:e>
                      <m:sup>
                        <m:r>
                          <a:rPr lang="en-US" altLang="ja-JP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  <m:r>
                          <a:rPr lang="en-US" altLang="ja-JP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𝑛𝑒𝑢𝑟𝑜𝑛𝑠</m:t>
                        </m:r>
                      </m:sup>
                    </m:sSup>
                  </m:oMath>
                </a14:m>
                <a:endParaRPr lang="en-US" altLang="ja-JP" sz="2000" dirty="0">
                  <a:cs typeface="Arial" panose="020B0604020202020204" pitchFamily="34" charset="0"/>
                </a:endParaRPr>
              </a:p>
              <a:p>
                <a:r>
                  <a:rPr lang="en-US" altLang="ja-JP" sz="2400" dirty="0">
                    <a:cs typeface="Arial" panose="020B0604020202020204" pitchFamily="34" charset="0"/>
                  </a:rPr>
                  <a:t>Conventional Solutions:</a:t>
                </a:r>
              </a:p>
              <a:p>
                <a:pPr lvl="1"/>
                <a:r>
                  <a:rPr lang="en-US" altLang="ja-JP" sz="2000" dirty="0">
                    <a:cs typeface="Arial" panose="020B0604020202020204" pitchFamily="34" charset="0"/>
                  </a:rPr>
                  <a:t>Uniform Approximation: all neurons have the same approximation variation. </a:t>
                </a:r>
              </a:p>
              <a:p>
                <a:pPr lvl="2"/>
                <a:r>
                  <a:rPr lang="en-US" altLang="ja-JP" sz="1600" dirty="0">
                    <a:cs typeface="Arial" panose="020B0604020202020204" pitchFamily="34" charset="0"/>
                  </a:rPr>
                  <a:t>Simple approach but non-optimal solution</a:t>
                </a:r>
              </a:p>
              <a:p>
                <a:pPr lvl="1"/>
                <a:r>
                  <a:rPr lang="en-US" altLang="ja-JP" sz="2000" dirty="0">
                    <a:cs typeface="Arial" panose="020B0604020202020204" pitchFamily="34" charset="0"/>
                  </a:rPr>
                  <a:t>Reinforcement Learning: finding the approximation variation through repetitive learning</a:t>
                </a:r>
              </a:p>
              <a:p>
                <a:pPr lvl="2"/>
                <a:r>
                  <a:rPr lang="en-US" altLang="ja-JP" sz="1600" dirty="0">
                    <a:cs typeface="Arial" panose="020B0604020202020204" pitchFamily="34" charset="0"/>
                  </a:rPr>
                  <a:t>Optimal but high cost</a:t>
                </a:r>
              </a:p>
              <a:p>
                <a:endPara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コンテンツ プレースホル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091" y="1328430"/>
                <a:ext cx="9624060" cy="5265572"/>
              </a:xfrm>
              <a:blipFill>
                <a:blip r:embed="rId3"/>
                <a:stretch>
                  <a:fillRect t="-96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10091" y="1328430"/>
            <a:ext cx="9624060" cy="5265572"/>
          </a:xfrm>
        </p:spPr>
        <p:txBody>
          <a:bodyPr>
            <a:normAutofit/>
          </a:bodyPr>
          <a:lstStyle/>
          <a:p>
            <a:pPr marL="125166" indent="0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Conventional technologies and the problems (</a:t>
            </a:r>
            <a:r>
              <a:rPr lang="ja-JP" altLang="en-US" sz="1600" dirty="0">
                <a:solidFill>
                  <a:srgbClr val="0070C0"/>
                </a:solidFill>
              </a:rPr>
              <a:t>従来技術とその</a:t>
            </a:r>
            <a:r>
              <a:rPr lang="ja-JP" altLang="en-US" sz="1600">
                <a:solidFill>
                  <a:srgbClr val="0070C0"/>
                </a:solidFill>
              </a:rPr>
              <a:t>問題点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  <a:endParaRPr lang="en-US" altLang="ja-JP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Limited adaptability to fluctuating energy supply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A conventional method applies dynamic voltage scaling without an error recovery scheme</a:t>
            </a:r>
          </a:p>
          <a:p>
            <a:pPr lvl="2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Error Recovery can be done with Error Correction Code (ECC)</a:t>
            </a:r>
          </a:p>
          <a:p>
            <a:pPr lvl="2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ECC introduces extra information which leads to increase in power consumption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A conventional method needs a simpler AI model for less power consumption:</a:t>
            </a:r>
          </a:p>
          <a:p>
            <a:pPr lvl="2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Several models need to be stored</a:t>
            </a:r>
          </a:p>
          <a:p>
            <a:pPr lvl="2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Switching between model is not energy efficient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070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 dirty="0"/>
              <a:t>【Patent Application </a:t>
            </a:r>
            <a:r>
              <a:rPr kumimoji="1" lang="ja-JP" altLang="en-US" dirty="0"/>
              <a:t>（特許出願）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B0A2F-D04F-0434-0B45-F23D76C43F12}"/>
              </a:ext>
            </a:extLst>
          </p:cNvPr>
          <p:cNvSpPr/>
          <p:nvPr/>
        </p:nvSpPr>
        <p:spPr>
          <a:xfrm>
            <a:off x="3390089" y="6884683"/>
            <a:ext cx="47279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Fig. 1. Overview of the neural network processor. </a:t>
            </a:r>
            <a:endParaRPr lang="en-US" sz="1600" dirty="0"/>
          </a:p>
        </p:txBody>
      </p:sp>
      <p:sp>
        <p:nvSpPr>
          <p:cNvPr id="7" name="Google Shape;246;p1">
            <a:extLst>
              <a:ext uri="{FF2B5EF4-FFF2-40B4-BE49-F238E27FC236}">
                <a16:creationId xmlns:a16="http://schemas.microsoft.com/office/drawing/2014/main" id="{D4A2AEF0-F137-31FB-0AFC-36B874339586}"/>
              </a:ext>
            </a:extLst>
          </p:cNvPr>
          <p:cNvSpPr/>
          <p:nvPr/>
        </p:nvSpPr>
        <p:spPr>
          <a:xfrm>
            <a:off x="3086207" y="2496428"/>
            <a:ext cx="4609999" cy="3526383"/>
          </a:xfrm>
          <a:custGeom>
            <a:avLst/>
            <a:gdLst/>
            <a:ahLst/>
            <a:cxnLst/>
            <a:rect l="l" t="t" r="r" b="b"/>
            <a:pathLst>
              <a:path w="5005638" h="3754120" extrusionOk="0">
                <a:moveTo>
                  <a:pt x="0" y="0"/>
                </a:moveTo>
                <a:lnTo>
                  <a:pt x="1439828" y="0"/>
                </a:lnTo>
                <a:lnTo>
                  <a:pt x="1439828" y="526826"/>
                </a:lnTo>
                <a:lnTo>
                  <a:pt x="5005638" y="526826"/>
                </a:lnTo>
                <a:lnTo>
                  <a:pt x="5005638" y="3754120"/>
                </a:lnTo>
                <a:lnTo>
                  <a:pt x="639779" y="3754120"/>
                </a:lnTo>
                <a:lnTo>
                  <a:pt x="639779" y="1330092"/>
                </a:lnTo>
                <a:lnTo>
                  <a:pt x="0" y="133009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lgDash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oogle Shape;247;p1">
            <a:extLst>
              <a:ext uri="{FF2B5EF4-FFF2-40B4-BE49-F238E27FC236}">
                <a16:creationId xmlns:a16="http://schemas.microsoft.com/office/drawing/2014/main" id="{B0F9999A-3B2E-E825-C47F-16B1F1991B61}"/>
              </a:ext>
            </a:extLst>
          </p:cNvPr>
          <p:cNvGrpSpPr/>
          <p:nvPr/>
        </p:nvGrpSpPr>
        <p:grpSpPr>
          <a:xfrm>
            <a:off x="4444431" y="4799524"/>
            <a:ext cx="582312" cy="467615"/>
            <a:chOff x="3482502" y="4727643"/>
            <a:chExt cx="642026" cy="515566"/>
          </a:xfrm>
        </p:grpSpPr>
        <p:sp>
          <p:nvSpPr>
            <p:cNvPr id="9" name="Google Shape;248;p1">
              <a:extLst>
                <a:ext uri="{FF2B5EF4-FFF2-40B4-BE49-F238E27FC236}">
                  <a16:creationId xmlns:a16="http://schemas.microsoft.com/office/drawing/2014/main" id="{7371DF4A-42F8-7ECB-4212-F790444D30C9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49;p1">
              <a:extLst>
                <a:ext uri="{FF2B5EF4-FFF2-40B4-BE49-F238E27FC236}">
                  <a16:creationId xmlns:a16="http://schemas.microsoft.com/office/drawing/2014/main" id="{40A0C809-E918-BADB-4CBE-2A90E872DE66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50;p1">
              <a:extLst>
                <a:ext uri="{FF2B5EF4-FFF2-40B4-BE49-F238E27FC236}">
                  <a16:creationId xmlns:a16="http://schemas.microsoft.com/office/drawing/2014/main" id="{46632DEC-02C1-C7D5-949B-FBAC2CD8D6CB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51;p1">
              <a:extLst>
                <a:ext uri="{FF2B5EF4-FFF2-40B4-BE49-F238E27FC236}">
                  <a16:creationId xmlns:a16="http://schemas.microsoft.com/office/drawing/2014/main" id="{CEEE7225-1DFB-878C-775C-58D724D952AB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252;p1">
            <a:extLst>
              <a:ext uri="{FF2B5EF4-FFF2-40B4-BE49-F238E27FC236}">
                <a16:creationId xmlns:a16="http://schemas.microsoft.com/office/drawing/2014/main" id="{B70CD797-21C6-4D4A-9DD1-FD9C3D5C802D}"/>
              </a:ext>
            </a:extLst>
          </p:cNvPr>
          <p:cNvGrpSpPr/>
          <p:nvPr/>
        </p:nvGrpSpPr>
        <p:grpSpPr>
          <a:xfrm>
            <a:off x="5076865" y="4803917"/>
            <a:ext cx="582312" cy="467615"/>
            <a:chOff x="3482502" y="4727643"/>
            <a:chExt cx="642026" cy="515566"/>
          </a:xfrm>
        </p:grpSpPr>
        <p:sp>
          <p:nvSpPr>
            <p:cNvPr id="16" name="Google Shape;253;p1">
              <a:extLst>
                <a:ext uri="{FF2B5EF4-FFF2-40B4-BE49-F238E27FC236}">
                  <a16:creationId xmlns:a16="http://schemas.microsoft.com/office/drawing/2014/main" id="{E6712A42-0C1A-9CAA-88FB-DFFE08DB73AC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4;p1">
              <a:extLst>
                <a:ext uri="{FF2B5EF4-FFF2-40B4-BE49-F238E27FC236}">
                  <a16:creationId xmlns:a16="http://schemas.microsoft.com/office/drawing/2014/main" id="{CF969E09-AD52-BD74-838D-282B9A65CE18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5;p1">
              <a:extLst>
                <a:ext uri="{FF2B5EF4-FFF2-40B4-BE49-F238E27FC236}">
                  <a16:creationId xmlns:a16="http://schemas.microsoft.com/office/drawing/2014/main" id="{581D8D16-62E3-17E1-D170-46BE799E5C98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6;p1">
              <a:extLst>
                <a:ext uri="{FF2B5EF4-FFF2-40B4-BE49-F238E27FC236}">
                  <a16:creationId xmlns:a16="http://schemas.microsoft.com/office/drawing/2014/main" id="{E8842462-7E56-4AA7-CAAE-BD0E6682CE17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57;p1">
            <a:extLst>
              <a:ext uri="{FF2B5EF4-FFF2-40B4-BE49-F238E27FC236}">
                <a16:creationId xmlns:a16="http://schemas.microsoft.com/office/drawing/2014/main" id="{548678D4-ADE8-24BA-6196-DFB22D63278C}"/>
              </a:ext>
            </a:extLst>
          </p:cNvPr>
          <p:cNvGrpSpPr/>
          <p:nvPr/>
        </p:nvGrpSpPr>
        <p:grpSpPr>
          <a:xfrm>
            <a:off x="5697536" y="4808310"/>
            <a:ext cx="582312" cy="467615"/>
            <a:chOff x="3482502" y="4727643"/>
            <a:chExt cx="642026" cy="515566"/>
          </a:xfrm>
        </p:grpSpPr>
        <p:sp>
          <p:nvSpPr>
            <p:cNvPr id="21" name="Google Shape;258;p1">
              <a:extLst>
                <a:ext uri="{FF2B5EF4-FFF2-40B4-BE49-F238E27FC236}">
                  <a16:creationId xmlns:a16="http://schemas.microsoft.com/office/drawing/2014/main" id="{F4B87832-2035-4F9B-9B5A-00F5D4463E09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59;p1">
              <a:extLst>
                <a:ext uri="{FF2B5EF4-FFF2-40B4-BE49-F238E27FC236}">
                  <a16:creationId xmlns:a16="http://schemas.microsoft.com/office/drawing/2014/main" id="{AF4B0CA4-168F-4B9D-8ED2-E190D0F55A48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60;p1">
              <a:extLst>
                <a:ext uri="{FF2B5EF4-FFF2-40B4-BE49-F238E27FC236}">
                  <a16:creationId xmlns:a16="http://schemas.microsoft.com/office/drawing/2014/main" id="{19060952-BF70-7030-F192-05E8629755D4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61;p1">
              <a:extLst>
                <a:ext uri="{FF2B5EF4-FFF2-40B4-BE49-F238E27FC236}">
                  <a16:creationId xmlns:a16="http://schemas.microsoft.com/office/drawing/2014/main" id="{24221D41-07C8-564D-2D69-810C758DF1E9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62;p1">
            <a:extLst>
              <a:ext uri="{FF2B5EF4-FFF2-40B4-BE49-F238E27FC236}">
                <a16:creationId xmlns:a16="http://schemas.microsoft.com/office/drawing/2014/main" id="{1C5F8B00-B76E-29B8-9322-77B3A658E677}"/>
              </a:ext>
            </a:extLst>
          </p:cNvPr>
          <p:cNvGrpSpPr/>
          <p:nvPr/>
        </p:nvGrpSpPr>
        <p:grpSpPr>
          <a:xfrm>
            <a:off x="6324088" y="4812705"/>
            <a:ext cx="582312" cy="467615"/>
            <a:chOff x="3482502" y="4727643"/>
            <a:chExt cx="642026" cy="515566"/>
          </a:xfrm>
        </p:grpSpPr>
        <p:sp>
          <p:nvSpPr>
            <p:cNvPr id="26" name="Google Shape;263;p1">
              <a:extLst>
                <a:ext uri="{FF2B5EF4-FFF2-40B4-BE49-F238E27FC236}">
                  <a16:creationId xmlns:a16="http://schemas.microsoft.com/office/drawing/2014/main" id="{69065E17-1757-D83E-FF97-76EBE2687A80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64;p1">
              <a:extLst>
                <a:ext uri="{FF2B5EF4-FFF2-40B4-BE49-F238E27FC236}">
                  <a16:creationId xmlns:a16="http://schemas.microsoft.com/office/drawing/2014/main" id="{7B4CFF44-BCBC-8ED9-4A60-4A3C3E7A4D03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65;p1">
              <a:extLst>
                <a:ext uri="{FF2B5EF4-FFF2-40B4-BE49-F238E27FC236}">
                  <a16:creationId xmlns:a16="http://schemas.microsoft.com/office/drawing/2014/main" id="{23129448-7080-93A1-9EC4-1D780CC00438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66;p1">
              <a:extLst>
                <a:ext uri="{FF2B5EF4-FFF2-40B4-BE49-F238E27FC236}">
                  <a16:creationId xmlns:a16="http://schemas.microsoft.com/office/drawing/2014/main" id="{8DDD97B5-F9BE-B692-E7E6-99DACE55BA10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267;p1">
            <a:extLst>
              <a:ext uri="{FF2B5EF4-FFF2-40B4-BE49-F238E27FC236}">
                <a16:creationId xmlns:a16="http://schemas.microsoft.com/office/drawing/2014/main" id="{EBDC591E-8EDD-BE2C-D2D3-406A904CD579}"/>
              </a:ext>
            </a:extLst>
          </p:cNvPr>
          <p:cNvGrpSpPr/>
          <p:nvPr/>
        </p:nvGrpSpPr>
        <p:grpSpPr>
          <a:xfrm>
            <a:off x="6944759" y="4817097"/>
            <a:ext cx="582312" cy="467615"/>
            <a:chOff x="3482502" y="4727643"/>
            <a:chExt cx="642026" cy="515566"/>
          </a:xfrm>
        </p:grpSpPr>
        <p:sp>
          <p:nvSpPr>
            <p:cNvPr id="31" name="Google Shape;268;p1">
              <a:extLst>
                <a:ext uri="{FF2B5EF4-FFF2-40B4-BE49-F238E27FC236}">
                  <a16:creationId xmlns:a16="http://schemas.microsoft.com/office/drawing/2014/main" id="{0748BDB8-20E3-F3DE-EBA4-34BD6D90FC7C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69;p1">
              <a:extLst>
                <a:ext uri="{FF2B5EF4-FFF2-40B4-BE49-F238E27FC236}">
                  <a16:creationId xmlns:a16="http://schemas.microsoft.com/office/drawing/2014/main" id="{6FE46545-CA22-5F1E-1755-94F80CB963F8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70;p1">
              <a:extLst>
                <a:ext uri="{FF2B5EF4-FFF2-40B4-BE49-F238E27FC236}">
                  <a16:creationId xmlns:a16="http://schemas.microsoft.com/office/drawing/2014/main" id="{33007F28-E0DA-C57E-39C3-C2B08F6181B2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1;p1">
              <a:extLst>
                <a:ext uri="{FF2B5EF4-FFF2-40B4-BE49-F238E27FC236}">
                  <a16:creationId xmlns:a16="http://schemas.microsoft.com/office/drawing/2014/main" id="{56D3950A-1509-731D-2755-B4362C9EA28F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272;p1">
            <a:extLst>
              <a:ext uri="{FF2B5EF4-FFF2-40B4-BE49-F238E27FC236}">
                <a16:creationId xmlns:a16="http://schemas.microsoft.com/office/drawing/2014/main" id="{C8631BA2-FA83-E00E-A5B1-2C5B19406170}"/>
              </a:ext>
            </a:extLst>
          </p:cNvPr>
          <p:cNvGrpSpPr/>
          <p:nvPr/>
        </p:nvGrpSpPr>
        <p:grpSpPr>
          <a:xfrm>
            <a:off x="3817879" y="4795130"/>
            <a:ext cx="582312" cy="467615"/>
            <a:chOff x="3482502" y="4727643"/>
            <a:chExt cx="642026" cy="515566"/>
          </a:xfrm>
        </p:grpSpPr>
        <p:sp>
          <p:nvSpPr>
            <p:cNvPr id="36" name="Google Shape;273;p1">
              <a:extLst>
                <a:ext uri="{FF2B5EF4-FFF2-40B4-BE49-F238E27FC236}">
                  <a16:creationId xmlns:a16="http://schemas.microsoft.com/office/drawing/2014/main" id="{8E466B8D-3AD8-FD7C-8DBC-E0DFA27039C4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74;p1">
              <a:extLst>
                <a:ext uri="{FF2B5EF4-FFF2-40B4-BE49-F238E27FC236}">
                  <a16:creationId xmlns:a16="http://schemas.microsoft.com/office/drawing/2014/main" id="{2337F020-D747-13B3-137F-C5E9612169F8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75;p1">
              <a:extLst>
                <a:ext uri="{FF2B5EF4-FFF2-40B4-BE49-F238E27FC236}">
                  <a16:creationId xmlns:a16="http://schemas.microsoft.com/office/drawing/2014/main" id="{B607F72A-A6CD-B3F0-FD9B-0091208973D6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76;p1">
              <a:extLst>
                <a:ext uri="{FF2B5EF4-FFF2-40B4-BE49-F238E27FC236}">
                  <a16:creationId xmlns:a16="http://schemas.microsoft.com/office/drawing/2014/main" id="{BC9F876A-22D1-6C26-D9FE-522D0C0901DA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277;p1">
            <a:extLst>
              <a:ext uri="{FF2B5EF4-FFF2-40B4-BE49-F238E27FC236}">
                <a16:creationId xmlns:a16="http://schemas.microsoft.com/office/drawing/2014/main" id="{65E821C2-3363-CEA8-06AB-274838677D26}"/>
              </a:ext>
            </a:extLst>
          </p:cNvPr>
          <p:cNvGrpSpPr/>
          <p:nvPr/>
        </p:nvGrpSpPr>
        <p:grpSpPr>
          <a:xfrm>
            <a:off x="4444295" y="4287258"/>
            <a:ext cx="582312" cy="467615"/>
            <a:chOff x="3482502" y="4727643"/>
            <a:chExt cx="642026" cy="515566"/>
          </a:xfrm>
        </p:grpSpPr>
        <p:sp>
          <p:nvSpPr>
            <p:cNvPr id="41" name="Google Shape;278;p1">
              <a:extLst>
                <a:ext uri="{FF2B5EF4-FFF2-40B4-BE49-F238E27FC236}">
                  <a16:creationId xmlns:a16="http://schemas.microsoft.com/office/drawing/2014/main" id="{3E86C4C8-C412-9306-2846-1FE9B89854F2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79;p1">
              <a:extLst>
                <a:ext uri="{FF2B5EF4-FFF2-40B4-BE49-F238E27FC236}">
                  <a16:creationId xmlns:a16="http://schemas.microsoft.com/office/drawing/2014/main" id="{077EF822-64DD-6613-9220-19771FF7B55D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80;p1">
              <a:extLst>
                <a:ext uri="{FF2B5EF4-FFF2-40B4-BE49-F238E27FC236}">
                  <a16:creationId xmlns:a16="http://schemas.microsoft.com/office/drawing/2014/main" id="{A116A880-5935-6CAA-179C-DE0047E658CA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81;p1">
              <a:extLst>
                <a:ext uri="{FF2B5EF4-FFF2-40B4-BE49-F238E27FC236}">
                  <a16:creationId xmlns:a16="http://schemas.microsoft.com/office/drawing/2014/main" id="{D17D98DC-5F4C-15BE-0627-A563BE2ADF20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282;p1">
            <a:extLst>
              <a:ext uri="{FF2B5EF4-FFF2-40B4-BE49-F238E27FC236}">
                <a16:creationId xmlns:a16="http://schemas.microsoft.com/office/drawing/2014/main" id="{B90EA016-2F71-B358-9F5B-7FF048F6DF79}"/>
              </a:ext>
            </a:extLst>
          </p:cNvPr>
          <p:cNvGrpSpPr/>
          <p:nvPr/>
        </p:nvGrpSpPr>
        <p:grpSpPr>
          <a:xfrm>
            <a:off x="5076729" y="4291653"/>
            <a:ext cx="582312" cy="467615"/>
            <a:chOff x="3482502" y="4727643"/>
            <a:chExt cx="642026" cy="515566"/>
          </a:xfrm>
        </p:grpSpPr>
        <p:sp>
          <p:nvSpPr>
            <p:cNvPr id="46" name="Google Shape;283;p1">
              <a:extLst>
                <a:ext uri="{FF2B5EF4-FFF2-40B4-BE49-F238E27FC236}">
                  <a16:creationId xmlns:a16="http://schemas.microsoft.com/office/drawing/2014/main" id="{EE9A9E44-F1A1-80EA-14C8-111FA03B0E2A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84;p1">
              <a:extLst>
                <a:ext uri="{FF2B5EF4-FFF2-40B4-BE49-F238E27FC236}">
                  <a16:creationId xmlns:a16="http://schemas.microsoft.com/office/drawing/2014/main" id="{A573190E-88A5-D5DA-4A6A-507BE47545A4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85;p1">
              <a:extLst>
                <a:ext uri="{FF2B5EF4-FFF2-40B4-BE49-F238E27FC236}">
                  <a16:creationId xmlns:a16="http://schemas.microsoft.com/office/drawing/2014/main" id="{24015CB1-8C8F-191E-1CB1-090886AF1B60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86;p1">
              <a:extLst>
                <a:ext uri="{FF2B5EF4-FFF2-40B4-BE49-F238E27FC236}">
                  <a16:creationId xmlns:a16="http://schemas.microsoft.com/office/drawing/2014/main" id="{B9AB9C33-3CBC-5BA8-EE21-7E0872249D01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287;p1">
            <a:extLst>
              <a:ext uri="{FF2B5EF4-FFF2-40B4-BE49-F238E27FC236}">
                <a16:creationId xmlns:a16="http://schemas.microsoft.com/office/drawing/2014/main" id="{C144B66D-BCD0-ACBE-EAC6-9868D68826F4}"/>
              </a:ext>
            </a:extLst>
          </p:cNvPr>
          <p:cNvGrpSpPr/>
          <p:nvPr/>
        </p:nvGrpSpPr>
        <p:grpSpPr>
          <a:xfrm>
            <a:off x="5697400" y="4296045"/>
            <a:ext cx="582312" cy="467615"/>
            <a:chOff x="3482502" y="4727643"/>
            <a:chExt cx="642026" cy="515566"/>
          </a:xfrm>
        </p:grpSpPr>
        <p:sp>
          <p:nvSpPr>
            <p:cNvPr id="51" name="Google Shape;288;p1">
              <a:extLst>
                <a:ext uri="{FF2B5EF4-FFF2-40B4-BE49-F238E27FC236}">
                  <a16:creationId xmlns:a16="http://schemas.microsoft.com/office/drawing/2014/main" id="{1F0336EE-AF3C-B117-F5A2-8BAB1641BBA1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89;p1">
              <a:extLst>
                <a:ext uri="{FF2B5EF4-FFF2-40B4-BE49-F238E27FC236}">
                  <a16:creationId xmlns:a16="http://schemas.microsoft.com/office/drawing/2014/main" id="{86DE3DEE-9522-3789-8C81-84A0B1F6D05D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90;p1">
              <a:extLst>
                <a:ext uri="{FF2B5EF4-FFF2-40B4-BE49-F238E27FC236}">
                  <a16:creationId xmlns:a16="http://schemas.microsoft.com/office/drawing/2014/main" id="{66BA3205-B230-4FB9-0705-A598195C7A08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91;p1">
              <a:extLst>
                <a:ext uri="{FF2B5EF4-FFF2-40B4-BE49-F238E27FC236}">
                  <a16:creationId xmlns:a16="http://schemas.microsoft.com/office/drawing/2014/main" id="{E10A8793-F720-F7BB-146C-C25EDFAF4D0A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oogle Shape;292;p1">
            <a:extLst>
              <a:ext uri="{FF2B5EF4-FFF2-40B4-BE49-F238E27FC236}">
                <a16:creationId xmlns:a16="http://schemas.microsoft.com/office/drawing/2014/main" id="{8C2B9F0D-65B3-984E-70FA-9C4259E04F3D}"/>
              </a:ext>
            </a:extLst>
          </p:cNvPr>
          <p:cNvGrpSpPr/>
          <p:nvPr/>
        </p:nvGrpSpPr>
        <p:grpSpPr>
          <a:xfrm>
            <a:off x="6323952" y="4300440"/>
            <a:ext cx="582312" cy="467615"/>
            <a:chOff x="3482502" y="4727643"/>
            <a:chExt cx="642026" cy="515566"/>
          </a:xfrm>
        </p:grpSpPr>
        <p:sp>
          <p:nvSpPr>
            <p:cNvPr id="56" name="Google Shape;293;p1">
              <a:extLst>
                <a:ext uri="{FF2B5EF4-FFF2-40B4-BE49-F238E27FC236}">
                  <a16:creationId xmlns:a16="http://schemas.microsoft.com/office/drawing/2014/main" id="{3FFF9613-8C37-5415-21BB-E5EC0396ACEB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94;p1">
              <a:extLst>
                <a:ext uri="{FF2B5EF4-FFF2-40B4-BE49-F238E27FC236}">
                  <a16:creationId xmlns:a16="http://schemas.microsoft.com/office/drawing/2014/main" id="{6ECC9FA0-3DB7-A2C8-78EB-F8F42B741491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95;p1">
              <a:extLst>
                <a:ext uri="{FF2B5EF4-FFF2-40B4-BE49-F238E27FC236}">
                  <a16:creationId xmlns:a16="http://schemas.microsoft.com/office/drawing/2014/main" id="{81EA6DE5-3412-EDF4-F11D-A0AFD620D46A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96;p1">
              <a:extLst>
                <a:ext uri="{FF2B5EF4-FFF2-40B4-BE49-F238E27FC236}">
                  <a16:creationId xmlns:a16="http://schemas.microsoft.com/office/drawing/2014/main" id="{1139EDC4-FA2E-3355-7F95-1DB4C047D064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297;p1">
            <a:extLst>
              <a:ext uri="{FF2B5EF4-FFF2-40B4-BE49-F238E27FC236}">
                <a16:creationId xmlns:a16="http://schemas.microsoft.com/office/drawing/2014/main" id="{9CE11297-5BB0-CDCF-BB69-E7108A7AAC91}"/>
              </a:ext>
            </a:extLst>
          </p:cNvPr>
          <p:cNvGrpSpPr/>
          <p:nvPr/>
        </p:nvGrpSpPr>
        <p:grpSpPr>
          <a:xfrm>
            <a:off x="6944623" y="4304833"/>
            <a:ext cx="582312" cy="467615"/>
            <a:chOff x="3482502" y="4727643"/>
            <a:chExt cx="642026" cy="515566"/>
          </a:xfrm>
        </p:grpSpPr>
        <p:sp>
          <p:nvSpPr>
            <p:cNvPr id="61" name="Google Shape;298;p1">
              <a:extLst>
                <a:ext uri="{FF2B5EF4-FFF2-40B4-BE49-F238E27FC236}">
                  <a16:creationId xmlns:a16="http://schemas.microsoft.com/office/drawing/2014/main" id="{26076221-1FFF-72A6-8986-E678ED72060E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99;p1">
              <a:extLst>
                <a:ext uri="{FF2B5EF4-FFF2-40B4-BE49-F238E27FC236}">
                  <a16:creationId xmlns:a16="http://schemas.microsoft.com/office/drawing/2014/main" id="{A6F90132-05E1-92F1-5D34-34B4C7D6F8AD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300;p1">
              <a:extLst>
                <a:ext uri="{FF2B5EF4-FFF2-40B4-BE49-F238E27FC236}">
                  <a16:creationId xmlns:a16="http://schemas.microsoft.com/office/drawing/2014/main" id="{D7889DC1-196C-0CD4-3484-30EEDA486909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301;p1">
              <a:extLst>
                <a:ext uri="{FF2B5EF4-FFF2-40B4-BE49-F238E27FC236}">
                  <a16:creationId xmlns:a16="http://schemas.microsoft.com/office/drawing/2014/main" id="{1EB758F3-E434-1F5F-9C5F-70D3F0321FF2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302;p1">
            <a:extLst>
              <a:ext uri="{FF2B5EF4-FFF2-40B4-BE49-F238E27FC236}">
                <a16:creationId xmlns:a16="http://schemas.microsoft.com/office/drawing/2014/main" id="{369C4D9B-0C78-B5E8-BABB-8B420E2D7E73}"/>
              </a:ext>
            </a:extLst>
          </p:cNvPr>
          <p:cNvGrpSpPr/>
          <p:nvPr/>
        </p:nvGrpSpPr>
        <p:grpSpPr>
          <a:xfrm>
            <a:off x="3817743" y="4282865"/>
            <a:ext cx="582312" cy="467615"/>
            <a:chOff x="3482502" y="4727643"/>
            <a:chExt cx="642026" cy="515566"/>
          </a:xfrm>
        </p:grpSpPr>
        <p:sp>
          <p:nvSpPr>
            <p:cNvPr id="66" name="Google Shape;303;p1">
              <a:extLst>
                <a:ext uri="{FF2B5EF4-FFF2-40B4-BE49-F238E27FC236}">
                  <a16:creationId xmlns:a16="http://schemas.microsoft.com/office/drawing/2014/main" id="{A2299E70-E149-CD61-55FA-DBCDE6655307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304;p1">
              <a:extLst>
                <a:ext uri="{FF2B5EF4-FFF2-40B4-BE49-F238E27FC236}">
                  <a16:creationId xmlns:a16="http://schemas.microsoft.com/office/drawing/2014/main" id="{4F618B36-BFCC-52B6-298B-0E008599FBF2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305;p1">
              <a:extLst>
                <a:ext uri="{FF2B5EF4-FFF2-40B4-BE49-F238E27FC236}">
                  <a16:creationId xmlns:a16="http://schemas.microsoft.com/office/drawing/2014/main" id="{0AB72077-4C1F-42AD-BE87-AAE1A2FD3B67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306;p1">
              <a:extLst>
                <a:ext uri="{FF2B5EF4-FFF2-40B4-BE49-F238E27FC236}">
                  <a16:creationId xmlns:a16="http://schemas.microsoft.com/office/drawing/2014/main" id="{EBD511A5-E2AF-F3BC-DE17-81C5043DBDB2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307;p1">
            <a:extLst>
              <a:ext uri="{FF2B5EF4-FFF2-40B4-BE49-F238E27FC236}">
                <a16:creationId xmlns:a16="http://schemas.microsoft.com/office/drawing/2014/main" id="{BECC2065-E16B-E6CC-ACBD-1C63D655DB8F}"/>
              </a:ext>
            </a:extLst>
          </p:cNvPr>
          <p:cNvGrpSpPr/>
          <p:nvPr/>
        </p:nvGrpSpPr>
        <p:grpSpPr>
          <a:xfrm>
            <a:off x="4448207" y="3753169"/>
            <a:ext cx="582312" cy="467615"/>
            <a:chOff x="3482502" y="4727643"/>
            <a:chExt cx="642026" cy="515566"/>
          </a:xfrm>
        </p:grpSpPr>
        <p:sp>
          <p:nvSpPr>
            <p:cNvPr id="71" name="Google Shape;308;p1">
              <a:extLst>
                <a:ext uri="{FF2B5EF4-FFF2-40B4-BE49-F238E27FC236}">
                  <a16:creationId xmlns:a16="http://schemas.microsoft.com/office/drawing/2014/main" id="{C9DE9746-9DAC-A8A4-7BDB-53F912CACC7C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309;p1">
              <a:extLst>
                <a:ext uri="{FF2B5EF4-FFF2-40B4-BE49-F238E27FC236}">
                  <a16:creationId xmlns:a16="http://schemas.microsoft.com/office/drawing/2014/main" id="{34D35E19-8B66-C8F3-4AB8-DF41A98F1EDC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310;p1">
              <a:extLst>
                <a:ext uri="{FF2B5EF4-FFF2-40B4-BE49-F238E27FC236}">
                  <a16:creationId xmlns:a16="http://schemas.microsoft.com/office/drawing/2014/main" id="{088C9C48-CEAF-AE31-5BD1-785116695F61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311;p1">
              <a:extLst>
                <a:ext uri="{FF2B5EF4-FFF2-40B4-BE49-F238E27FC236}">
                  <a16:creationId xmlns:a16="http://schemas.microsoft.com/office/drawing/2014/main" id="{37E48F90-C15B-A590-E47C-BB0CD97ECE1D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312;p1">
            <a:extLst>
              <a:ext uri="{FF2B5EF4-FFF2-40B4-BE49-F238E27FC236}">
                <a16:creationId xmlns:a16="http://schemas.microsoft.com/office/drawing/2014/main" id="{5BD7B3D7-012C-42ED-58AF-776EAD5627F4}"/>
              </a:ext>
            </a:extLst>
          </p:cNvPr>
          <p:cNvGrpSpPr/>
          <p:nvPr/>
        </p:nvGrpSpPr>
        <p:grpSpPr>
          <a:xfrm>
            <a:off x="5080641" y="3757562"/>
            <a:ext cx="582312" cy="467615"/>
            <a:chOff x="3482502" y="4727643"/>
            <a:chExt cx="642026" cy="515566"/>
          </a:xfrm>
        </p:grpSpPr>
        <p:sp>
          <p:nvSpPr>
            <p:cNvPr id="76" name="Google Shape;313;p1">
              <a:extLst>
                <a:ext uri="{FF2B5EF4-FFF2-40B4-BE49-F238E27FC236}">
                  <a16:creationId xmlns:a16="http://schemas.microsoft.com/office/drawing/2014/main" id="{3964109A-6687-0DBE-ADC5-D174AFDB6D8A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314;p1">
              <a:extLst>
                <a:ext uri="{FF2B5EF4-FFF2-40B4-BE49-F238E27FC236}">
                  <a16:creationId xmlns:a16="http://schemas.microsoft.com/office/drawing/2014/main" id="{B976BD1F-5AD6-2780-DDB3-584487B54394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315;p1">
              <a:extLst>
                <a:ext uri="{FF2B5EF4-FFF2-40B4-BE49-F238E27FC236}">
                  <a16:creationId xmlns:a16="http://schemas.microsoft.com/office/drawing/2014/main" id="{6ED116BE-6DB1-5A03-05B6-56EDFB1301B0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316;p1">
              <a:extLst>
                <a:ext uri="{FF2B5EF4-FFF2-40B4-BE49-F238E27FC236}">
                  <a16:creationId xmlns:a16="http://schemas.microsoft.com/office/drawing/2014/main" id="{70416601-1922-579E-7ABC-FDF22B8C5554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317;p1">
            <a:extLst>
              <a:ext uri="{FF2B5EF4-FFF2-40B4-BE49-F238E27FC236}">
                <a16:creationId xmlns:a16="http://schemas.microsoft.com/office/drawing/2014/main" id="{47601CBF-A4A8-B870-2799-D4CBD2312158}"/>
              </a:ext>
            </a:extLst>
          </p:cNvPr>
          <p:cNvGrpSpPr/>
          <p:nvPr/>
        </p:nvGrpSpPr>
        <p:grpSpPr>
          <a:xfrm>
            <a:off x="5701312" y="3761956"/>
            <a:ext cx="582312" cy="467615"/>
            <a:chOff x="3482502" y="4727643"/>
            <a:chExt cx="642026" cy="515566"/>
          </a:xfrm>
        </p:grpSpPr>
        <p:sp>
          <p:nvSpPr>
            <p:cNvPr id="81" name="Google Shape;318;p1">
              <a:extLst>
                <a:ext uri="{FF2B5EF4-FFF2-40B4-BE49-F238E27FC236}">
                  <a16:creationId xmlns:a16="http://schemas.microsoft.com/office/drawing/2014/main" id="{24034A10-3D43-570F-6C50-4628942AE2AB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319;p1">
              <a:extLst>
                <a:ext uri="{FF2B5EF4-FFF2-40B4-BE49-F238E27FC236}">
                  <a16:creationId xmlns:a16="http://schemas.microsoft.com/office/drawing/2014/main" id="{9F5855D7-22B6-9680-492F-AFE8EF73A86C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320;p1">
              <a:extLst>
                <a:ext uri="{FF2B5EF4-FFF2-40B4-BE49-F238E27FC236}">
                  <a16:creationId xmlns:a16="http://schemas.microsoft.com/office/drawing/2014/main" id="{03742714-0C4A-EA24-69E8-B9BE060A7E71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321;p1">
              <a:extLst>
                <a:ext uri="{FF2B5EF4-FFF2-40B4-BE49-F238E27FC236}">
                  <a16:creationId xmlns:a16="http://schemas.microsoft.com/office/drawing/2014/main" id="{53C0B6E8-65DC-1432-4813-E14228242F9F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322;p1">
            <a:extLst>
              <a:ext uri="{FF2B5EF4-FFF2-40B4-BE49-F238E27FC236}">
                <a16:creationId xmlns:a16="http://schemas.microsoft.com/office/drawing/2014/main" id="{39FE913A-9999-A625-432D-7E4D91A6D0EC}"/>
              </a:ext>
            </a:extLst>
          </p:cNvPr>
          <p:cNvGrpSpPr/>
          <p:nvPr/>
        </p:nvGrpSpPr>
        <p:grpSpPr>
          <a:xfrm>
            <a:off x="6327864" y="3766349"/>
            <a:ext cx="582312" cy="467615"/>
            <a:chOff x="3482502" y="4727643"/>
            <a:chExt cx="642026" cy="515566"/>
          </a:xfrm>
        </p:grpSpPr>
        <p:sp>
          <p:nvSpPr>
            <p:cNvPr id="86" name="Google Shape;323;p1">
              <a:extLst>
                <a:ext uri="{FF2B5EF4-FFF2-40B4-BE49-F238E27FC236}">
                  <a16:creationId xmlns:a16="http://schemas.microsoft.com/office/drawing/2014/main" id="{B7E94F7F-7A15-F551-030B-E8003FF619D2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324;p1">
              <a:extLst>
                <a:ext uri="{FF2B5EF4-FFF2-40B4-BE49-F238E27FC236}">
                  <a16:creationId xmlns:a16="http://schemas.microsoft.com/office/drawing/2014/main" id="{F83B6E72-257B-AFD5-57B0-1E90F5838014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325;p1">
              <a:extLst>
                <a:ext uri="{FF2B5EF4-FFF2-40B4-BE49-F238E27FC236}">
                  <a16:creationId xmlns:a16="http://schemas.microsoft.com/office/drawing/2014/main" id="{45B9F54A-30BA-237D-19C5-C7362A0922BE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326;p1">
              <a:extLst>
                <a:ext uri="{FF2B5EF4-FFF2-40B4-BE49-F238E27FC236}">
                  <a16:creationId xmlns:a16="http://schemas.microsoft.com/office/drawing/2014/main" id="{5C2135F6-9541-B22C-9A1C-9024816A63CA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327;p1">
            <a:extLst>
              <a:ext uri="{FF2B5EF4-FFF2-40B4-BE49-F238E27FC236}">
                <a16:creationId xmlns:a16="http://schemas.microsoft.com/office/drawing/2014/main" id="{D98F6843-D973-7433-8865-2505F24F3B8F}"/>
              </a:ext>
            </a:extLst>
          </p:cNvPr>
          <p:cNvGrpSpPr/>
          <p:nvPr/>
        </p:nvGrpSpPr>
        <p:grpSpPr>
          <a:xfrm>
            <a:off x="6948535" y="3770742"/>
            <a:ext cx="582312" cy="467615"/>
            <a:chOff x="3482502" y="4727643"/>
            <a:chExt cx="642026" cy="515566"/>
          </a:xfrm>
        </p:grpSpPr>
        <p:sp>
          <p:nvSpPr>
            <p:cNvPr id="91" name="Google Shape;328;p1">
              <a:extLst>
                <a:ext uri="{FF2B5EF4-FFF2-40B4-BE49-F238E27FC236}">
                  <a16:creationId xmlns:a16="http://schemas.microsoft.com/office/drawing/2014/main" id="{D4F13158-D484-3BA6-B93C-CC2093DDEC3A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329;p1">
              <a:extLst>
                <a:ext uri="{FF2B5EF4-FFF2-40B4-BE49-F238E27FC236}">
                  <a16:creationId xmlns:a16="http://schemas.microsoft.com/office/drawing/2014/main" id="{AB89568B-6D39-8D9B-4D31-BE418F9F7FB3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330;p1">
              <a:extLst>
                <a:ext uri="{FF2B5EF4-FFF2-40B4-BE49-F238E27FC236}">
                  <a16:creationId xmlns:a16="http://schemas.microsoft.com/office/drawing/2014/main" id="{3A2C4536-3926-97DD-0483-6207D571F5DF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331;p1">
              <a:extLst>
                <a:ext uri="{FF2B5EF4-FFF2-40B4-BE49-F238E27FC236}">
                  <a16:creationId xmlns:a16="http://schemas.microsoft.com/office/drawing/2014/main" id="{BE090063-A651-3B5A-350A-2D3BB051DE1D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332;p1">
            <a:extLst>
              <a:ext uri="{FF2B5EF4-FFF2-40B4-BE49-F238E27FC236}">
                <a16:creationId xmlns:a16="http://schemas.microsoft.com/office/drawing/2014/main" id="{FBD95340-D60C-B055-8227-BB977C60032B}"/>
              </a:ext>
            </a:extLst>
          </p:cNvPr>
          <p:cNvGrpSpPr/>
          <p:nvPr/>
        </p:nvGrpSpPr>
        <p:grpSpPr>
          <a:xfrm>
            <a:off x="3821655" y="3748776"/>
            <a:ext cx="582312" cy="467615"/>
            <a:chOff x="3482502" y="4727643"/>
            <a:chExt cx="642026" cy="515566"/>
          </a:xfrm>
        </p:grpSpPr>
        <p:sp>
          <p:nvSpPr>
            <p:cNvPr id="96" name="Google Shape;333;p1">
              <a:extLst>
                <a:ext uri="{FF2B5EF4-FFF2-40B4-BE49-F238E27FC236}">
                  <a16:creationId xmlns:a16="http://schemas.microsoft.com/office/drawing/2014/main" id="{C69FDC39-030C-6145-D998-4BEC9961CB68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334;p1">
              <a:extLst>
                <a:ext uri="{FF2B5EF4-FFF2-40B4-BE49-F238E27FC236}">
                  <a16:creationId xmlns:a16="http://schemas.microsoft.com/office/drawing/2014/main" id="{AB685909-20BB-819E-0285-7709A908E372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335;p1">
              <a:extLst>
                <a:ext uri="{FF2B5EF4-FFF2-40B4-BE49-F238E27FC236}">
                  <a16:creationId xmlns:a16="http://schemas.microsoft.com/office/drawing/2014/main" id="{6D4ED7FE-55AC-9EE1-27E6-C78787120DA4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336;p1">
              <a:extLst>
                <a:ext uri="{FF2B5EF4-FFF2-40B4-BE49-F238E27FC236}">
                  <a16:creationId xmlns:a16="http://schemas.microsoft.com/office/drawing/2014/main" id="{192E6389-75E3-B48C-8E52-540CF5935EC5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337;p1">
            <a:extLst>
              <a:ext uri="{FF2B5EF4-FFF2-40B4-BE49-F238E27FC236}">
                <a16:creationId xmlns:a16="http://schemas.microsoft.com/office/drawing/2014/main" id="{A7B384A1-8FBF-A9BA-3D7E-EB180C3DA721}"/>
              </a:ext>
            </a:extLst>
          </p:cNvPr>
          <p:cNvSpPr/>
          <p:nvPr/>
        </p:nvSpPr>
        <p:spPr>
          <a:xfrm>
            <a:off x="4445225" y="3230474"/>
            <a:ext cx="582312" cy="4676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338;p1">
            <a:extLst>
              <a:ext uri="{FF2B5EF4-FFF2-40B4-BE49-F238E27FC236}">
                <a16:creationId xmlns:a16="http://schemas.microsoft.com/office/drawing/2014/main" id="{018DD1D7-4227-EA7C-B6A8-4E9732E5B32B}"/>
              </a:ext>
            </a:extLst>
          </p:cNvPr>
          <p:cNvSpPr/>
          <p:nvPr/>
        </p:nvSpPr>
        <p:spPr>
          <a:xfrm>
            <a:off x="4808250" y="3489397"/>
            <a:ext cx="180819" cy="1822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339;p1">
            <a:extLst>
              <a:ext uri="{FF2B5EF4-FFF2-40B4-BE49-F238E27FC236}">
                <a16:creationId xmlns:a16="http://schemas.microsoft.com/office/drawing/2014/main" id="{6773C86E-AE9B-FAE7-7185-D57F73B992F2}"/>
              </a:ext>
            </a:extLst>
          </p:cNvPr>
          <p:cNvSpPr/>
          <p:nvPr/>
        </p:nvSpPr>
        <p:spPr>
          <a:xfrm>
            <a:off x="4487160" y="3282067"/>
            <a:ext cx="180819" cy="3490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340;p1">
            <a:extLst>
              <a:ext uri="{FF2B5EF4-FFF2-40B4-BE49-F238E27FC236}">
                <a16:creationId xmlns:a16="http://schemas.microsoft.com/office/drawing/2014/main" id="{E75F4807-3349-0760-77DC-0803768FEEF0}"/>
              </a:ext>
            </a:extLst>
          </p:cNvPr>
          <p:cNvSpPr/>
          <p:nvPr/>
        </p:nvSpPr>
        <p:spPr>
          <a:xfrm rot="5400000">
            <a:off x="4756154" y="3198685"/>
            <a:ext cx="180819" cy="2850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341;p1">
            <a:extLst>
              <a:ext uri="{FF2B5EF4-FFF2-40B4-BE49-F238E27FC236}">
                <a16:creationId xmlns:a16="http://schemas.microsoft.com/office/drawing/2014/main" id="{A21065A1-CBA9-E99C-1EA1-2DB08F8341EF}"/>
              </a:ext>
            </a:extLst>
          </p:cNvPr>
          <p:cNvSpPr/>
          <p:nvPr/>
        </p:nvSpPr>
        <p:spPr>
          <a:xfrm>
            <a:off x="5077659" y="3234868"/>
            <a:ext cx="582312" cy="4676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342;p1">
            <a:extLst>
              <a:ext uri="{FF2B5EF4-FFF2-40B4-BE49-F238E27FC236}">
                <a16:creationId xmlns:a16="http://schemas.microsoft.com/office/drawing/2014/main" id="{BC497850-C56C-DC4B-431B-B15B87EF6C47}"/>
              </a:ext>
            </a:extLst>
          </p:cNvPr>
          <p:cNvSpPr/>
          <p:nvPr/>
        </p:nvSpPr>
        <p:spPr>
          <a:xfrm>
            <a:off x="5440685" y="3493792"/>
            <a:ext cx="180819" cy="1822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343;p1">
            <a:extLst>
              <a:ext uri="{FF2B5EF4-FFF2-40B4-BE49-F238E27FC236}">
                <a16:creationId xmlns:a16="http://schemas.microsoft.com/office/drawing/2014/main" id="{19BFA015-249F-03EE-6DF5-62DD469574D8}"/>
              </a:ext>
            </a:extLst>
          </p:cNvPr>
          <p:cNvSpPr/>
          <p:nvPr/>
        </p:nvSpPr>
        <p:spPr>
          <a:xfrm>
            <a:off x="5119594" y="3286461"/>
            <a:ext cx="180819" cy="3490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344;p1">
            <a:extLst>
              <a:ext uri="{FF2B5EF4-FFF2-40B4-BE49-F238E27FC236}">
                <a16:creationId xmlns:a16="http://schemas.microsoft.com/office/drawing/2014/main" id="{F0FB5C3D-5C7F-CCF9-A22F-2FCCB2E67048}"/>
              </a:ext>
            </a:extLst>
          </p:cNvPr>
          <p:cNvSpPr/>
          <p:nvPr/>
        </p:nvSpPr>
        <p:spPr>
          <a:xfrm rot="5400000">
            <a:off x="5388589" y="3203078"/>
            <a:ext cx="180819" cy="2850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345;p1">
            <a:extLst>
              <a:ext uri="{FF2B5EF4-FFF2-40B4-BE49-F238E27FC236}">
                <a16:creationId xmlns:a16="http://schemas.microsoft.com/office/drawing/2014/main" id="{92339980-C6B3-B57A-2C41-5963CECC9900}"/>
              </a:ext>
            </a:extLst>
          </p:cNvPr>
          <p:cNvSpPr/>
          <p:nvPr/>
        </p:nvSpPr>
        <p:spPr>
          <a:xfrm>
            <a:off x="5698329" y="3239261"/>
            <a:ext cx="582312" cy="4676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346;p1">
            <a:extLst>
              <a:ext uri="{FF2B5EF4-FFF2-40B4-BE49-F238E27FC236}">
                <a16:creationId xmlns:a16="http://schemas.microsoft.com/office/drawing/2014/main" id="{C489487F-2C7C-B471-A44B-2A3A1E1FADFC}"/>
              </a:ext>
            </a:extLst>
          </p:cNvPr>
          <p:cNvSpPr/>
          <p:nvPr/>
        </p:nvSpPr>
        <p:spPr>
          <a:xfrm>
            <a:off x="6061354" y="3498185"/>
            <a:ext cx="180819" cy="1822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347;p1">
            <a:extLst>
              <a:ext uri="{FF2B5EF4-FFF2-40B4-BE49-F238E27FC236}">
                <a16:creationId xmlns:a16="http://schemas.microsoft.com/office/drawing/2014/main" id="{4E1DC479-424A-39F3-1F26-DA8F491A916E}"/>
              </a:ext>
            </a:extLst>
          </p:cNvPr>
          <p:cNvSpPr/>
          <p:nvPr/>
        </p:nvSpPr>
        <p:spPr>
          <a:xfrm>
            <a:off x="5740265" y="3290853"/>
            <a:ext cx="180819" cy="3490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348;p1">
            <a:extLst>
              <a:ext uri="{FF2B5EF4-FFF2-40B4-BE49-F238E27FC236}">
                <a16:creationId xmlns:a16="http://schemas.microsoft.com/office/drawing/2014/main" id="{92B8B86C-E72D-06F4-7A59-7ECB204A6120}"/>
              </a:ext>
            </a:extLst>
          </p:cNvPr>
          <p:cNvSpPr/>
          <p:nvPr/>
        </p:nvSpPr>
        <p:spPr>
          <a:xfrm rot="5400000">
            <a:off x="6009260" y="3207471"/>
            <a:ext cx="180819" cy="2850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349;p1">
            <a:extLst>
              <a:ext uri="{FF2B5EF4-FFF2-40B4-BE49-F238E27FC236}">
                <a16:creationId xmlns:a16="http://schemas.microsoft.com/office/drawing/2014/main" id="{0DF584A3-C8CC-7F16-B712-9FCECF437F23}"/>
              </a:ext>
            </a:extLst>
          </p:cNvPr>
          <p:cNvSpPr/>
          <p:nvPr/>
        </p:nvSpPr>
        <p:spPr>
          <a:xfrm>
            <a:off x="6324883" y="3243654"/>
            <a:ext cx="582312" cy="4676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350;p1">
            <a:extLst>
              <a:ext uri="{FF2B5EF4-FFF2-40B4-BE49-F238E27FC236}">
                <a16:creationId xmlns:a16="http://schemas.microsoft.com/office/drawing/2014/main" id="{ADDDE363-BE84-049D-D69F-DC5BF9D94E14}"/>
              </a:ext>
            </a:extLst>
          </p:cNvPr>
          <p:cNvSpPr/>
          <p:nvPr/>
        </p:nvSpPr>
        <p:spPr>
          <a:xfrm>
            <a:off x="6687908" y="3502578"/>
            <a:ext cx="180819" cy="1822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351;p1">
            <a:extLst>
              <a:ext uri="{FF2B5EF4-FFF2-40B4-BE49-F238E27FC236}">
                <a16:creationId xmlns:a16="http://schemas.microsoft.com/office/drawing/2014/main" id="{090DE6E6-9C2E-9672-3736-9F071C5262A7}"/>
              </a:ext>
            </a:extLst>
          </p:cNvPr>
          <p:cNvSpPr/>
          <p:nvPr/>
        </p:nvSpPr>
        <p:spPr>
          <a:xfrm>
            <a:off x="6366817" y="3295247"/>
            <a:ext cx="180819" cy="3490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352;p1">
            <a:extLst>
              <a:ext uri="{FF2B5EF4-FFF2-40B4-BE49-F238E27FC236}">
                <a16:creationId xmlns:a16="http://schemas.microsoft.com/office/drawing/2014/main" id="{FE6877FE-6CBE-7C63-D821-947577E65129}"/>
              </a:ext>
            </a:extLst>
          </p:cNvPr>
          <p:cNvSpPr/>
          <p:nvPr/>
        </p:nvSpPr>
        <p:spPr>
          <a:xfrm rot="5400000">
            <a:off x="6635812" y="3211865"/>
            <a:ext cx="180819" cy="2850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353;p1">
            <a:extLst>
              <a:ext uri="{FF2B5EF4-FFF2-40B4-BE49-F238E27FC236}">
                <a16:creationId xmlns:a16="http://schemas.microsoft.com/office/drawing/2014/main" id="{04040364-1AEF-2CDC-A91F-7A499C3EA239}"/>
              </a:ext>
            </a:extLst>
          </p:cNvPr>
          <p:cNvSpPr/>
          <p:nvPr/>
        </p:nvSpPr>
        <p:spPr>
          <a:xfrm>
            <a:off x="6945552" y="3248048"/>
            <a:ext cx="582312" cy="4676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354;p1">
            <a:extLst>
              <a:ext uri="{FF2B5EF4-FFF2-40B4-BE49-F238E27FC236}">
                <a16:creationId xmlns:a16="http://schemas.microsoft.com/office/drawing/2014/main" id="{82A7D798-9BAE-CB07-FB33-01CC54233F2B}"/>
              </a:ext>
            </a:extLst>
          </p:cNvPr>
          <p:cNvSpPr/>
          <p:nvPr/>
        </p:nvSpPr>
        <p:spPr>
          <a:xfrm>
            <a:off x="7308578" y="3506972"/>
            <a:ext cx="180819" cy="18221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355;p1">
            <a:extLst>
              <a:ext uri="{FF2B5EF4-FFF2-40B4-BE49-F238E27FC236}">
                <a16:creationId xmlns:a16="http://schemas.microsoft.com/office/drawing/2014/main" id="{A208B400-5765-DD91-3BEF-ED394A23A75B}"/>
              </a:ext>
            </a:extLst>
          </p:cNvPr>
          <p:cNvSpPr/>
          <p:nvPr/>
        </p:nvSpPr>
        <p:spPr>
          <a:xfrm>
            <a:off x="6987488" y="3299641"/>
            <a:ext cx="180819" cy="3490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356;p1">
            <a:extLst>
              <a:ext uri="{FF2B5EF4-FFF2-40B4-BE49-F238E27FC236}">
                <a16:creationId xmlns:a16="http://schemas.microsoft.com/office/drawing/2014/main" id="{8609A157-E1A2-3579-373B-D0DF7B1DAFB4}"/>
              </a:ext>
            </a:extLst>
          </p:cNvPr>
          <p:cNvSpPr/>
          <p:nvPr/>
        </p:nvSpPr>
        <p:spPr>
          <a:xfrm rot="5400000">
            <a:off x="7256482" y="3216258"/>
            <a:ext cx="180819" cy="2850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357;p1">
            <a:extLst>
              <a:ext uri="{FF2B5EF4-FFF2-40B4-BE49-F238E27FC236}">
                <a16:creationId xmlns:a16="http://schemas.microsoft.com/office/drawing/2014/main" id="{5881E7AE-338E-C052-F975-A1589F003148}"/>
              </a:ext>
            </a:extLst>
          </p:cNvPr>
          <p:cNvSpPr/>
          <p:nvPr/>
        </p:nvSpPr>
        <p:spPr>
          <a:xfrm>
            <a:off x="2326967" y="5502444"/>
            <a:ext cx="749948" cy="56889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1"/>
              <a:buFont typeface="Arial"/>
              <a:buNone/>
            </a:pPr>
            <a:r>
              <a:rPr lang="en-US" sz="1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358;p1">
            <a:extLst>
              <a:ext uri="{FF2B5EF4-FFF2-40B4-BE49-F238E27FC236}">
                <a16:creationId xmlns:a16="http://schemas.microsoft.com/office/drawing/2014/main" id="{9DA47635-8997-0AE9-E28F-400B2FC2FE0A}"/>
              </a:ext>
            </a:extLst>
          </p:cNvPr>
          <p:cNvCxnSpPr/>
          <p:nvPr/>
        </p:nvCxnSpPr>
        <p:spPr>
          <a:xfrm>
            <a:off x="3078271" y="5837530"/>
            <a:ext cx="612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2" name="Google Shape;359;p1">
            <a:extLst>
              <a:ext uri="{FF2B5EF4-FFF2-40B4-BE49-F238E27FC236}">
                <a16:creationId xmlns:a16="http://schemas.microsoft.com/office/drawing/2014/main" id="{55953607-82BE-CC25-77F0-5AA83D44365D}"/>
              </a:ext>
            </a:extLst>
          </p:cNvPr>
          <p:cNvGrpSpPr/>
          <p:nvPr/>
        </p:nvGrpSpPr>
        <p:grpSpPr>
          <a:xfrm>
            <a:off x="4446239" y="5333978"/>
            <a:ext cx="582312" cy="467615"/>
            <a:chOff x="3482502" y="4727643"/>
            <a:chExt cx="642026" cy="515566"/>
          </a:xfrm>
        </p:grpSpPr>
        <p:sp>
          <p:nvSpPr>
            <p:cNvPr id="123" name="Google Shape;360;p1">
              <a:extLst>
                <a:ext uri="{FF2B5EF4-FFF2-40B4-BE49-F238E27FC236}">
                  <a16:creationId xmlns:a16="http://schemas.microsoft.com/office/drawing/2014/main" id="{F3FA9C15-6602-4DCA-4C6E-804FD7A1A2BB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361;p1">
              <a:extLst>
                <a:ext uri="{FF2B5EF4-FFF2-40B4-BE49-F238E27FC236}">
                  <a16:creationId xmlns:a16="http://schemas.microsoft.com/office/drawing/2014/main" id="{77CB1509-93A5-DAE9-EC1D-AD9FDFBD492E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362;p1">
              <a:extLst>
                <a:ext uri="{FF2B5EF4-FFF2-40B4-BE49-F238E27FC236}">
                  <a16:creationId xmlns:a16="http://schemas.microsoft.com/office/drawing/2014/main" id="{ACFAAB42-199A-DC23-6C0A-B4E255D0A3DB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363;p1">
              <a:extLst>
                <a:ext uri="{FF2B5EF4-FFF2-40B4-BE49-F238E27FC236}">
                  <a16:creationId xmlns:a16="http://schemas.microsoft.com/office/drawing/2014/main" id="{EAD18018-6499-DC6F-F12C-FC958738D4AD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364;p1">
            <a:extLst>
              <a:ext uri="{FF2B5EF4-FFF2-40B4-BE49-F238E27FC236}">
                <a16:creationId xmlns:a16="http://schemas.microsoft.com/office/drawing/2014/main" id="{623C7EBA-BB10-0535-86DE-BC51CD655893}"/>
              </a:ext>
            </a:extLst>
          </p:cNvPr>
          <p:cNvGrpSpPr/>
          <p:nvPr/>
        </p:nvGrpSpPr>
        <p:grpSpPr>
          <a:xfrm>
            <a:off x="5078672" y="5338372"/>
            <a:ext cx="582312" cy="467615"/>
            <a:chOff x="3482502" y="4727643"/>
            <a:chExt cx="642026" cy="515566"/>
          </a:xfrm>
        </p:grpSpPr>
        <p:sp>
          <p:nvSpPr>
            <p:cNvPr id="128" name="Google Shape;365;p1">
              <a:extLst>
                <a:ext uri="{FF2B5EF4-FFF2-40B4-BE49-F238E27FC236}">
                  <a16:creationId xmlns:a16="http://schemas.microsoft.com/office/drawing/2014/main" id="{E889201A-B45E-A423-7739-7CE35B96AFDD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366;p1">
              <a:extLst>
                <a:ext uri="{FF2B5EF4-FFF2-40B4-BE49-F238E27FC236}">
                  <a16:creationId xmlns:a16="http://schemas.microsoft.com/office/drawing/2014/main" id="{2491641A-3583-7CAE-32EA-DF427C8D8A75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367;p1">
              <a:extLst>
                <a:ext uri="{FF2B5EF4-FFF2-40B4-BE49-F238E27FC236}">
                  <a16:creationId xmlns:a16="http://schemas.microsoft.com/office/drawing/2014/main" id="{04CE497C-13B9-55D3-D8A1-0CE0536435BF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368;p1">
              <a:extLst>
                <a:ext uri="{FF2B5EF4-FFF2-40B4-BE49-F238E27FC236}">
                  <a16:creationId xmlns:a16="http://schemas.microsoft.com/office/drawing/2014/main" id="{5D36204C-8232-C7B7-B5C9-AF2036127FF4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369;p1">
            <a:extLst>
              <a:ext uri="{FF2B5EF4-FFF2-40B4-BE49-F238E27FC236}">
                <a16:creationId xmlns:a16="http://schemas.microsoft.com/office/drawing/2014/main" id="{8A420E0D-3000-E242-ED62-D91135580AE8}"/>
              </a:ext>
            </a:extLst>
          </p:cNvPr>
          <p:cNvGrpSpPr/>
          <p:nvPr/>
        </p:nvGrpSpPr>
        <p:grpSpPr>
          <a:xfrm>
            <a:off x="5699343" y="5342765"/>
            <a:ext cx="582312" cy="467615"/>
            <a:chOff x="3482502" y="4727643"/>
            <a:chExt cx="642026" cy="515566"/>
          </a:xfrm>
        </p:grpSpPr>
        <p:sp>
          <p:nvSpPr>
            <p:cNvPr id="133" name="Google Shape;370;p1">
              <a:extLst>
                <a:ext uri="{FF2B5EF4-FFF2-40B4-BE49-F238E27FC236}">
                  <a16:creationId xmlns:a16="http://schemas.microsoft.com/office/drawing/2014/main" id="{4B5D9584-A6B2-F95A-D8FF-75FBB0155607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371;p1">
              <a:extLst>
                <a:ext uri="{FF2B5EF4-FFF2-40B4-BE49-F238E27FC236}">
                  <a16:creationId xmlns:a16="http://schemas.microsoft.com/office/drawing/2014/main" id="{EA1CE4F9-8491-3076-48CD-31F0ACA48BBE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372;p1">
              <a:extLst>
                <a:ext uri="{FF2B5EF4-FFF2-40B4-BE49-F238E27FC236}">
                  <a16:creationId xmlns:a16="http://schemas.microsoft.com/office/drawing/2014/main" id="{A3ECCD1D-22B9-1562-BD78-6BAD1482D1F2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373;p1">
              <a:extLst>
                <a:ext uri="{FF2B5EF4-FFF2-40B4-BE49-F238E27FC236}">
                  <a16:creationId xmlns:a16="http://schemas.microsoft.com/office/drawing/2014/main" id="{63B89653-8512-E94E-E607-0070532FB090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374;p1">
            <a:extLst>
              <a:ext uri="{FF2B5EF4-FFF2-40B4-BE49-F238E27FC236}">
                <a16:creationId xmlns:a16="http://schemas.microsoft.com/office/drawing/2014/main" id="{ACF7C0E9-EDA3-1781-7D18-89FC1CDE55E5}"/>
              </a:ext>
            </a:extLst>
          </p:cNvPr>
          <p:cNvGrpSpPr/>
          <p:nvPr/>
        </p:nvGrpSpPr>
        <p:grpSpPr>
          <a:xfrm>
            <a:off x="6325895" y="5347158"/>
            <a:ext cx="582312" cy="467615"/>
            <a:chOff x="3482502" y="4727643"/>
            <a:chExt cx="642026" cy="515566"/>
          </a:xfrm>
        </p:grpSpPr>
        <p:sp>
          <p:nvSpPr>
            <p:cNvPr id="138" name="Google Shape;375;p1">
              <a:extLst>
                <a:ext uri="{FF2B5EF4-FFF2-40B4-BE49-F238E27FC236}">
                  <a16:creationId xmlns:a16="http://schemas.microsoft.com/office/drawing/2014/main" id="{87A58008-15F3-9853-030E-FC8486E3A236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376;p1">
              <a:extLst>
                <a:ext uri="{FF2B5EF4-FFF2-40B4-BE49-F238E27FC236}">
                  <a16:creationId xmlns:a16="http://schemas.microsoft.com/office/drawing/2014/main" id="{774F7918-B22D-E1A2-7E23-1B521AE36E0D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377;p1">
              <a:extLst>
                <a:ext uri="{FF2B5EF4-FFF2-40B4-BE49-F238E27FC236}">
                  <a16:creationId xmlns:a16="http://schemas.microsoft.com/office/drawing/2014/main" id="{0BDBE6E3-7358-C247-7F17-D199D1A46471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378;p1">
              <a:extLst>
                <a:ext uri="{FF2B5EF4-FFF2-40B4-BE49-F238E27FC236}">
                  <a16:creationId xmlns:a16="http://schemas.microsoft.com/office/drawing/2014/main" id="{FA5AB70D-34CA-41E4-3906-FBE5D21DCA7C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379;p1">
            <a:extLst>
              <a:ext uri="{FF2B5EF4-FFF2-40B4-BE49-F238E27FC236}">
                <a16:creationId xmlns:a16="http://schemas.microsoft.com/office/drawing/2014/main" id="{A443253A-4C98-2A92-F808-17950E88C4A4}"/>
              </a:ext>
            </a:extLst>
          </p:cNvPr>
          <p:cNvGrpSpPr/>
          <p:nvPr/>
        </p:nvGrpSpPr>
        <p:grpSpPr>
          <a:xfrm>
            <a:off x="6946565" y="5351553"/>
            <a:ext cx="582312" cy="467615"/>
            <a:chOff x="3482502" y="4727643"/>
            <a:chExt cx="642026" cy="515566"/>
          </a:xfrm>
        </p:grpSpPr>
        <p:sp>
          <p:nvSpPr>
            <p:cNvPr id="143" name="Google Shape;380;p1">
              <a:extLst>
                <a:ext uri="{FF2B5EF4-FFF2-40B4-BE49-F238E27FC236}">
                  <a16:creationId xmlns:a16="http://schemas.microsoft.com/office/drawing/2014/main" id="{CD8A7F47-9A33-0321-BA30-BE866FCA6401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381;p1">
              <a:extLst>
                <a:ext uri="{FF2B5EF4-FFF2-40B4-BE49-F238E27FC236}">
                  <a16:creationId xmlns:a16="http://schemas.microsoft.com/office/drawing/2014/main" id="{DA15049B-5266-7A3D-E3E3-902799B5D012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382;p1">
              <a:extLst>
                <a:ext uri="{FF2B5EF4-FFF2-40B4-BE49-F238E27FC236}">
                  <a16:creationId xmlns:a16="http://schemas.microsoft.com/office/drawing/2014/main" id="{D2B6CFE5-6AB6-1B5B-82FA-E7AAC2683797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383;p1">
              <a:extLst>
                <a:ext uri="{FF2B5EF4-FFF2-40B4-BE49-F238E27FC236}">
                  <a16:creationId xmlns:a16="http://schemas.microsoft.com/office/drawing/2014/main" id="{FEACCF94-E530-5846-5266-EAB319519416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384;p1">
            <a:extLst>
              <a:ext uri="{FF2B5EF4-FFF2-40B4-BE49-F238E27FC236}">
                <a16:creationId xmlns:a16="http://schemas.microsoft.com/office/drawing/2014/main" id="{63A0B474-27A2-FAD2-52AF-0C9C8E181ACA}"/>
              </a:ext>
            </a:extLst>
          </p:cNvPr>
          <p:cNvGrpSpPr/>
          <p:nvPr/>
        </p:nvGrpSpPr>
        <p:grpSpPr>
          <a:xfrm>
            <a:off x="3819685" y="5329585"/>
            <a:ext cx="582312" cy="467615"/>
            <a:chOff x="3482502" y="4727643"/>
            <a:chExt cx="642026" cy="515566"/>
          </a:xfrm>
        </p:grpSpPr>
        <p:sp>
          <p:nvSpPr>
            <p:cNvPr id="148" name="Google Shape;385;p1">
              <a:extLst>
                <a:ext uri="{FF2B5EF4-FFF2-40B4-BE49-F238E27FC236}">
                  <a16:creationId xmlns:a16="http://schemas.microsoft.com/office/drawing/2014/main" id="{AFC965DA-EA40-2652-7DBD-F30790EC8833}"/>
                </a:ext>
              </a:extLst>
            </p:cNvPr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386;p1">
              <a:extLst>
                <a:ext uri="{FF2B5EF4-FFF2-40B4-BE49-F238E27FC236}">
                  <a16:creationId xmlns:a16="http://schemas.microsoft.com/office/drawing/2014/main" id="{2E93C110-48D5-D879-CB42-E2DEA207211F}"/>
                </a:ext>
              </a:extLst>
            </p:cNvPr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387;p1">
              <a:extLst>
                <a:ext uri="{FF2B5EF4-FFF2-40B4-BE49-F238E27FC236}">
                  <a16:creationId xmlns:a16="http://schemas.microsoft.com/office/drawing/2014/main" id="{A159F057-F2AB-B9C6-D6C3-2D8F96660524}"/>
                </a:ext>
              </a:extLst>
            </p:cNvPr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388;p1">
              <a:extLst>
                <a:ext uri="{FF2B5EF4-FFF2-40B4-BE49-F238E27FC236}">
                  <a16:creationId xmlns:a16="http://schemas.microsoft.com/office/drawing/2014/main" id="{F9D1F1C5-042D-0E8D-9D87-A2F2592B0498}"/>
                </a:ext>
              </a:extLst>
            </p:cNvPr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2" name="Google Shape;389;p1">
            <a:extLst>
              <a:ext uri="{FF2B5EF4-FFF2-40B4-BE49-F238E27FC236}">
                <a16:creationId xmlns:a16="http://schemas.microsoft.com/office/drawing/2014/main" id="{C758E718-2C8F-6276-A5EC-1743FFA8081A}"/>
              </a:ext>
            </a:extLst>
          </p:cNvPr>
          <p:cNvCxnSpPr/>
          <p:nvPr/>
        </p:nvCxnSpPr>
        <p:spPr>
          <a:xfrm>
            <a:off x="4427723" y="31834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3" name="Google Shape;390;p1">
            <a:extLst>
              <a:ext uri="{FF2B5EF4-FFF2-40B4-BE49-F238E27FC236}">
                <a16:creationId xmlns:a16="http://schemas.microsoft.com/office/drawing/2014/main" id="{06526D51-969E-5EE2-9FC7-5597EFC15911}"/>
              </a:ext>
            </a:extLst>
          </p:cNvPr>
          <p:cNvCxnSpPr/>
          <p:nvPr/>
        </p:nvCxnSpPr>
        <p:spPr>
          <a:xfrm>
            <a:off x="5053407" y="31806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391;p1">
            <a:extLst>
              <a:ext uri="{FF2B5EF4-FFF2-40B4-BE49-F238E27FC236}">
                <a16:creationId xmlns:a16="http://schemas.microsoft.com/office/drawing/2014/main" id="{D6203832-EDF9-D55A-D135-1C1B85509996}"/>
              </a:ext>
            </a:extLst>
          </p:cNvPr>
          <p:cNvCxnSpPr/>
          <p:nvPr/>
        </p:nvCxnSpPr>
        <p:spPr>
          <a:xfrm>
            <a:off x="5679089" y="31806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" name="Google Shape;392;p1">
            <a:extLst>
              <a:ext uri="{FF2B5EF4-FFF2-40B4-BE49-F238E27FC236}">
                <a16:creationId xmlns:a16="http://schemas.microsoft.com/office/drawing/2014/main" id="{1CDCB53D-CE45-DD74-9AFD-86C73EFC042F}"/>
              </a:ext>
            </a:extLst>
          </p:cNvPr>
          <p:cNvCxnSpPr/>
          <p:nvPr/>
        </p:nvCxnSpPr>
        <p:spPr>
          <a:xfrm>
            <a:off x="6304773" y="31806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393;p1">
            <a:extLst>
              <a:ext uri="{FF2B5EF4-FFF2-40B4-BE49-F238E27FC236}">
                <a16:creationId xmlns:a16="http://schemas.microsoft.com/office/drawing/2014/main" id="{825D5ED5-7149-69ED-C6F0-3A2C1AAB8DF1}"/>
              </a:ext>
            </a:extLst>
          </p:cNvPr>
          <p:cNvCxnSpPr/>
          <p:nvPr/>
        </p:nvCxnSpPr>
        <p:spPr>
          <a:xfrm>
            <a:off x="6930456" y="31806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394;p1">
            <a:extLst>
              <a:ext uri="{FF2B5EF4-FFF2-40B4-BE49-F238E27FC236}">
                <a16:creationId xmlns:a16="http://schemas.microsoft.com/office/drawing/2014/main" id="{1632F393-5113-81BE-0AF2-CD715DE65962}"/>
              </a:ext>
            </a:extLst>
          </p:cNvPr>
          <p:cNvSpPr/>
          <p:nvPr/>
        </p:nvSpPr>
        <p:spPr>
          <a:xfrm>
            <a:off x="4259708" y="6190072"/>
            <a:ext cx="2922595" cy="25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101: neural network processor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58" name="Google Shape;395;p1">
            <a:extLst>
              <a:ext uri="{FF2B5EF4-FFF2-40B4-BE49-F238E27FC236}">
                <a16:creationId xmlns:a16="http://schemas.microsoft.com/office/drawing/2014/main" id="{28664A62-2586-8A26-CBD2-89C885DD6444}"/>
              </a:ext>
            </a:extLst>
          </p:cNvPr>
          <p:cNvCxnSpPr>
            <a:stCxn id="157" idx="0"/>
          </p:cNvCxnSpPr>
          <p:nvPr/>
        </p:nvCxnSpPr>
        <p:spPr>
          <a:xfrm rot="-5400000">
            <a:off x="5654406" y="6089272"/>
            <a:ext cx="167400" cy="34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" name="Google Shape;396;p1">
            <a:extLst>
              <a:ext uri="{FF2B5EF4-FFF2-40B4-BE49-F238E27FC236}">
                <a16:creationId xmlns:a16="http://schemas.microsoft.com/office/drawing/2014/main" id="{14A00545-F1AA-0D1E-C974-B7A78AA43A93}"/>
              </a:ext>
            </a:extLst>
          </p:cNvPr>
          <p:cNvCxnSpPr/>
          <p:nvPr/>
        </p:nvCxnSpPr>
        <p:spPr>
          <a:xfrm rot="10800000">
            <a:off x="3803118" y="3740741"/>
            <a:ext cx="37997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0" name="Google Shape;397;p1">
            <a:extLst>
              <a:ext uri="{FF2B5EF4-FFF2-40B4-BE49-F238E27FC236}">
                <a16:creationId xmlns:a16="http://schemas.microsoft.com/office/drawing/2014/main" id="{CD46A629-16B1-F9B4-213A-05A7E83E33E1}"/>
              </a:ext>
            </a:extLst>
          </p:cNvPr>
          <p:cNvCxnSpPr/>
          <p:nvPr/>
        </p:nvCxnSpPr>
        <p:spPr>
          <a:xfrm rot="10800000">
            <a:off x="3803118" y="4263153"/>
            <a:ext cx="37997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1" name="Google Shape;398;p1">
            <a:extLst>
              <a:ext uri="{FF2B5EF4-FFF2-40B4-BE49-F238E27FC236}">
                <a16:creationId xmlns:a16="http://schemas.microsoft.com/office/drawing/2014/main" id="{C6934718-3061-60A9-F4EE-5891B932E583}"/>
              </a:ext>
            </a:extLst>
          </p:cNvPr>
          <p:cNvCxnSpPr/>
          <p:nvPr/>
        </p:nvCxnSpPr>
        <p:spPr>
          <a:xfrm rot="10800000">
            <a:off x="3803118" y="4785563"/>
            <a:ext cx="37997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" name="Google Shape;399;p1">
            <a:extLst>
              <a:ext uri="{FF2B5EF4-FFF2-40B4-BE49-F238E27FC236}">
                <a16:creationId xmlns:a16="http://schemas.microsoft.com/office/drawing/2014/main" id="{AFEE5C02-0691-B2AA-CA61-ACCF7473D3E8}"/>
              </a:ext>
            </a:extLst>
          </p:cNvPr>
          <p:cNvCxnSpPr/>
          <p:nvPr/>
        </p:nvCxnSpPr>
        <p:spPr>
          <a:xfrm rot="10800000">
            <a:off x="3803118" y="5307974"/>
            <a:ext cx="37997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400;p1">
            <a:extLst>
              <a:ext uri="{FF2B5EF4-FFF2-40B4-BE49-F238E27FC236}">
                <a16:creationId xmlns:a16="http://schemas.microsoft.com/office/drawing/2014/main" id="{48319559-FD0B-F05F-C2B4-67EDF3CAFCAD}"/>
              </a:ext>
            </a:extLst>
          </p:cNvPr>
          <p:cNvSpPr/>
          <p:nvPr/>
        </p:nvSpPr>
        <p:spPr>
          <a:xfrm>
            <a:off x="7711389" y="4005212"/>
            <a:ext cx="1388522" cy="42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103: on-chip network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64" name="Google Shape;401;p1">
            <a:extLst>
              <a:ext uri="{FF2B5EF4-FFF2-40B4-BE49-F238E27FC236}">
                <a16:creationId xmlns:a16="http://schemas.microsoft.com/office/drawing/2014/main" id="{2B3BACCE-DC60-6C06-55FB-016287FA1EEE}"/>
              </a:ext>
            </a:extLst>
          </p:cNvPr>
          <p:cNvCxnSpPr/>
          <p:nvPr/>
        </p:nvCxnSpPr>
        <p:spPr>
          <a:xfrm rot="10800000" flipH="1">
            <a:off x="7550926" y="4095523"/>
            <a:ext cx="228600" cy="44400"/>
          </a:xfrm>
          <a:prstGeom prst="curved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" name="Google Shape;402;p1">
            <a:extLst>
              <a:ext uri="{FF2B5EF4-FFF2-40B4-BE49-F238E27FC236}">
                <a16:creationId xmlns:a16="http://schemas.microsoft.com/office/drawing/2014/main" id="{60B05241-CBC3-F495-EFF2-56B8BAE9BF87}"/>
              </a:ext>
            </a:extLst>
          </p:cNvPr>
          <p:cNvSpPr/>
          <p:nvPr/>
        </p:nvSpPr>
        <p:spPr>
          <a:xfrm>
            <a:off x="7726815" y="2584573"/>
            <a:ext cx="135767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540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102: neural network core</a:t>
            </a:r>
            <a:endParaRPr sz="105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66" name="Google Shape;403;p1">
            <a:extLst>
              <a:ext uri="{FF2B5EF4-FFF2-40B4-BE49-F238E27FC236}">
                <a16:creationId xmlns:a16="http://schemas.microsoft.com/office/drawing/2014/main" id="{204C5ACC-1A50-856C-B47C-FE46352F7936}"/>
              </a:ext>
            </a:extLst>
          </p:cNvPr>
          <p:cNvCxnSpPr/>
          <p:nvPr/>
        </p:nvCxnSpPr>
        <p:spPr>
          <a:xfrm rot="10800000">
            <a:off x="4280282" y="3605780"/>
            <a:ext cx="147443" cy="13496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" name="Google Shape;404;p1">
            <a:extLst>
              <a:ext uri="{FF2B5EF4-FFF2-40B4-BE49-F238E27FC236}">
                <a16:creationId xmlns:a16="http://schemas.microsoft.com/office/drawing/2014/main" id="{12B36F3C-BA80-970D-E09A-7F632E0D99A4}"/>
              </a:ext>
            </a:extLst>
          </p:cNvPr>
          <p:cNvCxnSpPr/>
          <p:nvPr/>
        </p:nvCxnSpPr>
        <p:spPr>
          <a:xfrm rot="10800000">
            <a:off x="4971444" y="3653538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8" name="Google Shape;405;p1">
            <a:extLst>
              <a:ext uri="{FF2B5EF4-FFF2-40B4-BE49-F238E27FC236}">
                <a16:creationId xmlns:a16="http://schemas.microsoft.com/office/drawing/2014/main" id="{673B35EB-499E-7C4A-C40D-95AC9CA38B21}"/>
              </a:ext>
            </a:extLst>
          </p:cNvPr>
          <p:cNvCxnSpPr/>
          <p:nvPr/>
        </p:nvCxnSpPr>
        <p:spPr>
          <a:xfrm rot="10800000">
            <a:off x="5596049" y="365262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406;p1">
            <a:extLst>
              <a:ext uri="{FF2B5EF4-FFF2-40B4-BE49-F238E27FC236}">
                <a16:creationId xmlns:a16="http://schemas.microsoft.com/office/drawing/2014/main" id="{93701F4B-2354-4239-27CA-EAE2FFBB9F69}"/>
              </a:ext>
            </a:extLst>
          </p:cNvPr>
          <p:cNvCxnSpPr/>
          <p:nvPr/>
        </p:nvCxnSpPr>
        <p:spPr>
          <a:xfrm rot="10800000">
            <a:off x="6220653" y="3651707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" name="Google Shape;407;p1">
            <a:extLst>
              <a:ext uri="{FF2B5EF4-FFF2-40B4-BE49-F238E27FC236}">
                <a16:creationId xmlns:a16="http://schemas.microsoft.com/office/drawing/2014/main" id="{1741E98F-F735-69ED-5083-57C24771397A}"/>
              </a:ext>
            </a:extLst>
          </p:cNvPr>
          <p:cNvCxnSpPr/>
          <p:nvPr/>
        </p:nvCxnSpPr>
        <p:spPr>
          <a:xfrm rot="10800000">
            <a:off x="6845259" y="365079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1" name="Google Shape;408;p1">
            <a:extLst>
              <a:ext uri="{FF2B5EF4-FFF2-40B4-BE49-F238E27FC236}">
                <a16:creationId xmlns:a16="http://schemas.microsoft.com/office/drawing/2014/main" id="{B55DF4EF-72D4-1855-EC14-4AB4456F1958}"/>
              </a:ext>
            </a:extLst>
          </p:cNvPr>
          <p:cNvCxnSpPr/>
          <p:nvPr/>
        </p:nvCxnSpPr>
        <p:spPr>
          <a:xfrm rot="10800000">
            <a:off x="7469865" y="3649876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2" name="Google Shape;409;p1">
            <a:extLst>
              <a:ext uri="{FF2B5EF4-FFF2-40B4-BE49-F238E27FC236}">
                <a16:creationId xmlns:a16="http://schemas.microsoft.com/office/drawing/2014/main" id="{70243CFD-8EFF-D066-D168-E96C6FF7597B}"/>
              </a:ext>
            </a:extLst>
          </p:cNvPr>
          <p:cNvCxnSpPr/>
          <p:nvPr/>
        </p:nvCxnSpPr>
        <p:spPr>
          <a:xfrm>
            <a:off x="7551277" y="3180697"/>
            <a:ext cx="0" cy="27340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410;p1">
            <a:extLst>
              <a:ext uri="{FF2B5EF4-FFF2-40B4-BE49-F238E27FC236}">
                <a16:creationId xmlns:a16="http://schemas.microsoft.com/office/drawing/2014/main" id="{468C471E-E5C8-4B57-35C3-86A0769CE56F}"/>
              </a:ext>
            </a:extLst>
          </p:cNvPr>
          <p:cNvCxnSpPr/>
          <p:nvPr/>
        </p:nvCxnSpPr>
        <p:spPr>
          <a:xfrm rot="10800000">
            <a:off x="4347369" y="4179794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4" name="Google Shape;411;p1">
            <a:extLst>
              <a:ext uri="{FF2B5EF4-FFF2-40B4-BE49-F238E27FC236}">
                <a16:creationId xmlns:a16="http://schemas.microsoft.com/office/drawing/2014/main" id="{73CB7710-D348-01ED-CBCF-9683D4F64777}"/>
              </a:ext>
            </a:extLst>
          </p:cNvPr>
          <p:cNvCxnSpPr/>
          <p:nvPr/>
        </p:nvCxnSpPr>
        <p:spPr>
          <a:xfrm rot="10800000">
            <a:off x="4971973" y="4178879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412;p1">
            <a:extLst>
              <a:ext uri="{FF2B5EF4-FFF2-40B4-BE49-F238E27FC236}">
                <a16:creationId xmlns:a16="http://schemas.microsoft.com/office/drawing/2014/main" id="{98E9B924-B29F-2F75-880A-C69025825BC9}"/>
              </a:ext>
            </a:extLst>
          </p:cNvPr>
          <p:cNvCxnSpPr/>
          <p:nvPr/>
        </p:nvCxnSpPr>
        <p:spPr>
          <a:xfrm rot="10800000">
            <a:off x="5596579" y="4177964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413;p1">
            <a:extLst>
              <a:ext uri="{FF2B5EF4-FFF2-40B4-BE49-F238E27FC236}">
                <a16:creationId xmlns:a16="http://schemas.microsoft.com/office/drawing/2014/main" id="{9ED1DDA2-59C7-FFD0-976B-9505A1FC0A52}"/>
              </a:ext>
            </a:extLst>
          </p:cNvPr>
          <p:cNvCxnSpPr/>
          <p:nvPr/>
        </p:nvCxnSpPr>
        <p:spPr>
          <a:xfrm rot="10800000">
            <a:off x="6221184" y="4177048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7" name="Google Shape;414;p1">
            <a:extLst>
              <a:ext uri="{FF2B5EF4-FFF2-40B4-BE49-F238E27FC236}">
                <a16:creationId xmlns:a16="http://schemas.microsoft.com/office/drawing/2014/main" id="{DBAF7E07-88DA-5234-A4C9-A7C5A97C1C22}"/>
              </a:ext>
            </a:extLst>
          </p:cNvPr>
          <p:cNvCxnSpPr/>
          <p:nvPr/>
        </p:nvCxnSpPr>
        <p:spPr>
          <a:xfrm rot="10800000">
            <a:off x="6845789" y="417613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8" name="Google Shape;415;p1">
            <a:extLst>
              <a:ext uri="{FF2B5EF4-FFF2-40B4-BE49-F238E27FC236}">
                <a16:creationId xmlns:a16="http://schemas.microsoft.com/office/drawing/2014/main" id="{139B8B16-DC1C-46B8-74D9-DF25CE7F3693}"/>
              </a:ext>
            </a:extLst>
          </p:cNvPr>
          <p:cNvCxnSpPr/>
          <p:nvPr/>
        </p:nvCxnSpPr>
        <p:spPr>
          <a:xfrm rot="10800000">
            <a:off x="7470393" y="4175218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9" name="Google Shape;416;p1">
            <a:extLst>
              <a:ext uri="{FF2B5EF4-FFF2-40B4-BE49-F238E27FC236}">
                <a16:creationId xmlns:a16="http://schemas.microsoft.com/office/drawing/2014/main" id="{9BDAF7E6-7ED0-4AB6-8CC0-2A342F54AC08}"/>
              </a:ext>
            </a:extLst>
          </p:cNvPr>
          <p:cNvCxnSpPr/>
          <p:nvPr/>
        </p:nvCxnSpPr>
        <p:spPr>
          <a:xfrm rot="10800000">
            <a:off x="4347899" y="4705135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" name="Google Shape;417;p1">
            <a:extLst>
              <a:ext uri="{FF2B5EF4-FFF2-40B4-BE49-F238E27FC236}">
                <a16:creationId xmlns:a16="http://schemas.microsoft.com/office/drawing/2014/main" id="{AE4828AB-503A-2462-D27A-536FCC272868}"/>
              </a:ext>
            </a:extLst>
          </p:cNvPr>
          <p:cNvCxnSpPr/>
          <p:nvPr/>
        </p:nvCxnSpPr>
        <p:spPr>
          <a:xfrm rot="10800000">
            <a:off x="4972504" y="4704220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1" name="Google Shape;418;p1">
            <a:extLst>
              <a:ext uri="{FF2B5EF4-FFF2-40B4-BE49-F238E27FC236}">
                <a16:creationId xmlns:a16="http://schemas.microsoft.com/office/drawing/2014/main" id="{02F2F8E6-36CE-A53A-3F64-BAA4755C5F02}"/>
              </a:ext>
            </a:extLst>
          </p:cNvPr>
          <p:cNvCxnSpPr/>
          <p:nvPr/>
        </p:nvCxnSpPr>
        <p:spPr>
          <a:xfrm rot="10800000">
            <a:off x="5597109" y="4703304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2" name="Google Shape;419;p1">
            <a:extLst>
              <a:ext uri="{FF2B5EF4-FFF2-40B4-BE49-F238E27FC236}">
                <a16:creationId xmlns:a16="http://schemas.microsoft.com/office/drawing/2014/main" id="{862E8758-44D7-5253-2F0B-7E9659657279}"/>
              </a:ext>
            </a:extLst>
          </p:cNvPr>
          <p:cNvCxnSpPr/>
          <p:nvPr/>
        </p:nvCxnSpPr>
        <p:spPr>
          <a:xfrm rot="10800000">
            <a:off x="6221713" y="4702390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420;p1">
            <a:extLst>
              <a:ext uri="{FF2B5EF4-FFF2-40B4-BE49-F238E27FC236}">
                <a16:creationId xmlns:a16="http://schemas.microsoft.com/office/drawing/2014/main" id="{1F21318C-47E0-39D4-643D-5FEAD74F749F}"/>
              </a:ext>
            </a:extLst>
          </p:cNvPr>
          <p:cNvCxnSpPr/>
          <p:nvPr/>
        </p:nvCxnSpPr>
        <p:spPr>
          <a:xfrm rot="10800000">
            <a:off x="6846319" y="4701475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4" name="Google Shape;421;p1">
            <a:extLst>
              <a:ext uri="{FF2B5EF4-FFF2-40B4-BE49-F238E27FC236}">
                <a16:creationId xmlns:a16="http://schemas.microsoft.com/office/drawing/2014/main" id="{40418781-7848-8078-7CCF-CAE3B0BF5DDF}"/>
              </a:ext>
            </a:extLst>
          </p:cNvPr>
          <p:cNvCxnSpPr/>
          <p:nvPr/>
        </p:nvCxnSpPr>
        <p:spPr>
          <a:xfrm rot="10800000">
            <a:off x="7470924" y="4700559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5" name="Google Shape;422;p1">
            <a:extLst>
              <a:ext uri="{FF2B5EF4-FFF2-40B4-BE49-F238E27FC236}">
                <a16:creationId xmlns:a16="http://schemas.microsoft.com/office/drawing/2014/main" id="{4AEB97F6-39DC-A1D5-7EB4-84E00D29698D}"/>
              </a:ext>
            </a:extLst>
          </p:cNvPr>
          <p:cNvCxnSpPr/>
          <p:nvPr/>
        </p:nvCxnSpPr>
        <p:spPr>
          <a:xfrm rot="10800000">
            <a:off x="4348428" y="5230476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423;p1">
            <a:extLst>
              <a:ext uri="{FF2B5EF4-FFF2-40B4-BE49-F238E27FC236}">
                <a16:creationId xmlns:a16="http://schemas.microsoft.com/office/drawing/2014/main" id="{06738F7C-8B7D-6F3B-696A-250FAAFC7B5B}"/>
              </a:ext>
            </a:extLst>
          </p:cNvPr>
          <p:cNvCxnSpPr/>
          <p:nvPr/>
        </p:nvCxnSpPr>
        <p:spPr>
          <a:xfrm rot="10800000">
            <a:off x="4973033" y="5229560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424;p1">
            <a:extLst>
              <a:ext uri="{FF2B5EF4-FFF2-40B4-BE49-F238E27FC236}">
                <a16:creationId xmlns:a16="http://schemas.microsoft.com/office/drawing/2014/main" id="{E5303272-CF6A-53A4-3C7D-231D0721B8D4}"/>
              </a:ext>
            </a:extLst>
          </p:cNvPr>
          <p:cNvCxnSpPr/>
          <p:nvPr/>
        </p:nvCxnSpPr>
        <p:spPr>
          <a:xfrm rot="10800000">
            <a:off x="5597637" y="5228646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8" name="Google Shape;425;p1">
            <a:extLst>
              <a:ext uri="{FF2B5EF4-FFF2-40B4-BE49-F238E27FC236}">
                <a16:creationId xmlns:a16="http://schemas.microsoft.com/office/drawing/2014/main" id="{00610A29-DCED-2B98-F8B2-D31614A57F46}"/>
              </a:ext>
            </a:extLst>
          </p:cNvPr>
          <p:cNvCxnSpPr/>
          <p:nvPr/>
        </p:nvCxnSpPr>
        <p:spPr>
          <a:xfrm rot="10800000">
            <a:off x="6222243" y="5227731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426;p1">
            <a:extLst>
              <a:ext uri="{FF2B5EF4-FFF2-40B4-BE49-F238E27FC236}">
                <a16:creationId xmlns:a16="http://schemas.microsoft.com/office/drawing/2014/main" id="{4FDFBB2D-1540-C03C-D6C6-1958B1190A35}"/>
              </a:ext>
            </a:extLst>
          </p:cNvPr>
          <p:cNvCxnSpPr/>
          <p:nvPr/>
        </p:nvCxnSpPr>
        <p:spPr>
          <a:xfrm rot="10800000">
            <a:off x="6846849" y="5226816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427;p1">
            <a:extLst>
              <a:ext uri="{FF2B5EF4-FFF2-40B4-BE49-F238E27FC236}">
                <a16:creationId xmlns:a16="http://schemas.microsoft.com/office/drawing/2014/main" id="{FD9AA435-E90B-341B-B239-C24C450AB32F}"/>
              </a:ext>
            </a:extLst>
          </p:cNvPr>
          <p:cNvCxnSpPr/>
          <p:nvPr/>
        </p:nvCxnSpPr>
        <p:spPr>
          <a:xfrm rot="10800000">
            <a:off x="7471453" y="5225900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1" name="Google Shape;428;p1">
            <a:extLst>
              <a:ext uri="{FF2B5EF4-FFF2-40B4-BE49-F238E27FC236}">
                <a16:creationId xmlns:a16="http://schemas.microsoft.com/office/drawing/2014/main" id="{550B07CA-FA90-E616-9F21-16F3E9A89948}"/>
              </a:ext>
            </a:extLst>
          </p:cNvPr>
          <p:cNvCxnSpPr/>
          <p:nvPr/>
        </p:nvCxnSpPr>
        <p:spPr>
          <a:xfrm rot="10800000">
            <a:off x="4348957" y="5755818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429;p1">
            <a:extLst>
              <a:ext uri="{FF2B5EF4-FFF2-40B4-BE49-F238E27FC236}">
                <a16:creationId xmlns:a16="http://schemas.microsoft.com/office/drawing/2014/main" id="{749F5435-53B8-F24F-DEE0-71D05119AF89}"/>
              </a:ext>
            </a:extLst>
          </p:cNvPr>
          <p:cNvCxnSpPr/>
          <p:nvPr/>
        </p:nvCxnSpPr>
        <p:spPr>
          <a:xfrm rot="10800000">
            <a:off x="4973563" y="575490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430;p1">
            <a:extLst>
              <a:ext uri="{FF2B5EF4-FFF2-40B4-BE49-F238E27FC236}">
                <a16:creationId xmlns:a16="http://schemas.microsoft.com/office/drawing/2014/main" id="{02286B71-BE57-C25B-49C6-1DDB54C68F10}"/>
              </a:ext>
            </a:extLst>
          </p:cNvPr>
          <p:cNvCxnSpPr/>
          <p:nvPr/>
        </p:nvCxnSpPr>
        <p:spPr>
          <a:xfrm rot="10800000">
            <a:off x="5598168" y="5753987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431;p1">
            <a:extLst>
              <a:ext uri="{FF2B5EF4-FFF2-40B4-BE49-F238E27FC236}">
                <a16:creationId xmlns:a16="http://schemas.microsoft.com/office/drawing/2014/main" id="{252D0BE7-B3DE-08A8-DB3A-7988ABF727AF}"/>
              </a:ext>
            </a:extLst>
          </p:cNvPr>
          <p:cNvCxnSpPr/>
          <p:nvPr/>
        </p:nvCxnSpPr>
        <p:spPr>
          <a:xfrm rot="10800000">
            <a:off x="6222773" y="575307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5" name="Google Shape;432;p1">
            <a:extLst>
              <a:ext uri="{FF2B5EF4-FFF2-40B4-BE49-F238E27FC236}">
                <a16:creationId xmlns:a16="http://schemas.microsoft.com/office/drawing/2014/main" id="{CCCD644A-1BA9-2FB2-073B-ECCFA2072127}"/>
              </a:ext>
            </a:extLst>
          </p:cNvPr>
          <p:cNvCxnSpPr/>
          <p:nvPr/>
        </p:nvCxnSpPr>
        <p:spPr>
          <a:xfrm rot="10800000">
            <a:off x="6847377" y="5752156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" name="Google Shape;433;p1">
            <a:extLst>
              <a:ext uri="{FF2B5EF4-FFF2-40B4-BE49-F238E27FC236}">
                <a16:creationId xmlns:a16="http://schemas.microsoft.com/office/drawing/2014/main" id="{FA9E8555-80E8-B5E9-6EF2-7BF621773AF3}"/>
              </a:ext>
            </a:extLst>
          </p:cNvPr>
          <p:cNvCxnSpPr/>
          <p:nvPr/>
        </p:nvCxnSpPr>
        <p:spPr>
          <a:xfrm rot="10800000">
            <a:off x="7471983" y="5751242"/>
            <a:ext cx="80885" cy="862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7" name="Google Shape;434;p1">
            <a:extLst>
              <a:ext uri="{FF2B5EF4-FFF2-40B4-BE49-F238E27FC236}">
                <a16:creationId xmlns:a16="http://schemas.microsoft.com/office/drawing/2014/main" id="{BFD97FC5-65D8-6AA4-E902-475AD95B2C8F}"/>
              </a:ext>
            </a:extLst>
          </p:cNvPr>
          <p:cNvCxnSpPr/>
          <p:nvPr/>
        </p:nvCxnSpPr>
        <p:spPr>
          <a:xfrm rot="10800000">
            <a:off x="3683597" y="5842670"/>
            <a:ext cx="392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435;p1">
            <a:extLst>
              <a:ext uri="{FF2B5EF4-FFF2-40B4-BE49-F238E27FC236}">
                <a16:creationId xmlns:a16="http://schemas.microsoft.com/office/drawing/2014/main" id="{A4EF1621-E76C-E077-4FC2-7F147046EBDD}"/>
              </a:ext>
            </a:extLst>
          </p:cNvPr>
          <p:cNvSpPr/>
          <p:nvPr/>
        </p:nvSpPr>
        <p:spPr>
          <a:xfrm>
            <a:off x="7777269" y="3573071"/>
            <a:ext cx="1388522" cy="42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104: </a:t>
            </a: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interface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9" name="Google Shape;436;p1">
            <a:extLst>
              <a:ext uri="{FF2B5EF4-FFF2-40B4-BE49-F238E27FC236}">
                <a16:creationId xmlns:a16="http://schemas.microsoft.com/office/drawing/2014/main" id="{D816D614-6014-BDF4-7340-9CDBB326412F}"/>
              </a:ext>
            </a:extLst>
          </p:cNvPr>
          <p:cNvSpPr/>
          <p:nvPr/>
        </p:nvSpPr>
        <p:spPr>
          <a:xfrm>
            <a:off x="7791739" y="3334297"/>
            <a:ext cx="1249061" cy="25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105: memory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0" name="Google Shape;437;p1">
            <a:extLst>
              <a:ext uri="{FF2B5EF4-FFF2-40B4-BE49-F238E27FC236}">
                <a16:creationId xmlns:a16="http://schemas.microsoft.com/office/drawing/2014/main" id="{4A7EE1A1-ABBE-47C4-795F-A8A48D58062B}"/>
              </a:ext>
            </a:extLst>
          </p:cNvPr>
          <p:cNvCxnSpPr>
            <a:endCxn id="199" idx="1"/>
          </p:cNvCxnSpPr>
          <p:nvPr/>
        </p:nvCxnSpPr>
        <p:spPr>
          <a:xfrm>
            <a:off x="7484239" y="3339953"/>
            <a:ext cx="307500" cy="124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438;p1">
            <a:extLst>
              <a:ext uri="{FF2B5EF4-FFF2-40B4-BE49-F238E27FC236}">
                <a16:creationId xmlns:a16="http://schemas.microsoft.com/office/drawing/2014/main" id="{526F4B0B-D6AA-64C9-D7BA-DCC015DD83E7}"/>
              </a:ext>
            </a:extLst>
          </p:cNvPr>
          <p:cNvSpPr/>
          <p:nvPr/>
        </p:nvSpPr>
        <p:spPr>
          <a:xfrm>
            <a:off x="6106921" y="2578189"/>
            <a:ext cx="1667444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106: neural array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2" name="Google Shape;439;p1">
            <a:extLst>
              <a:ext uri="{FF2B5EF4-FFF2-40B4-BE49-F238E27FC236}">
                <a16:creationId xmlns:a16="http://schemas.microsoft.com/office/drawing/2014/main" id="{8B0AACD9-CBA9-70D8-F3DB-DD42E58BD499}"/>
              </a:ext>
            </a:extLst>
          </p:cNvPr>
          <p:cNvCxnSpPr>
            <a:stCxn id="118" idx="0"/>
            <a:endCxn id="201" idx="2"/>
          </p:cNvCxnSpPr>
          <p:nvPr/>
        </p:nvCxnSpPr>
        <p:spPr>
          <a:xfrm rot="5400000" flipH="1">
            <a:off x="6778348" y="3000091"/>
            <a:ext cx="461700" cy="137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440;p1">
            <a:extLst>
              <a:ext uri="{FF2B5EF4-FFF2-40B4-BE49-F238E27FC236}">
                <a16:creationId xmlns:a16="http://schemas.microsoft.com/office/drawing/2014/main" id="{25C98E1C-27D1-6D90-4638-1E23F4D3F5E9}"/>
              </a:ext>
            </a:extLst>
          </p:cNvPr>
          <p:cNvSpPr/>
          <p:nvPr/>
        </p:nvSpPr>
        <p:spPr>
          <a:xfrm flipH="1">
            <a:off x="4402065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441;p1">
            <a:extLst>
              <a:ext uri="{FF2B5EF4-FFF2-40B4-BE49-F238E27FC236}">
                <a16:creationId xmlns:a16="http://schemas.microsoft.com/office/drawing/2014/main" id="{1B9D8FD0-DAD8-AD7E-0841-C40650C18723}"/>
              </a:ext>
            </a:extLst>
          </p:cNvPr>
          <p:cNvSpPr/>
          <p:nvPr/>
        </p:nvSpPr>
        <p:spPr>
          <a:xfrm flipH="1">
            <a:off x="5027840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442;p1">
            <a:extLst>
              <a:ext uri="{FF2B5EF4-FFF2-40B4-BE49-F238E27FC236}">
                <a16:creationId xmlns:a16="http://schemas.microsoft.com/office/drawing/2014/main" id="{4590AD17-DDFA-D9A5-8546-7995F1566698}"/>
              </a:ext>
            </a:extLst>
          </p:cNvPr>
          <p:cNvSpPr/>
          <p:nvPr/>
        </p:nvSpPr>
        <p:spPr>
          <a:xfrm flipH="1">
            <a:off x="5656182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443;p1">
            <a:extLst>
              <a:ext uri="{FF2B5EF4-FFF2-40B4-BE49-F238E27FC236}">
                <a16:creationId xmlns:a16="http://schemas.microsoft.com/office/drawing/2014/main" id="{ADCF8515-7D7F-46C5-12E2-9ED93C87EA15}"/>
              </a:ext>
            </a:extLst>
          </p:cNvPr>
          <p:cNvSpPr/>
          <p:nvPr/>
        </p:nvSpPr>
        <p:spPr>
          <a:xfrm flipH="1">
            <a:off x="6280912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444;p1">
            <a:extLst>
              <a:ext uri="{FF2B5EF4-FFF2-40B4-BE49-F238E27FC236}">
                <a16:creationId xmlns:a16="http://schemas.microsoft.com/office/drawing/2014/main" id="{9520EC35-4FA6-46F0-1455-C63DD92C43E7}"/>
              </a:ext>
            </a:extLst>
          </p:cNvPr>
          <p:cNvSpPr/>
          <p:nvPr/>
        </p:nvSpPr>
        <p:spPr>
          <a:xfrm flipH="1">
            <a:off x="6904388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445;p1">
            <a:extLst>
              <a:ext uri="{FF2B5EF4-FFF2-40B4-BE49-F238E27FC236}">
                <a16:creationId xmlns:a16="http://schemas.microsoft.com/office/drawing/2014/main" id="{DE418695-7237-D4DD-3FC9-0D42B2F9B85F}"/>
              </a:ext>
            </a:extLst>
          </p:cNvPr>
          <p:cNvSpPr/>
          <p:nvPr/>
        </p:nvSpPr>
        <p:spPr>
          <a:xfrm flipH="1">
            <a:off x="7527865" y="5815407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446;p1">
            <a:extLst>
              <a:ext uri="{FF2B5EF4-FFF2-40B4-BE49-F238E27FC236}">
                <a16:creationId xmlns:a16="http://schemas.microsoft.com/office/drawing/2014/main" id="{8D1A5D48-B380-77BF-49C3-2829B99C665F}"/>
              </a:ext>
            </a:extLst>
          </p:cNvPr>
          <p:cNvSpPr/>
          <p:nvPr/>
        </p:nvSpPr>
        <p:spPr>
          <a:xfrm flipH="1">
            <a:off x="4402065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447;p1">
            <a:extLst>
              <a:ext uri="{FF2B5EF4-FFF2-40B4-BE49-F238E27FC236}">
                <a16:creationId xmlns:a16="http://schemas.microsoft.com/office/drawing/2014/main" id="{93D68B69-6DC5-A7BF-2A83-7FD436A5C2EB}"/>
              </a:ext>
            </a:extLst>
          </p:cNvPr>
          <p:cNvSpPr/>
          <p:nvPr/>
        </p:nvSpPr>
        <p:spPr>
          <a:xfrm flipH="1">
            <a:off x="5027840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448;p1">
            <a:extLst>
              <a:ext uri="{FF2B5EF4-FFF2-40B4-BE49-F238E27FC236}">
                <a16:creationId xmlns:a16="http://schemas.microsoft.com/office/drawing/2014/main" id="{9DA18B0B-1F01-828D-AE28-4CD49732A170}"/>
              </a:ext>
            </a:extLst>
          </p:cNvPr>
          <p:cNvSpPr/>
          <p:nvPr/>
        </p:nvSpPr>
        <p:spPr>
          <a:xfrm flipH="1">
            <a:off x="5656182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449;p1">
            <a:extLst>
              <a:ext uri="{FF2B5EF4-FFF2-40B4-BE49-F238E27FC236}">
                <a16:creationId xmlns:a16="http://schemas.microsoft.com/office/drawing/2014/main" id="{81D7F12C-9B88-5819-33E6-A872EDC9C7E9}"/>
              </a:ext>
            </a:extLst>
          </p:cNvPr>
          <p:cNvSpPr/>
          <p:nvPr/>
        </p:nvSpPr>
        <p:spPr>
          <a:xfrm flipH="1">
            <a:off x="6280912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450;p1">
            <a:extLst>
              <a:ext uri="{FF2B5EF4-FFF2-40B4-BE49-F238E27FC236}">
                <a16:creationId xmlns:a16="http://schemas.microsoft.com/office/drawing/2014/main" id="{66341F16-FFC8-DED2-AF8A-60A4EAFF21BE}"/>
              </a:ext>
            </a:extLst>
          </p:cNvPr>
          <p:cNvSpPr/>
          <p:nvPr/>
        </p:nvSpPr>
        <p:spPr>
          <a:xfrm flipH="1">
            <a:off x="6904388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451;p1">
            <a:extLst>
              <a:ext uri="{FF2B5EF4-FFF2-40B4-BE49-F238E27FC236}">
                <a16:creationId xmlns:a16="http://schemas.microsoft.com/office/drawing/2014/main" id="{2A5E8A3F-72A2-9645-D20E-B61E5F488B9D}"/>
              </a:ext>
            </a:extLst>
          </p:cNvPr>
          <p:cNvSpPr/>
          <p:nvPr/>
        </p:nvSpPr>
        <p:spPr>
          <a:xfrm flipH="1">
            <a:off x="7527865" y="528196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452;p1">
            <a:extLst>
              <a:ext uri="{FF2B5EF4-FFF2-40B4-BE49-F238E27FC236}">
                <a16:creationId xmlns:a16="http://schemas.microsoft.com/office/drawing/2014/main" id="{DC936FD1-2790-550D-BC7B-71006C994052}"/>
              </a:ext>
            </a:extLst>
          </p:cNvPr>
          <p:cNvSpPr/>
          <p:nvPr/>
        </p:nvSpPr>
        <p:spPr>
          <a:xfrm flipH="1">
            <a:off x="4402065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453;p1">
            <a:extLst>
              <a:ext uri="{FF2B5EF4-FFF2-40B4-BE49-F238E27FC236}">
                <a16:creationId xmlns:a16="http://schemas.microsoft.com/office/drawing/2014/main" id="{C0D6C68B-67E2-FE0A-90FC-B271F142FEBC}"/>
              </a:ext>
            </a:extLst>
          </p:cNvPr>
          <p:cNvSpPr/>
          <p:nvPr/>
        </p:nvSpPr>
        <p:spPr>
          <a:xfrm flipH="1">
            <a:off x="5027840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454;p1">
            <a:extLst>
              <a:ext uri="{FF2B5EF4-FFF2-40B4-BE49-F238E27FC236}">
                <a16:creationId xmlns:a16="http://schemas.microsoft.com/office/drawing/2014/main" id="{8E279684-725E-7797-084F-687B9211BC28}"/>
              </a:ext>
            </a:extLst>
          </p:cNvPr>
          <p:cNvSpPr/>
          <p:nvPr/>
        </p:nvSpPr>
        <p:spPr>
          <a:xfrm flipH="1">
            <a:off x="5656182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455;p1">
            <a:extLst>
              <a:ext uri="{FF2B5EF4-FFF2-40B4-BE49-F238E27FC236}">
                <a16:creationId xmlns:a16="http://schemas.microsoft.com/office/drawing/2014/main" id="{350D6C08-1A42-3F7C-F838-3A90EC2F0EA8}"/>
              </a:ext>
            </a:extLst>
          </p:cNvPr>
          <p:cNvSpPr/>
          <p:nvPr/>
        </p:nvSpPr>
        <p:spPr>
          <a:xfrm flipH="1">
            <a:off x="6280912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456;p1">
            <a:extLst>
              <a:ext uri="{FF2B5EF4-FFF2-40B4-BE49-F238E27FC236}">
                <a16:creationId xmlns:a16="http://schemas.microsoft.com/office/drawing/2014/main" id="{B9C185A2-7896-963C-6E86-F432C67A367D}"/>
              </a:ext>
            </a:extLst>
          </p:cNvPr>
          <p:cNvSpPr/>
          <p:nvPr/>
        </p:nvSpPr>
        <p:spPr>
          <a:xfrm flipH="1">
            <a:off x="6904388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457;p1">
            <a:extLst>
              <a:ext uri="{FF2B5EF4-FFF2-40B4-BE49-F238E27FC236}">
                <a16:creationId xmlns:a16="http://schemas.microsoft.com/office/drawing/2014/main" id="{D027548E-33D2-E270-D23D-448FBB978EBC}"/>
              </a:ext>
            </a:extLst>
          </p:cNvPr>
          <p:cNvSpPr/>
          <p:nvPr/>
        </p:nvSpPr>
        <p:spPr>
          <a:xfrm flipH="1">
            <a:off x="7527865" y="4757649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458;p1">
            <a:extLst>
              <a:ext uri="{FF2B5EF4-FFF2-40B4-BE49-F238E27FC236}">
                <a16:creationId xmlns:a16="http://schemas.microsoft.com/office/drawing/2014/main" id="{7EFFA4CD-5CB6-4024-19B0-CDDFE7490956}"/>
              </a:ext>
            </a:extLst>
          </p:cNvPr>
          <p:cNvSpPr/>
          <p:nvPr/>
        </p:nvSpPr>
        <p:spPr>
          <a:xfrm flipH="1">
            <a:off x="4395810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459;p1">
            <a:extLst>
              <a:ext uri="{FF2B5EF4-FFF2-40B4-BE49-F238E27FC236}">
                <a16:creationId xmlns:a16="http://schemas.microsoft.com/office/drawing/2014/main" id="{864EB6EB-DBEC-5998-44D1-F9A454EF4B32}"/>
              </a:ext>
            </a:extLst>
          </p:cNvPr>
          <p:cNvSpPr/>
          <p:nvPr/>
        </p:nvSpPr>
        <p:spPr>
          <a:xfrm flipH="1">
            <a:off x="5021586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460;p1">
            <a:extLst>
              <a:ext uri="{FF2B5EF4-FFF2-40B4-BE49-F238E27FC236}">
                <a16:creationId xmlns:a16="http://schemas.microsoft.com/office/drawing/2014/main" id="{7AD23931-8C4E-7FFC-6DF7-ECC17CBFAB93}"/>
              </a:ext>
            </a:extLst>
          </p:cNvPr>
          <p:cNvSpPr/>
          <p:nvPr/>
        </p:nvSpPr>
        <p:spPr>
          <a:xfrm flipH="1">
            <a:off x="5649928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461;p1">
            <a:extLst>
              <a:ext uri="{FF2B5EF4-FFF2-40B4-BE49-F238E27FC236}">
                <a16:creationId xmlns:a16="http://schemas.microsoft.com/office/drawing/2014/main" id="{D5BA69D2-97AE-54CE-B742-5B49A138BDF5}"/>
              </a:ext>
            </a:extLst>
          </p:cNvPr>
          <p:cNvSpPr/>
          <p:nvPr/>
        </p:nvSpPr>
        <p:spPr>
          <a:xfrm flipH="1">
            <a:off x="6274657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462;p1">
            <a:extLst>
              <a:ext uri="{FF2B5EF4-FFF2-40B4-BE49-F238E27FC236}">
                <a16:creationId xmlns:a16="http://schemas.microsoft.com/office/drawing/2014/main" id="{394CEBFA-0C23-4B6F-584E-4D913A5B169E}"/>
              </a:ext>
            </a:extLst>
          </p:cNvPr>
          <p:cNvSpPr/>
          <p:nvPr/>
        </p:nvSpPr>
        <p:spPr>
          <a:xfrm flipH="1">
            <a:off x="6898134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463;p1">
            <a:extLst>
              <a:ext uri="{FF2B5EF4-FFF2-40B4-BE49-F238E27FC236}">
                <a16:creationId xmlns:a16="http://schemas.microsoft.com/office/drawing/2014/main" id="{365EE49F-4DF8-28E5-3E04-EE35CF22C753}"/>
              </a:ext>
            </a:extLst>
          </p:cNvPr>
          <p:cNvSpPr/>
          <p:nvPr/>
        </p:nvSpPr>
        <p:spPr>
          <a:xfrm flipH="1">
            <a:off x="7521610" y="4238874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464;p1">
            <a:extLst>
              <a:ext uri="{FF2B5EF4-FFF2-40B4-BE49-F238E27FC236}">
                <a16:creationId xmlns:a16="http://schemas.microsoft.com/office/drawing/2014/main" id="{9E176326-ECB7-2308-BE5B-6996EBDB6524}"/>
              </a:ext>
            </a:extLst>
          </p:cNvPr>
          <p:cNvSpPr/>
          <p:nvPr/>
        </p:nvSpPr>
        <p:spPr>
          <a:xfrm flipH="1">
            <a:off x="4402318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465;p1">
            <a:extLst>
              <a:ext uri="{FF2B5EF4-FFF2-40B4-BE49-F238E27FC236}">
                <a16:creationId xmlns:a16="http://schemas.microsoft.com/office/drawing/2014/main" id="{01DEE8AE-C6B7-6AAE-8192-392670B0105A}"/>
              </a:ext>
            </a:extLst>
          </p:cNvPr>
          <p:cNvSpPr/>
          <p:nvPr/>
        </p:nvSpPr>
        <p:spPr>
          <a:xfrm flipH="1">
            <a:off x="5028093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466;p1">
            <a:extLst>
              <a:ext uri="{FF2B5EF4-FFF2-40B4-BE49-F238E27FC236}">
                <a16:creationId xmlns:a16="http://schemas.microsoft.com/office/drawing/2014/main" id="{9E89F45E-EB6D-61D4-B63B-4B2970182140}"/>
              </a:ext>
            </a:extLst>
          </p:cNvPr>
          <p:cNvSpPr/>
          <p:nvPr/>
        </p:nvSpPr>
        <p:spPr>
          <a:xfrm flipH="1">
            <a:off x="5656434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467;p1">
            <a:extLst>
              <a:ext uri="{FF2B5EF4-FFF2-40B4-BE49-F238E27FC236}">
                <a16:creationId xmlns:a16="http://schemas.microsoft.com/office/drawing/2014/main" id="{4C5033BB-C586-B408-C71E-80C1276CC617}"/>
              </a:ext>
            </a:extLst>
          </p:cNvPr>
          <p:cNvSpPr/>
          <p:nvPr/>
        </p:nvSpPr>
        <p:spPr>
          <a:xfrm flipH="1">
            <a:off x="6281165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468;p1">
            <a:extLst>
              <a:ext uri="{FF2B5EF4-FFF2-40B4-BE49-F238E27FC236}">
                <a16:creationId xmlns:a16="http://schemas.microsoft.com/office/drawing/2014/main" id="{963B60AE-75D3-93D4-FDF0-69B59172AA8C}"/>
              </a:ext>
            </a:extLst>
          </p:cNvPr>
          <p:cNvSpPr/>
          <p:nvPr/>
        </p:nvSpPr>
        <p:spPr>
          <a:xfrm flipH="1">
            <a:off x="6904641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469;p1">
            <a:extLst>
              <a:ext uri="{FF2B5EF4-FFF2-40B4-BE49-F238E27FC236}">
                <a16:creationId xmlns:a16="http://schemas.microsoft.com/office/drawing/2014/main" id="{209A60D1-F696-C17C-727B-B4852E8DEEA8}"/>
              </a:ext>
            </a:extLst>
          </p:cNvPr>
          <p:cNvSpPr/>
          <p:nvPr/>
        </p:nvSpPr>
        <p:spPr>
          <a:xfrm flipH="1">
            <a:off x="7528118" y="3713283"/>
            <a:ext cx="48979" cy="5094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470;p1">
            <a:extLst>
              <a:ext uri="{FF2B5EF4-FFF2-40B4-BE49-F238E27FC236}">
                <a16:creationId xmlns:a16="http://schemas.microsoft.com/office/drawing/2014/main" id="{4DD06857-AD63-3520-8526-F6CFB98ECE03}"/>
              </a:ext>
            </a:extLst>
          </p:cNvPr>
          <p:cNvSpPr/>
          <p:nvPr/>
        </p:nvSpPr>
        <p:spPr>
          <a:xfrm>
            <a:off x="7843911" y="4424853"/>
            <a:ext cx="1109599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107: router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34" name="Google Shape;471;p1">
            <a:extLst>
              <a:ext uri="{FF2B5EF4-FFF2-40B4-BE49-F238E27FC236}">
                <a16:creationId xmlns:a16="http://schemas.microsoft.com/office/drawing/2014/main" id="{104A67D5-330D-9C85-57A8-D48C9F1AF130}"/>
              </a:ext>
            </a:extLst>
          </p:cNvPr>
          <p:cNvCxnSpPr/>
          <p:nvPr/>
        </p:nvCxnSpPr>
        <p:spPr>
          <a:xfrm>
            <a:off x="7571659" y="4295173"/>
            <a:ext cx="343500" cy="216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5" name="Google Shape;472;p1">
            <a:extLst>
              <a:ext uri="{FF2B5EF4-FFF2-40B4-BE49-F238E27FC236}">
                <a16:creationId xmlns:a16="http://schemas.microsoft.com/office/drawing/2014/main" id="{BDBA18E3-CB66-6EF9-C042-EBE5E69E75AB}"/>
              </a:ext>
            </a:extLst>
          </p:cNvPr>
          <p:cNvSpPr/>
          <p:nvPr/>
        </p:nvSpPr>
        <p:spPr>
          <a:xfrm>
            <a:off x="2186737" y="6283117"/>
            <a:ext cx="837617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109</a:t>
            </a:r>
            <a:endParaRPr sz="10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473;p1">
            <a:extLst>
              <a:ext uri="{FF2B5EF4-FFF2-40B4-BE49-F238E27FC236}">
                <a16:creationId xmlns:a16="http://schemas.microsoft.com/office/drawing/2014/main" id="{A3EEE20A-46F4-4BBB-611E-828939896ADA}"/>
              </a:ext>
            </a:extLst>
          </p:cNvPr>
          <p:cNvCxnSpPr>
            <a:stCxn id="120" idx="2"/>
            <a:endCxn id="235" idx="0"/>
          </p:cNvCxnSpPr>
          <p:nvPr/>
        </p:nvCxnSpPr>
        <p:spPr>
          <a:xfrm rot="5400000">
            <a:off x="2547891" y="6129089"/>
            <a:ext cx="211800" cy="963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474;p1">
            <a:extLst>
              <a:ext uri="{FF2B5EF4-FFF2-40B4-BE49-F238E27FC236}">
                <a16:creationId xmlns:a16="http://schemas.microsoft.com/office/drawing/2014/main" id="{1BE61937-CF67-0ED0-FB5C-6C3DBAE8FA89}"/>
              </a:ext>
            </a:extLst>
          </p:cNvPr>
          <p:cNvSpPr/>
          <p:nvPr/>
        </p:nvSpPr>
        <p:spPr>
          <a:xfrm>
            <a:off x="2873776" y="6211068"/>
            <a:ext cx="1388522" cy="42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108: inter-chip link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38" name="Google Shape;475;p1">
            <a:extLst>
              <a:ext uri="{FF2B5EF4-FFF2-40B4-BE49-F238E27FC236}">
                <a16:creationId xmlns:a16="http://schemas.microsoft.com/office/drawing/2014/main" id="{72E3E59E-9AEF-7393-55E2-10394290F686}"/>
              </a:ext>
            </a:extLst>
          </p:cNvPr>
          <p:cNvCxnSpPr>
            <a:endCxn id="237" idx="0"/>
          </p:cNvCxnSpPr>
          <p:nvPr/>
        </p:nvCxnSpPr>
        <p:spPr>
          <a:xfrm rot="-5400000" flipH="1">
            <a:off x="3278987" y="5922018"/>
            <a:ext cx="400200" cy="1779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9" name="Google Shape;476;p1">
            <a:extLst>
              <a:ext uri="{FF2B5EF4-FFF2-40B4-BE49-F238E27FC236}">
                <a16:creationId xmlns:a16="http://schemas.microsoft.com/office/drawing/2014/main" id="{89324171-58E5-862A-B76B-0BD75DF7BB29}"/>
              </a:ext>
            </a:extLst>
          </p:cNvPr>
          <p:cNvSpPr/>
          <p:nvPr/>
        </p:nvSpPr>
        <p:spPr>
          <a:xfrm>
            <a:off x="2326967" y="2098387"/>
            <a:ext cx="1651414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106：neural array</a:t>
            </a:r>
            <a:endParaRPr sz="10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477;p1">
            <a:extLst>
              <a:ext uri="{FF2B5EF4-FFF2-40B4-BE49-F238E27FC236}">
                <a16:creationId xmlns:a16="http://schemas.microsoft.com/office/drawing/2014/main" id="{3B56BA31-25A8-54DA-2505-0FC05E7EF543}"/>
              </a:ext>
            </a:extLst>
          </p:cNvPr>
          <p:cNvCxnSpPr>
            <a:stCxn id="262" idx="0"/>
            <a:endCxn id="239" idx="2"/>
          </p:cNvCxnSpPr>
          <p:nvPr/>
        </p:nvCxnSpPr>
        <p:spPr>
          <a:xfrm rot="5400000" flipH="1">
            <a:off x="3149893" y="2360786"/>
            <a:ext cx="277800" cy="272400"/>
          </a:xfrm>
          <a:prstGeom prst="curved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479;p1">
            <a:extLst>
              <a:ext uri="{FF2B5EF4-FFF2-40B4-BE49-F238E27FC236}">
                <a16:creationId xmlns:a16="http://schemas.microsoft.com/office/drawing/2014/main" id="{EC3BF908-F612-F447-3C9A-A666D55571A7}"/>
              </a:ext>
            </a:extLst>
          </p:cNvPr>
          <p:cNvSpPr/>
          <p:nvPr/>
        </p:nvSpPr>
        <p:spPr>
          <a:xfrm>
            <a:off x="3298444" y="1808916"/>
            <a:ext cx="1802118" cy="25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102: neural network core</a:t>
            </a:r>
            <a:endParaRPr sz="10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480;p1">
            <a:extLst>
              <a:ext uri="{FF2B5EF4-FFF2-40B4-BE49-F238E27FC236}">
                <a16:creationId xmlns:a16="http://schemas.microsoft.com/office/drawing/2014/main" id="{4A0F8E34-5ED6-E5AC-A3E7-092D9BFE171C}"/>
              </a:ext>
            </a:extLst>
          </p:cNvPr>
          <p:cNvCxnSpPr>
            <a:stCxn id="250" idx="0"/>
            <a:endCxn id="241" idx="2"/>
          </p:cNvCxnSpPr>
          <p:nvPr/>
        </p:nvCxnSpPr>
        <p:spPr>
          <a:xfrm rot="-5400000">
            <a:off x="3755860" y="2075007"/>
            <a:ext cx="450000" cy="437400"/>
          </a:xfrm>
          <a:prstGeom prst="curved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482;p1">
            <a:extLst>
              <a:ext uri="{FF2B5EF4-FFF2-40B4-BE49-F238E27FC236}">
                <a16:creationId xmlns:a16="http://schemas.microsoft.com/office/drawing/2014/main" id="{1CF304B0-592F-6D49-0224-9A1D93A94EB1}"/>
              </a:ext>
            </a:extLst>
          </p:cNvPr>
          <p:cNvSpPr/>
          <p:nvPr/>
        </p:nvSpPr>
        <p:spPr>
          <a:xfrm>
            <a:off x="4584813" y="2728646"/>
            <a:ext cx="867901" cy="259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sz="10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483;p1">
            <a:extLst>
              <a:ext uri="{FF2B5EF4-FFF2-40B4-BE49-F238E27FC236}">
                <a16:creationId xmlns:a16="http://schemas.microsoft.com/office/drawing/2014/main" id="{F4E8D7D3-E17B-9A20-BC5D-6C52E429A96F}"/>
              </a:ext>
            </a:extLst>
          </p:cNvPr>
          <p:cNvCxnSpPr>
            <a:stCxn id="251" idx="3"/>
            <a:endCxn id="243" idx="1"/>
          </p:cNvCxnSpPr>
          <p:nvPr/>
        </p:nvCxnSpPr>
        <p:spPr>
          <a:xfrm rot="10800000" flipH="1">
            <a:off x="4300573" y="2858590"/>
            <a:ext cx="284100" cy="540000"/>
          </a:xfrm>
          <a:prstGeom prst="curvedConnector3">
            <a:avLst>
              <a:gd name="adj1" fmla="val 50025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5" name="Google Shape;485;p1">
            <a:extLst>
              <a:ext uri="{FF2B5EF4-FFF2-40B4-BE49-F238E27FC236}">
                <a16:creationId xmlns:a16="http://schemas.microsoft.com/office/drawing/2014/main" id="{8BD40BDC-8202-C019-C4FE-2C033EBC9338}"/>
              </a:ext>
            </a:extLst>
          </p:cNvPr>
          <p:cNvSpPr/>
          <p:nvPr/>
        </p:nvSpPr>
        <p:spPr>
          <a:xfrm>
            <a:off x="4386681" y="2020968"/>
            <a:ext cx="396263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sz="10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486;p1">
            <a:extLst>
              <a:ext uri="{FF2B5EF4-FFF2-40B4-BE49-F238E27FC236}">
                <a16:creationId xmlns:a16="http://schemas.microsoft.com/office/drawing/2014/main" id="{60E9ADD2-54D2-ED5B-9D40-EA69B44D969D}"/>
              </a:ext>
            </a:extLst>
          </p:cNvPr>
          <p:cNvCxnSpPr>
            <a:stCxn id="269" idx="0"/>
            <a:endCxn id="245" idx="2"/>
          </p:cNvCxnSpPr>
          <p:nvPr/>
        </p:nvCxnSpPr>
        <p:spPr>
          <a:xfrm rot="-5400000">
            <a:off x="4154252" y="2107580"/>
            <a:ext cx="257400" cy="603600"/>
          </a:xfrm>
          <a:prstGeom prst="curved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7" name="Google Shape;488;p1">
            <a:extLst>
              <a:ext uri="{FF2B5EF4-FFF2-40B4-BE49-F238E27FC236}">
                <a16:creationId xmlns:a16="http://schemas.microsoft.com/office/drawing/2014/main" id="{FD70D07E-41CF-210F-087A-B2951553CDF0}"/>
              </a:ext>
            </a:extLst>
          </p:cNvPr>
          <p:cNvSpPr/>
          <p:nvPr/>
        </p:nvSpPr>
        <p:spPr>
          <a:xfrm>
            <a:off x="2142957" y="3960053"/>
            <a:ext cx="154561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110: neural circuit</a:t>
            </a:r>
            <a:endParaRPr sz="11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48" name="Google Shape;489;p1">
            <a:extLst>
              <a:ext uri="{FF2B5EF4-FFF2-40B4-BE49-F238E27FC236}">
                <a16:creationId xmlns:a16="http://schemas.microsoft.com/office/drawing/2014/main" id="{B52D5282-3840-DC7F-D31D-9A5859352694}"/>
              </a:ext>
            </a:extLst>
          </p:cNvPr>
          <p:cNvCxnSpPr>
            <a:stCxn id="247" idx="0"/>
            <a:endCxn id="257" idx="2"/>
          </p:cNvCxnSpPr>
          <p:nvPr/>
        </p:nvCxnSpPr>
        <p:spPr>
          <a:xfrm rot="-5400000">
            <a:off x="2925665" y="3460853"/>
            <a:ext cx="489300" cy="5091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9" name="Google Shape;491;p1">
            <a:extLst>
              <a:ext uri="{FF2B5EF4-FFF2-40B4-BE49-F238E27FC236}">
                <a16:creationId xmlns:a16="http://schemas.microsoft.com/office/drawing/2014/main" id="{2800FCDB-0C27-529D-045C-349FDBC3C7F0}"/>
              </a:ext>
            </a:extLst>
          </p:cNvPr>
          <p:cNvGrpSpPr/>
          <p:nvPr/>
        </p:nvGrpSpPr>
        <p:grpSpPr>
          <a:xfrm>
            <a:off x="3141778" y="2518707"/>
            <a:ext cx="1240764" cy="1175461"/>
            <a:chOff x="2892985" y="2021617"/>
            <a:chExt cx="1242458" cy="1099704"/>
          </a:xfrm>
        </p:grpSpPr>
        <p:sp>
          <p:nvSpPr>
            <p:cNvPr id="250" name="Google Shape;481;p1">
              <a:extLst>
                <a:ext uri="{FF2B5EF4-FFF2-40B4-BE49-F238E27FC236}">
                  <a16:creationId xmlns:a16="http://schemas.microsoft.com/office/drawing/2014/main" id="{350453B3-C2B7-4441-D7F8-E8F020212210}"/>
                </a:ext>
              </a:extLst>
            </p:cNvPr>
            <p:cNvSpPr/>
            <p:nvPr/>
          </p:nvSpPr>
          <p:spPr>
            <a:xfrm>
              <a:off x="2892985" y="2021617"/>
              <a:ext cx="1242458" cy="109970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484;p1">
              <a:extLst>
                <a:ext uri="{FF2B5EF4-FFF2-40B4-BE49-F238E27FC236}">
                  <a16:creationId xmlns:a16="http://schemas.microsoft.com/office/drawing/2014/main" id="{F19E5AEB-0ED5-D4C1-1129-5D57D733FB83}"/>
                </a:ext>
              </a:extLst>
            </p:cNvPr>
            <p:cNvSpPr/>
            <p:nvPr/>
          </p:nvSpPr>
          <p:spPr>
            <a:xfrm>
              <a:off x="3667558" y="2630534"/>
              <a:ext cx="385804" cy="4285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492;p1">
              <a:extLst>
                <a:ext uri="{FF2B5EF4-FFF2-40B4-BE49-F238E27FC236}">
                  <a16:creationId xmlns:a16="http://schemas.microsoft.com/office/drawing/2014/main" id="{4517BD7B-4827-60AB-99E3-628F6D057D04}"/>
                </a:ext>
              </a:extLst>
            </p:cNvPr>
            <p:cNvSpPr/>
            <p:nvPr/>
          </p:nvSpPr>
          <p:spPr>
            <a:xfrm>
              <a:off x="2982460" y="2142949"/>
              <a:ext cx="385804" cy="82082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493;p1">
              <a:extLst>
                <a:ext uri="{FF2B5EF4-FFF2-40B4-BE49-F238E27FC236}">
                  <a16:creationId xmlns:a16="http://schemas.microsoft.com/office/drawing/2014/main" id="{6DCB6B20-6067-ACA2-D545-0E27F0D0ECAF}"/>
                </a:ext>
              </a:extLst>
            </p:cNvPr>
            <p:cNvSpPr/>
            <p:nvPr/>
          </p:nvSpPr>
          <p:spPr>
            <a:xfrm rot="5400000">
              <a:off x="3494345" y="1993471"/>
              <a:ext cx="505198" cy="6128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494;p1">
              <a:extLst>
                <a:ext uri="{FF2B5EF4-FFF2-40B4-BE49-F238E27FC236}">
                  <a16:creationId xmlns:a16="http://schemas.microsoft.com/office/drawing/2014/main" id="{0E1FFB91-66A4-B3C6-F21C-5CF83802BB41}"/>
                </a:ext>
              </a:extLst>
            </p:cNvPr>
            <p:cNvSpPr/>
            <p:nvPr/>
          </p:nvSpPr>
          <p:spPr>
            <a:xfrm>
              <a:off x="3049865" y="2176176"/>
              <a:ext cx="250994" cy="13243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495;p1">
              <a:extLst>
                <a:ext uri="{FF2B5EF4-FFF2-40B4-BE49-F238E27FC236}">
                  <a16:creationId xmlns:a16="http://schemas.microsoft.com/office/drawing/2014/main" id="{103D233D-791F-0CEB-D75D-132DD7895865}"/>
                </a:ext>
              </a:extLst>
            </p:cNvPr>
            <p:cNvSpPr/>
            <p:nvPr/>
          </p:nvSpPr>
          <p:spPr>
            <a:xfrm>
              <a:off x="3049865" y="2338101"/>
              <a:ext cx="250994" cy="13243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"/>
                <a:buFont typeface="Arial"/>
                <a:buNone/>
              </a:pPr>
              <a:endParaRPr sz="1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496;p1">
              <a:extLst>
                <a:ext uri="{FF2B5EF4-FFF2-40B4-BE49-F238E27FC236}">
                  <a16:creationId xmlns:a16="http://schemas.microsoft.com/office/drawing/2014/main" id="{4F874CB3-9234-B40A-06C7-214643F62905}"/>
                </a:ext>
              </a:extLst>
            </p:cNvPr>
            <p:cNvSpPr/>
            <p:nvPr/>
          </p:nvSpPr>
          <p:spPr>
            <a:xfrm>
              <a:off x="3049865" y="2502096"/>
              <a:ext cx="250994" cy="13243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490;p1">
              <a:extLst>
                <a:ext uri="{FF2B5EF4-FFF2-40B4-BE49-F238E27FC236}">
                  <a16:creationId xmlns:a16="http://schemas.microsoft.com/office/drawing/2014/main" id="{2D60C11F-AE29-89ED-7B60-41C2BEB9AB50}"/>
                </a:ext>
              </a:extLst>
            </p:cNvPr>
            <p:cNvSpPr/>
            <p:nvPr/>
          </p:nvSpPr>
          <p:spPr>
            <a:xfrm>
              <a:off x="3051032" y="2779869"/>
              <a:ext cx="250994" cy="13243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endParaRPr sz="16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8" name="Google Shape;497;p1">
              <a:extLst>
                <a:ext uri="{FF2B5EF4-FFF2-40B4-BE49-F238E27FC236}">
                  <a16:creationId xmlns:a16="http://schemas.microsoft.com/office/drawing/2014/main" id="{5E681CE2-58ED-B9C7-B73E-E5FE08C1E0FB}"/>
                </a:ext>
              </a:extLst>
            </p:cNvPr>
            <p:cNvCxnSpPr>
              <a:stCxn id="251" idx="0"/>
              <a:endCxn id="253" idx="3"/>
            </p:cNvCxnSpPr>
            <p:nvPr/>
          </p:nvCxnSpPr>
          <p:spPr>
            <a:xfrm rot="5400000" flipH="1">
              <a:off x="3764760" y="2534834"/>
              <a:ext cx="78000" cy="113400"/>
            </a:xfrm>
            <a:prstGeom prst="bentConnector3">
              <a:avLst>
                <a:gd name="adj1" fmla="val -343895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" name="Google Shape;498;p1">
              <a:extLst>
                <a:ext uri="{FF2B5EF4-FFF2-40B4-BE49-F238E27FC236}">
                  <a16:creationId xmlns:a16="http://schemas.microsoft.com/office/drawing/2014/main" id="{0808544F-1940-460A-DC79-9792F8DF16F3}"/>
                </a:ext>
              </a:extLst>
            </p:cNvPr>
            <p:cNvCxnSpPr/>
            <p:nvPr/>
          </p:nvCxnSpPr>
          <p:spPr>
            <a:xfrm>
              <a:off x="3368264" y="2895263"/>
              <a:ext cx="299294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0" name="Google Shape;499;p1">
              <a:extLst>
                <a:ext uri="{FF2B5EF4-FFF2-40B4-BE49-F238E27FC236}">
                  <a16:creationId xmlns:a16="http://schemas.microsoft.com/office/drawing/2014/main" id="{84AF40AF-96BE-DF97-B93E-55E4BF55D0D6}"/>
                </a:ext>
              </a:extLst>
            </p:cNvPr>
            <p:cNvCxnSpPr/>
            <p:nvPr/>
          </p:nvCxnSpPr>
          <p:spPr>
            <a:xfrm>
              <a:off x="3368264" y="2303624"/>
              <a:ext cx="76985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61" name="Google Shape;500;p1">
              <a:extLst>
                <a:ext uri="{FF2B5EF4-FFF2-40B4-BE49-F238E27FC236}">
                  <a16:creationId xmlns:a16="http://schemas.microsoft.com/office/drawing/2014/main" id="{B5F69CED-A3CF-E1D1-AD51-4C034BE86F61}"/>
                </a:ext>
              </a:extLst>
            </p:cNvPr>
            <p:cNvSpPr/>
            <p:nvPr/>
          </p:nvSpPr>
          <p:spPr>
            <a:xfrm rot="-5400000">
              <a:off x="2988755" y="2583677"/>
              <a:ext cx="303237" cy="260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lang="en-US" sz="1088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478;p1">
              <a:extLst>
                <a:ext uri="{FF2B5EF4-FFF2-40B4-BE49-F238E27FC236}">
                  <a16:creationId xmlns:a16="http://schemas.microsoft.com/office/drawing/2014/main" id="{7A44D145-01D8-1F42-1976-CF1035C36C7A}"/>
                </a:ext>
              </a:extLst>
            </p:cNvPr>
            <p:cNvSpPr/>
            <p:nvPr/>
          </p:nvSpPr>
          <p:spPr>
            <a:xfrm>
              <a:off x="3001460" y="2131244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lang="en-US" sz="72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lang="en-US" sz="727" b="0" i="0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727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501;p1">
              <a:extLst>
                <a:ext uri="{FF2B5EF4-FFF2-40B4-BE49-F238E27FC236}">
                  <a16:creationId xmlns:a16="http://schemas.microsoft.com/office/drawing/2014/main" id="{74B7E866-9E2E-6F9C-2B33-CFFE0986A28D}"/>
                </a:ext>
              </a:extLst>
            </p:cNvPr>
            <p:cNvSpPr/>
            <p:nvPr/>
          </p:nvSpPr>
          <p:spPr>
            <a:xfrm>
              <a:off x="3001460" y="2296595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lang="en-US" sz="72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lang="en-US" sz="727" b="0" i="0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727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502;p1">
              <a:extLst>
                <a:ext uri="{FF2B5EF4-FFF2-40B4-BE49-F238E27FC236}">
                  <a16:creationId xmlns:a16="http://schemas.microsoft.com/office/drawing/2014/main" id="{A2516778-2535-3CBC-31A5-C54B54C799F7}"/>
                </a:ext>
              </a:extLst>
            </p:cNvPr>
            <p:cNvSpPr/>
            <p:nvPr/>
          </p:nvSpPr>
          <p:spPr>
            <a:xfrm>
              <a:off x="3001460" y="2458967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lang="en-US" sz="72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lang="en-US" sz="727" b="0" i="0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27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503;p1">
              <a:extLst>
                <a:ext uri="{FF2B5EF4-FFF2-40B4-BE49-F238E27FC236}">
                  <a16:creationId xmlns:a16="http://schemas.microsoft.com/office/drawing/2014/main" id="{B82DB525-5E0B-9B2B-F582-61DEDD21E847}"/>
                </a:ext>
              </a:extLst>
            </p:cNvPr>
            <p:cNvSpPr/>
            <p:nvPr/>
          </p:nvSpPr>
          <p:spPr>
            <a:xfrm>
              <a:off x="3008402" y="2738364"/>
              <a:ext cx="359885" cy="191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lang="en-US" sz="72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lang="en-US" sz="727" b="0" i="0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727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504;p1">
              <a:extLst>
                <a:ext uri="{FF2B5EF4-FFF2-40B4-BE49-F238E27FC236}">
                  <a16:creationId xmlns:a16="http://schemas.microsoft.com/office/drawing/2014/main" id="{329FAC1F-F8CE-F5D5-D77B-4D10BCE8009F}"/>
                </a:ext>
              </a:extLst>
            </p:cNvPr>
            <p:cNvSpPr/>
            <p:nvPr/>
          </p:nvSpPr>
          <p:spPr>
            <a:xfrm>
              <a:off x="3484200" y="2086887"/>
              <a:ext cx="532696" cy="10104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endParaRPr sz="3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505;p1">
              <a:extLst>
                <a:ext uri="{FF2B5EF4-FFF2-40B4-BE49-F238E27FC236}">
                  <a16:creationId xmlns:a16="http://schemas.microsoft.com/office/drawing/2014/main" id="{EE294B12-D213-2615-4D81-277AD1944FFA}"/>
                </a:ext>
              </a:extLst>
            </p:cNvPr>
            <p:cNvSpPr/>
            <p:nvPr/>
          </p:nvSpPr>
          <p:spPr>
            <a:xfrm>
              <a:off x="3483775" y="2216112"/>
              <a:ext cx="532696" cy="10104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endParaRPr sz="3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506;p1">
              <a:extLst>
                <a:ext uri="{FF2B5EF4-FFF2-40B4-BE49-F238E27FC236}">
                  <a16:creationId xmlns:a16="http://schemas.microsoft.com/office/drawing/2014/main" id="{ABB6885D-28D3-8529-61AA-9FE9CA0306E1}"/>
                </a:ext>
              </a:extLst>
            </p:cNvPr>
            <p:cNvSpPr/>
            <p:nvPr/>
          </p:nvSpPr>
          <p:spPr>
            <a:xfrm>
              <a:off x="3482926" y="2417647"/>
              <a:ext cx="532696" cy="10104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endParaRPr sz="3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487;p1">
              <a:extLst>
                <a:ext uri="{FF2B5EF4-FFF2-40B4-BE49-F238E27FC236}">
                  <a16:creationId xmlns:a16="http://schemas.microsoft.com/office/drawing/2014/main" id="{28E861D4-64C5-DBD6-2CB2-463EFDBA2D54}"/>
                </a:ext>
              </a:extLst>
            </p:cNvPr>
            <p:cNvSpPr/>
            <p:nvPr/>
          </p:nvSpPr>
          <p:spPr>
            <a:xfrm>
              <a:off x="3523064" y="2039741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sz="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507;p1">
              <a:extLst>
                <a:ext uri="{FF2B5EF4-FFF2-40B4-BE49-F238E27FC236}">
                  <a16:creationId xmlns:a16="http://schemas.microsoft.com/office/drawing/2014/main" id="{34BB6BD6-29EF-019B-49BE-DC8DB4A87E17}"/>
                </a:ext>
              </a:extLst>
            </p:cNvPr>
            <p:cNvSpPr/>
            <p:nvPr/>
          </p:nvSpPr>
          <p:spPr>
            <a:xfrm>
              <a:off x="3523064" y="2171301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sz="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508;p1">
              <a:extLst>
                <a:ext uri="{FF2B5EF4-FFF2-40B4-BE49-F238E27FC236}">
                  <a16:creationId xmlns:a16="http://schemas.microsoft.com/office/drawing/2014/main" id="{9922223A-95CE-E58A-EF57-876ED00E97A3}"/>
                </a:ext>
              </a:extLst>
            </p:cNvPr>
            <p:cNvSpPr/>
            <p:nvPr/>
          </p:nvSpPr>
          <p:spPr>
            <a:xfrm>
              <a:off x="3529048" y="2369382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sz="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509;p1">
              <a:extLst>
                <a:ext uri="{FF2B5EF4-FFF2-40B4-BE49-F238E27FC236}">
                  <a16:creationId xmlns:a16="http://schemas.microsoft.com/office/drawing/2014/main" id="{DEBCEE4F-6FF1-C590-FE78-152F245C6D15}"/>
                </a:ext>
              </a:extLst>
            </p:cNvPr>
            <p:cNvSpPr/>
            <p:nvPr/>
          </p:nvSpPr>
          <p:spPr>
            <a:xfrm rot="-5400000">
              <a:off x="3578186" y="2267799"/>
              <a:ext cx="259746" cy="204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lang="en-US" sz="72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72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510;p1">
            <a:extLst>
              <a:ext uri="{FF2B5EF4-FFF2-40B4-BE49-F238E27FC236}">
                <a16:creationId xmlns:a16="http://schemas.microsoft.com/office/drawing/2014/main" id="{9E73D627-602C-AFCD-D9F8-20762D491333}"/>
              </a:ext>
            </a:extLst>
          </p:cNvPr>
          <p:cNvSpPr/>
          <p:nvPr/>
        </p:nvSpPr>
        <p:spPr>
          <a:xfrm>
            <a:off x="4657142" y="2291725"/>
            <a:ext cx="1794755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111: memory bank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74" name="Google Shape;511;p1">
            <a:extLst>
              <a:ext uri="{FF2B5EF4-FFF2-40B4-BE49-F238E27FC236}">
                <a16:creationId xmlns:a16="http://schemas.microsoft.com/office/drawing/2014/main" id="{887A609B-1288-F6EE-A2AD-0138DF49F832}"/>
              </a:ext>
            </a:extLst>
          </p:cNvPr>
          <p:cNvCxnSpPr>
            <a:endCxn id="273" idx="1"/>
          </p:cNvCxnSpPr>
          <p:nvPr/>
        </p:nvCxnSpPr>
        <p:spPr>
          <a:xfrm rot="10800000" flipH="1">
            <a:off x="4263242" y="2421601"/>
            <a:ext cx="393900" cy="350400"/>
          </a:xfrm>
          <a:prstGeom prst="curved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5" name="Google Shape;512;p1">
            <a:extLst>
              <a:ext uri="{FF2B5EF4-FFF2-40B4-BE49-F238E27FC236}">
                <a16:creationId xmlns:a16="http://schemas.microsoft.com/office/drawing/2014/main" id="{5D0CC222-7B6C-E1B3-4036-8EA9DD1D7E51}"/>
              </a:ext>
            </a:extLst>
          </p:cNvPr>
          <p:cNvSpPr/>
          <p:nvPr/>
        </p:nvSpPr>
        <p:spPr>
          <a:xfrm>
            <a:off x="7143750" y="2941204"/>
            <a:ext cx="771525" cy="304800"/>
          </a:xfrm>
          <a:custGeom>
            <a:avLst/>
            <a:gdLst/>
            <a:ahLst/>
            <a:cxnLst/>
            <a:rect l="l" t="t" r="r" b="b"/>
            <a:pathLst>
              <a:path w="771525" h="304800" extrusionOk="0">
                <a:moveTo>
                  <a:pt x="0" y="304800"/>
                </a:moveTo>
                <a:cubicBezTo>
                  <a:pt x="26987" y="269875"/>
                  <a:pt x="53975" y="234950"/>
                  <a:pt x="123825" y="209550"/>
                </a:cubicBezTo>
                <a:cubicBezTo>
                  <a:pt x="193675" y="184150"/>
                  <a:pt x="311150" y="187325"/>
                  <a:pt x="419100" y="152400"/>
                </a:cubicBezTo>
                <a:cubicBezTo>
                  <a:pt x="527050" y="117475"/>
                  <a:pt x="771525" y="0"/>
                  <a:pt x="771525" y="0"/>
                </a:cubicBezTo>
                <a:lnTo>
                  <a:pt x="771525" y="0"/>
                </a:lnTo>
              </a:path>
            </a:pathLst>
          </a:cu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513;p1">
            <a:extLst>
              <a:ext uri="{FF2B5EF4-FFF2-40B4-BE49-F238E27FC236}">
                <a16:creationId xmlns:a16="http://schemas.microsoft.com/office/drawing/2014/main" id="{83D57528-61AF-A6C7-802C-4C8D911DAB61}"/>
              </a:ext>
            </a:extLst>
          </p:cNvPr>
          <p:cNvSpPr/>
          <p:nvPr/>
        </p:nvSpPr>
        <p:spPr>
          <a:xfrm>
            <a:off x="7448550" y="3550804"/>
            <a:ext cx="390525" cy="142875"/>
          </a:xfrm>
          <a:custGeom>
            <a:avLst/>
            <a:gdLst/>
            <a:ahLst/>
            <a:cxnLst/>
            <a:rect l="l" t="t" r="r" b="b"/>
            <a:pathLst>
              <a:path w="390525" h="142875" extrusionOk="0">
                <a:moveTo>
                  <a:pt x="0" y="0"/>
                </a:moveTo>
                <a:cubicBezTo>
                  <a:pt x="115094" y="11906"/>
                  <a:pt x="230188" y="23813"/>
                  <a:pt x="295275" y="47625"/>
                </a:cubicBezTo>
                <a:cubicBezTo>
                  <a:pt x="360362" y="71437"/>
                  <a:pt x="390525" y="142875"/>
                  <a:pt x="390525" y="142875"/>
                </a:cubicBezTo>
                <a:lnTo>
                  <a:pt x="390525" y="142875"/>
                </a:lnTo>
              </a:path>
            </a:pathLst>
          </a:custGeom>
          <a:noFill/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514;p1">
            <a:extLst>
              <a:ext uri="{FF2B5EF4-FFF2-40B4-BE49-F238E27FC236}">
                <a16:creationId xmlns:a16="http://schemas.microsoft.com/office/drawing/2014/main" id="{DBCEC627-2662-7AAE-8411-214E2069976F}"/>
              </a:ext>
            </a:extLst>
          </p:cNvPr>
          <p:cNvSpPr/>
          <p:nvPr/>
        </p:nvSpPr>
        <p:spPr>
          <a:xfrm>
            <a:off x="6821397" y="3323305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515;p1">
            <a:extLst>
              <a:ext uri="{FF2B5EF4-FFF2-40B4-BE49-F238E27FC236}">
                <a16:creationId xmlns:a16="http://schemas.microsoft.com/office/drawing/2014/main" id="{459620C4-0A79-6200-3A7F-2CB88C07E8D6}"/>
              </a:ext>
            </a:extLst>
          </p:cNvPr>
          <p:cNvSpPr/>
          <p:nvPr/>
        </p:nvSpPr>
        <p:spPr>
          <a:xfrm>
            <a:off x="7080788" y="3228055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516;p1">
            <a:extLst>
              <a:ext uri="{FF2B5EF4-FFF2-40B4-BE49-F238E27FC236}">
                <a16:creationId xmlns:a16="http://schemas.microsoft.com/office/drawing/2014/main" id="{7B6AE25A-015E-EF29-4186-384A749DCE0E}"/>
              </a:ext>
            </a:extLst>
          </p:cNvPr>
          <p:cNvSpPr/>
          <p:nvPr/>
        </p:nvSpPr>
        <p:spPr>
          <a:xfrm>
            <a:off x="7135722" y="3475705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517;p1">
            <a:extLst>
              <a:ext uri="{FF2B5EF4-FFF2-40B4-BE49-F238E27FC236}">
                <a16:creationId xmlns:a16="http://schemas.microsoft.com/office/drawing/2014/main" id="{BDE94E29-5660-C643-B822-21311D94787E}"/>
              </a:ext>
            </a:extLst>
          </p:cNvPr>
          <p:cNvSpPr/>
          <p:nvPr/>
        </p:nvSpPr>
        <p:spPr>
          <a:xfrm>
            <a:off x="7815345" y="4725340"/>
            <a:ext cx="1109599" cy="42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112: on-chip network link</a:t>
            </a:r>
            <a:endParaRPr sz="1088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81" name="Google Shape;518;p1">
            <a:extLst>
              <a:ext uri="{FF2B5EF4-FFF2-40B4-BE49-F238E27FC236}">
                <a16:creationId xmlns:a16="http://schemas.microsoft.com/office/drawing/2014/main" id="{C23134D3-9543-1E74-C7F4-7F1FEB2E0848}"/>
              </a:ext>
            </a:extLst>
          </p:cNvPr>
          <p:cNvCxnSpPr/>
          <p:nvPr/>
        </p:nvCxnSpPr>
        <p:spPr>
          <a:xfrm>
            <a:off x="7543093" y="4595660"/>
            <a:ext cx="343500" cy="216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9315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6B37-E7F4-18F6-D0C4-812162F3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34D1E926-9B95-449A-FC56-803CD170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lvl="0" indent="0" algn="just">
              <a:buClr>
                <a:srgbClr val="72A376"/>
              </a:buClr>
              <a:buNone/>
              <a:defRPr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EB17649-1060-61D3-A6CD-B8536C6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4AF6C48-D431-8738-552D-50049F0A27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B7B6229-3129-A8E9-FE5A-11ED92EFA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13FD80FD-69D4-604C-FEE1-6F9AD3F61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4" name="コンテンツ プレースホルダ 1">
            <a:extLst>
              <a:ext uri="{FF2B5EF4-FFF2-40B4-BE49-F238E27FC236}">
                <a16:creationId xmlns:a16="http://schemas.microsoft.com/office/drawing/2014/main" id="{403135DA-42E6-08D8-BCD5-3EA9BE664D94}"/>
              </a:ext>
            </a:extLst>
          </p:cNvPr>
          <p:cNvSpPr txBox="1">
            <a:spLocks/>
          </p:cNvSpPr>
          <p:nvPr/>
        </p:nvSpPr>
        <p:spPr>
          <a:xfrm>
            <a:off x="510091" y="1709290"/>
            <a:ext cx="9624060" cy="4884711"/>
          </a:xfrm>
          <a:prstGeom prst="rect">
            <a:avLst/>
          </a:prstGeom>
        </p:spPr>
        <p:txBody>
          <a:bodyPr vert="horz" lIns="104306" tIns="52153" rIns="104306" bIns="52153">
            <a:normAutofit/>
          </a:bodyPr>
          <a:lstStyle>
            <a:lvl1pPr marL="417222" indent="-292056" algn="l" rtl="0" eaLnBrk="1" latinLnBrk="0" hangingPunct="1">
              <a:spcBef>
                <a:spcPts val="456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9278" indent="-260764" algn="l" rtl="0" eaLnBrk="1" latinLnBrk="0" hangingPunct="1">
              <a:spcBef>
                <a:spcPts val="370"/>
              </a:spcBef>
              <a:buClr>
                <a:schemeClr val="accent1"/>
              </a:buClr>
              <a:buFont typeface="Verdana"/>
              <a:buChar char="◦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0473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3820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5348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6112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46876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7640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/>
            <a:r>
              <a:rPr lang="en-US" altLang="ja-JP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Idea #1: reducing the search space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Start with a list of operators (approximate variations of a function).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A function could be addition, multiplication, </a:t>
            </a:r>
            <a:r>
              <a:rPr lang="en-US" altLang="ja-JP" sz="16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Rank the operations in non-dominated lists.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Remove the “over-space” operators.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If the operator is ”too accurate” for the application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And it has high power consumption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The operator is not kept for optimizing</a:t>
            </a:r>
          </a:p>
          <a:p>
            <a:pPr lvl="1" fontAlgn="auto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07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4D1B7-BCEE-7C77-2A1F-403EC93B3083}"/>
              </a:ext>
            </a:extLst>
          </p:cNvPr>
          <p:cNvSpPr/>
          <p:nvPr/>
        </p:nvSpPr>
        <p:spPr>
          <a:xfrm>
            <a:off x="3780777" y="6980511"/>
            <a:ext cx="41485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Fig. 2: Examples of a neural network.</a:t>
            </a:r>
            <a:endParaRPr lang="en-US" sz="1600" dirty="0"/>
          </a:p>
        </p:txBody>
      </p:sp>
      <p:sp>
        <p:nvSpPr>
          <p:cNvPr id="4" name="Google Shape;523;p34">
            <a:extLst>
              <a:ext uri="{FF2B5EF4-FFF2-40B4-BE49-F238E27FC236}">
                <a16:creationId xmlns:a16="http://schemas.microsoft.com/office/drawing/2014/main" id="{549DE157-D14B-19D1-9247-FB2EA1234B75}"/>
              </a:ext>
            </a:extLst>
          </p:cNvPr>
          <p:cNvSpPr/>
          <p:nvPr/>
        </p:nvSpPr>
        <p:spPr>
          <a:xfrm>
            <a:off x="1395445" y="3647308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524;p34">
            <a:extLst>
              <a:ext uri="{FF2B5EF4-FFF2-40B4-BE49-F238E27FC236}">
                <a16:creationId xmlns:a16="http://schemas.microsoft.com/office/drawing/2014/main" id="{B44058F9-2665-82CD-1C34-3F5B782F9528}"/>
              </a:ext>
            </a:extLst>
          </p:cNvPr>
          <p:cNvSpPr/>
          <p:nvPr/>
        </p:nvSpPr>
        <p:spPr>
          <a:xfrm>
            <a:off x="1395445" y="4039043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25;p34">
            <a:extLst>
              <a:ext uri="{FF2B5EF4-FFF2-40B4-BE49-F238E27FC236}">
                <a16:creationId xmlns:a16="http://schemas.microsoft.com/office/drawing/2014/main" id="{C1048B60-E0E9-3F43-818A-D5442BD1AD73}"/>
              </a:ext>
            </a:extLst>
          </p:cNvPr>
          <p:cNvSpPr/>
          <p:nvPr/>
        </p:nvSpPr>
        <p:spPr>
          <a:xfrm>
            <a:off x="1395445" y="4430778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526;p34">
            <a:extLst>
              <a:ext uri="{FF2B5EF4-FFF2-40B4-BE49-F238E27FC236}">
                <a16:creationId xmlns:a16="http://schemas.microsoft.com/office/drawing/2014/main" id="{3BD11861-69AE-1E54-B5CE-A39465F6B586}"/>
              </a:ext>
            </a:extLst>
          </p:cNvPr>
          <p:cNvSpPr/>
          <p:nvPr/>
        </p:nvSpPr>
        <p:spPr>
          <a:xfrm>
            <a:off x="1395445" y="5099732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527;p34">
            <a:extLst>
              <a:ext uri="{FF2B5EF4-FFF2-40B4-BE49-F238E27FC236}">
                <a16:creationId xmlns:a16="http://schemas.microsoft.com/office/drawing/2014/main" id="{CFA809EC-C315-18CE-EF6D-03CDC504BACB}"/>
              </a:ext>
            </a:extLst>
          </p:cNvPr>
          <p:cNvSpPr/>
          <p:nvPr/>
        </p:nvSpPr>
        <p:spPr>
          <a:xfrm>
            <a:off x="2141072" y="3380136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528;p34">
            <a:extLst>
              <a:ext uri="{FF2B5EF4-FFF2-40B4-BE49-F238E27FC236}">
                <a16:creationId xmlns:a16="http://schemas.microsoft.com/office/drawing/2014/main" id="{4D0937F6-8A18-8B6B-219E-8A68A9DC751A}"/>
              </a:ext>
            </a:extLst>
          </p:cNvPr>
          <p:cNvSpPr/>
          <p:nvPr/>
        </p:nvSpPr>
        <p:spPr>
          <a:xfrm>
            <a:off x="2141072" y="3771870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529;p34">
            <a:extLst>
              <a:ext uri="{FF2B5EF4-FFF2-40B4-BE49-F238E27FC236}">
                <a16:creationId xmlns:a16="http://schemas.microsoft.com/office/drawing/2014/main" id="{32C28A0E-9659-449F-0A79-DD17D8A10D39}"/>
              </a:ext>
            </a:extLst>
          </p:cNvPr>
          <p:cNvSpPr/>
          <p:nvPr/>
        </p:nvSpPr>
        <p:spPr>
          <a:xfrm>
            <a:off x="2141072" y="4163605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530;p34">
            <a:extLst>
              <a:ext uri="{FF2B5EF4-FFF2-40B4-BE49-F238E27FC236}">
                <a16:creationId xmlns:a16="http://schemas.microsoft.com/office/drawing/2014/main" id="{A3BC3AAF-B7C9-8473-5CC6-5FC0B819E783}"/>
              </a:ext>
            </a:extLst>
          </p:cNvPr>
          <p:cNvSpPr/>
          <p:nvPr/>
        </p:nvSpPr>
        <p:spPr>
          <a:xfrm>
            <a:off x="2141072" y="4555340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531;p34">
            <a:extLst>
              <a:ext uri="{FF2B5EF4-FFF2-40B4-BE49-F238E27FC236}">
                <a16:creationId xmlns:a16="http://schemas.microsoft.com/office/drawing/2014/main" id="{3A357093-9C3B-7C9F-B7CA-40DC418916C4}"/>
              </a:ext>
            </a:extLst>
          </p:cNvPr>
          <p:cNvSpPr/>
          <p:nvPr/>
        </p:nvSpPr>
        <p:spPr>
          <a:xfrm>
            <a:off x="2141072" y="5091230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32;p34">
            <a:extLst>
              <a:ext uri="{FF2B5EF4-FFF2-40B4-BE49-F238E27FC236}">
                <a16:creationId xmlns:a16="http://schemas.microsoft.com/office/drawing/2014/main" id="{4D2CB0CE-E881-E31F-57AA-313246336F2E}"/>
              </a:ext>
            </a:extLst>
          </p:cNvPr>
          <p:cNvSpPr/>
          <p:nvPr/>
        </p:nvSpPr>
        <p:spPr>
          <a:xfrm>
            <a:off x="2901905" y="3380136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33;p34">
            <a:extLst>
              <a:ext uri="{FF2B5EF4-FFF2-40B4-BE49-F238E27FC236}">
                <a16:creationId xmlns:a16="http://schemas.microsoft.com/office/drawing/2014/main" id="{E3C84530-12D1-16EF-21B4-9869E43C6244}"/>
              </a:ext>
            </a:extLst>
          </p:cNvPr>
          <p:cNvSpPr/>
          <p:nvPr/>
        </p:nvSpPr>
        <p:spPr>
          <a:xfrm>
            <a:off x="2901905" y="3771870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34;p34">
            <a:extLst>
              <a:ext uri="{FF2B5EF4-FFF2-40B4-BE49-F238E27FC236}">
                <a16:creationId xmlns:a16="http://schemas.microsoft.com/office/drawing/2014/main" id="{75E7424E-4593-7D74-1499-44059C54E265}"/>
              </a:ext>
            </a:extLst>
          </p:cNvPr>
          <p:cNvSpPr/>
          <p:nvPr/>
        </p:nvSpPr>
        <p:spPr>
          <a:xfrm>
            <a:off x="2901905" y="4163605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35;p34">
            <a:extLst>
              <a:ext uri="{FF2B5EF4-FFF2-40B4-BE49-F238E27FC236}">
                <a16:creationId xmlns:a16="http://schemas.microsoft.com/office/drawing/2014/main" id="{84700C98-63BA-EA80-37DE-05B2E455D4FC}"/>
              </a:ext>
            </a:extLst>
          </p:cNvPr>
          <p:cNvSpPr/>
          <p:nvPr/>
        </p:nvSpPr>
        <p:spPr>
          <a:xfrm>
            <a:off x="2901905" y="4555340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536;p34">
            <a:extLst>
              <a:ext uri="{FF2B5EF4-FFF2-40B4-BE49-F238E27FC236}">
                <a16:creationId xmlns:a16="http://schemas.microsoft.com/office/drawing/2014/main" id="{1FF4D22C-71CD-E870-C409-E2E5AAF76316}"/>
              </a:ext>
            </a:extLst>
          </p:cNvPr>
          <p:cNvSpPr/>
          <p:nvPr/>
        </p:nvSpPr>
        <p:spPr>
          <a:xfrm>
            <a:off x="2901905" y="5102318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37;p34">
            <a:extLst>
              <a:ext uri="{FF2B5EF4-FFF2-40B4-BE49-F238E27FC236}">
                <a16:creationId xmlns:a16="http://schemas.microsoft.com/office/drawing/2014/main" id="{12257373-F7BA-1541-A0ED-F68C30E96B28}"/>
              </a:ext>
            </a:extLst>
          </p:cNvPr>
          <p:cNvSpPr/>
          <p:nvPr/>
        </p:nvSpPr>
        <p:spPr>
          <a:xfrm>
            <a:off x="3696996" y="3979944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538;p34">
            <a:extLst>
              <a:ext uri="{FF2B5EF4-FFF2-40B4-BE49-F238E27FC236}">
                <a16:creationId xmlns:a16="http://schemas.microsoft.com/office/drawing/2014/main" id="{37FA37F0-E284-E095-241D-F6C6346A2ECE}"/>
              </a:ext>
            </a:extLst>
          </p:cNvPr>
          <p:cNvSpPr/>
          <p:nvPr/>
        </p:nvSpPr>
        <p:spPr>
          <a:xfrm>
            <a:off x="3710429" y="4634356"/>
            <a:ext cx="285000" cy="281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539;p34">
            <a:extLst>
              <a:ext uri="{FF2B5EF4-FFF2-40B4-BE49-F238E27FC236}">
                <a16:creationId xmlns:a16="http://schemas.microsoft.com/office/drawing/2014/main" id="{F553C653-BEE9-EBDC-5835-9A7C2EDF0541}"/>
              </a:ext>
            </a:extLst>
          </p:cNvPr>
          <p:cNvCxnSpPr>
            <a:stCxn id="4" idx="6"/>
            <a:endCxn id="16" idx="2"/>
          </p:cNvCxnSpPr>
          <p:nvPr/>
        </p:nvCxnSpPr>
        <p:spPr>
          <a:xfrm>
            <a:off x="1680445" y="3788158"/>
            <a:ext cx="460500" cy="124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" name="Google Shape;540;p34">
            <a:extLst>
              <a:ext uri="{FF2B5EF4-FFF2-40B4-BE49-F238E27FC236}">
                <a16:creationId xmlns:a16="http://schemas.microsoft.com/office/drawing/2014/main" id="{C0B2AB34-C004-4360-C92E-8F0A28384A99}"/>
              </a:ext>
            </a:extLst>
          </p:cNvPr>
          <p:cNvCxnSpPr>
            <a:stCxn id="4" idx="6"/>
            <a:endCxn id="17" idx="2"/>
          </p:cNvCxnSpPr>
          <p:nvPr/>
        </p:nvCxnSpPr>
        <p:spPr>
          <a:xfrm>
            <a:off x="1680445" y="3788158"/>
            <a:ext cx="460500" cy="516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541;p34">
            <a:extLst>
              <a:ext uri="{FF2B5EF4-FFF2-40B4-BE49-F238E27FC236}">
                <a16:creationId xmlns:a16="http://schemas.microsoft.com/office/drawing/2014/main" id="{E0F8BC85-07E8-6A5C-EAB6-37727D836370}"/>
              </a:ext>
            </a:extLst>
          </p:cNvPr>
          <p:cNvCxnSpPr>
            <a:stCxn id="4" idx="6"/>
            <a:endCxn id="15" idx="2"/>
          </p:cNvCxnSpPr>
          <p:nvPr/>
        </p:nvCxnSpPr>
        <p:spPr>
          <a:xfrm rot="10800000" flipH="1">
            <a:off x="1680445" y="3520858"/>
            <a:ext cx="460500" cy="267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Google Shape;542;p34">
            <a:extLst>
              <a:ext uri="{FF2B5EF4-FFF2-40B4-BE49-F238E27FC236}">
                <a16:creationId xmlns:a16="http://schemas.microsoft.com/office/drawing/2014/main" id="{0EE94C5F-E280-191A-C99F-AA1F94B0D377}"/>
              </a:ext>
            </a:extLst>
          </p:cNvPr>
          <p:cNvCxnSpPr>
            <a:stCxn id="4" idx="6"/>
            <a:endCxn id="18" idx="1"/>
          </p:cNvCxnSpPr>
          <p:nvPr/>
        </p:nvCxnSpPr>
        <p:spPr>
          <a:xfrm>
            <a:off x="1680445" y="3788158"/>
            <a:ext cx="502500" cy="808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" name="Google Shape;543;p34">
            <a:extLst>
              <a:ext uri="{FF2B5EF4-FFF2-40B4-BE49-F238E27FC236}">
                <a16:creationId xmlns:a16="http://schemas.microsoft.com/office/drawing/2014/main" id="{DA67D715-ACFC-1F65-7779-7DFC7013FA61}"/>
              </a:ext>
            </a:extLst>
          </p:cNvPr>
          <p:cNvCxnSpPr>
            <a:stCxn id="8" idx="5"/>
            <a:endCxn id="19" idx="1"/>
          </p:cNvCxnSpPr>
          <p:nvPr/>
        </p:nvCxnSpPr>
        <p:spPr>
          <a:xfrm>
            <a:off x="1638708" y="4279489"/>
            <a:ext cx="544200" cy="852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Google Shape;544;p34">
            <a:extLst>
              <a:ext uri="{FF2B5EF4-FFF2-40B4-BE49-F238E27FC236}">
                <a16:creationId xmlns:a16="http://schemas.microsoft.com/office/drawing/2014/main" id="{E808C967-C2AE-1BB3-D157-D7A3FBA9C54A}"/>
              </a:ext>
            </a:extLst>
          </p:cNvPr>
          <p:cNvCxnSpPr>
            <a:stCxn id="12" idx="6"/>
            <a:endCxn id="16" idx="3"/>
          </p:cNvCxnSpPr>
          <p:nvPr/>
        </p:nvCxnSpPr>
        <p:spPr>
          <a:xfrm rot="10800000" flipH="1">
            <a:off x="1680445" y="4012428"/>
            <a:ext cx="502500" cy="55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" name="Google Shape;545;p34">
            <a:extLst>
              <a:ext uri="{FF2B5EF4-FFF2-40B4-BE49-F238E27FC236}">
                <a16:creationId xmlns:a16="http://schemas.microsoft.com/office/drawing/2014/main" id="{FBA8D912-A80F-9DBE-965D-060F221D05F8}"/>
              </a:ext>
            </a:extLst>
          </p:cNvPr>
          <p:cNvSpPr/>
          <p:nvPr/>
        </p:nvSpPr>
        <p:spPr>
          <a:xfrm rot="-5400000">
            <a:off x="1207567" y="4685814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546;p34">
            <a:extLst>
              <a:ext uri="{FF2B5EF4-FFF2-40B4-BE49-F238E27FC236}">
                <a16:creationId xmlns:a16="http://schemas.microsoft.com/office/drawing/2014/main" id="{86FD5D81-C414-D037-DE1F-DAB153E59174}"/>
              </a:ext>
            </a:extLst>
          </p:cNvPr>
          <p:cNvSpPr/>
          <p:nvPr/>
        </p:nvSpPr>
        <p:spPr>
          <a:xfrm rot="-5400000">
            <a:off x="1942744" y="4747974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547;p34">
            <a:extLst>
              <a:ext uri="{FF2B5EF4-FFF2-40B4-BE49-F238E27FC236}">
                <a16:creationId xmlns:a16="http://schemas.microsoft.com/office/drawing/2014/main" id="{223BA78F-8EBF-5403-F945-92F9985DC17D}"/>
              </a:ext>
            </a:extLst>
          </p:cNvPr>
          <p:cNvSpPr/>
          <p:nvPr/>
        </p:nvSpPr>
        <p:spPr>
          <a:xfrm rot="-5400000">
            <a:off x="2689036" y="476442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548;p34">
            <a:extLst>
              <a:ext uri="{FF2B5EF4-FFF2-40B4-BE49-F238E27FC236}">
                <a16:creationId xmlns:a16="http://schemas.microsoft.com/office/drawing/2014/main" id="{8E602018-2200-CD28-C0D4-5C58BD820DD6}"/>
              </a:ext>
            </a:extLst>
          </p:cNvPr>
          <p:cNvSpPr/>
          <p:nvPr/>
        </p:nvSpPr>
        <p:spPr>
          <a:xfrm rot="-5400000">
            <a:off x="3511434" y="4246747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" name="Google Shape;549;p34">
            <a:extLst>
              <a:ext uri="{FF2B5EF4-FFF2-40B4-BE49-F238E27FC236}">
                <a16:creationId xmlns:a16="http://schemas.microsoft.com/office/drawing/2014/main" id="{106D95CD-D331-9E2F-F800-DF1045EDFE9A}"/>
              </a:ext>
            </a:extLst>
          </p:cNvPr>
          <p:cNvCxnSpPr>
            <a:stCxn id="14" idx="7"/>
            <a:endCxn id="18" idx="2"/>
          </p:cNvCxnSpPr>
          <p:nvPr/>
        </p:nvCxnSpPr>
        <p:spPr>
          <a:xfrm rot="10800000" flipH="1">
            <a:off x="1638708" y="4696086"/>
            <a:ext cx="502500" cy="44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" name="Google Shape;550;p34">
            <a:extLst>
              <a:ext uri="{FF2B5EF4-FFF2-40B4-BE49-F238E27FC236}">
                <a16:creationId xmlns:a16="http://schemas.microsoft.com/office/drawing/2014/main" id="{896818EC-3573-7F48-5CA9-E57CC370ABF6}"/>
              </a:ext>
            </a:extLst>
          </p:cNvPr>
          <p:cNvCxnSpPr>
            <a:stCxn id="16" idx="6"/>
            <a:endCxn id="20" idx="2"/>
          </p:cNvCxnSpPr>
          <p:nvPr/>
        </p:nvCxnSpPr>
        <p:spPr>
          <a:xfrm rot="10800000" flipH="1">
            <a:off x="2426072" y="3520920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" name="Google Shape;551;p34">
            <a:extLst>
              <a:ext uri="{FF2B5EF4-FFF2-40B4-BE49-F238E27FC236}">
                <a16:creationId xmlns:a16="http://schemas.microsoft.com/office/drawing/2014/main" id="{5EFA9B60-B493-4F54-2678-8328ECD5B822}"/>
              </a:ext>
            </a:extLst>
          </p:cNvPr>
          <p:cNvCxnSpPr>
            <a:stCxn id="15" idx="6"/>
            <a:endCxn id="22" idx="2"/>
          </p:cNvCxnSpPr>
          <p:nvPr/>
        </p:nvCxnSpPr>
        <p:spPr>
          <a:xfrm>
            <a:off x="2426072" y="3520986"/>
            <a:ext cx="475800" cy="783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" name="Google Shape;552;p34">
            <a:extLst>
              <a:ext uri="{FF2B5EF4-FFF2-40B4-BE49-F238E27FC236}">
                <a16:creationId xmlns:a16="http://schemas.microsoft.com/office/drawing/2014/main" id="{B1B58DB1-6F54-7C15-96F8-EE039D34B5A0}"/>
              </a:ext>
            </a:extLst>
          </p:cNvPr>
          <p:cNvCxnSpPr>
            <a:stCxn id="16" idx="6"/>
          </p:cNvCxnSpPr>
          <p:nvPr/>
        </p:nvCxnSpPr>
        <p:spPr>
          <a:xfrm>
            <a:off x="2426072" y="3912720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" name="Google Shape;553;p34">
            <a:extLst>
              <a:ext uri="{FF2B5EF4-FFF2-40B4-BE49-F238E27FC236}">
                <a16:creationId xmlns:a16="http://schemas.microsoft.com/office/drawing/2014/main" id="{EA76C245-AFC4-3F1B-A7FB-FBA1400697CF}"/>
              </a:ext>
            </a:extLst>
          </p:cNvPr>
          <p:cNvCxnSpPr>
            <a:stCxn id="18" idx="6"/>
          </p:cNvCxnSpPr>
          <p:nvPr/>
        </p:nvCxnSpPr>
        <p:spPr>
          <a:xfrm>
            <a:off x="2426072" y="4696190"/>
            <a:ext cx="475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" name="Google Shape;554;p34">
            <a:extLst>
              <a:ext uri="{FF2B5EF4-FFF2-40B4-BE49-F238E27FC236}">
                <a16:creationId xmlns:a16="http://schemas.microsoft.com/office/drawing/2014/main" id="{62991821-3DE8-31E0-8D35-9F839E347B2F}"/>
              </a:ext>
            </a:extLst>
          </p:cNvPr>
          <p:cNvCxnSpPr>
            <a:stCxn id="17" idx="6"/>
            <a:endCxn id="24" idx="2"/>
          </p:cNvCxnSpPr>
          <p:nvPr/>
        </p:nvCxnSpPr>
        <p:spPr>
          <a:xfrm>
            <a:off x="2426072" y="4304455"/>
            <a:ext cx="475800" cy="93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" name="Google Shape;555;p34">
            <a:extLst>
              <a:ext uri="{FF2B5EF4-FFF2-40B4-BE49-F238E27FC236}">
                <a16:creationId xmlns:a16="http://schemas.microsoft.com/office/drawing/2014/main" id="{67C68685-1737-65AA-E898-C5AFF7EFE163}"/>
              </a:ext>
            </a:extLst>
          </p:cNvPr>
          <p:cNvCxnSpPr>
            <a:stCxn id="19" idx="6"/>
            <a:endCxn id="23" idx="3"/>
          </p:cNvCxnSpPr>
          <p:nvPr/>
        </p:nvCxnSpPr>
        <p:spPr>
          <a:xfrm rot="10800000" flipH="1">
            <a:off x="2426072" y="4795880"/>
            <a:ext cx="517500" cy="43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" name="Google Shape;556;p34">
            <a:extLst>
              <a:ext uri="{FF2B5EF4-FFF2-40B4-BE49-F238E27FC236}">
                <a16:creationId xmlns:a16="http://schemas.microsoft.com/office/drawing/2014/main" id="{D1CC3FE0-54D5-6BDE-CC26-95A1EC663216}"/>
              </a:ext>
            </a:extLst>
          </p:cNvPr>
          <p:cNvCxnSpPr>
            <a:stCxn id="20" idx="6"/>
            <a:endCxn id="25" idx="1"/>
          </p:cNvCxnSpPr>
          <p:nvPr/>
        </p:nvCxnSpPr>
        <p:spPr>
          <a:xfrm>
            <a:off x="3186905" y="3520986"/>
            <a:ext cx="551700" cy="50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" name="Google Shape;557;p34">
            <a:extLst>
              <a:ext uri="{FF2B5EF4-FFF2-40B4-BE49-F238E27FC236}">
                <a16:creationId xmlns:a16="http://schemas.microsoft.com/office/drawing/2014/main" id="{8A5E3779-4FFE-F72F-514E-A9ED03E899C1}"/>
              </a:ext>
            </a:extLst>
          </p:cNvPr>
          <p:cNvCxnSpPr>
            <a:stCxn id="21" idx="6"/>
            <a:endCxn id="25" idx="2"/>
          </p:cNvCxnSpPr>
          <p:nvPr/>
        </p:nvCxnSpPr>
        <p:spPr>
          <a:xfrm>
            <a:off x="3186905" y="3912720"/>
            <a:ext cx="510000" cy="20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" name="Google Shape;558;p34">
            <a:extLst>
              <a:ext uri="{FF2B5EF4-FFF2-40B4-BE49-F238E27FC236}">
                <a16:creationId xmlns:a16="http://schemas.microsoft.com/office/drawing/2014/main" id="{22E5FB4C-2053-31CE-82A2-9A574B92C540}"/>
              </a:ext>
            </a:extLst>
          </p:cNvPr>
          <p:cNvCxnSpPr>
            <a:stCxn id="17" idx="6"/>
            <a:endCxn id="21" idx="2"/>
          </p:cNvCxnSpPr>
          <p:nvPr/>
        </p:nvCxnSpPr>
        <p:spPr>
          <a:xfrm rot="10800000" flipH="1">
            <a:off x="2426072" y="3912655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7" name="Google Shape;559;p34">
            <a:extLst>
              <a:ext uri="{FF2B5EF4-FFF2-40B4-BE49-F238E27FC236}">
                <a16:creationId xmlns:a16="http://schemas.microsoft.com/office/drawing/2014/main" id="{F5119930-D65A-F681-B997-E63B25FA4339}"/>
              </a:ext>
            </a:extLst>
          </p:cNvPr>
          <p:cNvCxnSpPr/>
          <p:nvPr/>
        </p:nvCxnSpPr>
        <p:spPr>
          <a:xfrm rot="10800000" flipH="1">
            <a:off x="3185761" y="4189633"/>
            <a:ext cx="550500" cy="450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" name="Google Shape;560;p34">
            <a:extLst>
              <a:ext uri="{FF2B5EF4-FFF2-40B4-BE49-F238E27FC236}">
                <a16:creationId xmlns:a16="http://schemas.microsoft.com/office/drawing/2014/main" id="{D551C7AE-BF6F-259B-F563-53096E31F328}"/>
              </a:ext>
            </a:extLst>
          </p:cNvPr>
          <p:cNvCxnSpPr/>
          <p:nvPr/>
        </p:nvCxnSpPr>
        <p:spPr>
          <a:xfrm rot="10800000" flipH="1">
            <a:off x="3184289" y="4820776"/>
            <a:ext cx="550500" cy="450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561;p34">
            <a:extLst>
              <a:ext uri="{FF2B5EF4-FFF2-40B4-BE49-F238E27FC236}">
                <a16:creationId xmlns:a16="http://schemas.microsoft.com/office/drawing/2014/main" id="{E9615CC9-CEC7-BB13-0D78-C8ECCC1B9856}"/>
              </a:ext>
            </a:extLst>
          </p:cNvPr>
          <p:cNvCxnSpPr>
            <a:stCxn id="22" idx="6"/>
            <a:endCxn id="36" idx="1"/>
          </p:cNvCxnSpPr>
          <p:nvPr/>
        </p:nvCxnSpPr>
        <p:spPr>
          <a:xfrm>
            <a:off x="3186905" y="4304455"/>
            <a:ext cx="589200" cy="426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" name="Google Shape;562;p34">
            <a:extLst>
              <a:ext uri="{FF2B5EF4-FFF2-40B4-BE49-F238E27FC236}">
                <a16:creationId xmlns:a16="http://schemas.microsoft.com/office/drawing/2014/main" id="{3B736567-637E-C84A-1827-99115CD575A9}"/>
              </a:ext>
            </a:extLst>
          </p:cNvPr>
          <p:cNvSpPr/>
          <p:nvPr/>
        </p:nvSpPr>
        <p:spPr>
          <a:xfrm>
            <a:off x="1129443" y="3120556"/>
            <a:ext cx="3082800" cy="2489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63;p34">
            <a:extLst>
              <a:ext uri="{FF2B5EF4-FFF2-40B4-BE49-F238E27FC236}">
                <a16:creationId xmlns:a16="http://schemas.microsoft.com/office/drawing/2014/main" id="{1F64B545-0702-06CF-B75B-790BC0CE490A}"/>
              </a:ext>
            </a:extLst>
          </p:cNvPr>
          <p:cNvCxnSpPr>
            <a:stCxn id="25" idx="7"/>
          </p:cNvCxnSpPr>
          <p:nvPr/>
        </p:nvCxnSpPr>
        <p:spPr>
          <a:xfrm rot="10800000" flipH="1">
            <a:off x="3940259" y="2556598"/>
            <a:ext cx="1155900" cy="146460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2" name="Google Shape;564;p34">
            <a:extLst>
              <a:ext uri="{FF2B5EF4-FFF2-40B4-BE49-F238E27FC236}">
                <a16:creationId xmlns:a16="http://schemas.microsoft.com/office/drawing/2014/main" id="{F2057811-FF0F-F076-6A2C-A26042958311}"/>
              </a:ext>
            </a:extLst>
          </p:cNvPr>
          <p:cNvCxnSpPr/>
          <p:nvPr/>
        </p:nvCxnSpPr>
        <p:spPr>
          <a:xfrm>
            <a:off x="3995355" y="4261532"/>
            <a:ext cx="1136764" cy="784574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3" name="Google Shape;565;p34">
            <a:extLst>
              <a:ext uri="{FF2B5EF4-FFF2-40B4-BE49-F238E27FC236}">
                <a16:creationId xmlns:a16="http://schemas.microsoft.com/office/drawing/2014/main" id="{28FFBC7C-8560-95C3-209D-D12F6A644D3C}"/>
              </a:ext>
            </a:extLst>
          </p:cNvPr>
          <p:cNvSpPr/>
          <p:nvPr/>
        </p:nvSpPr>
        <p:spPr>
          <a:xfrm>
            <a:off x="5132127" y="2556706"/>
            <a:ext cx="3528145" cy="2489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66;p34">
            <a:extLst>
              <a:ext uri="{FF2B5EF4-FFF2-40B4-BE49-F238E27FC236}">
                <a16:creationId xmlns:a16="http://schemas.microsoft.com/office/drawing/2014/main" id="{002CDC22-E7AA-B522-E1DB-F19D1812AD2B}"/>
              </a:ext>
            </a:extLst>
          </p:cNvPr>
          <p:cNvCxnSpPr/>
          <p:nvPr/>
        </p:nvCxnSpPr>
        <p:spPr>
          <a:xfrm>
            <a:off x="5712659" y="2965386"/>
            <a:ext cx="540000" cy="4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5" name="Google Shape;567;p34">
            <a:extLst>
              <a:ext uri="{FF2B5EF4-FFF2-40B4-BE49-F238E27FC236}">
                <a16:creationId xmlns:a16="http://schemas.microsoft.com/office/drawing/2014/main" id="{2370AC54-4FCD-3D6D-B51C-87FD8A58B8EC}"/>
              </a:ext>
            </a:extLst>
          </p:cNvPr>
          <p:cNvCxnSpPr/>
          <p:nvPr/>
        </p:nvCxnSpPr>
        <p:spPr>
          <a:xfrm>
            <a:off x="5712659" y="3520930"/>
            <a:ext cx="490800" cy="7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" name="Google Shape;568;p34">
            <a:extLst>
              <a:ext uri="{FF2B5EF4-FFF2-40B4-BE49-F238E27FC236}">
                <a16:creationId xmlns:a16="http://schemas.microsoft.com/office/drawing/2014/main" id="{B5692524-B34A-B678-948D-A0D33EA666FB}"/>
              </a:ext>
            </a:extLst>
          </p:cNvPr>
          <p:cNvSpPr/>
          <p:nvPr/>
        </p:nvSpPr>
        <p:spPr>
          <a:xfrm rot="-5400000">
            <a:off x="5719548" y="3717117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" name="Google Shape;569;p34">
            <a:extLst>
              <a:ext uri="{FF2B5EF4-FFF2-40B4-BE49-F238E27FC236}">
                <a16:creationId xmlns:a16="http://schemas.microsoft.com/office/drawing/2014/main" id="{0CB0E196-3CE0-2712-F1F9-C62F7B425951}"/>
              </a:ext>
            </a:extLst>
          </p:cNvPr>
          <p:cNvCxnSpPr/>
          <p:nvPr/>
        </p:nvCxnSpPr>
        <p:spPr>
          <a:xfrm rot="10800000" flipH="1">
            <a:off x="5735128" y="4093372"/>
            <a:ext cx="580500" cy="47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" name="Google Shape;570;p34">
            <a:extLst>
              <a:ext uri="{FF2B5EF4-FFF2-40B4-BE49-F238E27FC236}">
                <a16:creationId xmlns:a16="http://schemas.microsoft.com/office/drawing/2014/main" id="{069DBFFB-90C2-18F7-6606-2187F04BC175}"/>
              </a:ext>
            </a:extLst>
          </p:cNvPr>
          <p:cNvSpPr/>
          <p:nvPr/>
        </p:nvSpPr>
        <p:spPr>
          <a:xfrm>
            <a:off x="6365295" y="3450314"/>
            <a:ext cx="490800" cy="5295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71;p34">
            <a:extLst>
              <a:ext uri="{FF2B5EF4-FFF2-40B4-BE49-F238E27FC236}">
                <a16:creationId xmlns:a16="http://schemas.microsoft.com/office/drawing/2014/main" id="{70741DFC-E7F9-1271-9BB4-BE6292B1050B}"/>
              </a:ext>
            </a:extLst>
          </p:cNvPr>
          <p:cNvCxnSpPr/>
          <p:nvPr/>
        </p:nvCxnSpPr>
        <p:spPr>
          <a:xfrm>
            <a:off x="6856095" y="3715064"/>
            <a:ext cx="696600" cy="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" name="Google Shape;572;p34">
            <a:extLst>
              <a:ext uri="{FF2B5EF4-FFF2-40B4-BE49-F238E27FC236}">
                <a16:creationId xmlns:a16="http://schemas.microsoft.com/office/drawing/2014/main" id="{6B40C7C5-E37D-B9C3-C416-01B50B32331E}"/>
              </a:ext>
            </a:extLst>
          </p:cNvPr>
          <p:cNvSpPr/>
          <p:nvPr/>
        </p:nvSpPr>
        <p:spPr>
          <a:xfrm>
            <a:off x="7552837" y="3454143"/>
            <a:ext cx="490800" cy="5295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573;p34">
            <a:extLst>
              <a:ext uri="{FF2B5EF4-FFF2-40B4-BE49-F238E27FC236}">
                <a16:creationId xmlns:a16="http://schemas.microsoft.com/office/drawing/2014/main" id="{FCB43508-FDA2-BA38-58C2-D65BFD714127}"/>
              </a:ext>
            </a:extLst>
          </p:cNvPr>
          <p:cNvCxnSpPr/>
          <p:nvPr/>
        </p:nvCxnSpPr>
        <p:spPr>
          <a:xfrm rot="10800000" flipH="1">
            <a:off x="8043637" y="3714993"/>
            <a:ext cx="412500" cy="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" name="Google Shape;574;p34">
            <a:extLst>
              <a:ext uri="{FF2B5EF4-FFF2-40B4-BE49-F238E27FC236}">
                <a16:creationId xmlns:a16="http://schemas.microsoft.com/office/drawing/2014/main" id="{6B6D3EBB-DA94-85FC-BE2E-EEAD983AB4A0}"/>
              </a:ext>
            </a:extLst>
          </p:cNvPr>
          <p:cNvSpPr/>
          <p:nvPr/>
        </p:nvSpPr>
        <p:spPr>
          <a:xfrm>
            <a:off x="5132127" y="2784459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575;p34">
            <a:extLst>
              <a:ext uri="{FF2B5EF4-FFF2-40B4-BE49-F238E27FC236}">
                <a16:creationId xmlns:a16="http://schemas.microsoft.com/office/drawing/2014/main" id="{89974DA5-D96B-77A4-2398-2E63F008D93A}"/>
              </a:ext>
            </a:extLst>
          </p:cNvPr>
          <p:cNvSpPr/>
          <p:nvPr/>
        </p:nvSpPr>
        <p:spPr>
          <a:xfrm>
            <a:off x="8049180" y="3370309"/>
            <a:ext cx="611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577;p34">
            <a:extLst>
              <a:ext uri="{FF2B5EF4-FFF2-40B4-BE49-F238E27FC236}">
                <a16:creationId xmlns:a16="http://schemas.microsoft.com/office/drawing/2014/main" id="{F305384C-223B-8B24-EF8D-4237CABB7992}"/>
              </a:ext>
            </a:extLst>
          </p:cNvPr>
          <p:cNvSpPr/>
          <p:nvPr/>
        </p:nvSpPr>
        <p:spPr>
          <a:xfrm>
            <a:off x="5135264" y="3314913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578;p34">
            <a:extLst>
              <a:ext uri="{FF2B5EF4-FFF2-40B4-BE49-F238E27FC236}">
                <a16:creationId xmlns:a16="http://schemas.microsoft.com/office/drawing/2014/main" id="{26609DDD-D448-259F-59FC-6705FEFC0095}"/>
              </a:ext>
            </a:extLst>
          </p:cNvPr>
          <p:cNvSpPr/>
          <p:nvPr/>
        </p:nvSpPr>
        <p:spPr>
          <a:xfrm>
            <a:off x="5132119" y="4435578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579;p34">
            <a:extLst>
              <a:ext uri="{FF2B5EF4-FFF2-40B4-BE49-F238E27FC236}">
                <a16:creationId xmlns:a16="http://schemas.microsoft.com/office/drawing/2014/main" id="{FC019603-972C-2867-5982-80CCB3A03750}"/>
              </a:ext>
            </a:extLst>
          </p:cNvPr>
          <p:cNvSpPr/>
          <p:nvPr/>
        </p:nvSpPr>
        <p:spPr>
          <a:xfrm>
            <a:off x="1075468" y="2401156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201: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580;p34">
            <a:extLst>
              <a:ext uri="{FF2B5EF4-FFF2-40B4-BE49-F238E27FC236}">
                <a16:creationId xmlns:a16="http://schemas.microsoft.com/office/drawing/2014/main" id="{D073843E-F07D-50A4-3619-0540967446B9}"/>
              </a:ext>
            </a:extLst>
          </p:cNvPr>
          <p:cNvCxnSpPr>
            <a:stCxn id="50" idx="0"/>
            <a:endCxn id="66" idx="2"/>
          </p:cNvCxnSpPr>
          <p:nvPr/>
        </p:nvCxnSpPr>
        <p:spPr>
          <a:xfrm rot="5400000" flipH="1">
            <a:off x="2309043" y="2758756"/>
            <a:ext cx="457800" cy="2658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581;p34">
            <a:extLst>
              <a:ext uri="{FF2B5EF4-FFF2-40B4-BE49-F238E27FC236}">
                <a16:creationId xmlns:a16="http://schemas.microsoft.com/office/drawing/2014/main" id="{ABE8BBF0-4EA2-E5D9-797E-C90581F6F9A6}"/>
              </a:ext>
            </a:extLst>
          </p:cNvPr>
          <p:cNvSpPr/>
          <p:nvPr/>
        </p:nvSpPr>
        <p:spPr>
          <a:xfrm>
            <a:off x="5176902" y="1828798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202: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582;p34">
            <a:extLst>
              <a:ext uri="{FF2B5EF4-FFF2-40B4-BE49-F238E27FC236}">
                <a16:creationId xmlns:a16="http://schemas.microsoft.com/office/drawing/2014/main" id="{8A81743E-744A-8F14-27E9-816FBE63CDD4}"/>
              </a:ext>
            </a:extLst>
          </p:cNvPr>
          <p:cNvCxnSpPr>
            <a:endCxn id="68" idx="2"/>
          </p:cNvCxnSpPr>
          <p:nvPr/>
        </p:nvCxnSpPr>
        <p:spPr>
          <a:xfrm rot="5400000" flipH="1">
            <a:off x="6410563" y="2186368"/>
            <a:ext cx="457800" cy="2658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583;p34">
            <a:extLst>
              <a:ext uri="{FF2B5EF4-FFF2-40B4-BE49-F238E27FC236}">
                <a16:creationId xmlns:a16="http://schemas.microsoft.com/office/drawing/2014/main" id="{7319B653-D62C-DB55-D057-89D27210103E}"/>
              </a:ext>
            </a:extLst>
          </p:cNvPr>
          <p:cNvSpPr/>
          <p:nvPr/>
        </p:nvSpPr>
        <p:spPr>
          <a:xfrm>
            <a:off x="2292002" y="2707408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202: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584;p34">
            <a:extLst>
              <a:ext uri="{FF2B5EF4-FFF2-40B4-BE49-F238E27FC236}">
                <a16:creationId xmlns:a16="http://schemas.microsoft.com/office/drawing/2014/main" id="{013F5240-8D9A-D684-1057-C29DFD43F60C}"/>
              </a:ext>
            </a:extLst>
          </p:cNvPr>
          <p:cNvCxnSpPr>
            <a:stCxn id="20" idx="0"/>
            <a:endCxn id="70" idx="2"/>
          </p:cNvCxnSpPr>
          <p:nvPr/>
        </p:nvCxnSpPr>
        <p:spPr>
          <a:xfrm rot="-5400000">
            <a:off x="3127355" y="2885886"/>
            <a:ext cx="411300" cy="577200"/>
          </a:xfrm>
          <a:prstGeom prst="curvedConnector3">
            <a:avLst>
              <a:gd name="adj1" fmla="val 49983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585;p34">
            <a:extLst>
              <a:ext uri="{FF2B5EF4-FFF2-40B4-BE49-F238E27FC236}">
                <a16:creationId xmlns:a16="http://schemas.microsoft.com/office/drawing/2014/main" id="{52516408-4BDE-ACA0-2AB9-65CC8B1F4510}"/>
              </a:ext>
            </a:extLst>
          </p:cNvPr>
          <p:cNvSpPr/>
          <p:nvPr/>
        </p:nvSpPr>
        <p:spPr>
          <a:xfrm>
            <a:off x="3470484" y="1980519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203: Input of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586;p34">
            <a:extLst>
              <a:ext uri="{FF2B5EF4-FFF2-40B4-BE49-F238E27FC236}">
                <a16:creationId xmlns:a16="http://schemas.microsoft.com/office/drawing/2014/main" id="{CDA8ADE7-37FD-9D5C-BF4B-B6580F8FAEF8}"/>
              </a:ext>
            </a:extLst>
          </p:cNvPr>
          <p:cNvCxnSpPr>
            <a:stCxn id="62" idx="0"/>
            <a:endCxn id="72" idx="2"/>
          </p:cNvCxnSpPr>
          <p:nvPr/>
        </p:nvCxnSpPr>
        <p:spPr>
          <a:xfrm rot="5400000" flipH="1">
            <a:off x="4845627" y="2196459"/>
            <a:ext cx="542400" cy="6336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" name="Google Shape;587;p34">
            <a:extLst>
              <a:ext uri="{FF2B5EF4-FFF2-40B4-BE49-F238E27FC236}">
                <a16:creationId xmlns:a16="http://schemas.microsoft.com/office/drawing/2014/main" id="{43EFB28C-3730-99BC-4AA1-20C1DCE2D77F}"/>
              </a:ext>
            </a:extLst>
          </p:cNvPr>
          <p:cNvSpPr/>
          <p:nvPr/>
        </p:nvSpPr>
        <p:spPr>
          <a:xfrm>
            <a:off x="6188713" y="2043052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204: Accumulation function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588;p34">
            <a:extLst>
              <a:ext uri="{FF2B5EF4-FFF2-40B4-BE49-F238E27FC236}">
                <a16:creationId xmlns:a16="http://schemas.microsoft.com/office/drawing/2014/main" id="{E7A4B5B7-6450-5DA1-E401-DF04927FEEDB}"/>
              </a:ext>
            </a:extLst>
          </p:cNvPr>
          <p:cNvCxnSpPr>
            <a:stCxn id="58" idx="3"/>
            <a:endCxn id="74" idx="2"/>
          </p:cNvCxnSpPr>
          <p:nvPr/>
        </p:nvCxnSpPr>
        <p:spPr>
          <a:xfrm rot="-5400000">
            <a:off x="6491745" y="2423564"/>
            <a:ext cx="1145700" cy="907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589;p34">
            <a:extLst>
              <a:ext uri="{FF2B5EF4-FFF2-40B4-BE49-F238E27FC236}">
                <a16:creationId xmlns:a16="http://schemas.microsoft.com/office/drawing/2014/main" id="{3B554FD6-2952-F519-9A51-FF534F9230C6}"/>
              </a:ext>
            </a:extLst>
          </p:cNvPr>
          <p:cNvSpPr/>
          <p:nvPr/>
        </p:nvSpPr>
        <p:spPr>
          <a:xfrm>
            <a:off x="7211727" y="2268354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205: Activation function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590;p34">
            <a:extLst>
              <a:ext uri="{FF2B5EF4-FFF2-40B4-BE49-F238E27FC236}">
                <a16:creationId xmlns:a16="http://schemas.microsoft.com/office/drawing/2014/main" id="{A5A222D7-7176-AFEC-6BE5-F353D47B9A64}"/>
              </a:ext>
            </a:extLst>
          </p:cNvPr>
          <p:cNvCxnSpPr>
            <a:stCxn id="60" idx="3"/>
            <a:endCxn id="76" idx="2"/>
          </p:cNvCxnSpPr>
          <p:nvPr/>
        </p:nvCxnSpPr>
        <p:spPr>
          <a:xfrm rot="-5400000">
            <a:off x="7707637" y="2620443"/>
            <a:ext cx="924300" cy="743100"/>
          </a:xfrm>
          <a:prstGeom prst="curved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591;p34">
            <a:extLst>
              <a:ext uri="{FF2B5EF4-FFF2-40B4-BE49-F238E27FC236}">
                <a16:creationId xmlns:a16="http://schemas.microsoft.com/office/drawing/2014/main" id="{16039722-0B5B-F0E6-E345-6F4BF8ECC800}"/>
              </a:ext>
            </a:extLst>
          </p:cNvPr>
          <p:cNvSpPr/>
          <p:nvPr/>
        </p:nvSpPr>
        <p:spPr>
          <a:xfrm>
            <a:off x="2904257" y="5825350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206: communicating between two neuron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592;p34">
            <a:extLst>
              <a:ext uri="{FF2B5EF4-FFF2-40B4-BE49-F238E27FC236}">
                <a16:creationId xmlns:a16="http://schemas.microsoft.com/office/drawing/2014/main" id="{CD1C3929-137B-E283-B7D9-DF6CACD82794}"/>
              </a:ext>
            </a:extLst>
          </p:cNvPr>
          <p:cNvCxnSpPr/>
          <p:nvPr/>
        </p:nvCxnSpPr>
        <p:spPr>
          <a:xfrm rot="-5400000" flipH="1">
            <a:off x="3171410" y="5315564"/>
            <a:ext cx="765000" cy="3129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593;p34">
            <a:extLst>
              <a:ext uri="{FF2B5EF4-FFF2-40B4-BE49-F238E27FC236}">
                <a16:creationId xmlns:a16="http://schemas.microsoft.com/office/drawing/2014/main" id="{99A9E110-4FAF-6E8A-EF95-F400DE123DF2}"/>
              </a:ext>
            </a:extLst>
          </p:cNvPr>
          <p:cNvSpPr/>
          <p:nvPr/>
        </p:nvSpPr>
        <p:spPr>
          <a:xfrm>
            <a:off x="6781334" y="5150284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207: Output of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594;p34">
            <a:extLst>
              <a:ext uri="{FF2B5EF4-FFF2-40B4-BE49-F238E27FC236}">
                <a16:creationId xmlns:a16="http://schemas.microsoft.com/office/drawing/2014/main" id="{C34AE9D9-4EC2-AC13-D8BE-51769FB9FB9C}"/>
              </a:ext>
            </a:extLst>
          </p:cNvPr>
          <p:cNvCxnSpPr>
            <a:stCxn id="80" idx="0"/>
          </p:cNvCxnSpPr>
          <p:nvPr/>
        </p:nvCxnSpPr>
        <p:spPr>
          <a:xfrm rot="-5400000">
            <a:off x="7541145" y="4149934"/>
            <a:ext cx="1570200" cy="430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4129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29220-2101-1308-5D6D-45E09198F625}"/>
              </a:ext>
            </a:extLst>
          </p:cNvPr>
          <p:cNvSpPr/>
          <p:nvPr/>
        </p:nvSpPr>
        <p:spPr>
          <a:xfrm>
            <a:off x="3780777" y="6980511"/>
            <a:ext cx="54992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Fig. 3: Approximate neural network.</a:t>
            </a:r>
            <a:endParaRPr lang="en-US" sz="1600" dirty="0"/>
          </a:p>
        </p:txBody>
      </p:sp>
      <p:sp>
        <p:nvSpPr>
          <p:cNvPr id="4" name="Google Shape;599;p35">
            <a:extLst>
              <a:ext uri="{FF2B5EF4-FFF2-40B4-BE49-F238E27FC236}">
                <a16:creationId xmlns:a16="http://schemas.microsoft.com/office/drawing/2014/main" id="{C7D69561-0F14-715C-2C56-71C61A1C3155}"/>
              </a:ext>
            </a:extLst>
          </p:cNvPr>
          <p:cNvSpPr/>
          <p:nvPr/>
        </p:nvSpPr>
        <p:spPr>
          <a:xfrm>
            <a:off x="1722598" y="3859983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00;p35">
            <a:extLst>
              <a:ext uri="{FF2B5EF4-FFF2-40B4-BE49-F238E27FC236}">
                <a16:creationId xmlns:a16="http://schemas.microsoft.com/office/drawing/2014/main" id="{6DF05A1F-3D28-276F-DF2B-DDE20A1C091B}"/>
              </a:ext>
            </a:extLst>
          </p:cNvPr>
          <p:cNvSpPr/>
          <p:nvPr/>
        </p:nvSpPr>
        <p:spPr>
          <a:xfrm>
            <a:off x="1722598" y="4251718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01;p35">
            <a:extLst>
              <a:ext uri="{FF2B5EF4-FFF2-40B4-BE49-F238E27FC236}">
                <a16:creationId xmlns:a16="http://schemas.microsoft.com/office/drawing/2014/main" id="{1223D392-7126-73EC-B1A1-A85C694A98DF}"/>
              </a:ext>
            </a:extLst>
          </p:cNvPr>
          <p:cNvSpPr/>
          <p:nvPr/>
        </p:nvSpPr>
        <p:spPr>
          <a:xfrm>
            <a:off x="1722598" y="4643453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02;p35">
            <a:extLst>
              <a:ext uri="{FF2B5EF4-FFF2-40B4-BE49-F238E27FC236}">
                <a16:creationId xmlns:a16="http://schemas.microsoft.com/office/drawing/2014/main" id="{CE2B7F8D-D1D8-DEBE-6AFF-F65E74A95801}"/>
              </a:ext>
            </a:extLst>
          </p:cNvPr>
          <p:cNvSpPr/>
          <p:nvPr/>
        </p:nvSpPr>
        <p:spPr>
          <a:xfrm>
            <a:off x="1722598" y="5312407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03;p35">
            <a:extLst>
              <a:ext uri="{FF2B5EF4-FFF2-40B4-BE49-F238E27FC236}">
                <a16:creationId xmlns:a16="http://schemas.microsoft.com/office/drawing/2014/main" id="{47592AAF-8DE2-3B93-0B26-3B8C8248BB41}"/>
              </a:ext>
            </a:extLst>
          </p:cNvPr>
          <p:cNvSpPr/>
          <p:nvPr/>
        </p:nvSpPr>
        <p:spPr>
          <a:xfrm>
            <a:off x="2468225" y="3592811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604;p35">
            <a:extLst>
              <a:ext uri="{FF2B5EF4-FFF2-40B4-BE49-F238E27FC236}">
                <a16:creationId xmlns:a16="http://schemas.microsoft.com/office/drawing/2014/main" id="{A1153735-8AA2-0AF3-28B2-DC8BE36B77A4}"/>
              </a:ext>
            </a:extLst>
          </p:cNvPr>
          <p:cNvSpPr/>
          <p:nvPr/>
        </p:nvSpPr>
        <p:spPr>
          <a:xfrm>
            <a:off x="2468225" y="3984545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605;p35">
            <a:extLst>
              <a:ext uri="{FF2B5EF4-FFF2-40B4-BE49-F238E27FC236}">
                <a16:creationId xmlns:a16="http://schemas.microsoft.com/office/drawing/2014/main" id="{96391AA1-C593-3BC8-D1F0-1770A3E0C7F7}"/>
              </a:ext>
            </a:extLst>
          </p:cNvPr>
          <p:cNvSpPr/>
          <p:nvPr/>
        </p:nvSpPr>
        <p:spPr>
          <a:xfrm>
            <a:off x="2468225" y="4376280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606;p35">
            <a:extLst>
              <a:ext uri="{FF2B5EF4-FFF2-40B4-BE49-F238E27FC236}">
                <a16:creationId xmlns:a16="http://schemas.microsoft.com/office/drawing/2014/main" id="{16952BD4-95C8-ABDA-036C-A9A38313124D}"/>
              </a:ext>
            </a:extLst>
          </p:cNvPr>
          <p:cNvSpPr/>
          <p:nvPr/>
        </p:nvSpPr>
        <p:spPr>
          <a:xfrm>
            <a:off x="2468225" y="4768015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607;p35">
            <a:extLst>
              <a:ext uri="{FF2B5EF4-FFF2-40B4-BE49-F238E27FC236}">
                <a16:creationId xmlns:a16="http://schemas.microsoft.com/office/drawing/2014/main" id="{C3E3FF1E-0B53-B7D4-806E-0113F4B868E9}"/>
              </a:ext>
            </a:extLst>
          </p:cNvPr>
          <p:cNvSpPr/>
          <p:nvPr/>
        </p:nvSpPr>
        <p:spPr>
          <a:xfrm>
            <a:off x="2468225" y="5303905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08;p35">
            <a:extLst>
              <a:ext uri="{FF2B5EF4-FFF2-40B4-BE49-F238E27FC236}">
                <a16:creationId xmlns:a16="http://schemas.microsoft.com/office/drawing/2014/main" id="{4267D908-C437-80C0-1D30-E71E0FDD5780}"/>
              </a:ext>
            </a:extLst>
          </p:cNvPr>
          <p:cNvSpPr/>
          <p:nvPr/>
        </p:nvSpPr>
        <p:spPr>
          <a:xfrm>
            <a:off x="3229058" y="3592811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09;p35">
            <a:extLst>
              <a:ext uri="{FF2B5EF4-FFF2-40B4-BE49-F238E27FC236}">
                <a16:creationId xmlns:a16="http://schemas.microsoft.com/office/drawing/2014/main" id="{391F13F2-C159-E10B-6D21-B4AE70E3005B}"/>
              </a:ext>
            </a:extLst>
          </p:cNvPr>
          <p:cNvSpPr/>
          <p:nvPr/>
        </p:nvSpPr>
        <p:spPr>
          <a:xfrm>
            <a:off x="3229058" y="3984545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10;p35">
            <a:extLst>
              <a:ext uri="{FF2B5EF4-FFF2-40B4-BE49-F238E27FC236}">
                <a16:creationId xmlns:a16="http://schemas.microsoft.com/office/drawing/2014/main" id="{DEC62ADC-77E2-C956-F002-B0F2C1A1DA43}"/>
              </a:ext>
            </a:extLst>
          </p:cNvPr>
          <p:cNvSpPr/>
          <p:nvPr/>
        </p:nvSpPr>
        <p:spPr>
          <a:xfrm>
            <a:off x="3229058" y="4376280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611;p35">
            <a:extLst>
              <a:ext uri="{FF2B5EF4-FFF2-40B4-BE49-F238E27FC236}">
                <a16:creationId xmlns:a16="http://schemas.microsoft.com/office/drawing/2014/main" id="{EC7323B7-B5E2-DCF7-F71E-9F8665BD4E15}"/>
              </a:ext>
            </a:extLst>
          </p:cNvPr>
          <p:cNvSpPr/>
          <p:nvPr/>
        </p:nvSpPr>
        <p:spPr>
          <a:xfrm>
            <a:off x="3229058" y="4768015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12;p35">
            <a:extLst>
              <a:ext uri="{FF2B5EF4-FFF2-40B4-BE49-F238E27FC236}">
                <a16:creationId xmlns:a16="http://schemas.microsoft.com/office/drawing/2014/main" id="{9A50D9F0-F68A-A60A-EC5F-38B9E9793FFC}"/>
              </a:ext>
            </a:extLst>
          </p:cNvPr>
          <p:cNvSpPr/>
          <p:nvPr/>
        </p:nvSpPr>
        <p:spPr>
          <a:xfrm>
            <a:off x="3229058" y="5314993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613;p35">
            <a:extLst>
              <a:ext uri="{FF2B5EF4-FFF2-40B4-BE49-F238E27FC236}">
                <a16:creationId xmlns:a16="http://schemas.microsoft.com/office/drawing/2014/main" id="{215CC315-2548-DCDF-6A52-5F50DE6A56F7}"/>
              </a:ext>
            </a:extLst>
          </p:cNvPr>
          <p:cNvSpPr/>
          <p:nvPr/>
        </p:nvSpPr>
        <p:spPr>
          <a:xfrm>
            <a:off x="4024149" y="4192619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614;p35">
            <a:extLst>
              <a:ext uri="{FF2B5EF4-FFF2-40B4-BE49-F238E27FC236}">
                <a16:creationId xmlns:a16="http://schemas.microsoft.com/office/drawing/2014/main" id="{F1B0EC53-A21D-CB4F-ACE5-52C9ABA4A10B}"/>
              </a:ext>
            </a:extLst>
          </p:cNvPr>
          <p:cNvSpPr/>
          <p:nvPr/>
        </p:nvSpPr>
        <p:spPr>
          <a:xfrm>
            <a:off x="4037582" y="4847031"/>
            <a:ext cx="285000" cy="2817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615;p35">
            <a:extLst>
              <a:ext uri="{FF2B5EF4-FFF2-40B4-BE49-F238E27FC236}">
                <a16:creationId xmlns:a16="http://schemas.microsoft.com/office/drawing/2014/main" id="{6219B9AA-4CCE-0E0C-0F22-30A7B019A058}"/>
              </a:ext>
            </a:extLst>
          </p:cNvPr>
          <p:cNvCxnSpPr>
            <a:stCxn id="4" idx="6"/>
            <a:endCxn id="14" idx="2"/>
          </p:cNvCxnSpPr>
          <p:nvPr/>
        </p:nvCxnSpPr>
        <p:spPr>
          <a:xfrm>
            <a:off x="2007598" y="4000833"/>
            <a:ext cx="460500" cy="124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" name="Google Shape;616;p35">
            <a:extLst>
              <a:ext uri="{FF2B5EF4-FFF2-40B4-BE49-F238E27FC236}">
                <a16:creationId xmlns:a16="http://schemas.microsoft.com/office/drawing/2014/main" id="{B7AC4CE8-4DB8-CBBE-FAC4-F0C42F0D0FBA}"/>
              </a:ext>
            </a:extLst>
          </p:cNvPr>
          <p:cNvCxnSpPr>
            <a:stCxn id="4" idx="6"/>
            <a:endCxn id="15" idx="2"/>
          </p:cNvCxnSpPr>
          <p:nvPr/>
        </p:nvCxnSpPr>
        <p:spPr>
          <a:xfrm>
            <a:off x="2007598" y="4000833"/>
            <a:ext cx="460500" cy="516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" name="Google Shape;617;p35">
            <a:extLst>
              <a:ext uri="{FF2B5EF4-FFF2-40B4-BE49-F238E27FC236}">
                <a16:creationId xmlns:a16="http://schemas.microsoft.com/office/drawing/2014/main" id="{C98B6920-5D7F-9038-A153-43D095C16202}"/>
              </a:ext>
            </a:extLst>
          </p:cNvPr>
          <p:cNvCxnSpPr>
            <a:stCxn id="4" idx="6"/>
            <a:endCxn id="11" idx="2"/>
          </p:cNvCxnSpPr>
          <p:nvPr/>
        </p:nvCxnSpPr>
        <p:spPr>
          <a:xfrm rot="10800000" flipH="1">
            <a:off x="2007598" y="3733533"/>
            <a:ext cx="460500" cy="267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" name="Google Shape;618;p35">
            <a:extLst>
              <a:ext uri="{FF2B5EF4-FFF2-40B4-BE49-F238E27FC236}">
                <a16:creationId xmlns:a16="http://schemas.microsoft.com/office/drawing/2014/main" id="{2A2F0FCB-E94D-F7A9-32FA-F7C15A962F8C}"/>
              </a:ext>
            </a:extLst>
          </p:cNvPr>
          <p:cNvCxnSpPr>
            <a:stCxn id="4" idx="6"/>
            <a:endCxn id="16" idx="1"/>
          </p:cNvCxnSpPr>
          <p:nvPr/>
        </p:nvCxnSpPr>
        <p:spPr>
          <a:xfrm>
            <a:off x="2007598" y="4000833"/>
            <a:ext cx="502500" cy="808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619;p35">
            <a:extLst>
              <a:ext uri="{FF2B5EF4-FFF2-40B4-BE49-F238E27FC236}">
                <a16:creationId xmlns:a16="http://schemas.microsoft.com/office/drawing/2014/main" id="{9FA24CF3-A18B-319C-317C-B1226920BFF4}"/>
              </a:ext>
            </a:extLst>
          </p:cNvPr>
          <p:cNvCxnSpPr>
            <a:stCxn id="8" idx="5"/>
            <a:endCxn id="17" idx="1"/>
          </p:cNvCxnSpPr>
          <p:nvPr/>
        </p:nvCxnSpPr>
        <p:spPr>
          <a:xfrm>
            <a:off x="1965861" y="4492164"/>
            <a:ext cx="544200" cy="852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Google Shape;620;p35">
            <a:extLst>
              <a:ext uri="{FF2B5EF4-FFF2-40B4-BE49-F238E27FC236}">
                <a16:creationId xmlns:a16="http://schemas.microsoft.com/office/drawing/2014/main" id="{0ECDAD4D-8EA0-83B2-CDBB-1BD2ED659F34}"/>
              </a:ext>
            </a:extLst>
          </p:cNvPr>
          <p:cNvCxnSpPr>
            <a:stCxn id="9" idx="6"/>
            <a:endCxn id="14" idx="3"/>
          </p:cNvCxnSpPr>
          <p:nvPr/>
        </p:nvCxnSpPr>
        <p:spPr>
          <a:xfrm rot="10800000" flipH="1">
            <a:off x="2007598" y="4225103"/>
            <a:ext cx="502500" cy="559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" name="Google Shape;621;p35">
            <a:extLst>
              <a:ext uri="{FF2B5EF4-FFF2-40B4-BE49-F238E27FC236}">
                <a16:creationId xmlns:a16="http://schemas.microsoft.com/office/drawing/2014/main" id="{0299AEF3-D636-4585-24E5-FB254C1240D6}"/>
              </a:ext>
            </a:extLst>
          </p:cNvPr>
          <p:cNvSpPr/>
          <p:nvPr/>
        </p:nvSpPr>
        <p:spPr>
          <a:xfrm rot="-5400000">
            <a:off x="1534720" y="4898489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622;p35">
            <a:extLst>
              <a:ext uri="{FF2B5EF4-FFF2-40B4-BE49-F238E27FC236}">
                <a16:creationId xmlns:a16="http://schemas.microsoft.com/office/drawing/2014/main" id="{C297D068-2BA5-C2D9-3A98-85723B98984C}"/>
              </a:ext>
            </a:extLst>
          </p:cNvPr>
          <p:cNvSpPr/>
          <p:nvPr/>
        </p:nvSpPr>
        <p:spPr>
          <a:xfrm rot="-5400000">
            <a:off x="2269897" y="4960649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623;p35">
            <a:extLst>
              <a:ext uri="{FF2B5EF4-FFF2-40B4-BE49-F238E27FC236}">
                <a16:creationId xmlns:a16="http://schemas.microsoft.com/office/drawing/2014/main" id="{311D15C1-7B3C-510B-0B7C-9EDA04E6C5D1}"/>
              </a:ext>
            </a:extLst>
          </p:cNvPr>
          <p:cNvSpPr/>
          <p:nvPr/>
        </p:nvSpPr>
        <p:spPr>
          <a:xfrm rot="-5400000">
            <a:off x="3016189" y="4977097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624;p35">
            <a:extLst>
              <a:ext uri="{FF2B5EF4-FFF2-40B4-BE49-F238E27FC236}">
                <a16:creationId xmlns:a16="http://schemas.microsoft.com/office/drawing/2014/main" id="{8312271B-F5B2-7ED0-9A33-3A9E4048F5F8}"/>
              </a:ext>
            </a:extLst>
          </p:cNvPr>
          <p:cNvSpPr/>
          <p:nvPr/>
        </p:nvSpPr>
        <p:spPr>
          <a:xfrm rot="-5400000">
            <a:off x="3838587" y="445942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" name="Google Shape;625;p35">
            <a:extLst>
              <a:ext uri="{FF2B5EF4-FFF2-40B4-BE49-F238E27FC236}">
                <a16:creationId xmlns:a16="http://schemas.microsoft.com/office/drawing/2014/main" id="{DC3B1189-C690-F916-3251-DDDAF2716A9D}"/>
              </a:ext>
            </a:extLst>
          </p:cNvPr>
          <p:cNvCxnSpPr>
            <a:stCxn id="10" idx="7"/>
            <a:endCxn id="16" idx="2"/>
          </p:cNvCxnSpPr>
          <p:nvPr/>
        </p:nvCxnSpPr>
        <p:spPr>
          <a:xfrm rot="10800000" flipH="1">
            <a:off x="1965861" y="4908761"/>
            <a:ext cx="502500" cy="44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" name="Google Shape;626;p35">
            <a:extLst>
              <a:ext uri="{FF2B5EF4-FFF2-40B4-BE49-F238E27FC236}">
                <a16:creationId xmlns:a16="http://schemas.microsoft.com/office/drawing/2014/main" id="{FC786CDE-8D01-D638-ABF6-9740E9DF0D0E}"/>
              </a:ext>
            </a:extLst>
          </p:cNvPr>
          <p:cNvCxnSpPr>
            <a:stCxn id="14" idx="6"/>
            <a:endCxn id="18" idx="2"/>
          </p:cNvCxnSpPr>
          <p:nvPr/>
        </p:nvCxnSpPr>
        <p:spPr>
          <a:xfrm rot="10800000" flipH="1">
            <a:off x="2753225" y="3733595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7" name="Google Shape;627;p35">
            <a:extLst>
              <a:ext uri="{FF2B5EF4-FFF2-40B4-BE49-F238E27FC236}">
                <a16:creationId xmlns:a16="http://schemas.microsoft.com/office/drawing/2014/main" id="{98DDDA38-DAA2-DBA9-D775-5586505875DE}"/>
              </a:ext>
            </a:extLst>
          </p:cNvPr>
          <p:cNvCxnSpPr>
            <a:stCxn id="11" idx="6"/>
            <a:endCxn id="20" idx="2"/>
          </p:cNvCxnSpPr>
          <p:nvPr/>
        </p:nvCxnSpPr>
        <p:spPr>
          <a:xfrm>
            <a:off x="2753225" y="3733661"/>
            <a:ext cx="475800" cy="783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" name="Google Shape;628;p35">
            <a:extLst>
              <a:ext uri="{FF2B5EF4-FFF2-40B4-BE49-F238E27FC236}">
                <a16:creationId xmlns:a16="http://schemas.microsoft.com/office/drawing/2014/main" id="{E3D4DF3B-8AD7-C8A4-8BA5-3C1BCE216B4C}"/>
              </a:ext>
            </a:extLst>
          </p:cNvPr>
          <p:cNvCxnSpPr>
            <a:stCxn id="14" idx="6"/>
          </p:cNvCxnSpPr>
          <p:nvPr/>
        </p:nvCxnSpPr>
        <p:spPr>
          <a:xfrm>
            <a:off x="2753225" y="4125395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" name="Google Shape;629;p35">
            <a:extLst>
              <a:ext uri="{FF2B5EF4-FFF2-40B4-BE49-F238E27FC236}">
                <a16:creationId xmlns:a16="http://schemas.microsoft.com/office/drawing/2014/main" id="{70177FBF-5A2A-DD67-0F07-358BA2E2FFAF}"/>
              </a:ext>
            </a:extLst>
          </p:cNvPr>
          <p:cNvCxnSpPr>
            <a:stCxn id="16" idx="6"/>
          </p:cNvCxnSpPr>
          <p:nvPr/>
        </p:nvCxnSpPr>
        <p:spPr>
          <a:xfrm>
            <a:off x="2753225" y="4908865"/>
            <a:ext cx="475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" name="Google Shape;630;p35">
            <a:extLst>
              <a:ext uri="{FF2B5EF4-FFF2-40B4-BE49-F238E27FC236}">
                <a16:creationId xmlns:a16="http://schemas.microsoft.com/office/drawing/2014/main" id="{2904E605-8194-1BE8-1A6E-EFDBB499E5E4}"/>
              </a:ext>
            </a:extLst>
          </p:cNvPr>
          <p:cNvCxnSpPr>
            <a:stCxn id="15" idx="6"/>
            <a:endCxn id="22" idx="2"/>
          </p:cNvCxnSpPr>
          <p:nvPr/>
        </p:nvCxnSpPr>
        <p:spPr>
          <a:xfrm>
            <a:off x="2753225" y="4517130"/>
            <a:ext cx="475800" cy="93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" name="Google Shape;631;p35">
            <a:extLst>
              <a:ext uri="{FF2B5EF4-FFF2-40B4-BE49-F238E27FC236}">
                <a16:creationId xmlns:a16="http://schemas.microsoft.com/office/drawing/2014/main" id="{9C4668DE-38A9-886D-9545-FADF9321868A}"/>
              </a:ext>
            </a:extLst>
          </p:cNvPr>
          <p:cNvCxnSpPr>
            <a:stCxn id="17" idx="6"/>
            <a:endCxn id="21" idx="3"/>
          </p:cNvCxnSpPr>
          <p:nvPr/>
        </p:nvCxnSpPr>
        <p:spPr>
          <a:xfrm rot="10800000" flipH="1">
            <a:off x="2753225" y="5008555"/>
            <a:ext cx="517500" cy="43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2" name="Google Shape;632;p35">
            <a:extLst>
              <a:ext uri="{FF2B5EF4-FFF2-40B4-BE49-F238E27FC236}">
                <a16:creationId xmlns:a16="http://schemas.microsoft.com/office/drawing/2014/main" id="{9E2E0319-1ADF-7845-5B66-9A01067EB8EF}"/>
              </a:ext>
            </a:extLst>
          </p:cNvPr>
          <p:cNvCxnSpPr>
            <a:stCxn id="18" idx="6"/>
            <a:endCxn id="23" idx="1"/>
          </p:cNvCxnSpPr>
          <p:nvPr/>
        </p:nvCxnSpPr>
        <p:spPr>
          <a:xfrm>
            <a:off x="3514058" y="3733661"/>
            <a:ext cx="551700" cy="50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" name="Google Shape;633;p35">
            <a:extLst>
              <a:ext uri="{FF2B5EF4-FFF2-40B4-BE49-F238E27FC236}">
                <a16:creationId xmlns:a16="http://schemas.microsoft.com/office/drawing/2014/main" id="{12C8A296-8888-5952-8AD4-B5347855A759}"/>
              </a:ext>
            </a:extLst>
          </p:cNvPr>
          <p:cNvCxnSpPr>
            <a:stCxn id="19" idx="6"/>
            <a:endCxn id="23" idx="2"/>
          </p:cNvCxnSpPr>
          <p:nvPr/>
        </p:nvCxnSpPr>
        <p:spPr>
          <a:xfrm>
            <a:off x="3514058" y="4125395"/>
            <a:ext cx="510000" cy="20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4" name="Google Shape;634;p35">
            <a:extLst>
              <a:ext uri="{FF2B5EF4-FFF2-40B4-BE49-F238E27FC236}">
                <a16:creationId xmlns:a16="http://schemas.microsoft.com/office/drawing/2014/main" id="{27847134-E5B1-E0E6-39E4-6F4A7E1A78A6}"/>
              </a:ext>
            </a:extLst>
          </p:cNvPr>
          <p:cNvCxnSpPr>
            <a:stCxn id="15" idx="6"/>
            <a:endCxn id="19" idx="2"/>
          </p:cNvCxnSpPr>
          <p:nvPr/>
        </p:nvCxnSpPr>
        <p:spPr>
          <a:xfrm rot="10800000" flipH="1">
            <a:off x="2753225" y="4125330"/>
            <a:ext cx="475800" cy="391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" name="Google Shape;635;p35">
            <a:extLst>
              <a:ext uri="{FF2B5EF4-FFF2-40B4-BE49-F238E27FC236}">
                <a16:creationId xmlns:a16="http://schemas.microsoft.com/office/drawing/2014/main" id="{3F367223-5FFE-E6B1-69AA-2A7E68383B96}"/>
              </a:ext>
            </a:extLst>
          </p:cNvPr>
          <p:cNvCxnSpPr/>
          <p:nvPr/>
        </p:nvCxnSpPr>
        <p:spPr>
          <a:xfrm rot="10800000" flipH="1">
            <a:off x="3512914" y="4402308"/>
            <a:ext cx="550500" cy="450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" name="Google Shape;636;p35">
            <a:extLst>
              <a:ext uri="{FF2B5EF4-FFF2-40B4-BE49-F238E27FC236}">
                <a16:creationId xmlns:a16="http://schemas.microsoft.com/office/drawing/2014/main" id="{9912942A-3708-BACC-D9D8-7827982271D2}"/>
              </a:ext>
            </a:extLst>
          </p:cNvPr>
          <p:cNvCxnSpPr/>
          <p:nvPr/>
        </p:nvCxnSpPr>
        <p:spPr>
          <a:xfrm rot="10800000" flipH="1">
            <a:off x="3511442" y="5033451"/>
            <a:ext cx="550500" cy="450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7" name="Google Shape;637;p35">
            <a:extLst>
              <a:ext uri="{FF2B5EF4-FFF2-40B4-BE49-F238E27FC236}">
                <a16:creationId xmlns:a16="http://schemas.microsoft.com/office/drawing/2014/main" id="{290421F3-B528-AC3C-6ABD-2F688DDFE1FA}"/>
              </a:ext>
            </a:extLst>
          </p:cNvPr>
          <p:cNvCxnSpPr>
            <a:stCxn id="20" idx="6"/>
            <a:endCxn id="34" idx="1"/>
          </p:cNvCxnSpPr>
          <p:nvPr/>
        </p:nvCxnSpPr>
        <p:spPr>
          <a:xfrm>
            <a:off x="3514058" y="4517130"/>
            <a:ext cx="589200" cy="426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" name="Google Shape;638;p35">
            <a:extLst>
              <a:ext uri="{FF2B5EF4-FFF2-40B4-BE49-F238E27FC236}">
                <a16:creationId xmlns:a16="http://schemas.microsoft.com/office/drawing/2014/main" id="{31B50AD8-EE16-C514-0DAF-5C18B2A0BF49}"/>
              </a:ext>
            </a:extLst>
          </p:cNvPr>
          <p:cNvSpPr/>
          <p:nvPr/>
        </p:nvSpPr>
        <p:spPr>
          <a:xfrm>
            <a:off x="1456596" y="3333231"/>
            <a:ext cx="3082800" cy="2489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639;p35">
            <a:extLst>
              <a:ext uri="{FF2B5EF4-FFF2-40B4-BE49-F238E27FC236}">
                <a16:creationId xmlns:a16="http://schemas.microsoft.com/office/drawing/2014/main" id="{CEE1C045-389B-DF14-34F4-815833CD8A24}"/>
              </a:ext>
            </a:extLst>
          </p:cNvPr>
          <p:cNvCxnSpPr/>
          <p:nvPr/>
        </p:nvCxnSpPr>
        <p:spPr>
          <a:xfrm>
            <a:off x="6039812" y="3178061"/>
            <a:ext cx="540000" cy="41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" name="Google Shape;640;p35">
            <a:extLst>
              <a:ext uri="{FF2B5EF4-FFF2-40B4-BE49-F238E27FC236}">
                <a16:creationId xmlns:a16="http://schemas.microsoft.com/office/drawing/2014/main" id="{E61527A3-72ED-62F4-83CE-A6EBC4C08249}"/>
              </a:ext>
            </a:extLst>
          </p:cNvPr>
          <p:cNvCxnSpPr/>
          <p:nvPr/>
        </p:nvCxnSpPr>
        <p:spPr>
          <a:xfrm>
            <a:off x="6039812" y="3733605"/>
            <a:ext cx="490800" cy="7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" name="Google Shape;641;p35">
            <a:extLst>
              <a:ext uri="{FF2B5EF4-FFF2-40B4-BE49-F238E27FC236}">
                <a16:creationId xmlns:a16="http://schemas.microsoft.com/office/drawing/2014/main" id="{8C0D2C63-2C6E-62E2-6A98-E84C49EE4802}"/>
              </a:ext>
            </a:extLst>
          </p:cNvPr>
          <p:cNvSpPr/>
          <p:nvPr/>
        </p:nvSpPr>
        <p:spPr>
          <a:xfrm rot="-5400000">
            <a:off x="6046701" y="392979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" name="Google Shape;642;p35">
            <a:extLst>
              <a:ext uri="{FF2B5EF4-FFF2-40B4-BE49-F238E27FC236}">
                <a16:creationId xmlns:a16="http://schemas.microsoft.com/office/drawing/2014/main" id="{8EB831AE-A78A-3D2F-E640-211711FDAB92}"/>
              </a:ext>
            </a:extLst>
          </p:cNvPr>
          <p:cNvCxnSpPr/>
          <p:nvPr/>
        </p:nvCxnSpPr>
        <p:spPr>
          <a:xfrm rot="10800000" flipH="1">
            <a:off x="6062281" y="4306047"/>
            <a:ext cx="580500" cy="478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" name="Google Shape;643;p35">
            <a:extLst>
              <a:ext uri="{FF2B5EF4-FFF2-40B4-BE49-F238E27FC236}">
                <a16:creationId xmlns:a16="http://schemas.microsoft.com/office/drawing/2014/main" id="{30E11BD9-8A23-E77A-E2AF-A45BA318B9D1}"/>
              </a:ext>
            </a:extLst>
          </p:cNvPr>
          <p:cNvSpPr/>
          <p:nvPr/>
        </p:nvSpPr>
        <p:spPr>
          <a:xfrm>
            <a:off x="6692448" y="3662989"/>
            <a:ext cx="490800" cy="529500"/>
          </a:xfrm>
          <a:prstGeom prst="snip1Rect">
            <a:avLst>
              <a:gd name="adj" fmla="val 16667"/>
            </a:avLst>
          </a:prstGeom>
          <a:solidFill>
            <a:srgbClr val="BFBFB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sz="2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644;p35">
            <a:extLst>
              <a:ext uri="{FF2B5EF4-FFF2-40B4-BE49-F238E27FC236}">
                <a16:creationId xmlns:a16="http://schemas.microsoft.com/office/drawing/2014/main" id="{E64EA84F-446C-6CB7-8C5F-3DD8CD891992}"/>
              </a:ext>
            </a:extLst>
          </p:cNvPr>
          <p:cNvCxnSpPr/>
          <p:nvPr/>
        </p:nvCxnSpPr>
        <p:spPr>
          <a:xfrm>
            <a:off x="7183248" y="3927739"/>
            <a:ext cx="696600" cy="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" name="Google Shape;645;p35">
            <a:extLst>
              <a:ext uri="{FF2B5EF4-FFF2-40B4-BE49-F238E27FC236}">
                <a16:creationId xmlns:a16="http://schemas.microsoft.com/office/drawing/2014/main" id="{2510BA22-3CDE-BF9F-C562-6EFCB231C286}"/>
              </a:ext>
            </a:extLst>
          </p:cNvPr>
          <p:cNvSpPr/>
          <p:nvPr/>
        </p:nvSpPr>
        <p:spPr>
          <a:xfrm>
            <a:off x="7879990" y="3666818"/>
            <a:ext cx="490800" cy="529500"/>
          </a:xfrm>
          <a:prstGeom prst="snip1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646;p35">
            <a:extLst>
              <a:ext uri="{FF2B5EF4-FFF2-40B4-BE49-F238E27FC236}">
                <a16:creationId xmlns:a16="http://schemas.microsoft.com/office/drawing/2014/main" id="{407E1733-B682-792C-A35E-18D2D0FFA394}"/>
              </a:ext>
            </a:extLst>
          </p:cNvPr>
          <p:cNvCxnSpPr/>
          <p:nvPr/>
        </p:nvCxnSpPr>
        <p:spPr>
          <a:xfrm rot="10800000" flipH="1">
            <a:off x="8370790" y="3927668"/>
            <a:ext cx="412500" cy="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7" name="Google Shape;647;p35">
            <a:extLst>
              <a:ext uri="{FF2B5EF4-FFF2-40B4-BE49-F238E27FC236}">
                <a16:creationId xmlns:a16="http://schemas.microsoft.com/office/drawing/2014/main" id="{743B66A2-E4D5-A7A5-EC82-93E9C16019E1}"/>
              </a:ext>
            </a:extLst>
          </p:cNvPr>
          <p:cNvSpPr/>
          <p:nvPr/>
        </p:nvSpPr>
        <p:spPr>
          <a:xfrm>
            <a:off x="8376333" y="3582984"/>
            <a:ext cx="611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649;p35">
            <a:extLst>
              <a:ext uri="{FF2B5EF4-FFF2-40B4-BE49-F238E27FC236}">
                <a16:creationId xmlns:a16="http://schemas.microsoft.com/office/drawing/2014/main" id="{9328E309-D4F3-6919-3FEF-D56012D5F32E}"/>
              </a:ext>
            </a:extLst>
          </p:cNvPr>
          <p:cNvCxnSpPr/>
          <p:nvPr/>
        </p:nvCxnSpPr>
        <p:spPr>
          <a:xfrm rot="10800000" flipH="1">
            <a:off x="4227941" y="2782439"/>
            <a:ext cx="1155765" cy="1464591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650;p35">
            <a:extLst>
              <a:ext uri="{FF2B5EF4-FFF2-40B4-BE49-F238E27FC236}">
                <a16:creationId xmlns:a16="http://schemas.microsoft.com/office/drawing/2014/main" id="{17ECC8BB-767F-B803-839A-2437C7E0D857}"/>
              </a:ext>
            </a:extLst>
          </p:cNvPr>
          <p:cNvCxnSpPr/>
          <p:nvPr/>
        </p:nvCxnSpPr>
        <p:spPr>
          <a:xfrm>
            <a:off x="4283037" y="4487364"/>
            <a:ext cx="1136764" cy="784574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60" name="Google Shape;651;p35">
            <a:extLst>
              <a:ext uri="{FF2B5EF4-FFF2-40B4-BE49-F238E27FC236}">
                <a16:creationId xmlns:a16="http://schemas.microsoft.com/office/drawing/2014/main" id="{5C0729C9-123B-1CF7-1A5C-97DADEDC217F}"/>
              </a:ext>
            </a:extLst>
          </p:cNvPr>
          <p:cNvSpPr/>
          <p:nvPr/>
        </p:nvSpPr>
        <p:spPr>
          <a:xfrm>
            <a:off x="5419809" y="2782538"/>
            <a:ext cx="3528145" cy="2489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52;p35">
            <a:extLst>
              <a:ext uri="{FF2B5EF4-FFF2-40B4-BE49-F238E27FC236}">
                <a16:creationId xmlns:a16="http://schemas.microsoft.com/office/drawing/2014/main" id="{2726CE20-D057-BCA3-5359-0AFE50210DA5}"/>
              </a:ext>
            </a:extLst>
          </p:cNvPr>
          <p:cNvSpPr/>
          <p:nvPr/>
        </p:nvSpPr>
        <p:spPr>
          <a:xfrm>
            <a:off x="5419809" y="3010291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53;p35">
            <a:extLst>
              <a:ext uri="{FF2B5EF4-FFF2-40B4-BE49-F238E27FC236}">
                <a16:creationId xmlns:a16="http://schemas.microsoft.com/office/drawing/2014/main" id="{E866AA82-82A7-F75B-7C65-694968D73626}"/>
              </a:ext>
            </a:extLst>
          </p:cNvPr>
          <p:cNvSpPr/>
          <p:nvPr/>
        </p:nvSpPr>
        <p:spPr>
          <a:xfrm>
            <a:off x="5422946" y="3540745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54;p35">
            <a:extLst>
              <a:ext uri="{FF2B5EF4-FFF2-40B4-BE49-F238E27FC236}">
                <a16:creationId xmlns:a16="http://schemas.microsoft.com/office/drawing/2014/main" id="{2E89F37B-1B7A-2CFC-1CBC-9F8AD38ACFBC}"/>
              </a:ext>
            </a:extLst>
          </p:cNvPr>
          <p:cNvSpPr/>
          <p:nvPr/>
        </p:nvSpPr>
        <p:spPr>
          <a:xfrm>
            <a:off x="5419801" y="4661410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55;p35">
            <a:extLst>
              <a:ext uri="{FF2B5EF4-FFF2-40B4-BE49-F238E27FC236}">
                <a16:creationId xmlns:a16="http://schemas.microsoft.com/office/drawing/2014/main" id="{73B6E5CE-97E7-0DB6-7B37-B900A79D4CD9}"/>
              </a:ext>
            </a:extLst>
          </p:cNvPr>
          <p:cNvSpPr/>
          <p:nvPr/>
        </p:nvSpPr>
        <p:spPr>
          <a:xfrm>
            <a:off x="1363150" y="2626988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301: Approximate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6;p35">
            <a:extLst>
              <a:ext uri="{FF2B5EF4-FFF2-40B4-BE49-F238E27FC236}">
                <a16:creationId xmlns:a16="http://schemas.microsoft.com/office/drawing/2014/main" id="{153B69D4-DC10-8B9D-5A55-2DDD8360A7A2}"/>
              </a:ext>
            </a:extLst>
          </p:cNvPr>
          <p:cNvCxnSpPr>
            <a:endCxn id="64" idx="2"/>
          </p:cNvCxnSpPr>
          <p:nvPr/>
        </p:nvCxnSpPr>
        <p:spPr>
          <a:xfrm rot="5400000" flipH="1">
            <a:off x="2596811" y="2984558"/>
            <a:ext cx="457800" cy="2658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" name="Google Shape;657;p35">
            <a:extLst>
              <a:ext uri="{FF2B5EF4-FFF2-40B4-BE49-F238E27FC236}">
                <a16:creationId xmlns:a16="http://schemas.microsoft.com/office/drawing/2014/main" id="{C2194CEB-08F9-C96F-D4AA-517E42F9C358}"/>
              </a:ext>
            </a:extLst>
          </p:cNvPr>
          <p:cNvSpPr/>
          <p:nvPr/>
        </p:nvSpPr>
        <p:spPr>
          <a:xfrm>
            <a:off x="5464584" y="2054630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302: Approximate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58;p35">
            <a:extLst>
              <a:ext uri="{FF2B5EF4-FFF2-40B4-BE49-F238E27FC236}">
                <a16:creationId xmlns:a16="http://schemas.microsoft.com/office/drawing/2014/main" id="{37B48D6F-1805-6034-5FA9-AD384447E823}"/>
              </a:ext>
            </a:extLst>
          </p:cNvPr>
          <p:cNvCxnSpPr>
            <a:endCxn id="66" idx="2"/>
          </p:cNvCxnSpPr>
          <p:nvPr/>
        </p:nvCxnSpPr>
        <p:spPr>
          <a:xfrm rot="5400000" flipH="1">
            <a:off x="6698245" y="2412200"/>
            <a:ext cx="457800" cy="2658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59;p35">
            <a:extLst>
              <a:ext uri="{FF2B5EF4-FFF2-40B4-BE49-F238E27FC236}">
                <a16:creationId xmlns:a16="http://schemas.microsoft.com/office/drawing/2014/main" id="{B1FA8C7B-DD51-43A7-C75D-96FDE3F84C0A}"/>
              </a:ext>
            </a:extLst>
          </p:cNvPr>
          <p:cNvSpPr/>
          <p:nvPr/>
        </p:nvSpPr>
        <p:spPr>
          <a:xfrm>
            <a:off x="2579684" y="2933240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302: Approximate </a:t>
            </a: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60;p35">
            <a:extLst>
              <a:ext uri="{FF2B5EF4-FFF2-40B4-BE49-F238E27FC236}">
                <a16:creationId xmlns:a16="http://schemas.microsoft.com/office/drawing/2014/main" id="{4D751D2C-67F3-7E19-AA26-D9C5E80C2957}"/>
              </a:ext>
            </a:extLst>
          </p:cNvPr>
          <p:cNvCxnSpPr>
            <a:endCxn id="68" idx="2"/>
          </p:cNvCxnSpPr>
          <p:nvPr/>
        </p:nvCxnSpPr>
        <p:spPr>
          <a:xfrm rot="10800000" flipH="1">
            <a:off x="3332144" y="3194810"/>
            <a:ext cx="577200" cy="411300"/>
          </a:xfrm>
          <a:prstGeom prst="curvedConnector3">
            <a:avLst>
              <a:gd name="adj1" fmla="val -1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661;p35">
            <a:extLst>
              <a:ext uri="{FF2B5EF4-FFF2-40B4-BE49-F238E27FC236}">
                <a16:creationId xmlns:a16="http://schemas.microsoft.com/office/drawing/2014/main" id="{E66DC2D5-B66D-3C63-66BA-CD9CEDAA8C16}"/>
              </a:ext>
            </a:extLst>
          </p:cNvPr>
          <p:cNvSpPr/>
          <p:nvPr/>
        </p:nvSpPr>
        <p:spPr>
          <a:xfrm>
            <a:off x="3758166" y="2206351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203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662;p35">
            <a:extLst>
              <a:ext uri="{FF2B5EF4-FFF2-40B4-BE49-F238E27FC236}">
                <a16:creationId xmlns:a16="http://schemas.microsoft.com/office/drawing/2014/main" id="{4A06BBA1-780C-48C9-5068-4DD3F9900A89}"/>
              </a:ext>
            </a:extLst>
          </p:cNvPr>
          <p:cNvCxnSpPr>
            <a:endCxn id="70" idx="2"/>
          </p:cNvCxnSpPr>
          <p:nvPr/>
        </p:nvCxnSpPr>
        <p:spPr>
          <a:xfrm rot="10800000">
            <a:off x="5087827" y="2467921"/>
            <a:ext cx="633600" cy="542400"/>
          </a:xfrm>
          <a:prstGeom prst="curvedConnector3">
            <a:avLst>
              <a:gd name="adj1" fmla="val 19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663;p35">
            <a:extLst>
              <a:ext uri="{FF2B5EF4-FFF2-40B4-BE49-F238E27FC236}">
                <a16:creationId xmlns:a16="http://schemas.microsoft.com/office/drawing/2014/main" id="{9D92BBA9-E681-30E2-DD9A-8605121A6B68}"/>
              </a:ext>
            </a:extLst>
          </p:cNvPr>
          <p:cNvSpPr/>
          <p:nvPr/>
        </p:nvSpPr>
        <p:spPr>
          <a:xfrm>
            <a:off x="6692448" y="2255655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304: Approximate Accumulation function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664;p35">
            <a:extLst>
              <a:ext uri="{FF2B5EF4-FFF2-40B4-BE49-F238E27FC236}">
                <a16:creationId xmlns:a16="http://schemas.microsoft.com/office/drawing/2014/main" id="{CC131CDC-AE1A-3468-268E-D5AD4846D893}"/>
              </a:ext>
            </a:extLst>
          </p:cNvPr>
          <p:cNvCxnSpPr>
            <a:endCxn id="72" idx="2"/>
          </p:cNvCxnSpPr>
          <p:nvPr/>
        </p:nvCxnSpPr>
        <p:spPr>
          <a:xfrm rot="-5400000">
            <a:off x="6995359" y="2636175"/>
            <a:ext cx="1145700" cy="907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" name="Google Shape;665;p35">
            <a:extLst>
              <a:ext uri="{FF2B5EF4-FFF2-40B4-BE49-F238E27FC236}">
                <a16:creationId xmlns:a16="http://schemas.microsoft.com/office/drawing/2014/main" id="{B1711D98-6BAF-969D-4A64-9A3403368507}"/>
              </a:ext>
            </a:extLst>
          </p:cNvPr>
          <p:cNvCxnSpPr/>
          <p:nvPr/>
        </p:nvCxnSpPr>
        <p:spPr>
          <a:xfrm rot="-5400000">
            <a:off x="7995319" y="2846276"/>
            <a:ext cx="924300" cy="743100"/>
          </a:xfrm>
          <a:prstGeom prst="curved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666;p35">
            <a:extLst>
              <a:ext uri="{FF2B5EF4-FFF2-40B4-BE49-F238E27FC236}">
                <a16:creationId xmlns:a16="http://schemas.microsoft.com/office/drawing/2014/main" id="{F96EE400-A10A-40D1-FC42-47B26E9D485F}"/>
              </a:ext>
            </a:extLst>
          </p:cNvPr>
          <p:cNvSpPr/>
          <p:nvPr/>
        </p:nvSpPr>
        <p:spPr>
          <a:xfrm>
            <a:off x="3191939" y="6051182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667;p35">
            <a:extLst>
              <a:ext uri="{FF2B5EF4-FFF2-40B4-BE49-F238E27FC236}">
                <a16:creationId xmlns:a16="http://schemas.microsoft.com/office/drawing/2014/main" id="{EFF719A9-F8FE-63E0-12ED-7CA90BE51ED0}"/>
              </a:ext>
            </a:extLst>
          </p:cNvPr>
          <p:cNvCxnSpPr/>
          <p:nvPr/>
        </p:nvCxnSpPr>
        <p:spPr>
          <a:xfrm rot="-5400000" flipH="1">
            <a:off x="3459092" y="5555356"/>
            <a:ext cx="765000" cy="3129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" name="Google Shape;668;p35">
            <a:extLst>
              <a:ext uri="{FF2B5EF4-FFF2-40B4-BE49-F238E27FC236}">
                <a16:creationId xmlns:a16="http://schemas.microsoft.com/office/drawing/2014/main" id="{9F8BB711-5572-DAEF-D04F-DB02DDE9E43C}"/>
              </a:ext>
            </a:extLst>
          </p:cNvPr>
          <p:cNvSpPr/>
          <p:nvPr/>
        </p:nvSpPr>
        <p:spPr>
          <a:xfrm>
            <a:off x="7069016" y="5376116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669;p35">
            <a:extLst>
              <a:ext uri="{FF2B5EF4-FFF2-40B4-BE49-F238E27FC236}">
                <a16:creationId xmlns:a16="http://schemas.microsoft.com/office/drawing/2014/main" id="{4ABB60B3-6C46-8A52-0095-CF10411981BA}"/>
              </a:ext>
            </a:extLst>
          </p:cNvPr>
          <p:cNvCxnSpPr>
            <a:stCxn id="77" idx="0"/>
          </p:cNvCxnSpPr>
          <p:nvPr/>
        </p:nvCxnSpPr>
        <p:spPr>
          <a:xfrm rot="-5400000">
            <a:off x="7828827" y="4375766"/>
            <a:ext cx="1570200" cy="430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670;p35">
            <a:extLst>
              <a:ext uri="{FF2B5EF4-FFF2-40B4-BE49-F238E27FC236}">
                <a16:creationId xmlns:a16="http://schemas.microsoft.com/office/drawing/2014/main" id="{66D680A6-E908-F5B2-85BE-623DC23CCC59}"/>
              </a:ext>
            </a:extLst>
          </p:cNvPr>
          <p:cNvSpPr/>
          <p:nvPr/>
        </p:nvSpPr>
        <p:spPr>
          <a:xfrm>
            <a:off x="7499409" y="2382506"/>
            <a:ext cx="2659321" cy="42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305: Approximate </a:t>
            </a:r>
            <a:b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8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1243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29220-2101-1308-5D6D-45E09198F625}"/>
              </a:ext>
            </a:extLst>
          </p:cNvPr>
          <p:cNvSpPr/>
          <p:nvPr/>
        </p:nvSpPr>
        <p:spPr>
          <a:xfrm>
            <a:off x="3780777" y="6980511"/>
            <a:ext cx="45886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Fig. 4: Overview of the optimization process.</a:t>
            </a:r>
            <a:endParaRPr lang="en-US" sz="1600" dirty="0"/>
          </a:p>
        </p:txBody>
      </p:sp>
      <p:pic>
        <p:nvPicPr>
          <p:cNvPr id="141" name="図 140">
            <a:extLst>
              <a:ext uri="{FF2B5EF4-FFF2-40B4-BE49-F238E27FC236}">
                <a16:creationId xmlns:a16="http://schemas.microsoft.com/office/drawing/2014/main" id="{B70CC9B7-343C-6436-E326-0AA69B7C7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138" y="1671016"/>
            <a:ext cx="6663311" cy="522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29220-2101-1308-5D6D-45E09198F625}"/>
              </a:ext>
            </a:extLst>
          </p:cNvPr>
          <p:cNvSpPr/>
          <p:nvPr/>
        </p:nvSpPr>
        <p:spPr>
          <a:xfrm>
            <a:off x="3780777" y="6980511"/>
            <a:ext cx="61995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Fig. 5: Algorithm to find the non-dominated approximate operators.</a:t>
            </a:r>
            <a:endParaRPr lang="en-US" sz="1600" dirty="0"/>
          </a:p>
        </p:txBody>
      </p:sp>
      <p:pic>
        <p:nvPicPr>
          <p:cNvPr id="95" name="図 94">
            <a:extLst>
              <a:ext uri="{FF2B5EF4-FFF2-40B4-BE49-F238E27FC236}">
                <a16:creationId xmlns:a16="http://schemas.microsoft.com/office/drawing/2014/main" id="{5E37984E-F71C-D9AC-F850-359721010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64" y="1678513"/>
            <a:ext cx="7158913" cy="492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2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29220-2101-1308-5D6D-45E09198F625}"/>
              </a:ext>
            </a:extLst>
          </p:cNvPr>
          <p:cNvSpPr/>
          <p:nvPr/>
        </p:nvSpPr>
        <p:spPr>
          <a:xfrm>
            <a:off x="3780775" y="6980511"/>
            <a:ext cx="71053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6: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Target application evaluation with each approximate operator.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F21AE50E-27AF-BA79-33C8-7A6FF6DE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019" y="1582896"/>
            <a:ext cx="6701361" cy="511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indent="0" algn="just">
              <a:buNone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8145DA-FC18-F6B2-82C7-51D24BD76629}"/>
              </a:ext>
            </a:extLst>
          </p:cNvPr>
          <p:cNvSpPr/>
          <p:nvPr/>
        </p:nvSpPr>
        <p:spPr>
          <a:xfrm>
            <a:off x="4329752" y="6926555"/>
            <a:ext cx="28616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Fig. 7: Process of non-dominated selection.</a:t>
            </a:r>
            <a:endParaRPr lang="en-VN" sz="1200" dirty="0"/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ECC223A-9CB6-CC87-3FE4-61B39475F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603" y="1624129"/>
            <a:ext cx="6174193" cy="51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7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8145DA-FC18-F6B2-82C7-51D24BD76629}"/>
              </a:ext>
            </a:extLst>
          </p:cNvPr>
          <p:cNvSpPr/>
          <p:nvPr/>
        </p:nvSpPr>
        <p:spPr>
          <a:xfrm>
            <a:off x="2433896" y="6788055"/>
            <a:ext cx="69349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8: Numerical example of assigning ranks to each solution in non-dominated selection.</a:t>
            </a:r>
            <a:endParaRPr lang="en-VN" sz="1200" dirty="0">
              <a:latin typeface="+mn-lt"/>
            </a:endParaRPr>
          </a:p>
        </p:txBody>
      </p:sp>
      <p:pic>
        <p:nvPicPr>
          <p:cNvPr id="184" name="図 183">
            <a:extLst>
              <a:ext uri="{FF2B5EF4-FFF2-40B4-BE49-F238E27FC236}">
                <a16:creationId xmlns:a16="http://schemas.microsoft.com/office/drawing/2014/main" id="{EE2363F5-AAF7-DC75-134E-521FE63A2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51" y="1703154"/>
            <a:ext cx="7104168" cy="510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45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2BF6-EED4-5F5F-6408-29474D16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FA1F93F6-2130-C300-518D-AAD448959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BA785A6-F826-E020-0C59-5E5C71E5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D7878271-71F6-067A-3046-8D932A54B5F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C81A1F97-1390-4553-18DE-0CAA7BBA7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4CAFD830-B715-5A11-35C8-6FEF6209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5E13F6-0884-0374-997F-B7C742C987D0}"/>
              </a:ext>
            </a:extLst>
          </p:cNvPr>
          <p:cNvSpPr/>
          <p:nvPr/>
        </p:nvSpPr>
        <p:spPr>
          <a:xfrm>
            <a:off x="3133633" y="6788055"/>
            <a:ext cx="55354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10: Process to generate the minimum set of approximate operators.</a:t>
            </a:r>
            <a:endParaRPr lang="en-VN" sz="1200" dirty="0">
              <a:latin typeface="+mn-lt"/>
            </a:endParaRPr>
          </a:p>
        </p:txBody>
      </p:sp>
      <p:pic>
        <p:nvPicPr>
          <p:cNvPr id="209" name="図 208">
            <a:extLst>
              <a:ext uri="{FF2B5EF4-FFF2-40B4-BE49-F238E27FC236}">
                <a16:creationId xmlns:a16="http://schemas.microsoft.com/office/drawing/2014/main" id="{6767A358-CA68-AD3D-978A-86A5CE4C3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62" y="1820956"/>
            <a:ext cx="7732346" cy="489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50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4132-63B8-70A5-0167-8A8A218B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D043337A-AD1F-2FF8-EDE4-8DE99703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8423599-79B7-7F92-B0CA-6AFA9571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24DA355C-FB74-77C2-0CA4-C7F51713CDE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040C977D-25FB-8CE9-C8E2-5CB5FD916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6117F797-08B2-3422-4CDF-E217613AA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5E6309-8815-4223-3411-ED2A6365B076}"/>
              </a:ext>
            </a:extLst>
          </p:cNvPr>
          <p:cNvSpPr/>
          <p:nvPr/>
        </p:nvSpPr>
        <p:spPr>
          <a:xfrm>
            <a:off x="2839491" y="6788055"/>
            <a:ext cx="61237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10-2: Genetic Algorithm for finding the approximate operator combination.</a:t>
            </a:r>
            <a:endParaRPr lang="en-VN" sz="1200" dirty="0">
              <a:latin typeface="+mn-lt"/>
            </a:endParaRPr>
          </a:p>
        </p:txBody>
      </p:sp>
      <p:pic>
        <p:nvPicPr>
          <p:cNvPr id="193" name="図 192">
            <a:extLst>
              <a:ext uri="{FF2B5EF4-FFF2-40B4-BE49-F238E27FC236}">
                <a16:creationId xmlns:a16="http://schemas.microsoft.com/office/drawing/2014/main" id="{61D8AE40-B3F4-5A7F-C06B-901FCB5A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50" y="1735425"/>
            <a:ext cx="7946143" cy="499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0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5FE7C0-7990-7840-84A2-1B15A137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Referenced Patents </a:t>
            </a:r>
          </a:p>
          <a:p>
            <a:r>
              <a:rPr lang="ja-JP" sz="18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18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2025-146538 (Our patent), in paragraph 45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This patent provides “on-the-fly” adjustment.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Our idea #1 provides the findings before manufacturing. No ”on-the-fly” adjustment is provided in our idea #1.</a:t>
            </a:r>
            <a:endParaRPr lang="en-JP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A38E10-386F-D092-61D5-AE422644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en-JP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5367F0-29F8-0355-DFD5-E4D489A29B9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/>
              <a:t>発明内容の概要</a:t>
            </a:r>
            <a:r>
              <a:rPr lang="en-US" altLang="ja-JP" dirty="0"/>
              <a:t>[2])</a:t>
            </a:r>
            <a:endParaRPr lang="ja-JP" altLang="en-US"/>
          </a:p>
          <a:p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8435-D2FB-CADD-EC90-99C958783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143A-C3F9-110B-D778-A608C3E78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966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6B37-E7F4-18F6-D0C4-812162F3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34D1E926-9B95-449A-FC56-803CD170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lvl="0" indent="0" algn="just">
              <a:buClr>
                <a:srgbClr val="72A376"/>
              </a:buClr>
              <a:buNone/>
              <a:defRPr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EB17649-1060-61D3-A6CD-B8536C6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4AF6C48-D431-8738-552D-50049F0A27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B7B6229-3129-A8E9-FE5A-11ED92EFA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13FD80FD-69D4-604C-FEE1-6F9AD3F61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4" name="コンテンツ プレースホルダ 1">
            <a:extLst>
              <a:ext uri="{FF2B5EF4-FFF2-40B4-BE49-F238E27FC236}">
                <a16:creationId xmlns:a16="http://schemas.microsoft.com/office/drawing/2014/main" id="{403135DA-42E6-08D8-BCD5-3EA9BE664D94}"/>
              </a:ext>
            </a:extLst>
          </p:cNvPr>
          <p:cNvSpPr txBox="1">
            <a:spLocks/>
          </p:cNvSpPr>
          <p:nvPr/>
        </p:nvSpPr>
        <p:spPr>
          <a:xfrm>
            <a:off x="510091" y="1709290"/>
            <a:ext cx="9624060" cy="4884711"/>
          </a:xfrm>
          <a:prstGeom prst="rect">
            <a:avLst/>
          </a:prstGeom>
        </p:spPr>
        <p:txBody>
          <a:bodyPr vert="horz" lIns="104306" tIns="52153" rIns="104306" bIns="52153">
            <a:normAutofit/>
          </a:bodyPr>
          <a:lstStyle>
            <a:lvl1pPr marL="417222" indent="-292056" algn="l" rtl="0" eaLnBrk="1" latinLnBrk="0" hangingPunct="1">
              <a:spcBef>
                <a:spcPts val="456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9278" indent="-260764" algn="l" rtl="0" eaLnBrk="1" latinLnBrk="0" hangingPunct="1">
              <a:spcBef>
                <a:spcPts val="370"/>
              </a:spcBef>
              <a:buClr>
                <a:schemeClr val="accent1"/>
              </a:buClr>
              <a:buFont typeface="Verdana"/>
              <a:buChar char="◦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0473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3820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5348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6112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46876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7640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/>
            <a:r>
              <a:rPr lang="en-US" altLang="ja-JP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Idea #2: “re-download” the model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 Weights/parameters will be corrupted over time.</a:t>
            </a:r>
          </a:p>
          <a:p>
            <a:pPr lvl="2" fontAlgn="auto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Example: Lowering the voltage leads to  bit flip(s)</a:t>
            </a:r>
          </a:p>
          <a:p>
            <a:pPr lvl="1" fontAlgn="auto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AI applications can handle weight corruption, but not at a high rate</a:t>
            </a:r>
          </a:p>
          <a:p>
            <a:pPr lvl="1" fontAlgn="auto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This idea proposes a mechanism for how and when to correct</a:t>
            </a:r>
          </a:p>
          <a:p>
            <a:pPr lvl="2" fontAlgn="auto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Replace the corrupted weight with a mirror copy </a:t>
            </a:r>
          </a:p>
        </p:txBody>
      </p:sp>
    </p:spTree>
    <p:extLst>
      <p:ext uri="{BB962C8B-B14F-4D97-AF65-F5344CB8AC3E}">
        <p14:creationId xmlns:p14="http://schemas.microsoft.com/office/powerpoint/2010/main" val="85429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6B37-E7F4-18F6-D0C4-812162F3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34D1E926-9B95-449A-FC56-803CD170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lvl="0" indent="0" algn="just">
              <a:buClr>
                <a:srgbClr val="72A376"/>
              </a:buClr>
              <a:buNone/>
              <a:defRPr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EB17649-1060-61D3-A6CD-B8536C6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4AF6C48-D431-8738-552D-50049F0A27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B7B6229-3129-A8E9-FE5A-11ED92EFA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13FD80FD-69D4-604C-FEE1-6F9AD3F61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1687E-CEF2-DF84-82AD-28C3E5B28B94}"/>
              </a:ext>
            </a:extLst>
          </p:cNvPr>
          <p:cNvSpPr/>
          <p:nvPr/>
        </p:nvSpPr>
        <p:spPr>
          <a:xfrm>
            <a:off x="3688290" y="6788055"/>
            <a:ext cx="44262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11: Overview of memory redownloading mechanism.</a:t>
            </a:r>
            <a:endParaRPr lang="en-VN" sz="1200" dirty="0">
              <a:latin typeface="+mn-lt"/>
            </a:endParaRPr>
          </a:p>
        </p:txBody>
      </p:sp>
      <p:pic>
        <p:nvPicPr>
          <p:cNvPr id="286" name="図 285">
            <a:extLst>
              <a:ext uri="{FF2B5EF4-FFF2-40B4-BE49-F238E27FC236}">
                <a16:creationId xmlns:a16="http://schemas.microsoft.com/office/drawing/2014/main" id="{11F79F8E-DBC8-3592-E697-C7912DF0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387" y="1636663"/>
            <a:ext cx="5081353" cy="47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40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3438-770C-9136-9921-B32145555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05A9552C-7BE3-BDAD-9E0A-E96A8AB73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B84D6A2-BA2F-9C11-C651-53B0A188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D4376FFB-079B-34E3-8C47-5363D4AF279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166BCC95-F7EF-6329-B581-32024A25A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F0ABC83C-3208-AF98-0374-2331C01D2E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9DC921-804E-A9F5-A72A-3DC82A0BEDD2}"/>
              </a:ext>
            </a:extLst>
          </p:cNvPr>
          <p:cNvSpPr/>
          <p:nvPr/>
        </p:nvSpPr>
        <p:spPr>
          <a:xfrm>
            <a:off x="4595594" y="6788055"/>
            <a:ext cx="26116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12: Redownloading process.</a:t>
            </a:r>
            <a:endParaRPr lang="en-VN" sz="1200" dirty="0">
              <a:latin typeface="+mn-lt"/>
            </a:endParaRPr>
          </a:p>
        </p:txBody>
      </p:sp>
      <p:pic>
        <p:nvPicPr>
          <p:cNvPr id="259" name="図 258">
            <a:extLst>
              <a:ext uri="{FF2B5EF4-FFF2-40B4-BE49-F238E27FC236}">
                <a16:creationId xmlns:a16="http://schemas.microsoft.com/office/drawing/2014/main" id="{F3BA4C22-9B8C-488E-D73F-514766CDD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573" y="1796900"/>
            <a:ext cx="5700254" cy="47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85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53C5-73DF-3A88-B3BE-654F119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FEBDD64C-ABA3-B55C-25DE-C3A0E89E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BD9E927-E2F2-02C6-56A5-3505D6FF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DFCF2D36-5307-9F92-F868-550F31F72A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87B3B68-C250-8625-B666-BB3D1DB83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BBB5BFFB-E0D7-874A-99E7-0AC3273CA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746D57-4325-524E-27DF-12F5C9E219C2}"/>
              </a:ext>
            </a:extLst>
          </p:cNvPr>
          <p:cNvSpPr/>
          <p:nvPr/>
        </p:nvSpPr>
        <p:spPr>
          <a:xfrm>
            <a:off x="4308664" y="6788055"/>
            <a:ext cx="318548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13: BER-Accuracy prediction model.</a:t>
            </a:r>
            <a:endParaRPr lang="en-VN" sz="1200" dirty="0">
              <a:latin typeface="+mn-lt"/>
            </a:endParaRPr>
          </a:p>
        </p:txBody>
      </p:sp>
      <p:pic>
        <p:nvPicPr>
          <p:cNvPr id="257" name="図 256">
            <a:extLst>
              <a:ext uri="{FF2B5EF4-FFF2-40B4-BE49-F238E27FC236}">
                <a16:creationId xmlns:a16="http://schemas.microsoft.com/office/drawing/2014/main" id="{57D6C01F-8006-5E26-4184-3ACFC761F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925" y="1974249"/>
            <a:ext cx="7340220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30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5A60-809A-3E8C-0BAB-EC95746B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7F051ADA-978F-DDF2-0F69-FEF819571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CD582E4-F0CB-E73A-938C-77AA5D96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AA8AF33D-FE3C-8C97-93B0-AE8B22D7D74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F84ABA38-F891-C46A-E49B-C63BDAD7D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01867089-DB40-2C22-986F-FEB819A0F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8E20C-5FB2-E555-D4BD-D0733BD972D0}"/>
              </a:ext>
            </a:extLst>
          </p:cNvPr>
          <p:cNvSpPr/>
          <p:nvPr/>
        </p:nvSpPr>
        <p:spPr>
          <a:xfrm>
            <a:off x="3875861" y="6788055"/>
            <a:ext cx="40511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14: Example of a prediction model formulation.</a:t>
            </a:r>
            <a:endParaRPr lang="en-VN" sz="1200" dirty="0">
              <a:latin typeface="+mn-lt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18457C4A-BA65-8016-38F6-68DD94C80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84" y="1582867"/>
            <a:ext cx="7547502" cy="49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3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2301-2BAC-6B8B-DA63-34EA3CB47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98579B27-6C88-8E38-4DE7-A240B31F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FC4070A-BF13-02A2-39DA-4BF04674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DBA7DA2B-5DE1-D5EC-2100-7944DC98D85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98210A24-E9E6-71AB-80FF-E641C20F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384A6998-F8F3-5F1C-0A7E-A1E2E1CAF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4D04F9-C045-8FBD-3AD3-E4AF86A8731F}"/>
              </a:ext>
            </a:extLst>
          </p:cNvPr>
          <p:cNvSpPr/>
          <p:nvPr/>
        </p:nvSpPr>
        <p:spPr>
          <a:xfrm>
            <a:off x="2260852" y="6788055"/>
            <a:ext cx="72811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15: Methodology for determining the redownloading time interval with a prediction model.</a:t>
            </a:r>
            <a:endParaRPr lang="en-VN" sz="1200" dirty="0">
              <a:latin typeface="+mn-lt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A82F24EB-B287-BAC8-FFAC-DB16369E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342" y="1828798"/>
            <a:ext cx="7876715" cy="46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87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5FE7C0-7990-7840-84A2-1B15A137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JP" dirty="0"/>
              <a:t>Referenced Patents </a:t>
            </a:r>
          </a:p>
          <a:p>
            <a:r>
              <a:rPr lang="ja-JP" sz="18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18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2025-146538 (Our patent), in paragraph 45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This patent provides “on-the-fly” adjustment.</a:t>
            </a:r>
            <a:r>
              <a:rPr lang="en-JP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 It shares the same idea of “lowering the voltage” as </a:t>
            </a:r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in idea #2.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Key difference: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In </a:t>
            </a:r>
            <a:r>
              <a:rPr lang="ja-JP" sz="20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20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2025-146538 , no correction is added. It accepts the distortion of the weight and relies on an AI model to tolerate.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In idea #2, we provide a correction, which is an improvement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WO-A1-2025/141421</a:t>
            </a:r>
            <a:r>
              <a:rPr lang="en-US" sz="18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, in paragraph 78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This patent is about OSRAM, which is low-power and can retain its value.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The paragraph 78 is believed to be about updating or “not” updating the weight.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The mechanism about “re-download” or “update” is simply to write in the memory so the similarity is not important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Key </a:t>
            </a:r>
            <a:r>
              <a:rPr lang="en-US" sz="2000" dirty="0" err="1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diffierence</a:t>
            </a:r>
            <a:r>
              <a:rPr lang="en-US" sz="20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: we claim the finding out of the period and triggering the mechanism.</a:t>
            </a:r>
            <a:endParaRPr lang="en-US" dirty="0">
              <a:solidFill>
                <a:srgbClr val="000000"/>
              </a:solidFill>
              <a:effectLst/>
              <a:latin typeface="Yu Gothic Light" panose="020B0300000000000000" pitchFamily="34" charset="-128"/>
              <a:cs typeface="Courier New" panose="02070309020205020404" pitchFamily="49" charset="0"/>
            </a:endParaRPr>
          </a:p>
          <a:p>
            <a:pPr lvl="2"/>
            <a:endParaRPr lang="en-US" dirty="0">
              <a:solidFill>
                <a:srgbClr val="000000"/>
              </a:solidFill>
              <a:latin typeface="Yu Gothic Light" panose="020B03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A38E10-386F-D092-61D5-AE422644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en-JP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5367F0-29F8-0355-DFD5-E4D489A29B9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/>
              <a:t>発明内容の概要</a:t>
            </a:r>
            <a:r>
              <a:rPr lang="en-US" altLang="ja-JP" dirty="0"/>
              <a:t>[2])</a:t>
            </a:r>
            <a:endParaRPr lang="ja-JP" altLang="en-US"/>
          </a:p>
          <a:p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8435-D2FB-CADD-EC90-99C958783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143A-C3F9-110B-D778-A608C3E78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59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6B37-E7F4-18F6-D0C4-812162F3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34D1E926-9B95-449A-FC56-803CD1707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lvl="0" indent="0" algn="just">
              <a:buClr>
                <a:srgbClr val="72A376"/>
              </a:buClr>
              <a:buNone/>
              <a:defRPr/>
            </a:pPr>
            <a:r>
              <a:rPr lang="en-US" altLang="ja-JP" sz="1600" dirty="0">
                <a:solidFill>
                  <a:srgbClr val="0070C0"/>
                </a:solidFill>
              </a:rPr>
              <a:t>Description of the Invention (</a:t>
            </a:r>
            <a:r>
              <a:rPr lang="ja-JP" altLang="en-US" sz="1600" dirty="0">
                <a:solidFill>
                  <a:srgbClr val="0070C0"/>
                </a:solidFill>
              </a:rPr>
              <a:t>発明内容の概要</a:t>
            </a:r>
            <a:r>
              <a:rPr lang="en-US" altLang="ja-JP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EB17649-1060-61D3-A6CD-B8536C6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4AF6C48-D431-8738-552D-50049F0A27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B7B6229-3129-A8E9-FE5A-11ED92EFA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13FD80FD-69D4-604C-FEE1-6F9AD3F61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4" name="コンテンツ プレースホルダ 1">
            <a:extLst>
              <a:ext uri="{FF2B5EF4-FFF2-40B4-BE49-F238E27FC236}">
                <a16:creationId xmlns:a16="http://schemas.microsoft.com/office/drawing/2014/main" id="{403135DA-42E6-08D8-BCD5-3EA9BE664D94}"/>
              </a:ext>
            </a:extLst>
          </p:cNvPr>
          <p:cNvSpPr txBox="1">
            <a:spLocks/>
          </p:cNvSpPr>
          <p:nvPr/>
        </p:nvSpPr>
        <p:spPr>
          <a:xfrm>
            <a:off x="510091" y="1709290"/>
            <a:ext cx="9624060" cy="4884711"/>
          </a:xfrm>
          <a:prstGeom prst="rect">
            <a:avLst/>
          </a:prstGeom>
        </p:spPr>
        <p:txBody>
          <a:bodyPr vert="horz" lIns="104306" tIns="52153" rIns="104306" bIns="52153">
            <a:normAutofit/>
          </a:bodyPr>
          <a:lstStyle>
            <a:lvl1pPr marL="417222" indent="-292056" algn="l" rtl="0" eaLnBrk="1" latinLnBrk="0" hangingPunct="1">
              <a:spcBef>
                <a:spcPts val="456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09278" indent="-260764" algn="l" rtl="0" eaLnBrk="1" latinLnBrk="0" hangingPunct="1">
              <a:spcBef>
                <a:spcPts val="370"/>
              </a:spcBef>
              <a:buClr>
                <a:schemeClr val="accent1"/>
              </a:buClr>
              <a:buFont typeface="Verdana"/>
              <a:buChar char="◦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0473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3820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-260764" algn="l" rtl="0" eaLnBrk="1" latinLnBrk="0" hangingPunct="1">
              <a:spcBef>
                <a:spcPts val="399"/>
              </a:spcBef>
              <a:buClr>
                <a:schemeClr val="accent2"/>
              </a:buClr>
              <a:buFont typeface="Wingdings 2"/>
              <a:buChar char="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5348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6112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46876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7640" indent="-260764" algn="l" rtl="0" eaLnBrk="1" latinLnBrk="0" hangingPunct="1">
              <a:spcBef>
                <a:spcPts val="399"/>
              </a:spcBef>
              <a:buClr>
                <a:schemeClr val="accent3"/>
              </a:buClr>
              <a:buFont typeface="Wingdings 2"/>
              <a:buChar char="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/>
            <a:r>
              <a:rPr lang="en-US" altLang="ja-JP" sz="2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Idea #3: “dynamically prune” the neuron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 Given any model, neurons are paired if they share the input/output connection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Similarity comparison is done between pairs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Sort to Indices of high to low similarity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Extract the list of indices</a:t>
            </a:r>
          </a:p>
          <a:p>
            <a:pPr lvl="1" fontAlgn="auto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Dynamically prune during the run-time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If A is strongly similar to B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Prune A</a:t>
            </a:r>
          </a:p>
          <a:p>
            <a:pPr lvl="2" fontAlgn="auto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B handles both the tasks of A and B </a:t>
            </a:r>
          </a:p>
          <a:p>
            <a:pPr lvl="1" fontAlgn="auto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175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1C2B-070A-C3E9-7262-C12FBC12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1E3C6D85-A586-077F-FF80-6ED8526C9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21F406A-2E08-C543-76E5-4E57CE94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16A63455-2F47-B502-08CC-70553AD9DB2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182813D-0D61-7CC8-2C88-04B05C706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A7C85150-9EEF-14BF-0136-1FC17082C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F2AB19-1A03-BBF8-1994-8F9F51753CC6}"/>
              </a:ext>
            </a:extLst>
          </p:cNvPr>
          <p:cNvSpPr/>
          <p:nvPr/>
        </p:nvSpPr>
        <p:spPr>
          <a:xfrm>
            <a:off x="3928805" y="6788055"/>
            <a:ext cx="39453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18: Flow to generate </a:t>
            </a:r>
            <a:r>
              <a:rPr lang="en-US" sz="1200" dirty="0" err="1">
                <a:latin typeface="+mn-lt"/>
              </a:rPr>
              <a:t>prunable</a:t>
            </a:r>
            <a:r>
              <a:rPr lang="en-US" sz="1200" dirty="0">
                <a:latin typeface="+mn-lt"/>
              </a:rPr>
              <a:t> neuron indices.</a:t>
            </a:r>
            <a:endParaRPr lang="en-VN" sz="1200" dirty="0">
              <a:latin typeface="+mn-lt"/>
            </a:endParaRPr>
          </a:p>
        </p:txBody>
      </p:sp>
      <p:pic>
        <p:nvPicPr>
          <p:cNvPr id="178" name="図 177">
            <a:extLst>
              <a:ext uri="{FF2B5EF4-FFF2-40B4-BE49-F238E27FC236}">
                <a16:creationId xmlns:a16="http://schemas.microsoft.com/office/drawing/2014/main" id="{972B53C2-7E82-2DE4-2846-9592004A9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72" y="1764709"/>
            <a:ext cx="6695526" cy="48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86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C043-5E20-4DEC-5E62-E1CA6202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6FB75F31-01D5-7F85-94AE-2E2BEBC41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E48B755-9136-EAE3-8D31-5B8FFAB4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D50F8496-ACE9-AEC8-5F12-144B92465D8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D6133478-1B93-9CD3-4060-1BCE549E6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28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5DB4259B-F25B-494E-B19C-7B8962672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279A1-250E-3E0B-40CB-84A1A579C963}"/>
              </a:ext>
            </a:extLst>
          </p:cNvPr>
          <p:cNvSpPr/>
          <p:nvPr/>
        </p:nvSpPr>
        <p:spPr>
          <a:xfrm>
            <a:off x="4775195" y="6788055"/>
            <a:ext cx="22525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19: Example for Fig.18.</a:t>
            </a:r>
            <a:endParaRPr lang="en-VN" sz="1200" dirty="0">
              <a:latin typeface="+mn-lt"/>
            </a:endParaRPr>
          </a:p>
        </p:txBody>
      </p:sp>
      <p:pic>
        <p:nvPicPr>
          <p:cNvPr id="221" name="図 220">
            <a:extLst>
              <a:ext uri="{FF2B5EF4-FFF2-40B4-BE49-F238E27FC236}">
                <a16:creationId xmlns:a16="http://schemas.microsoft.com/office/drawing/2014/main" id="{78ABC370-D6AD-F0A3-601A-C65798081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821" y="1399911"/>
            <a:ext cx="5283287" cy="5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71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325F-37F4-7F6B-4D27-6809EC0E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F3E17540-B5D6-DB56-5CC2-236601AC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070A519-FAF2-03E8-2783-EA8049AA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05D169C5-C77C-DEDB-1AF1-D84F5E1359A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F1899FC-D458-8F1F-7B47-1868AB838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D829BB6F-ABB2-E730-2015-2E6F21F65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A25929-5119-FE9F-59DF-885CBBEBAB60}"/>
              </a:ext>
            </a:extLst>
          </p:cNvPr>
          <p:cNvSpPr/>
          <p:nvPr/>
        </p:nvSpPr>
        <p:spPr>
          <a:xfrm>
            <a:off x="4089117" y="6788055"/>
            <a:ext cx="36247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20: How to prune a neuron from network.</a:t>
            </a:r>
            <a:endParaRPr lang="en-VN" sz="1200" dirty="0">
              <a:latin typeface="+mn-lt"/>
            </a:endParaRPr>
          </a:p>
        </p:txBody>
      </p:sp>
      <p:pic>
        <p:nvPicPr>
          <p:cNvPr id="349" name="図 348">
            <a:extLst>
              <a:ext uri="{FF2B5EF4-FFF2-40B4-BE49-F238E27FC236}">
                <a16:creationId xmlns:a16="http://schemas.microsoft.com/office/drawing/2014/main" id="{E2AE8AA5-91B2-A4FC-A8E3-3F9B0B82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16" y="2400866"/>
            <a:ext cx="8788895" cy="391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81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4EBD-7842-556D-7B6F-A79904C8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2D2FD00F-7BED-BE59-4B23-33D0FAF0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289991"/>
          </a:xfrm>
        </p:spPr>
        <p:txBody>
          <a:bodyPr wrap="square">
            <a:spAutoFit/>
          </a:bodyPr>
          <a:lstStyle/>
          <a:p>
            <a:pPr marL="125166" indent="0">
              <a:buNone/>
            </a:pPr>
            <a:r>
              <a:rPr lang="en-US" altLang="ja-JP" sz="1200" dirty="0">
                <a:solidFill>
                  <a:srgbClr val="0070C0"/>
                </a:solidFill>
              </a:rPr>
              <a:t>Description of the Invention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F8C076F-50EB-5510-6859-5765A631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9F1838FF-E910-D819-BD79-862D0B96947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A579B9CF-18E2-929D-4518-51A47056D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80B0701B-8FA3-D972-27E1-44B6F43F1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EF378D-E3FA-9013-921B-BDFB80EAA4C3}"/>
              </a:ext>
            </a:extLst>
          </p:cNvPr>
          <p:cNvSpPr/>
          <p:nvPr/>
        </p:nvSpPr>
        <p:spPr>
          <a:xfrm>
            <a:off x="4279076" y="6788055"/>
            <a:ext cx="32447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21: How to adjust power by pruning.</a:t>
            </a:r>
            <a:endParaRPr lang="en-VN" sz="1200" dirty="0">
              <a:latin typeface="+mn-lt"/>
            </a:endParaRPr>
          </a:p>
        </p:txBody>
      </p:sp>
      <p:pic>
        <p:nvPicPr>
          <p:cNvPr id="333" name="図 332">
            <a:extLst>
              <a:ext uri="{FF2B5EF4-FFF2-40B4-BE49-F238E27FC236}">
                <a16:creationId xmlns:a16="http://schemas.microsoft.com/office/drawing/2014/main" id="{1317A68F-0F61-E72D-2DB2-B93850F92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39" y="2877954"/>
            <a:ext cx="9384091" cy="24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69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5FE7C0-7990-7840-84A2-1B15A1376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JP" dirty="0"/>
              <a:t>Referenced Patents </a:t>
            </a:r>
          </a:p>
          <a:p>
            <a:r>
              <a:rPr lang="ja-JP" sz="18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18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2025-146538 (Our patent), in paragraph 45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This patent provides “on-the-fly” adjustment.</a:t>
            </a:r>
            <a:r>
              <a:rPr lang="vi-VN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 Idea #3 is also an on-the fly adjusment.</a:t>
            </a:r>
            <a:endParaRPr lang="en-US" dirty="0">
              <a:solidFill>
                <a:srgbClr val="000000"/>
              </a:solidFill>
              <a:latin typeface="Yu Gothic Light" panose="020B0300000000000000" pitchFamily="34" charset="-128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Key difference: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In </a:t>
            </a:r>
            <a:r>
              <a:rPr lang="ja-JP" sz="20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20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2025-146538 , it increases or decreases the voltage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In idea #3, we prune or un-prune neurons</a:t>
            </a:r>
          </a:p>
          <a:p>
            <a:r>
              <a:rPr lang="ja-JP" sz="1800">
                <a:solidFill>
                  <a:srgbClr val="000000"/>
                </a:solidFill>
                <a:effectLst/>
                <a:ea typeface="Yu Gothic Light" panose="020B0300000000000000" pitchFamily="34" charset="-128"/>
                <a:cs typeface="Courier New" panose="02070309020205020404" pitchFamily="49" charset="0"/>
              </a:rPr>
              <a:t>特開</a:t>
            </a:r>
            <a:r>
              <a:rPr lang="en-US" sz="1800" dirty="0">
                <a:solidFill>
                  <a:srgbClr val="000000"/>
                </a:solidFill>
                <a:effectLst/>
                <a:latin typeface="Yu Gothic Light" panose="020B0300000000000000" pitchFamily="34" charset="-128"/>
                <a:cs typeface="Courier New" panose="02070309020205020404" pitchFamily="49" charset="0"/>
              </a:rPr>
              <a:t>2025-060937</a:t>
            </a:r>
            <a:r>
              <a:rPr lang="en-JP" sz="1200" dirty="0">
                <a:effectLst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, in paragraph 266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This patent is to claim that the neuron can be pruned without changing the performance. This is quite a well-know idea.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Key differences: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We provide a mechanism to prune dynamically.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After training or potential pruning, the model is download.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A list of </a:t>
            </a:r>
            <a:r>
              <a:rPr lang="en-US" sz="1600" dirty="0" err="1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prunable</a:t>
            </a:r>
            <a:r>
              <a:rPr lang="en-US" sz="16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 neuron is kept.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Yu Gothic Light" panose="020B0300000000000000" pitchFamily="34" charset="-128"/>
                <a:cs typeface="Courier New" panose="02070309020205020404" pitchFamily="49" charset="0"/>
              </a:rPr>
              <a:t>During operation, we can prune or un-prune dynamically</a:t>
            </a:r>
          </a:p>
          <a:p>
            <a:pPr lvl="1"/>
            <a:endParaRPr lang="en-US" dirty="0">
              <a:solidFill>
                <a:srgbClr val="000000"/>
              </a:solidFill>
              <a:effectLst/>
              <a:latin typeface="Yu Gothic Light" panose="020B0300000000000000" pitchFamily="34" charset="-128"/>
              <a:cs typeface="Courier New" panose="02070309020205020404" pitchFamily="49" charset="0"/>
            </a:endParaRPr>
          </a:p>
          <a:p>
            <a:pPr lvl="2"/>
            <a:endParaRPr lang="en-US" dirty="0">
              <a:solidFill>
                <a:srgbClr val="000000"/>
              </a:solidFill>
              <a:latin typeface="Yu Gothic Light" panose="020B03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A38E10-386F-D092-61D5-AE422644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en-JP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5367F0-29F8-0355-DFD5-E4D489A29B9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/>
              <a:t>発明内容の概要</a:t>
            </a:r>
            <a:r>
              <a:rPr lang="en-US" altLang="ja-JP" dirty="0"/>
              <a:t>[2])</a:t>
            </a:r>
            <a:endParaRPr lang="ja-JP" altLang="en-US"/>
          </a:p>
          <a:p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8435-D2FB-CADD-EC90-99C958783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143A-C3F9-110B-D778-A608C3E78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312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コンテンツ プレースホルダ 2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Industrial applications  </a:t>
            </a:r>
          </a:p>
          <a:p>
            <a:pPr lvl="1"/>
            <a:r>
              <a:rPr lang="en-US" dirty="0"/>
              <a:t>Perform low-power edge computing applications</a:t>
            </a:r>
          </a:p>
          <a:p>
            <a:pPr lvl="2"/>
            <a:r>
              <a:rPr lang="en-US" dirty="0"/>
              <a:t>Image classification</a:t>
            </a:r>
          </a:p>
          <a:p>
            <a:pPr lvl="2"/>
            <a:r>
              <a:rPr lang="en-US" dirty="0"/>
              <a:t>Human detection</a:t>
            </a:r>
          </a:p>
          <a:p>
            <a:pPr lvl="2"/>
            <a:r>
              <a:rPr lang="en-US" dirty="0"/>
              <a:t>Land slide detection</a:t>
            </a:r>
          </a:p>
          <a:p>
            <a:pPr marL="719709" lvl="2" indent="0">
              <a:buNone/>
            </a:pPr>
            <a:endParaRPr lang="en-US" dirty="0"/>
          </a:p>
          <a:p>
            <a:pPr lvl="1"/>
            <a:r>
              <a:rPr lang="en-US" dirty="0"/>
              <a:t>Source of energy supply: </a:t>
            </a:r>
          </a:p>
          <a:p>
            <a:pPr lvl="2"/>
            <a:r>
              <a:rPr lang="en-US" dirty="0"/>
              <a:t>Solar energy</a:t>
            </a:r>
          </a:p>
          <a:p>
            <a:pPr lvl="2"/>
            <a:r>
              <a:rPr lang="en-US" dirty="0"/>
              <a:t>Windmill</a:t>
            </a:r>
          </a:p>
          <a:p>
            <a:pPr lvl="2"/>
            <a:r>
              <a:rPr lang="en-US" dirty="0"/>
              <a:t>Battery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2. Prospective Applications</a:t>
            </a:r>
            <a:endParaRPr lang="ja-JP" altLang="en-US" dirty="0"/>
          </a:p>
        </p:txBody>
      </p:sp>
      <p:sp>
        <p:nvSpPr>
          <p:cNvPr id="11" name="サブタイトル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/>
              <a:t>(</a:t>
            </a:r>
            <a:r>
              <a:rPr lang="ja-JP" altLang="en-US"/>
              <a:t>想定される用途）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 Prospective Market/Business[2] – Market Size</a:t>
            </a:r>
            <a:endParaRPr lang="ja-JP" altLang="en-US" dirty="0"/>
          </a:p>
        </p:txBody>
      </p:sp>
      <p:sp>
        <p:nvSpPr>
          <p:cNvPr id="11" name="サブタイトル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想定される業界</a:t>
            </a:r>
            <a:r>
              <a:rPr lang="en-US" altLang="ja-JP" dirty="0"/>
              <a:t>[2]</a:t>
            </a:r>
            <a:r>
              <a:rPr lang="ja-JP" altLang="en-US" dirty="0"/>
              <a:t> ～ 市場規模）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A682180-94CC-8545-E674-C838EF35E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79" y="1585758"/>
            <a:ext cx="8528229" cy="4792449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B589DE6-7031-999D-A000-B67D8ACBD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794" y="6685636"/>
            <a:ext cx="10693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ea typeface="Google Sans"/>
                <a:hlinkClick r:id="rId4"/>
              </a:rPr>
              <a:t>https://www.grandviewresearch.com/industry-analysis/edge-computing-market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1564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 Prospective Market/Business[2] – Eco-systems</a:t>
            </a:r>
            <a:endParaRPr lang="ja-JP" altLang="en-US" dirty="0"/>
          </a:p>
        </p:txBody>
      </p:sp>
      <p:sp>
        <p:nvSpPr>
          <p:cNvPr id="11" name="サブタイトル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想定される業界</a:t>
            </a:r>
            <a:r>
              <a:rPr lang="en-US" altLang="ja-JP" dirty="0"/>
              <a:t>[2]</a:t>
            </a:r>
            <a:r>
              <a:rPr lang="ja-JP" altLang="en-US" dirty="0"/>
              <a:t> ～ 市場規模）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2D13BE7-11F2-6AC4-EC1A-957CDC36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1455998"/>
            <a:ext cx="9934575" cy="4772025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A69A0BF4-25B1-0FB7-3EF6-89B7F99FB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" y="6420528"/>
            <a:ext cx="10693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ea typeface="Google Sans"/>
                <a:hlinkClick r:id="rId4"/>
              </a:rPr>
              <a:t>https://www.marketsandmarkets.com/Market-Reports/edge-computing-market-133384090.html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972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コンテンツ プレースホルダ 2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ja-JP" dirty="0"/>
          </a:p>
          <a:p>
            <a:r>
              <a:rPr lang="en-US" altLang="ja-JP" dirty="0"/>
              <a:t>Technically, there are no challenges to realize this technology. </a:t>
            </a:r>
          </a:p>
          <a:p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4. Challenges for Practical Use</a:t>
            </a:r>
            <a:endParaRPr lang="ja-JP" altLang="en-US" dirty="0"/>
          </a:p>
        </p:txBody>
      </p:sp>
      <p:sp>
        <p:nvSpPr>
          <p:cNvPr id="11" name="サブタイトル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/>
              <a:t>(</a:t>
            </a:r>
            <a:r>
              <a:rPr lang="ja-JP" altLang="en-US"/>
              <a:t>実用化に向けた課題</a:t>
            </a:r>
            <a:r>
              <a:rPr lang="en-US" altLang="ja-JP"/>
              <a:t>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2009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コンテンツ プレースホルダ 28"/>
          <p:cNvSpPr>
            <a:spLocks noGrp="1"/>
          </p:cNvSpPr>
          <p:nvPr>
            <p:ph idx="1"/>
          </p:nvPr>
        </p:nvSpPr>
        <p:spPr>
          <a:xfrm>
            <a:off x="534670" y="1357744"/>
            <a:ext cx="9624060" cy="6203519"/>
          </a:xfrm>
        </p:spPr>
        <p:txBody>
          <a:bodyPr>
            <a:normAutofit/>
          </a:bodyPr>
          <a:lstStyle/>
          <a:p>
            <a:pPr marL="125166" indent="0">
              <a:buNone/>
            </a:pPr>
            <a:r>
              <a:rPr kumimoji="1" lang="en-US" altLang="ja-JP" sz="1800" dirty="0">
                <a:solidFill>
                  <a:srgbClr val="0070C0"/>
                </a:solidFill>
              </a:rPr>
              <a:t>Country(s)</a:t>
            </a:r>
            <a:r>
              <a:rPr kumimoji="1" lang="ja-JP" altLang="en-US" sz="1800" dirty="0">
                <a:solidFill>
                  <a:srgbClr val="0070C0"/>
                </a:solidFill>
              </a:rPr>
              <a:t>　</a:t>
            </a:r>
            <a:r>
              <a:rPr kumimoji="1" lang="en-US" altLang="ja-JP" sz="1800" dirty="0">
                <a:solidFill>
                  <a:srgbClr val="0070C0"/>
                </a:solidFill>
              </a:rPr>
              <a:t>for Application(</a:t>
            </a:r>
            <a:r>
              <a:rPr kumimoji="1" lang="ja-JP" altLang="en-US" sz="1800" dirty="0">
                <a:solidFill>
                  <a:srgbClr val="0070C0"/>
                </a:solidFill>
              </a:rPr>
              <a:t>出願国</a:t>
            </a:r>
            <a:r>
              <a:rPr kumimoji="1" lang="en-US" altLang="ja-JP" sz="1800" dirty="0">
                <a:solidFill>
                  <a:srgbClr val="0070C0"/>
                </a:solidFill>
              </a:rPr>
              <a:t>)</a:t>
            </a:r>
          </a:p>
          <a:p>
            <a:pPr marL="125166" indent="0">
              <a:buNone/>
            </a:pPr>
            <a:r>
              <a:rPr lang="en-US" altLang="ja-JP" sz="1800" dirty="0">
                <a:solidFill>
                  <a:srgbClr val="0070C0"/>
                </a:solidFill>
              </a:rPr>
              <a:t>Japan	</a:t>
            </a:r>
            <a:r>
              <a:rPr kumimoji="1" lang="en-US" altLang="ja-JP" sz="1800" dirty="0">
                <a:solidFill>
                  <a:srgbClr val="0070C0"/>
                </a:solidFill>
              </a:rPr>
              <a:t> </a:t>
            </a:r>
          </a:p>
          <a:p>
            <a:pPr marL="125166" indent="0">
              <a:buNone/>
            </a:pPr>
            <a:r>
              <a:rPr lang="en-US" altLang="ja-JP" sz="2000" u="sng" dirty="0"/>
              <a:t>Patent Claims(</a:t>
            </a:r>
            <a:r>
              <a:rPr lang="ja-JP" altLang="en-US" sz="2000" u="sng" dirty="0"/>
              <a:t>特許請求の範囲</a:t>
            </a:r>
            <a:r>
              <a:rPr lang="en-US" altLang="ja-JP" sz="2000" u="sng" dirty="0"/>
              <a:t>) </a:t>
            </a:r>
          </a:p>
          <a:p>
            <a:pPr marL="125166" indent="0">
              <a:buNone/>
            </a:pPr>
            <a:endParaRPr lang="en-US" altLang="ja-JP" sz="2000" u="sng" dirty="0"/>
          </a:p>
          <a:p>
            <a:pPr marL="639516" indent="-514350">
              <a:buFont typeface="+mj-lt"/>
              <a:buAutoNum type="arabicPeriod"/>
            </a:pPr>
            <a:r>
              <a:rPr lang="en-US" sz="2000" dirty="0"/>
              <a:t>An aspect of the disclosure provides a method to adapt power consumption in AI chips. The method consists of lightweight approximate circuit optimization, and voltage scaling with error correction mechanism.</a:t>
            </a:r>
          </a:p>
          <a:p>
            <a:pPr marL="639516" indent="-514350">
              <a:buFont typeface="+mj-lt"/>
              <a:buAutoNum type="arabicPeriod"/>
            </a:pPr>
            <a:r>
              <a:rPr lang="en-US" sz="2000" dirty="0"/>
              <a:t>A temporal pruning based on neuron similarities is proposed for adapting power consumption to fluctuating energy supply. </a:t>
            </a:r>
            <a:endParaRPr lang="en-US" altLang="ja-JP" sz="20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5. Patent Claims</a:t>
            </a:r>
            <a:endParaRPr lang="ja-JP" altLang="en-US" dirty="0"/>
          </a:p>
        </p:txBody>
      </p:sp>
      <p:sp>
        <p:nvSpPr>
          <p:cNvPr id="11" name="サブタイトル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特許請求の範囲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2294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/>
          <p:cNvSpPr>
            <a:spLocks noGrp="1"/>
          </p:cNvSpPr>
          <p:nvPr>
            <p:ph type="title" idx="4294967295"/>
          </p:nvPr>
        </p:nvSpPr>
        <p:spPr>
          <a:xfrm>
            <a:off x="0" y="2836863"/>
            <a:ext cx="10693400" cy="1260475"/>
          </a:xfrm>
        </p:spPr>
        <p:txBody>
          <a:bodyPr/>
          <a:lstStyle/>
          <a:p>
            <a:pPr algn="ctr"/>
            <a:r>
              <a:rPr kumimoji="1" lang="en-US" altLang="ja-JP" dirty="0"/>
              <a:t>Q &amp; A</a:t>
            </a:r>
            <a:endParaRPr kumimoji="1" lang="ja-JP" altLang="en-US" dirty="0"/>
          </a:p>
        </p:txBody>
      </p:sp>
      <p:sp>
        <p:nvSpPr>
          <p:cNvPr id="3" name="スライド番号プレースホル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38</a:t>
            </a:fld>
            <a:endParaRPr kumimoji="1" lang="ja-JP" altLang="en-US"/>
          </a:p>
        </p:txBody>
      </p:sp>
      <p:sp>
        <p:nvSpPr>
          <p:cNvPr id="4" name="タイトル 2"/>
          <p:cNvSpPr txBox="1">
            <a:spLocks/>
          </p:cNvSpPr>
          <p:nvPr/>
        </p:nvSpPr>
        <p:spPr>
          <a:xfrm>
            <a:off x="0" y="2836863"/>
            <a:ext cx="10693400" cy="1260475"/>
          </a:xfrm>
          <a:prstGeom prst="rect">
            <a:avLst/>
          </a:prstGeom>
        </p:spPr>
        <p:txBody>
          <a:bodyPr vert="horz" lIns="104306" tIns="52153" rIns="104306" bIns="52153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1" sz="47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</a:pPr>
            <a:r>
              <a:rPr lang="en-US" altLang="ja-JP" dirty="0"/>
              <a:t>Appendix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21998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39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A115F528-557E-6A4B-EC10-EDDBF6CD0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539" y="1716759"/>
            <a:ext cx="6896322" cy="493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96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D713-867B-534A-9118-EE39E53E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F45615E7-D27D-9F13-2CC9-88D4CC273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6EE5397-F8B3-1E02-0055-A03CFE4B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3EAB3D89-5171-E426-C125-A7DEE2CD8BE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7D94B835-6F24-7435-67AA-016EBA338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40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799D4D43-FC31-EEE1-3727-7D84AC414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4" name="TextBox 451">
            <a:extLst>
              <a:ext uri="{FF2B5EF4-FFF2-40B4-BE49-F238E27FC236}">
                <a16:creationId xmlns:a16="http://schemas.microsoft.com/office/drawing/2014/main" id="{A34A2467-55BE-6C08-9D8D-EBA104BB844F}"/>
              </a:ext>
            </a:extLst>
          </p:cNvPr>
          <p:cNvSpPr txBox="1"/>
          <p:nvPr/>
        </p:nvSpPr>
        <p:spPr>
          <a:xfrm>
            <a:off x="6340936" y="1828798"/>
            <a:ext cx="2586227" cy="472575"/>
          </a:xfrm>
          <a:prstGeom prst="rect">
            <a:avLst/>
          </a:prstGeom>
          <a:noFill/>
          <a:ln w="0">
            <a:noFill/>
          </a:ln>
        </p:spPr>
        <p:txBody>
          <a:bodyPr lIns="76971" tIns="38486" rIns="76971" bIns="38486" anchor="t">
            <a:spAutoFit/>
          </a:bodyPr>
          <a:lstStyle/>
          <a:p>
            <a:pPr algn="ctr"/>
            <a:r>
              <a:rPr lang="en-US" sz="1283"/>
              <a:t>Weight Compression Example (Cnt.) </a:t>
            </a:r>
          </a:p>
        </p:txBody>
      </p:sp>
      <p:sp>
        <p:nvSpPr>
          <p:cNvPr id="7" name="Rectangle 452">
            <a:extLst>
              <a:ext uri="{FF2B5EF4-FFF2-40B4-BE49-F238E27FC236}">
                <a16:creationId xmlns:a16="http://schemas.microsoft.com/office/drawing/2014/main" id="{F7AC30E7-C10D-C36C-79F6-5E812BB64488}"/>
              </a:ext>
            </a:extLst>
          </p:cNvPr>
          <p:cNvSpPr/>
          <p:nvPr/>
        </p:nvSpPr>
        <p:spPr>
          <a:xfrm>
            <a:off x="3123547" y="3961204"/>
            <a:ext cx="3617639" cy="1154566"/>
          </a:xfrm>
          <a:prstGeom prst="rect">
            <a:avLst/>
          </a:prstGeom>
          <a:noFill/>
          <a:ln w="0">
            <a:solidFill>
              <a:srgbClr val="000000"/>
            </a:solidFill>
            <a:prstDash val="lgDashDot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971" tIns="38486" rIns="76971" bIns="38486" anchor="ctr">
            <a:noAutofit/>
          </a:bodyPr>
          <a:lstStyle/>
          <a:p>
            <a:endParaRPr lang="en-US" sz="1539">
              <a:latin typeface="Arial"/>
            </a:endParaRPr>
          </a:p>
        </p:txBody>
      </p:sp>
      <p:sp>
        <p:nvSpPr>
          <p:cNvPr id="8" name="TextBox 453">
            <a:extLst>
              <a:ext uri="{FF2B5EF4-FFF2-40B4-BE49-F238E27FC236}">
                <a16:creationId xmlns:a16="http://schemas.microsoft.com/office/drawing/2014/main" id="{A2044362-A512-F086-E158-CC0552B222E9}"/>
              </a:ext>
            </a:extLst>
          </p:cNvPr>
          <p:cNvSpPr txBox="1"/>
          <p:nvPr/>
        </p:nvSpPr>
        <p:spPr>
          <a:xfrm>
            <a:off x="3893257" y="4842676"/>
            <a:ext cx="1231537" cy="183009"/>
          </a:xfrm>
          <a:prstGeom prst="rect">
            <a:avLst/>
          </a:prstGeom>
          <a:noFill/>
          <a:ln w="0">
            <a:noFill/>
          </a:ln>
        </p:spPr>
        <p:txBody>
          <a:bodyPr lIns="76971" tIns="38486" rIns="76971" bIns="38486" anchor="t">
            <a:spAutoFit/>
          </a:bodyPr>
          <a:lstStyle/>
          <a:p>
            <a:pPr algn="ctr"/>
            <a:r>
              <a:rPr lang="en-US" sz="684"/>
              <a:t>W2</a:t>
            </a:r>
          </a:p>
        </p:txBody>
      </p:sp>
      <p:sp>
        <p:nvSpPr>
          <p:cNvPr id="9" name="TextBox 454">
            <a:extLst>
              <a:ext uri="{FF2B5EF4-FFF2-40B4-BE49-F238E27FC236}">
                <a16:creationId xmlns:a16="http://schemas.microsoft.com/office/drawing/2014/main" id="{6EC75C76-78EA-6B92-BBE2-6EFA29118034}"/>
              </a:ext>
            </a:extLst>
          </p:cNvPr>
          <p:cNvSpPr txBox="1"/>
          <p:nvPr/>
        </p:nvSpPr>
        <p:spPr>
          <a:xfrm>
            <a:off x="4724544" y="4826974"/>
            <a:ext cx="1231537" cy="183009"/>
          </a:xfrm>
          <a:prstGeom prst="rect">
            <a:avLst/>
          </a:prstGeom>
          <a:noFill/>
          <a:ln w="0">
            <a:noFill/>
          </a:ln>
        </p:spPr>
        <p:txBody>
          <a:bodyPr lIns="76971" tIns="38486" rIns="76971" bIns="38486" anchor="t">
            <a:spAutoFit/>
          </a:bodyPr>
          <a:lstStyle/>
          <a:p>
            <a:pPr algn="ctr"/>
            <a:r>
              <a:rPr lang="en-US" sz="684"/>
              <a:t>W4</a:t>
            </a:r>
          </a:p>
        </p:txBody>
      </p:sp>
      <p:sp>
        <p:nvSpPr>
          <p:cNvPr id="10" name="TextBox 455">
            <a:extLst>
              <a:ext uri="{FF2B5EF4-FFF2-40B4-BE49-F238E27FC236}">
                <a16:creationId xmlns:a16="http://schemas.microsoft.com/office/drawing/2014/main" id="{07FD353C-4E97-6CAF-524A-8F472530E113}"/>
              </a:ext>
            </a:extLst>
          </p:cNvPr>
          <p:cNvSpPr txBox="1"/>
          <p:nvPr/>
        </p:nvSpPr>
        <p:spPr>
          <a:xfrm>
            <a:off x="2800268" y="3191494"/>
            <a:ext cx="4464321" cy="275150"/>
          </a:xfrm>
          <a:prstGeom prst="rect">
            <a:avLst/>
          </a:prstGeom>
          <a:noFill/>
          <a:ln w="0">
            <a:noFill/>
          </a:ln>
        </p:spPr>
        <p:txBody>
          <a:bodyPr lIns="76971" tIns="38486" rIns="76971" bIns="38486" anchor="t">
            <a:spAutoFit/>
          </a:bodyPr>
          <a:lstStyle/>
          <a:p>
            <a:pPr algn="ctr"/>
            <a:r>
              <a:rPr lang="en-US" sz="1283"/>
              <a:t>Remove W1 from Pair 1, and W3 From Pair 2   </a:t>
            </a:r>
          </a:p>
        </p:txBody>
      </p:sp>
      <p:cxnSp>
        <p:nvCxnSpPr>
          <p:cNvPr id="11" name="Straight Arrow Connector 456">
            <a:extLst>
              <a:ext uri="{FF2B5EF4-FFF2-40B4-BE49-F238E27FC236}">
                <a16:creationId xmlns:a16="http://schemas.microsoft.com/office/drawing/2014/main" id="{D2E7B018-746C-B1C1-67D2-0F977AB05B7A}"/>
              </a:ext>
            </a:extLst>
          </p:cNvPr>
          <p:cNvCxnSpPr/>
          <p:nvPr/>
        </p:nvCxnSpPr>
        <p:spPr>
          <a:xfrm>
            <a:off x="4950839" y="3499378"/>
            <a:ext cx="4926" cy="38516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pic>
        <p:nvPicPr>
          <p:cNvPr id="12" name="Picture 457">
            <a:extLst>
              <a:ext uri="{FF2B5EF4-FFF2-40B4-BE49-F238E27FC236}">
                <a16:creationId xmlns:a16="http://schemas.microsoft.com/office/drawing/2014/main" id="{A5A5683D-6F6D-BE27-A5B0-2C761F53B2F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161116" y="4093594"/>
            <a:ext cx="720449" cy="71429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458">
            <a:extLst>
              <a:ext uri="{FF2B5EF4-FFF2-40B4-BE49-F238E27FC236}">
                <a16:creationId xmlns:a16="http://schemas.microsoft.com/office/drawing/2014/main" id="{E26B9B0B-2FF5-0329-D771-4717C2C6CAC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27748" y="4093594"/>
            <a:ext cx="720449" cy="714291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Curved Connector 460">
            <a:extLst>
              <a:ext uri="{FF2B5EF4-FFF2-40B4-BE49-F238E27FC236}">
                <a16:creationId xmlns:a16="http://schemas.microsoft.com/office/drawing/2014/main" id="{CF3C0875-B100-5B69-8F67-B4FC6DFD4D28}"/>
              </a:ext>
            </a:extLst>
          </p:cNvPr>
          <p:cNvCxnSpPr/>
          <p:nvPr/>
        </p:nvCxnSpPr>
        <p:spPr>
          <a:xfrm rot="16200000" flipV="1">
            <a:off x="2781488" y="4288792"/>
            <a:ext cx="193043" cy="460595"/>
          </a:xfrm>
          <a:prstGeom prst="curvedConnector3">
            <a:avLst>
              <a:gd name="adj1" fmla="val 100000"/>
            </a:avLst>
          </a:prstGeom>
          <a:ln w="0">
            <a:solidFill>
              <a:srgbClr val="000000"/>
            </a:solidFill>
          </a:ln>
        </p:spPr>
      </p:cxnSp>
      <p:sp>
        <p:nvSpPr>
          <p:cNvPr id="16" name="TextBox 462">
            <a:extLst>
              <a:ext uri="{FF2B5EF4-FFF2-40B4-BE49-F238E27FC236}">
                <a16:creationId xmlns:a16="http://schemas.microsoft.com/office/drawing/2014/main" id="{FC3FAABF-2761-9708-B60C-4CC6EDF80583}"/>
              </a:ext>
            </a:extLst>
          </p:cNvPr>
          <p:cNvSpPr txBox="1"/>
          <p:nvPr/>
        </p:nvSpPr>
        <p:spPr>
          <a:xfrm>
            <a:off x="2301496" y="4115146"/>
            <a:ext cx="692739" cy="275150"/>
          </a:xfrm>
          <a:prstGeom prst="rect">
            <a:avLst/>
          </a:prstGeom>
          <a:noFill/>
          <a:ln w="0">
            <a:noFill/>
          </a:ln>
        </p:spPr>
        <p:txBody>
          <a:bodyPr lIns="76971" tIns="38486" rIns="76971" bIns="38486" anchor="t" anchorCtr="1">
            <a:spAutoFit/>
          </a:bodyPr>
          <a:lstStyle/>
          <a:p>
            <a:pPr algn="ctr"/>
            <a:r>
              <a:rPr lang="en-US" sz="1283"/>
              <a:t>H503   </a:t>
            </a:r>
          </a:p>
        </p:txBody>
      </p:sp>
    </p:spTree>
    <p:extLst>
      <p:ext uri="{BB962C8B-B14F-4D97-AF65-F5344CB8AC3E}">
        <p14:creationId xmlns:p14="http://schemas.microsoft.com/office/powerpoint/2010/main" val="2862484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892F-B533-F8D1-8AF2-D6A12E9E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576833A3-658C-2306-149F-9943E4B64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69B184D-BFDC-8C44-EA5F-D68BE259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A2FF3FA9-828C-706B-63F6-E16208CFEAB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CCB641AD-1677-6953-A4C8-D8BF57E7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41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420BEE97-0BB6-CD12-513C-62DE82089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AED12304-6861-2205-FDA4-AD3DD285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909" y="1828798"/>
            <a:ext cx="6242252" cy="479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1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C9F7-1045-37DB-C797-FFC816FD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A0571C8D-95C3-BB25-36B6-09E71B59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40CACCA-B074-682D-60A1-51DC8CB9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74BF0A46-FCD1-959B-3FF3-89DB981A93C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2643A506-36A7-73E4-2A8D-C3F95BFCE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42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57A52F80-D68A-62D2-C098-ACAB2FAE3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sp>
        <p:nvSpPr>
          <p:cNvPr id="4" name="Google Shape;1543;g398c09df87e_0_1546">
            <a:extLst>
              <a:ext uri="{FF2B5EF4-FFF2-40B4-BE49-F238E27FC236}">
                <a16:creationId xmlns:a16="http://schemas.microsoft.com/office/drawing/2014/main" id="{A1594FD0-B5AE-9D74-A7D2-394BD5FFADE5}"/>
              </a:ext>
            </a:extLst>
          </p:cNvPr>
          <p:cNvSpPr/>
          <p:nvPr/>
        </p:nvSpPr>
        <p:spPr>
          <a:xfrm>
            <a:off x="4543301" y="2374663"/>
            <a:ext cx="1606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1544;g398c09df87e_0_1546">
            <a:extLst>
              <a:ext uri="{FF2B5EF4-FFF2-40B4-BE49-F238E27FC236}">
                <a16:creationId xmlns:a16="http://schemas.microsoft.com/office/drawing/2014/main" id="{5586F49D-CABA-D932-A15D-8249EB2907EE}"/>
              </a:ext>
            </a:extLst>
          </p:cNvPr>
          <p:cNvCxnSpPr>
            <a:stCxn id="24" idx="4"/>
            <a:endCxn id="4" idx="1"/>
          </p:cNvCxnSpPr>
          <p:nvPr/>
        </p:nvCxnSpPr>
        <p:spPr>
          <a:xfrm>
            <a:off x="3640697" y="2582356"/>
            <a:ext cx="902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Google Shape;1546;g398c09df87e_0_1546">
            <a:extLst>
              <a:ext uri="{FF2B5EF4-FFF2-40B4-BE49-F238E27FC236}">
                <a16:creationId xmlns:a16="http://schemas.microsoft.com/office/drawing/2014/main" id="{2ED8687C-F8A8-44E3-99B9-F8209BBD29C5}"/>
              </a:ext>
            </a:extLst>
          </p:cNvPr>
          <p:cNvSpPr/>
          <p:nvPr/>
        </p:nvSpPr>
        <p:spPr>
          <a:xfrm>
            <a:off x="4543300" y="3134235"/>
            <a:ext cx="1606800" cy="41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1547;g398c09df87e_0_1546">
            <a:extLst>
              <a:ext uri="{FF2B5EF4-FFF2-40B4-BE49-F238E27FC236}">
                <a16:creationId xmlns:a16="http://schemas.microsoft.com/office/drawing/2014/main" id="{0B3CFC1E-D748-3DFD-DC69-533FE0F72F3C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5346701" y="2790163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" name="Google Shape;1548;g398c09df87e_0_1546">
            <a:extLst>
              <a:ext uri="{FF2B5EF4-FFF2-40B4-BE49-F238E27FC236}">
                <a16:creationId xmlns:a16="http://schemas.microsoft.com/office/drawing/2014/main" id="{04F9A522-0D9C-273D-BBD7-38721BE3917A}"/>
              </a:ext>
            </a:extLst>
          </p:cNvPr>
          <p:cNvSpPr/>
          <p:nvPr/>
        </p:nvSpPr>
        <p:spPr>
          <a:xfrm>
            <a:off x="4543300" y="3893807"/>
            <a:ext cx="16068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549;g398c09df87e_0_1546">
            <a:extLst>
              <a:ext uri="{FF2B5EF4-FFF2-40B4-BE49-F238E27FC236}">
                <a16:creationId xmlns:a16="http://schemas.microsoft.com/office/drawing/2014/main" id="{A774F2E9-1029-465A-7DD2-0C36AE2AB2B8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5346700" y="3549735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" name="Google Shape;1550;g398c09df87e_0_1546">
            <a:extLst>
              <a:ext uri="{FF2B5EF4-FFF2-40B4-BE49-F238E27FC236}">
                <a16:creationId xmlns:a16="http://schemas.microsoft.com/office/drawing/2014/main" id="{ABEC4912-2A90-9180-4641-B733F4134E06}"/>
              </a:ext>
            </a:extLst>
          </p:cNvPr>
          <p:cNvSpPr/>
          <p:nvPr/>
        </p:nvSpPr>
        <p:spPr>
          <a:xfrm>
            <a:off x="4543300" y="1647736"/>
            <a:ext cx="16068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551;g398c09df87e_0_1546">
            <a:extLst>
              <a:ext uri="{FF2B5EF4-FFF2-40B4-BE49-F238E27FC236}">
                <a16:creationId xmlns:a16="http://schemas.microsoft.com/office/drawing/2014/main" id="{FDEAF5C2-45B6-0EA8-AA91-0F074EE31AF9}"/>
              </a:ext>
            </a:extLst>
          </p:cNvPr>
          <p:cNvCxnSpPr>
            <a:stCxn id="12" idx="2"/>
            <a:endCxn id="4" idx="0"/>
          </p:cNvCxnSpPr>
          <p:nvPr/>
        </p:nvCxnSpPr>
        <p:spPr>
          <a:xfrm>
            <a:off x="5346700" y="2063236"/>
            <a:ext cx="0" cy="31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" name="Google Shape;1552;g398c09df87e_0_1546">
            <a:extLst>
              <a:ext uri="{FF2B5EF4-FFF2-40B4-BE49-F238E27FC236}">
                <a16:creationId xmlns:a16="http://schemas.microsoft.com/office/drawing/2014/main" id="{D3FF5068-C9FB-9734-95FE-414BAFA0716F}"/>
              </a:ext>
            </a:extLst>
          </p:cNvPr>
          <p:cNvSpPr/>
          <p:nvPr/>
        </p:nvSpPr>
        <p:spPr>
          <a:xfrm>
            <a:off x="4543300" y="4653379"/>
            <a:ext cx="16068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553;g398c09df87e_0_1546">
            <a:extLst>
              <a:ext uri="{FF2B5EF4-FFF2-40B4-BE49-F238E27FC236}">
                <a16:creationId xmlns:a16="http://schemas.microsoft.com/office/drawing/2014/main" id="{8569297A-C7CD-40F8-5AB5-760B99ABA38C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5346700" y="4309307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" name="Google Shape;1554;g398c09df87e_0_1546">
            <a:extLst>
              <a:ext uri="{FF2B5EF4-FFF2-40B4-BE49-F238E27FC236}">
                <a16:creationId xmlns:a16="http://schemas.microsoft.com/office/drawing/2014/main" id="{FC260CC9-3C1D-7277-3A7D-A5493D004F4D}"/>
              </a:ext>
            </a:extLst>
          </p:cNvPr>
          <p:cNvSpPr/>
          <p:nvPr/>
        </p:nvSpPr>
        <p:spPr>
          <a:xfrm>
            <a:off x="4387575" y="5438275"/>
            <a:ext cx="1918146" cy="415384"/>
          </a:xfrm>
          <a:prstGeom prst="flowChartDecision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555;g398c09df87e_0_1546">
            <a:extLst>
              <a:ext uri="{FF2B5EF4-FFF2-40B4-BE49-F238E27FC236}">
                <a16:creationId xmlns:a16="http://schemas.microsoft.com/office/drawing/2014/main" id="{06FF2663-9BAC-BCFE-31EB-010289003692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5346700" y="5068879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" name="Google Shape;1556;g398c09df87e_0_1546">
            <a:extLst>
              <a:ext uri="{FF2B5EF4-FFF2-40B4-BE49-F238E27FC236}">
                <a16:creationId xmlns:a16="http://schemas.microsoft.com/office/drawing/2014/main" id="{A630FC9C-B7A2-C3FE-1E35-1DD37640D3B6}"/>
              </a:ext>
            </a:extLst>
          </p:cNvPr>
          <p:cNvCxnSpPr>
            <a:stCxn id="17" idx="1"/>
            <a:endCxn id="8" idx="1"/>
          </p:cNvCxnSpPr>
          <p:nvPr/>
        </p:nvCxnSpPr>
        <p:spPr>
          <a:xfrm rot="10800000" flipH="1">
            <a:off x="4387575" y="3341967"/>
            <a:ext cx="155700" cy="2304000"/>
          </a:xfrm>
          <a:prstGeom prst="bentConnector3">
            <a:avLst>
              <a:gd name="adj1" fmla="val -501638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" name="Google Shape;1557;g398c09df87e_0_1546">
            <a:extLst>
              <a:ext uri="{FF2B5EF4-FFF2-40B4-BE49-F238E27FC236}">
                <a16:creationId xmlns:a16="http://schemas.microsoft.com/office/drawing/2014/main" id="{70E6A8B1-9E9D-697F-F0D2-AC887D7E85EA}"/>
              </a:ext>
            </a:extLst>
          </p:cNvPr>
          <p:cNvSpPr txBox="1"/>
          <p:nvPr/>
        </p:nvSpPr>
        <p:spPr>
          <a:xfrm>
            <a:off x="4061158" y="5399746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558;g398c09df87e_0_1546">
            <a:extLst>
              <a:ext uri="{FF2B5EF4-FFF2-40B4-BE49-F238E27FC236}">
                <a16:creationId xmlns:a16="http://schemas.microsoft.com/office/drawing/2014/main" id="{8DB28ADC-B94E-BA3F-8063-B0085B6EAD7E}"/>
              </a:ext>
            </a:extLst>
          </p:cNvPr>
          <p:cNvSpPr txBox="1"/>
          <p:nvPr/>
        </p:nvSpPr>
        <p:spPr>
          <a:xfrm>
            <a:off x="5426268" y="5892188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1559;g398c09df87e_0_1546">
            <a:extLst>
              <a:ext uri="{FF2B5EF4-FFF2-40B4-BE49-F238E27FC236}">
                <a16:creationId xmlns:a16="http://schemas.microsoft.com/office/drawing/2014/main" id="{8A4C8D4D-0971-16F0-A979-02F12B5C7114}"/>
              </a:ext>
            </a:extLst>
          </p:cNvPr>
          <p:cNvCxnSpPr>
            <a:stCxn id="17" idx="2"/>
            <a:endCxn id="23" idx="0"/>
          </p:cNvCxnSpPr>
          <p:nvPr/>
        </p:nvCxnSpPr>
        <p:spPr>
          <a:xfrm>
            <a:off x="5346648" y="5853659"/>
            <a:ext cx="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" name="Google Shape;1560;g398c09df87e_0_1546">
            <a:extLst>
              <a:ext uri="{FF2B5EF4-FFF2-40B4-BE49-F238E27FC236}">
                <a16:creationId xmlns:a16="http://schemas.microsoft.com/office/drawing/2014/main" id="{9099BE4D-2C13-E475-AF50-B4A1FCF9E3A5}"/>
              </a:ext>
            </a:extLst>
          </p:cNvPr>
          <p:cNvSpPr/>
          <p:nvPr/>
        </p:nvSpPr>
        <p:spPr>
          <a:xfrm>
            <a:off x="4543299" y="6236376"/>
            <a:ext cx="1606800" cy="415500"/>
          </a:xfrm>
          <a:prstGeom prst="rect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 initialization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545;g398c09df87e_0_1546">
            <a:extLst>
              <a:ext uri="{FF2B5EF4-FFF2-40B4-BE49-F238E27FC236}">
                <a16:creationId xmlns:a16="http://schemas.microsoft.com/office/drawing/2014/main" id="{999DF452-1FE4-820D-0287-06E4351E59D5}"/>
              </a:ext>
            </a:extLst>
          </p:cNvPr>
          <p:cNvSpPr/>
          <p:nvPr/>
        </p:nvSpPr>
        <p:spPr>
          <a:xfrm>
            <a:off x="1833309" y="2308021"/>
            <a:ext cx="1807388" cy="548670"/>
          </a:xfrm>
          <a:prstGeom prst="flowChartMagneticDisk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</a:t>
            </a:r>
            <a:b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3390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77C0-6B7C-8C93-5CA6-F22AC565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282BB24E-1D82-6F96-2D62-CB232675C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480443C-ECB7-5E70-8B2A-C30897BC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8A26F10-DDCF-0EA8-B63F-939CC1B22A3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9A206D7E-78F6-4EF2-4B3B-DAD3D459E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43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0148AF93-68C3-0CF6-05E0-4D744A8CC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0AD83563-33BC-0A46-F6CE-4C17F4D0F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70" y="1616927"/>
            <a:ext cx="7114742" cy="533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54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1D1C-177A-7918-740D-B18590A6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30B7A7A3-B2EF-6EB8-3E74-F233E4179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297AF22-25E9-525E-7E0C-75C8BCE5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299A07C-8F70-9489-31EE-D221103C007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CA371898-A1A4-DF6B-E003-50935B89B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44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EC752164-90BB-114F-5192-82FBB05E8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78" name="図 77">
            <a:extLst>
              <a:ext uri="{FF2B5EF4-FFF2-40B4-BE49-F238E27FC236}">
                <a16:creationId xmlns:a16="http://schemas.microsoft.com/office/drawing/2014/main" id="{D55E1AD8-7ED4-AC43-165E-8474FC682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8" y="1749876"/>
            <a:ext cx="4893872" cy="521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86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33A1-3CC9-A310-B2AA-35DB2EF6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AA10C279-3A8A-FEB1-3E89-9B0CEFD6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EC7A474-E7BE-EE58-355B-E3ABA762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B27B774-4D7D-47DA-F834-1B259466C7E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BEFEFBA7-79EE-A89C-A722-05329BB50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45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E51F66F0-5C18-905E-D186-E2D2031BB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227" name="図 226">
            <a:extLst>
              <a:ext uri="{FF2B5EF4-FFF2-40B4-BE49-F238E27FC236}">
                <a16:creationId xmlns:a16="http://schemas.microsoft.com/office/drawing/2014/main" id="{540B1347-03F2-6229-F4FA-E4A7DEDFA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231" y="1828798"/>
            <a:ext cx="7132938" cy="48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6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C79F-FB9E-BCCE-0DBA-FEFC5477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704D69B0-6345-0702-E070-5BFD37BC8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6307207-F6F5-2F54-2A47-CC8613C9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5FB54E89-F246-A0DC-F7B9-E2CDA41BE46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6355F6E5-4F15-CABB-51EA-62E6E31EB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46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895B5D7C-8A28-AD8C-23F0-060756132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823443C6-949E-F777-5EFA-65CEAC60F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58" y="1828798"/>
            <a:ext cx="8632684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684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FEC8-51CA-5C68-B4DB-1A65FDEC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8888574A-8532-8A75-1476-7585AAC7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BE4D260-FE27-6BE3-6EDE-3FE5B76D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87133D65-975A-D416-C483-3EEA9905B79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72969D07-9F7F-4341-32FC-421FB24F6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47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60599AC9-5D39-9344-A9C7-918F4D321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810C9E3D-B425-937F-2203-17B008DEB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573" y="1946064"/>
            <a:ext cx="5700254" cy="47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52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4F15D-2E70-4B70-C967-333E0D35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>
            <a:extLst>
              <a:ext uri="{FF2B5EF4-FFF2-40B4-BE49-F238E27FC236}">
                <a16:creationId xmlns:a16="http://schemas.microsoft.com/office/drawing/2014/main" id="{C04CCCCA-B26B-C115-DB77-5040992D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1357745"/>
            <a:ext cx="9624060" cy="351546"/>
          </a:xfrm>
        </p:spPr>
        <p:txBody>
          <a:bodyPr wrap="square">
            <a:spAutoFit/>
          </a:bodyPr>
          <a:lstStyle/>
          <a:p>
            <a:pPr marL="125166" marR="0" lvl="0" indent="0" algn="just" defTabSz="914400" rtl="0" eaLnBrk="1" fontAlgn="auto" latinLnBrk="0" hangingPunct="1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Clr>
                <a:srgbClr val="72A376"/>
              </a:buClr>
              <a:buSzPct val="68000"/>
              <a:buFont typeface="Wingdings 3"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Description of the Invention 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発明内容の概要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/>
                <a:ea typeface="ＭＳ Ｐゴシック" panose="020B0600070205080204" pitchFamily="50" charset="-128"/>
                <a:cs typeface="+mn-cs"/>
              </a:rPr>
              <a:t>)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CAE161E-27F5-2DF0-F402-7EE96E53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 General Description of the Invention[2] </a:t>
            </a:r>
            <a:endParaRPr lang="ja-JP" altLang="en-US" dirty="0"/>
          </a:p>
        </p:txBody>
      </p:sp>
      <p:sp>
        <p:nvSpPr>
          <p:cNvPr id="13" name="サブタイトル 12">
            <a:extLst>
              <a:ext uri="{FF2B5EF4-FFF2-40B4-BE49-F238E27FC236}">
                <a16:creationId xmlns:a16="http://schemas.microsoft.com/office/drawing/2014/main" id="{F280DDBA-1941-0A7F-378F-73AFA6DD38B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発明内容の概要</a:t>
            </a:r>
            <a:r>
              <a:rPr lang="en-US" altLang="ja-JP" dirty="0"/>
              <a:t>[2])</a:t>
            </a:r>
            <a:endParaRPr lang="ja-JP" altLang="en-US" dirty="0"/>
          </a:p>
        </p:txBody>
      </p:sp>
      <p:sp>
        <p:nvSpPr>
          <p:cNvPr id="5" name="スライド番号プレースホルダ 4">
            <a:extLst>
              <a:ext uri="{FF2B5EF4-FFF2-40B4-BE49-F238E27FC236}">
                <a16:creationId xmlns:a16="http://schemas.microsoft.com/office/drawing/2014/main" id="{93C8336A-878F-BA89-8815-E7B84895C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48</a:t>
            </a:fld>
            <a:endParaRPr kumimoji="1" lang="ja-JP" altLang="en-US"/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F3F8C864-66A2-2AE8-D8F0-C1EB8B3D2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E64273D3-1D70-4BDE-93AC-0D62A947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698" y="1851769"/>
            <a:ext cx="6316003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13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\\Share\join\○大学ロゴ＆マーク\大学マーク：白黒：小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96139" y="2256668"/>
            <a:ext cx="2951921" cy="2951921"/>
          </a:xfrm>
          <a:prstGeom prst="rect">
            <a:avLst/>
          </a:prstGeom>
          <a:noFill/>
        </p:spPr>
      </p:pic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80FFD-2836-4FCD-8393-3A078B75A2B8}" type="slidenum">
              <a:rPr kumimoji="1" lang="ja-JP" altLang="en-US" smtClean="0"/>
              <a:pPr/>
              <a:t>49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ja-JP"/>
              <a:t>【Patent Application </a:t>
            </a:r>
            <a:r>
              <a:rPr kumimoji="1" lang="ja-JP" altLang="en-US"/>
              <a:t>（特許出願）</a:t>
            </a:r>
            <a:r>
              <a:rPr kumimoji="1" lang="en-US" altLang="ja-JP"/>
              <a:t>】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ビジネス">
  <a:themeElements>
    <a:clrScheme name="エコロジー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ビジネス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ビジネ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エコロジー">
    <a:dk1>
      <a:sysClr val="windowText" lastClr="000000"/>
    </a:dk1>
    <a:lt1>
      <a:sysClr val="window" lastClr="FFFFFF"/>
    </a:lt1>
    <a:dk2>
      <a:srgbClr val="676A55"/>
    </a:dk2>
    <a:lt2>
      <a:srgbClr val="EAEBDE"/>
    </a:lt2>
    <a:accent1>
      <a:srgbClr val="72A376"/>
    </a:accent1>
    <a:accent2>
      <a:srgbClr val="B0CCB0"/>
    </a:accent2>
    <a:accent3>
      <a:srgbClr val="A8CDD7"/>
    </a:accent3>
    <a:accent4>
      <a:srgbClr val="C0BEAF"/>
    </a:accent4>
    <a:accent5>
      <a:srgbClr val="CEC597"/>
    </a:accent5>
    <a:accent6>
      <a:srgbClr val="E8B7B7"/>
    </a:accent6>
    <a:hlink>
      <a:srgbClr val="DB5353"/>
    </a:hlink>
    <a:folHlink>
      <a:srgbClr val="90363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21631</TotalTime>
  <Words>3041</Words>
  <Application>Microsoft Macintosh PowerPoint</Application>
  <PresentationFormat>Custom</PresentationFormat>
  <Paragraphs>491</Paragraphs>
  <Slides>49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Meiryo</vt:lpstr>
      <vt:lpstr>ＭＳ Ｐゴシック</vt:lpstr>
      <vt:lpstr>Yu Gothic Light</vt:lpstr>
      <vt:lpstr>Arial</vt:lpstr>
      <vt:lpstr>Calibri</vt:lpstr>
      <vt:lpstr>Cambria Math</vt:lpstr>
      <vt:lpstr>Lucida Sans Unicode</vt:lpstr>
      <vt:lpstr>Times New Roman</vt:lpstr>
      <vt:lpstr>Verdana</vt:lpstr>
      <vt:lpstr>Wingdings</vt:lpstr>
      <vt:lpstr>Wingdings 2</vt:lpstr>
      <vt:lpstr>Wingdings 3</vt:lpstr>
      <vt:lpstr>ビジネス</vt:lpstr>
      <vt:lpstr>Low-power AI computing system </vt:lpstr>
      <vt:lpstr>Contents</vt:lpstr>
      <vt:lpstr>1. General Description of the Invention[1] </vt:lpstr>
      <vt:lpstr>1. General Description of the Invention[1]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2. Prospective Applications</vt:lpstr>
      <vt:lpstr>3. Prospective Market/Business[2] – Market Size</vt:lpstr>
      <vt:lpstr>3. Prospective Market/Business[2] – Eco-systems</vt:lpstr>
      <vt:lpstr>4. Challenges for Practical Use</vt:lpstr>
      <vt:lpstr>5. Patent Claims</vt:lpstr>
      <vt:lpstr>Q &amp; A</vt:lpstr>
      <vt:lpstr>PowerPoint Presentation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1. General Description of the Invention[2] </vt:lpstr>
      <vt:lpstr>PowerPoint Presentation</vt:lpstr>
    </vt:vector>
  </TitlesOfParts>
  <Company>JST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新技術説明会　様式例</dc:title>
  <dc:creator>benab</dc:creator>
  <cp:lastModifiedBy>Khanh N. Dang</cp:lastModifiedBy>
  <cp:revision>736</cp:revision>
  <cp:lastPrinted>2022-07-08T03:50:08Z</cp:lastPrinted>
  <dcterms:created xsi:type="dcterms:W3CDTF">2003-10-14T04:37:25Z</dcterms:created>
  <dcterms:modified xsi:type="dcterms:W3CDTF">2026-02-01T16:33:17Z</dcterms:modified>
</cp:coreProperties>
</file>