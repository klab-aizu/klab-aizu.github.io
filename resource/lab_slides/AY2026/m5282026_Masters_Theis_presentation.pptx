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303" r:id="rId4"/>
    <p:sldId id="295" r:id="rId5"/>
    <p:sldId id="318" r:id="rId6"/>
    <p:sldId id="316" r:id="rId7"/>
    <p:sldId id="306" r:id="rId8"/>
    <p:sldId id="307" r:id="rId9"/>
    <p:sldId id="317" r:id="rId10"/>
    <p:sldId id="309" r:id="rId11"/>
    <p:sldId id="320" r:id="rId12"/>
    <p:sldId id="321" r:id="rId13"/>
    <p:sldId id="310" r:id="rId14"/>
    <p:sldId id="322" r:id="rId15"/>
    <p:sldId id="332" r:id="rId16"/>
    <p:sldId id="298" r:id="rId17"/>
    <p:sldId id="323" r:id="rId18"/>
    <p:sldId id="330" r:id="rId19"/>
    <p:sldId id="324" r:id="rId20"/>
    <p:sldId id="325" r:id="rId21"/>
    <p:sldId id="326" r:id="rId22"/>
    <p:sldId id="299" r:id="rId23"/>
    <p:sldId id="304" r:id="rId24"/>
    <p:sldId id="327" r:id="rId25"/>
    <p:sldId id="334" r:id="rId26"/>
    <p:sldId id="290" r:id="rId27"/>
    <p:sldId id="329" r:id="rId28"/>
    <p:sldId id="335" r:id="rId29"/>
    <p:sldId id="300" r:id="rId30"/>
    <p:sldId id="312" r:id="rId31"/>
    <p:sldId id="333" r:id="rId32"/>
    <p:sldId id="301" r:id="rId33"/>
    <p:sldId id="270" r:id="rId34"/>
    <p:sldId id="313" r:id="rId35"/>
    <p:sldId id="267" r:id="rId36"/>
    <p:sldId id="289" r:id="rId37"/>
    <p:sldId id="315" r:id="rId38"/>
  </p:sldIdLst>
  <p:sldSz cx="12192000" cy="6858000"/>
  <p:notesSz cx="9144000" cy="6858000"/>
  <p:embeddedFontLst>
    <p:embeddedFont>
      <p:font typeface="Cambria Math" panose="02040503050406030204" pitchFamily="18" charset="0"/>
      <p:regular r:id="rId41"/>
    </p:embeddedFont>
  </p:embeddedFontLst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93119A-4007-0D49-AE3B-5B296C484EA9}">
          <p14:sldIdLst>
            <p14:sldId id="256"/>
            <p14:sldId id="257"/>
            <p14:sldId id="303"/>
            <p14:sldId id="295"/>
            <p14:sldId id="318"/>
            <p14:sldId id="316"/>
            <p14:sldId id="306"/>
            <p14:sldId id="307"/>
            <p14:sldId id="317"/>
            <p14:sldId id="309"/>
            <p14:sldId id="320"/>
            <p14:sldId id="321"/>
            <p14:sldId id="310"/>
            <p14:sldId id="322"/>
            <p14:sldId id="332"/>
            <p14:sldId id="298"/>
            <p14:sldId id="323"/>
            <p14:sldId id="330"/>
            <p14:sldId id="324"/>
            <p14:sldId id="325"/>
            <p14:sldId id="326"/>
            <p14:sldId id="299"/>
            <p14:sldId id="304"/>
            <p14:sldId id="327"/>
            <p14:sldId id="334"/>
            <p14:sldId id="290"/>
            <p14:sldId id="329"/>
            <p14:sldId id="335"/>
            <p14:sldId id="300"/>
            <p14:sldId id="312"/>
            <p14:sldId id="333"/>
            <p14:sldId id="301"/>
            <p14:sldId id="270"/>
            <p14:sldId id="313"/>
            <p14:sldId id="267"/>
            <p14:sldId id="289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i Ravi" initials="HR" lastIdx="10" clrIdx="0">
    <p:extLst>
      <p:ext uri="{19B8F6BF-5375-455C-9EA6-DF929625EA0E}">
        <p15:presenceInfo xmlns:p15="http://schemas.microsoft.com/office/powerpoint/2012/main" userId="04480ae51778b76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8A42"/>
    <a:srgbClr val="01B0F0"/>
    <a:srgbClr val="FF6161"/>
    <a:srgbClr val="6FA849"/>
    <a:srgbClr val="82B162"/>
    <a:srgbClr val="386BBD"/>
    <a:srgbClr val="EC5A5A"/>
    <a:srgbClr val="0070C0"/>
    <a:srgbClr val="4472C4"/>
    <a:srgbClr val="B3F7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81449" autoAdjust="0"/>
  </p:normalViewPr>
  <p:slideViewPr>
    <p:cSldViewPr snapToGrid="0">
      <p:cViewPr varScale="1">
        <p:scale>
          <a:sx n="80" d="100"/>
          <a:sy n="80" d="100"/>
        </p:scale>
        <p:origin x="7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C88D2D-A3B8-B900-3CBB-DD0FD9697B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47DA74-EC9B-565B-E46D-5113AD4F05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E301E-540D-4C4B-AA3D-D40DD05C5CE9}" type="datetimeFigureOut">
              <a:rPr lang="en-SG" smtClean="0"/>
              <a:t>13/8/2026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D0DAD-B9C4-63F3-8262-8BCB91EE71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75A5D-9A0F-FE4D-61BD-B11FD76E9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1441-97D4-4BA4-9B01-1DADFEA6382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94403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6E119-A08E-ED46-8057-D374DBAF2A0A}" type="datetimeFigureOut">
              <a:rPr lang="en-JP" smtClean="0"/>
              <a:t>08/13/2026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CF3FE-C834-3449-83D9-D7F0D2C1F4A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90970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89025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45067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17CC-2CD4-0D72-C2CA-C91E1685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E3404-459A-1015-C184-EC2727B47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4C165-8D32-B1DE-0130-E143650B5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F3DF3-752B-8F6A-B9D1-708282F60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1717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7D14-04EC-516D-5FFF-30D839A6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FAD7F-8ED1-43B4-631F-610F2CB6C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F0302-2D63-FCDB-E627-4F6E4D6C4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b="0" dirty="0"/>
              <a:t>AI consumes lot of power</a:t>
            </a:r>
          </a:p>
          <a:p>
            <a:r>
              <a:rPr lang="en-SG" b="0" dirty="0"/>
              <a:t>Of that memory is 50 % to 70%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FA521-8B15-6A5E-34A1-0DD044A86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1191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en-SG" sz="2000" dirty="0"/>
              <a:t>In AI computation, training takes time and energy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2 types of training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Off chip: upload to server, 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On chip: no cloud, system learn on its own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In this research, we want to do on chip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Fundamental problem is energy,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50244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A12E-BDD8-EC00-A3A3-B4712CE2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17159-487E-29D9-8D9A-80B2C2B8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357D7-605F-77E1-10CE-5AF492DC9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Fig shows A Spiking Neural Network (SNN) topology employing On–Chip Spike-Timing Dependent Plasticity (STDP) </a:t>
            </a:r>
            <a:endParaRPr lang="en-SG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I/p spikes enter, causes neuron to excite, sends negative signal to other neurons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Classification based on which neuron has most spikes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 err="1"/>
              <a:t>i</a:t>
            </a:r>
            <a:r>
              <a:rPr lang="en-SG" dirty="0"/>
              <a:t>/p from rate coding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How does the neuron work? LIF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85CB1-4C5F-A0DF-A919-7811A4063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05101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Illustration of LIF neuron</a:t>
            </a:r>
          </a:p>
          <a:p>
            <a:r>
              <a:rPr lang="en-SG" dirty="0"/>
              <a:t>Fig a shows typical neuron connection</a:t>
            </a:r>
          </a:p>
          <a:p>
            <a:r>
              <a:rPr lang="en-SG" dirty="0"/>
              <a:t>Fig b shows dynamics of LIF neurons with </a:t>
            </a:r>
            <a:r>
              <a:rPr lang="en-SG" dirty="0" err="1"/>
              <a:t>i</a:t>
            </a:r>
            <a:r>
              <a:rPr lang="en-SG" dirty="0"/>
              <a:t>/p current and how </a:t>
            </a:r>
            <a:r>
              <a:rPr lang="en-SG" dirty="0" err="1"/>
              <a:t>i</a:t>
            </a:r>
            <a:r>
              <a:rPr lang="en-SG" dirty="0"/>
              <a:t>/p potential V leak and </a:t>
            </a:r>
            <a:r>
              <a:rPr lang="en-SG" dirty="0" err="1"/>
              <a:t>Vthres</a:t>
            </a:r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41502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slide shows how On-chip STDP works</a:t>
            </a:r>
          </a:p>
          <a:p>
            <a:r>
              <a:rPr lang="en-SG" dirty="0"/>
              <a:t>Fig a is a single LIF neuron with spike timing </a:t>
            </a:r>
            <a:r>
              <a:rPr lang="en-SG" dirty="0" err="1"/>
              <a:t>tpre</a:t>
            </a:r>
            <a:r>
              <a:rPr lang="en-SG" dirty="0"/>
              <a:t> and </a:t>
            </a:r>
            <a:r>
              <a:rPr lang="en-SG" dirty="0" err="1"/>
              <a:t>tpost</a:t>
            </a:r>
            <a:endParaRPr lang="en-SG" dirty="0"/>
          </a:p>
          <a:p>
            <a:r>
              <a:rPr lang="en-SG" dirty="0"/>
              <a:t>Fig b and c show 2 cases: </a:t>
            </a:r>
            <a:r>
              <a:rPr lang="en-SG" dirty="0" err="1"/>
              <a:t>tpre</a:t>
            </a:r>
            <a:r>
              <a:rPr lang="en-SG" dirty="0"/>
              <a:t> before </a:t>
            </a:r>
            <a:r>
              <a:rPr lang="en-SG" dirty="0" err="1"/>
              <a:t>tpost</a:t>
            </a:r>
            <a:r>
              <a:rPr lang="en-SG" dirty="0"/>
              <a:t> and </a:t>
            </a:r>
            <a:r>
              <a:rPr lang="en-SG" dirty="0" err="1"/>
              <a:t>tpost</a:t>
            </a:r>
            <a:r>
              <a:rPr lang="en-SG" dirty="0"/>
              <a:t> before </a:t>
            </a:r>
            <a:r>
              <a:rPr lang="en-SG" dirty="0" err="1"/>
              <a:t>tpre</a:t>
            </a:r>
            <a:r>
              <a:rPr lang="en-SG" dirty="0"/>
              <a:t> </a:t>
            </a:r>
          </a:p>
          <a:p>
            <a:r>
              <a:rPr lang="en-SG" dirty="0"/>
              <a:t>Fig d shows how the weights are updated with the timings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19083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slide shows our Overall Architecture and where the focus of this research is which is DRAM stacking on top of the logic die</a:t>
            </a:r>
          </a:p>
          <a:p>
            <a:r>
              <a:rPr lang="en-SG" dirty="0"/>
              <a:t>This research is a part of a collaborative research which is under major revision in </a:t>
            </a:r>
            <a:r>
              <a:rPr lang="en-SG" b="1" dirty="0"/>
              <a:t>IEEE </a:t>
            </a:r>
            <a:r>
              <a:rPr lang="en-SG" sz="1200" b="1" dirty="0"/>
              <a:t>Transactions on Sustainable Computing</a:t>
            </a:r>
            <a:r>
              <a:rPr lang="en-SG" sz="1200" dirty="0"/>
              <a:t> at the moment</a:t>
            </a:r>
            <a:endParaRPr lang="en-SG" dirty="0"/>
          </a:p>
          <a:p>
            <a:r>
              <a:rPr lang="en-SG" dirty="0"/>
              <a:t> Although SNN offers better Energy efficiency, we are still searching for even lower energy numbers. As we mention earlier memory plays a major part, we would like to tackle it in this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68610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One of the solution is </a:t>
            </a:r>
            <a:r>
              <a:rPr lang="en-SG" dirty="0" err="1"/>
              <a:t>Undervolting</a:t>
            </a:r>
            <a:r>
              <a:rPr lang="en-SG" dirty="0"/>
              <a:t> the memory or reducing the supply voltage</a:t>
            </a:r>
          </a:p>
          <a:p>
            <a:r>
              <a:rPr lang="en-SG" dirty="0"/>
              <a:t>There are drawbacks of </a:t>
            </a:r>
            <a:r>
              <a:rPr lang="en-SG" dirty="0" err="1"/>
              <a:t>undervolting</a:t>
            </a:r>
            <a:r>
              <a:rPr lang="en-SG" dirty="0"/>
              <a:t> DRAM cell,</a:t>
            </a:r>
          </a:p>
          <a:p>
            <a:r>
              <a:rPr lang="en-SG" dirty="0"/>
              <a:t>Fig a shows incoming leakage</a:t>
            </a:r>
          </a:p>
          <a:p>
            <a:r>
              <a:rPr lang="en-SG" dirty="0"/>
              <a:t>Fig b shows outgoing leakage</a:t>
            </a:r>
          </a:p>
          <a:p>
            <a:r>
              <a:rPr lang="en-SG" dirty="0"/>
              <a:t>To understand more we ran a single DRAM cell HSPICE sim with Monte Carlo Sim and 45nm and obtained graph c</a:t>
            </a:r>
          </a:p>
          <a:p>
            <a:r>
              <a:rPr lang="en-SG" dirty="0"/>
              <a:t>In summary we can scale down power consumption dramatically, however memory retention error increases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29036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Now we see the effects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Soft errors are </a:t>
            </a:r>
            <a:r>
              <a:rPr lang="en-SG" sz="1200" dirty="0"/>
              <a:t>Temporary data glitches</a:t>
            </a:r>
          </a:p>
          <a:p>
            <a:r>
              <a:rPr lang="en-SG" dirty="0"/>
              <a:t>Permanent errors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88891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We would like to see the impact of SA0 and SA1 on On-chip STDP learning</a:t>
            </a:r>
          </a:p>
          <a:p>
            <a:r>
              <a:rPr lang="en-SG" dirty="0"/>
              <a:t>LHS is how we insert fault.</a:t>
            </a:r>
          </a:p>
          <a:p>
            <a:r>
              <a:rPr lang="en-SG" dirty="0"/>
              <a:t>To have the most impact we insert in the MSB</a:t>
            </a:r>
          </a:p>
          <a:p>
            <a:r>
              <a:rPr lang="en-SG" dirty="0"/>
              <a:t>Other bit indices have lower impact</a:t>
            </a:r>
          </a:p>
          <a:p>
            <a:r>
              <a:rPr lang="en-SG" dirty="0"/>
              <a:t>B/w SA0 and SA1, we observe SA0 has almost no impact, and SA1 collapses STDP learning</a:t>
            </a:r>
          </a:p>
          <a:p>
            <a:r>
              <a:rPr lang="en-US" sz="1600" dirty="0"/>
              <a:t>Accuracy collapses from </a:t>
            </a:r>
            <a:r>
              <a:rPr lang="en-US" sz="1600" b="1" dirty="0"/>
              <a:t>92.0% to 10.9% </a:t>
            </a:r>
            <a:r>
              <a:rPr lang="en-US" sz="1600" b="0" dirty="0"/>
              <a:t>*Data obtained from STDP Learning model with 784 weights per 1000 neuron network, MNIST dataset</a:t>
            </a:r>
          </a:p>
          <a:p>
            <a:r>
              <a:rPr lang="en-US" sz="1600" b="0" dirty="0"/>
              <a:t>Fig e f g show receptive fields of same neuron under 3 cases: Normal, SA0, SA1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6146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How others have approached this problem</a:t>
            </a:r>
          </a:p>
          <a:p>
            <a:r>
              <a:rPr lang="en-SG" dirty="0"/>
              <a:t>(Read first bullet point for all methods)</a:t>
            </a:r>
          </a:p>
          <a:p>
            <a:r>
              <a:rPr lang="en-SG" dirty="0"/>
              <a:t>However, the common problem is overhead in power and energy which makes them unsuitable of On-chip STDP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78217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70EB-7CD8-6B9D-6F3F-290F6248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2F160-44B6-95E5-605F-FE394B8E8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14C07-B330-3A6C-EA15-13886AFE9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10917-3B9B-D27F-F05C-2AFEBAC58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82561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40764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E223-5FA9-1511-4349-AB506127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6D6A3-CDB1-05EE-4B16-DB7A23159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B6699-2EAD-8924-E979-DCE270CBB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slide shows an overview of STDP –DIP</a:t>
            </a:r>
          </a:p>
          <a:p>
            <a:r>
              <a:rPr lang="en-SG" dirty="0"/>
              <a:t>The red neuron 1 has SA1 fault, out principle is to detect and cut it off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9CBCE-3C7F-E0D5-6E60-8AB014BDA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90653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As previously mentioned, SA1 at MSB cause the most impact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Our principle is to check stuck at 1 MSB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(Just read)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sz="1200" dirty="0"/>
                  <a:t>In a healthy SNN, starting synaptic weights (</a:t>
                </a:r>
                <a:r>
                  <a:rPr lang="en-SG" sz="1200" b="0" i="0">
                    <a:latin typeface="Cambria Math" panose="02040503050406030204" pitchFamily="18" charset="0"/>
                  </a:rPr>
                  <a:t>𝑊_0</a:t>
                </a:r>
                <a:r>
                  <a:rPr lang="en-SG" sz="1200" dirty="0"/>
                  <a:t>) are generated from a random distribution tightly bounded at </a:t>
                </a:r>
                <a:r>
                  <a:rPr lang="en-SG" sz="1200" b="1" dirty="0"/>
                  <a:t>low conductance values</a:t>
                </a:r>
                <a:r>
                  <a:rPr lang="en-SG" sz="1200" dirty="0"/>
                  <a:t> (e.g., 0.01 to 0.20)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sz="1200" dirty="0"/>
                  <a:t>SA1 fault physically shorts the memory cell to </a:t>
                </a:r>
                <a:r>
                  <a:rPr lang="ar-AE" sz="1200" i="0">
                    <a:latin typeface="Cambria Math" panose="02040503050406030204" pitchFamily="18" charset="0"/>
                  </a:rPr>
                  <a:t>𝑉_𝐷𝐷</a:t>
                </a:r>
                <a:r>
                  <a:rPr lang="ar-AE" sz="1200" dirty="0"/>
                  <a:t> </a:t>
                </a:r>
                <a:r>
                  <a:rPr lang="en-SG" sz="1200" dirty="0"/>
                  <a:t>forcing the 8-bit weight register to all ones (11111111 or </a:t>
                </a:r>
                <a:r>
                  <a:rPr lang="ar-AE" sz="1200" i="0">
                    <a:latin typeface="Cambria Math" panose="02040503050406030204" pitchFamily="18" charset="0"/>
                  </a:rPr>
                  <a:t>〖1.0〗_𝑚𝑎𝑥</a:t>
                </a:r>
                <a:r>
                  <a:rPr lang="en-SG" sz="1200" dirty="0"/>
                  <a:t>)</a:t>
                </a:r>
                <a:endParaRPr lang="ar-AE" sz="1200" dirty="0"/>
              </a:p>
              <a:p>
                <a:r>
                  <a:rPr lang="en-US" dirty="0"/>
                  <a:t>Any synapse reading exactly maximum conductance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1.0</a:t>
                </a:r>
                <a:r>
                  <a:rPr lang="en-US" dirty="0"/>
                  <a:t>) at boot-time is mathematically impossible for a healthy initialization and is deterministically flagged as a physical short.</a:t>
                </a:r>
                <a:endParaRPr lang="en-SG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927461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slide shows a simplified visualisation with only 3 neurons for ease of understanding</a:t>
            </a:r>
          </a:p>
          <a:p>
            <a:r>
              <a:rPr lang="en-SG" dirty="0"/>
              <a:t>Here after receiving input spike, this neuron can fire and exhibits Lateral Inhibition to other neurons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19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96744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Here is the same visualisation where Neuron 1 has SA1</a:t>
            </a:r>
          </a:p>
          <a:p>
            <a:r>
              <a:rPr lang="en-SG" dirty="0"/>
              <a:t>As mentioned before, it becomes hyperactive</a:t>
            </a:r>
          </a:p>
          <a:p>
            <a:r>
              <a:rPr lang="en-SG" dirty="0"/>
              <a:t>(Just read)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99940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D92D5-92EA-867D-933B-3059BD7F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C310B-A786-BD24-75BF-F06E2D50C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038A6-7918-88BF-0083-A33126C62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slide shows how we fixed it</a:t>
            </a:r>
          </a:p>
          <a:p>
            <a:r>
              <a:rPr lang="en-SG" dirty="0"/>
              <a:t>We detect the faulty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F871E-3E56-1B2B-6D08-38E3A732B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634439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6B62-EF54-6219-1655-9BFA54B6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A1BAF-49FB-59AC-7A34-C3BA576D4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E8E4-2014-C0D0-9773-7C94A9AA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LHS is spike timing with SA1 at Neuron 4</a:t>
            </a:r>
          </a:p>
          <a:p>
            <a:r>
              <a:rPr lang="en-SG" dirty="0"/>
              <a:t>RHS is by doing STDP-DIP to restore other neurons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E0C70-C5DD-3EC5-A16C-B7FCCA0E4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87132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F307-A96A-8967-A73C-5EC2B729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8A44F-3340-8E40-8280-69261F99C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6EAB1-19B7-AA78-CEF2-BB5D499EC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5B2C4-77B9-EABA-688F-3220BA5BF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420690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A094F-20BC-C352-0F6F-FB423BC1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54CED-CC32-9F22-4DE4-588F4BE3F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FDECA-7F8E-16C4-DE3B-2BC6B1867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400 neuron with diff BER, in summary accuracy improved by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24B7E-6BA5-2FD4-F2A5-D8590778A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48876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25227-5AC2-6884-CA1C-80959227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8C9D9-BFC6-DE7C-2B3A-9D193681E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B52C3-C04E-9F63-093C-C44F5A4E4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1000 neuron with diff BER, in summary accuracy improved by …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557FE-8B0B-79B8-31B3-9320FC486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400154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slide shows all cases</a:t>
            </a:r>
          </a:p>
          <a:p>
            <a:r>
              <a:rPr lang="en-SG" dirty="0"/>
              <a:t>In summary we can restore to original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831048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F78B-B54D-13C8-EBDC-124D1B3E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E5678-3E13-4926-64A6-D04EF3A26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EFA1D-87B3-B922-86CF-54728802E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91F8-56A3-1696-B53F-534F9E100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29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256187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We have shown that we can restore the overall accuracy</a:t>
            </a:r>
          </a:p>
          <a:p>
            <a:r>
              <a:rPr lang="en-SG" dirty="0"/>
              <a:t>One </a:t>
            </a:r>
            <a:r>
              <a:rPr lang="en-SG"/>
              <a:t>question is </a:t>
            </a:r>
            <a:r>
              <a:rPr lang="en-SG" dirty="0"/>
              <a:t>how much energy can </a:t>
            </a:r>
            <a:r>
              <a:rPr lang="en-SG"/>
              <a:t>be saved </a:t>
            </a:r>
            <a:r>
              <a:rPr lang="en-SG" dirty="0"/>
              <a:t>with </a:t>
            </a:r>
            <a:r>
              <a:rPr lang="en-SG" dirty="0" err="1"/>
              <a:t>undervolting</a:t>
            </a:r>
            <a:endParaRPr lang="en-SG" dirty="0"/>
          </a:p>
          <a:p>
            <a:r>
              <a:rPr lang="en-SG" dirty="0"/>
              <a:t>This equation shows the relative energy reduction</a:t>
            </a:r>
          </a:p>
          <a:p>
            <a:r>
              <a:rPr lang="en-SG" dirty="0"/>
              <a:t>(Just read)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31932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D0D5-A652-EFA6-8B8D-A22A0CC2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356A6-0CCE-C0F6-893E-0D1C04DA9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4B915-4739-19F3-6289-759366612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1B3F8-AE73-2040-30C9-6B45AE291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12310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766191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710006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432758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816093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</a:rPr>
              <a:t>Now that we have converted our heavy image data into lightweight binary spikes, how does the hardware actually process them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CF3FE-C834-3449-83D9-D7F0D2C1F4AB}" type="slidenum">
              <a:rPr lang="en-JP" smtClean="0"/>
              <a:t>37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88661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BC03-3594-B699-C823-6A01377AC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11CC0-625E-C046-75CB-DC25A3279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F6FDD-9606-CFEF-D145-E100066A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E4606-EAAD-0F38-1AC3-24A65E2B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A8B31-78D4-2887-4675-CC14C455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7879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A1F4-FCFA-FFD8-75DA-FC8F4F84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7DBC3-8A22-D085-6625-BEE269C64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7135-C66B-49A4-F397-1F4F12CB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1A13E-10C6-9AA8-042F-C2204916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E1230-600F-1CDD-BA10-61E1E141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7163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DFD6-4BBA-EA02-7B38-BA4A6CE5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25D83-7720-AAD5-D111-D3F127D92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C765C-03DF-03AF-9CB0-E4155761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F01D-275B-E7FA-2EF4-38DB7A6D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EFCB-3B8C-EE92-41D3-1A8B13CC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5709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F0DE-B6D0-4A31-C50E-8A0844EF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8A66-8BA5-D388-A83E-A4183CE57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17B24-26A3-3868-1189-C1B309ACC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6B733-4C70-177C-C3FB-0175BC62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992C1-1C6C-3A97-F9EA-B042D96BA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0BA38-3458-990B-7AB4-DAC11317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0322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D75C-5937-3DF8-1BA3-7997519D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CF5F6-4853-EB82-D3D1-55022C06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39CBD-8FCB-6758-8AC2-65B270FE1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7C2F0A-AAE8-499E-C1FA-65628285C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0CFDD-FCA1-3276-EC55-D067798E7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54775-68C4-AA3D-54DE-12A9FCF8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1E06-57A2-F01A-450E-69127A4E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D74D1-CC1C-4398-CFD8-ECF014C9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5202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B8A7-92F2-FE21-995D-D13FCA8A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3AF8A-A478-32BF-6C20-122D81B6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A2C70-923C-32EB-7014-2347466C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A3A90-C970-E2E3-7360-AA58CFE2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119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92B65-429C-89B1-8299-60EB39B3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824BF-9923-48C0-32F4-C7A91817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72701-7668-6C68-DA34-F25A43C4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097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60FF-8158-F0BA-6003-BF6BA9F4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3999-9D29-DB6C-723E-DA6BF84D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265C7-A552-4495-28B7-E907C5EC5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ACA45-8E11-F7BC-03D3-5C0F4BDB5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9D3A4-E788-E3DC-AF30-D682DED0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B74E6-B6F4-7E90-EA5E-9E165286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552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5810-D00D-E4D3-ED84-8E835DD7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1001A-CD62-C5B4-F04E-701CAF843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66EA6-F955-E2E6-423A-F4EA5D973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B4815-AEC3-FE2C-B6DC-9696EF25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14E09-C025-E1A1-3BE7-81860A9F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DE31F-440B-0DE2-0446-AEB17DE2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9735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5EF8-4533-AD28-2B28-C64EBABDD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3C399-6EB2-EC7D-4820-8883E74C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B3D53-2718-9049-CB04-98AD75E8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2E707-3133-C743-6935-CE06F6FA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C662B-0E2F-5E94-1C94-579F4CF9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3875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1D435-FB5F-B2F1-1E9E-C93ECF811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76E75-3B35-D0DF-022F-086E1C693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24A13-9730-6B4C-E040-8D79DD6D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431AC-C114-D162-107E-071A7D1A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52E95-6652-70EB-68F4-77F40C74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7548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55C22-B12B-50BD-3F18-1A95F54E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B51C9-85A3-32E0-7BEC-9A2E9F5C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E0627-0FA5-6DC1-54AB-AD9FB52B0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01A59-267F-1526-4D3E-2CE62CAB2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D377B-C6C8-19A0-10D1-C7D139421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75D0E-D6FD-4847-A4AD-7D56F7F6616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8009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9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1.png"/><Relationship Id="rId4" Type="http://schemas.openxmlformats.org/officeDocument/2006/relationships/image" Target="../media/image150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BC0BF-4BFC-5EC4-6A46-3C3BEB1D8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Resilient On-Chip STDP Learning Under</a:t>
            </a:r>
            <a:br>
              <a:rPr lang="en-US" dirty="0"/>
            </a:br>
            <a:r>
              <a:rPr lang="en-US" dirty="0"/>
              <a:t>Memory Voltage Scaling</a:t>
            </a:r>
            <a:endParaRPr lang="en-J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582A4-61FB-712D-35C6-0ABA95022D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ja-JP" dirty="0"/>
              <a:t>Subbaiah Ravi Hariprakash</a:t>
            </a:r>
          </a:p>
          <a:p>
            <a:pPr>
              <a:defRPr/>
            </a:pPr>
            <a:r>
              <a:rPr lang="en-US" altLang="ja-JP" dirty="0"/>
              <a:t>Supervised by Prof. Khanh N. Dang</a:t>
            </a:r>
          </a:p>
          <a:p>
            <a:pPr>
              <a:defRPr/>
            </a:pPr>
            <a:r>
              <a:rPr lang="en-US" altLang="ja-JP" dirty="0"/>
              <a:t>m5282026</a:t>
            </a:r>
          </a:p>
          <a:p>
            <a:pPr>
              <a:defRPr/>
            </a:pPr>
            <a:r>
              <a:rPr lang="en-US" altLang="ja-JP" dirty="0"/>
              <a:t>06/08/2026</a:t>
            </a:r>
          </a:p>
        </p:txBody>
      </p:sp>
    </p:spTree>
    <p:extLst>
      <p:ext uri="{BB962C8B-B14F-4D97-AF65-F5344CB8AC3E}">
        <p14:creationId xmlns:p14="http://schemas.microsoft.com/office/powerpoint/2010/main" val="2459526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4454-BF93-F2C9-C005-7D3C5700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Conten</a:t>
            </a:r>
            <a:r>
              <a:rPr lang="en-SG" dirty="0"/>
              <a:t>t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46A95-CE2F-123C-DCE6-09D079CF5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buNone/>
            </a:pPr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56384-B34A-B4C8-F772-A2AB23FD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6A3C-4EE4-4B9F-AD7F-7B8B7302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023B0-C852-D582-5467-4AECF742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637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5CD7-0C77-E30A-7ED6-8D6A7F30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A305-C926-7EEA-769C-27DA6751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Conten</a:t>
            </a:r>
            <a:r>
              <a:rPr lang="en-SG" dirty="0"/>
              <a:t>t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D89B8-1BFC-7461-2F30-50AE1A503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Energy Consumption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Types of Learning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Spiking Neural Networks (SNNs)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LIF Neuron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On-Chip STDP Learning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Overall Architecture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Voltage effects on DRAM and SNNs</a:t>
            </a:r>
          </a:p>
          <a:p>
            <a:pPr>
              <a:lnSpc>
                <a:spcPct val="110000"/>
              </a:lnSpc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10000"/>
              </a:lnSpc>
            </a:pPr>
            <a:r>
              <a:rPr lang="en-IN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10000"/>
              </a:lnSpc>
            </a:pPr>
            <a:r>
              <a:rPr lang="en-IN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4C62C-824F-BB8D-E2C4-2A30FDA4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EE591-962D-FC8E-DCA5-63515262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F0E08-5D32-2E6D-8D38-E042B10C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5058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A581-C534-3ABC-1926-6B014899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F195-22B6-E6BE-3707-EF1F772E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B1ED5-1D06-8F95-6B5C-FF008A35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399A08-048C-DE64-3AE7-DDF6CFCC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23" t="22887" r="13313" b="3875"/>
          <a:stretch>
            <a:fillRect/>
          </a:stretch>
        </p:blipFill>
        <p:spPr>
          <a:xfrm>
            <a:off x="992762" y="2113438"/>
            <a:ext cx="3266273" cy="28903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503168-F8F9-8588-20FF-00D6055F8E3F}"/>
                  </a:ext>
                </a:extLst>
              </p:cNvPr>
              <p:cNvSpPr txBox="1"/>
              <p:nvPr/>
            </p:nvSpPr>
            <p:spPr>
              <a:xfrm>
                <a:off x="559253" y="5127548"/>
                <a:ext cx="4656364" cy="316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400" dirty="0"/>
                  <a:t>(a) Predicted power consumption due to AI usage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SG" sz="1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SG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SG" sz="14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endParaRPr lang="en-SG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503168-F8F9-8588-20FF-00D6055F8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53" y="5127548"/>
                <a:ext cx="4656364" cy="316946"/>
              </a:xfrm>
              <a:prstGeom prst="rect">
                <a:avLst/>
              </a:prstGeom>
              <a:blipFill>
                <a:blip r:embed="rId4"/>
                <a:stretch>
                  <a:fillRect b="-211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DB22BE98-C0BA-6FAC-28D9-08B327F63B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187" t="5366" r="9506" b="3187"/>
          <a:stretch>
            <a:fillRect/>
          </a:stretch>
        </p:blipFill>
        <p:spPr>
          <a:xfrm>
            <a:off x="5641042" y="2123395"/>
            <a:ext cx="5862927" cy="28964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4CD65B-EB18-0E7C-7747-0BDA39AAB1E9}"/>
                  </a:ext>
                </a:extLst>
              </p:cNvPr>
              <p:cNvSpPr txBox="1"/>
              <p:nvPr/>
            </p:nvSpPr>
            <p:spPr>
              <a:xfrm>
                <a:off x="5445915" y="5127548"/>
                <a:ext cx="7034230" cy="316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(b) Energy consumption breakdown of three CNNs on a modern CNN accelerator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SG" sz="1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SG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SG" sz="14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endParaRPr lang="en-SG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4CD65B-EB18-0E7C-7747-0BDA39AAB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915" y="5127548"/>
                <a:ext cx="7034230" cy="316946"/>
              </a:xfrm>
              <a:prstGeom prst="rect">
                <a:avLst/>
              </a:prstGeom>
              <a:blipFill>
                <a:blip r:embed="rId6"/>
                <a:stretch>
                  <a:fillRect l="-260" b="-211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84C5473-05F2-4A78-09AA-56A0CF0AC61C}"/>
              </a:ext>
            </a:extLst>
          </p:cNvPr>
          <p:cNvSpPr/>
          <p:nvPr/>
        </p:nvSpPr>
        <p:spPr>
          <a:xfrm>
            <a:off x="6933329" y="2198370"/>
            <a:ext cx="685800" cy="1344930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CE4AB3-8894-BF24-E634-4053D8C5BD36}"/>
              </a:ext>
            </a:extLst>
          </p:cNvPr>
          <p:cNvSpPr/>
          <p:nvPr/>
        </p:nvSpPr>
        <p:spPr>
          <a:xfrm>
            <a:off x="8605919" y="2198370"/>
            <a:ext cx="685800" cy="1802130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2CEDF4-C447-AE7F-68AA-09F8077F3F7D}"/>
              </a:ext>
            </a:extLst>
          </p:cNvPr>
          <p:cNvSpPr/>
          <p:nvPr/>
        </p:nvSpPr>
        <p:spPr>
          <a:xfrm>
            <a:off x="10286129" y="2198370"/>
            <a:ext cx="685800" cy="1436370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DC1D66-488A-EDCA-C8AB-5F4E33DEBDC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7276229" y="1690688"/>
            <a:ext cx="830036" cy="50768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ADA98A-647E-259F-FEB2-F217B332D4C5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8948819" y="1700645"/>
            <a:ext cx="0" cy="49772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B06AA2-100E-B3A1-2265-4430D0BEB46F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9815038" y="1685133"/>
            <a:ext cx="813991" cy="5132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7FEB6C9-2B55-64D6-9BB4-C1F4C4285D18}"/>
              </a:ext>
            </a:extLst>
          </p:cNvPr>
          <p:cNvSpPr txBox="1"/>
          <p:nvPr/>
        </p:nvSpPr>
        <p:spPr>
          <a:xfrm>
            <a:off x="7401686" y="1128946"/>
            <a:ext cx="3094265" cy="523220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Energy consumption due to memory (DRAM) ~50% - 70%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376A99-EC18-0AFA-B9CF-D4AD79CC8261}"/>
              </a:ext>
            </a:extLst>
          </p:cNvPr>
          <p:cNvSpPr/>
          <p:nvPr/>
        </p:nvSpPr>
        <p:spPr>
          <a:xfrm>
            <a:off x="6933329" y="2203925"/>
            <a:ext cx="685800" cy="1344930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E0A2EC-C4F4-42F1-2F90-DDD84CEAB36C}"/>
              </a:ext>
            </a:extLst>
          </p:cNvPr>
          <p:cNvSpPr/>
          <p:nvPr/>
        </p:nvSpPr>
        <p:spPr>
          <a:xfrm>
            <a:off x="8605919" y="2203925"/>
            <a:ext cx="685800" cy="1802130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164930-4940-1200-B3E4-59298F47F391}"/>
              </a:ext>
            </a:extLst>
          </p:cNvPr>
          <p:cNvSpPr/>
          <p:nvPr/>
        </p:nvSpPr>
        <p:spPr>
          <a:xfrm>
            <a:off x="10286129" y="2203925"/>
            <a:ext cx="685800" cy="1436370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B4C792-EDB8-174F-F4E0-5EBB47E3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EE29D-F833-8825-F62E-A243DCBC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5542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BB48-4F28-FAD2-EEEF-C7DEE7ED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Off-Chip and On-Chip Learning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609AB-5FAB-FFBB-D690-52D72F79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pic>
        <p:nvPicPr>
          <p:cNvPr id="5" name="Picture 2" descr="Raspberry Pi Circuit Board Diagram">
            <a:extLst>
              <a:ext uri="{FF2B5EF4-FFF2-40B4-BE49-F238E27FC236}">
                <a16:creationId xmlns:a16="http://schemas.microsoft.com/office/drawing/2014/main" id="{E6C4B227-AB33-EB00-AC44-EC76464FC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479" y="4525036"/>
            <a:ext cx="1976387" cy="134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Editable Icon of Cloud Computing Server, Vector illustration isolated ...">
            <a:extLst>
              <a:ext uri="{FF2B5EF4-FFF2-40B4-BE49-F238E27FC236}">
                <a16:creationId xmlns:a16="http://schemas.microsoft.com/office/drawing/2014/main" id="{A988CC08-74C2-A0F1-EDE9-50FE637E8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945" y="1583703"/>
            <a:ext cx="2092921" cy="209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BB9BD9C8-D0AE-B34D-572A-2B067D5C7EBF}"/>
              </a:ext>
            </a:extLst>
          </p:cNvPr>
          <p:cNvCxnSpPr>
            <a:cxnSpLocks/>
            <a:stCxn id="5" idx="1"/>
            <a:endCxn id="2050" idx="1"/>
          </p:cNvCxnSpPr>
          <p:nvPr/>
        </p:nvCxnSpPr>
        <p:spPr>
          <a:xfrm rot="10800000">
            <a:off x="2003945" y="2630164"/>
            <a:ext cx="116534" cy="2565432"/>
          </a:xfrm>
          <a:prstGeom prst="curvedConnector3">
            <a:avLst>
              <a:gd name="adj1" fmla="val 418225"/>
            </a:avLst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0C3536E-DEC0-21A1-D9BF-24D6B220B6C6}"/>
              </a:ext>
            </a:extLst>
          </p:cNvPr>
          <p:cNvCxnSpPr>
            <a:cxnSpLocks/>
            <a:stCxn id="2050" idx="3"/>
            <a:endCxn id="5" idx="3"/>
          </p:cNvCxnSpPr>
          <p:nvPr/>
        </p:nvCxnSpPr>
        <p:spPr>
          <a:xfrm>
            <a:off x="4096866" y="2630164"/>
            <a:ext cx="12700" cy="2565432"/>
          </a:xfrm>
          <a:prstGeom prst="curvedConnector3">
            <a:avLst>
              <a:gd name="adj1" fmla="val 3000000"/>
            </a:avLst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CF62070-4831-5DAE-240A-90A05A334BBA}"/>
              </a:ext>
            </a:extLst>
          </p:cNvPr>
          <p:cNvSpPr txBox="1"/>
          <p:nvPr/>
        </p:nvSpPr>
        <p:spPr>
          <a:xfrm>
            <a:off x="183934" y="3708906"/>
            <a:ext cx="1531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Raw Data</a:t>
            </a:r>
          </a:p>
          <a:p>
            <a:pPr algn="ctr"/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6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 Images)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7ADD31-7E2B-9CDF-D0BD-7046A8BEC9E4}"/>
              </a:ext>
            </a:extLst>
          </p:cNvPr>
          <p:cNvSpPr txBox="1"/>
          <p:nvPr/>
        </p:nvSpPr>
        <p:spPr>
          <a:xfrm>
            <a:off x="4344443" y="3743603"/>
            <a:ext cx="1658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Fixed Model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25BD3-6BE8-EA0C-C65A-6D7B8C8D8701}"/>
              </a:ext>
            </a:extLst>
          </p:cNvPr>
          <p:cNvSpPr txBox="1"/>
          <p:nvPr/>
        </p:nvSpPr>
        <p:spPr>
          <a:xfrm>
            <a:off x="780490" y="6039404"/>
            <a:ext cx="4656364" cy="316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(a) Off-Chip learning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6FBBE62-8A42-969E-B58D-23342229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D3FA01-D30D-1026-8596-D2CF9A92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5</a:t>
            </a:fld>
            <a:endParaRPr lang="en-JP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4F80B-385C-63AE-5329-1D1B6AA47BA5}"/>
              </a:ext>
            </a:extLst>
          </p:cNvPr>
          <p:cNvSpPr txBox="1"/>
          <p:nvPr/>
        </p:nvSpPr>
        <p:spPr>
          <a:xfrm>
            <a:off x="1842150" y="1652595"/>
            <a:ext cx="25330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Neural Network trained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 descr="Raspberry Pi Circuit Board Diagram">
            <a:extLst>
              <a:ext uri="{FF2B5EF4-FFF2-40B4-BE49-F238E27FC236}">
                <a16:creationId xmlns:a16="http://schemas.microsoft.com/office/drawing/2014/main" id="{4FD186DE-8A02-FA3B-E247-68DCBA13A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953" y="4525036"/>
            <a:ext cx="1976387" cy="134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Editable Icon of Cloud Computing Server, Vector illustration isolated ...">
            <a:extLst>
              <a:ext uri="{FF2B5EF4-FFF2-40B4-BE49-F238E27FC236}">
                <a16:creationId xmlns:a16="http://schemas.microsoft.com/office/drawing/2014/main" id="{A65B99E6-17CB-2E60-37A3-A2CE0D149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259" y="1583703"/>
            <a:ext cx="2092921" cy="209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4FE78B-E264-0BFD-1701-32C29C48C2A1}"/>
              </a:ext>
            </a:extLst>
          </p:cNvPr>
          <p:cNvSpPr txBox="1"/>
          <p:nvPr/>
        </p:nvSpPr>
        <p:spPr>
          <a:xfrm>
            <a:off x="6450964" y="6039404"/>
            <a:ext cx="4656364" cy="316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(b) On-Chip learning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3EDE589-0290-6BFC-73E7-CE408BDFC404}"/>
              </a:ext>
            </a:extLst>
          </p:cNvPr>
          <p:cNvCxnSpPr>
            <a:cxnSpLocks/>
          </p:cNvCxnSpPr>
          <p:nvPr/>
        </p:nvCxnSpPr>
        <p:spPr>
          <a:xfrm rot="10800000">
            <a:off x="7654099" y="2630164"/>
            <a:ext cx="116534" cy="2565432"/>
          </a:xfrm>
          <a:prstGeom prst="curvedConnector3">
            <a:avLst>
              <a:gd name="adj1" fmla="val 296166"/>
            </a:avLst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C02D318-F235-4AE6-4196-252EAAA14A18}"/>
              </a:ext>
            </a:extLst>
          </p:cNvPr>
          <p:cNvSpPr/>
          <p:nvPr/>
        </p:nvSpPr>
        <p:spPr>
          <a:xfrm>
            <a:off x="7143444" y="2604763"/>
            <a:ext cx="558800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19EEC521-88E5-75FE-81F9-D2DA571173B6}"/>
              </a:ext>
            </a:extLst>
          </p:cNvPr>
          <p:cNvSpPr/>
          <p:nvPr/>
        </p:nvSpPr>
        <p:spPr>
          <a:xfrm>
            <a:off x="7143444" y="3550808"/>
            <a:ext cx="558800" cy="628475"/>
          </a:xfrm>
          <a:prstGeom prst="mathMultiply">
            <a:avLst>
              <a:gd name="adj1" fmla="val 25338"/>
            </a:avLst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076" name="Picture 4" descr="Colorful Gears Cliparts #2502253 | Clipart Library">
            <a:extLst>
              <a:ext uri="{FF2B5EF4-FFF2-40B4-BE49-F238E27FC236}">
                <a16:creationId xmlns:a16="http://schemas.microsoft.com/office/drawing/2014/main" id="{C94D5200-1AEB-B088-7EC9-1D7366435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948" y="4053468"/>
            <a:ext cx="606396" cy="55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8FFC6484-1257-E3FD-857D-2FFB3AF3EFA2}"/>
              </a:ext>
            </a:extLst>
          </p:cNvPr>
          <p:cNvSpPr/>
          <p:nvPr/>
        </p:nvSpPr>
        <p:spPr>
          <a:xfrm>
            <a:off x="7866846" y="3993570"/>
            <a:ext cx="1859853" cy="1903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2E58F0-62DE-5B76-5C60-356ECE4E5EEC}"/>
              </a:ext>
            </a:extLst>
          </p:cNvPr>
          <p:cNvSpPr txBox="1"/>
          <p:nvPr/>
        </p:nvSpPr>
        <p:spPr>
          <a:xfrm>
            <a:off x="8710719" y="3507347"/>
            <a:ext cx="2847664" cy="3385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Neural network trained locally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5F88874-6D68-978B-6FF7-EA5B89E27EC6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9184221" y="3845901"/>
            <a:ext cx="950330" cy="34763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61AA4E5-B0EE-C6C8-3D9B-BA99B9D9288F}"/>
              </a:ext>
            </a:extLst>
          </p:cNvPr>
          <p:cNvSpPr txBox="1"/>
          <p:nvPr/>
        </p:nvSpPr>
        <p:spPr>
          <a:xfrm>
            <a:off x="4870761" y="5454629"/>
            <a:ext cx="2272683" cy="5847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High energy efficiency needed for on chip</a:t>
            </a:r>
          </a:p>
        </p:txBody>
      </p:sp>
    </p:spTree>
    <p:extLst>
      <p:ext uri="{BB962C8B-B14F-4D97-AF65-F5344CB8AC3E}">
        <p14:creationId xmlns:p14="http://schemas.microsoft.com/office/powerpoint/2010/main" val="340922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2A8A-12A6-1C63-98F4-F17B74A5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F0F0-6B2D-3E1A-D616-D802351E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Spiking Neural Networks</a:t>
            </a:r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C9CE2-1E8A-74A1-E1B3-13816882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ABDEF-9EB7-97F3-EE6E-6035D6051F9A}"/>
              </a:ext>
            </a:extLst>
          </p:cNvPr>
          <p:cNvSpPr/>
          <p:nvPr/>
        </p:nvSpPr>
        <p:spPr>
          <a:xfrm>
            <a:off x="7913699" y="4818844"/>
            <a:ext cx="418249" cy="2222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Google Shape;1855;p19">
            <a:extLst>
              <a:ext uri="{FF2B5EF4-FFF2-40B4-BE49-F238E27FC236}">
                <a16:creationId xmlns:a16="http://schemas.microsoft.com/office/drawing/2014/main" id="{81D4C11D-5D39-44E0-66EC-3A4EFF332220}"/>
              </a:ext>
            </a:extLst>
          </p:cNvPr>
          <p:cNvCxnSpPr>
            <a:cxnSpLocks/>
          </p:cNvCxnSpPr>
          <p:nvPr/>
        </p:nvCxnSpPr>
        <p:spPr>
          <a:xfrm>
            <a:off x="8638672" y="4070406"/>
            <a:ext cx="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Google Shape;1855;p19">
            <a:extLst>
              <a:ext uri="{FF2B5EF4-FFF2-40B4-BE49-F238E27FC236}">
                <a16:creationId xmlns:a16="http://schemas.microsoft.com/office/drawing/2014/main" id="{FA67B280-E613-724A-1ADF-9FE6896A142E}"/>
              </a:ext>
            </a:extLst>
          </p:cNvPr>
          <p:cNvCxnSpPr>
            <a:cxnSpLocks/>
          </p:cNvCxnSpPr>
          <p:nvPr/>
        </p:nvCxnSpPr>
        <p:spPr>
          <a:xfrm>
            <a:off x="9207335" y="4635493"/>
            <a:ext cx="0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8B68079-C972-200D-24D8-94224BC0F43C}"/>
              </a:ext>
            </a:extLst>
          </p:cNvPr>
          <p:cNvSpPr/>
          <p:nvPr/>
        </p:nvSpPr>
        <p:spPr>
          <a:xfrm flipV="1">
            <a:off x="2998499" y="3339640"/>
            <a:ext cx="1351587" cy="1308153"/>
          </a:xfrm>
          <a:custGeom>
            <a:avLst/>
            <a:gdLst>
              <a:gd name="connsiteX0" fmla="*/ 22 w 1351587"/>
              <a:gd name="connsiteY0" fmla="*/ -315 h 1308153"/>
              <a:gd name="connsiteX1" fmla="*/ 1351609 w 1351587"/>
              <a:gd name="connsiteY1" fmla="*/ -315 h 1308153"/>
              <a:gd name="connsiteX2" fmla="*/ 1351609 w 1351587"/>
              <a:gd name="connsiteY2" fmla="*/ 1307839 h 1308153"/>
              <a:gd name="connsiteX3" fmla="*/ 22 w 1351587"/>
              <a:gd name="connsiteY3" fmla="*/ 1307839 h 1308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1587" h="1308153">
                <a:moveTo>
                  <a:pt x="22" y="-315"/>
                </a:moveTo>
                <a:lnTo>
                  <a:pt x="1351609" y="-315"/>
                </a:lnTo>
                <a:lnTo>
                  <a:pt x="1351609" y="1307839"/>
                </a:lnTo>
                <a:lnTo>
                  <a:pt x="22" y="1307839"/>
                </a:lnTo>
                <a:close/>
              </a:path>
            </a:pathLst>
          </a:custGeom>
          <a:solidFill>
            <a:srgbClr val="FFFFFF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78BBD9-126D-E23D-1585-FA5646E79014}"/>
              </a:ext>
            </a:extLst>
          </p:cNvPr>
          <p:cNvSpPr/>
          <p:nvPr/>
        </p:nvSpPr>
        <p:spPr>
          <a:xfrm flipV="1">
            <a:off x="2998499" y="3564380"/>
            <a:ext cx="1351587" cy="915942"/>
          </a:xfrm>
          <a:custGeom>
            <a:avLst/>
            <a:gdLst>
              <a:gd name="connsiteX0" fmla="*/ 22 w 1351587"/>
              <a:gd name="connsiteY0" fmla="*/ -315 h 1308153"/>
              <a:gd name="connsiteX1" fmla="*/ 1351609 w 1351587"/>
              <a:gd name="connsiteY1" fmla="*/ -315 h 1308153"/>
              <a:gd name="connsiteX2" fmla="*/ 1351609 w 1351587"/>
              <a:gd name="connsiteY2" fmla="*/ 1307839 h 1308153"/>
              <a:gd name="connsiteX3" fmla="*/ 22 w 1351587"/>
              <a:gd name="connsiteY3" fmla="*/ 1307839 h 1308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1587" h="1308153">
                <a:moveTo>
                  <a:pt x="22" y="-315"/>
                </a:moveTo>
                <a:lnTo>
                  <a:pt x="1351609" y="-315"/>
                </a:lnTo>
                <a:lnTo>
                  <a:pt x="1351609" y="1307839"/>
                </a:lnTo>
                <a:lnTo>
                  <a:pt x="22" y="1307839"/>
                </a:lnTo>
                <a:close/>
              </a:path>
            </a:pathLst>
          </a:custGeom>
          <a:noFill/>
          <a:ln w="17559" cap="flat">
            <a:solidFill>
              <a:srgbClr val="7F7F7F"/>
            </a:solidFill>
            <a:prstDash val="sysDash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040BB57-21F7-4397-9676-BEF7BD97D7F7}"/>
              </a:ext>
            </a:extLst>
          </p:cNvPr>
          <p:cNvSpPr/>
          <p:nvPr/>
        </p:nvSpPr>
        <p:spPr>
          <a:xfrm flipV="1">
            <a:off x="7587247" y="2998139"/>
            <a:ext cx="2337778" cy="1482183"/>
          </a:xfrm>
          <a:custGeom>
            <a:avLst/>
            <a:gdLst>
              <a:gd name="connsiteX0" fmla="*/ 166 w 2337778"/>
              <a:gd name="connsiteY0" fmla="*/ -365 h 1482183"/>
              <a:gd name="connsiteX1" fmla="*/ 2337945 w 2337778"/>
              <a:gd name="connsiteY1" fmla="*/ -365 h 1482183"/>
              <a:gd name="connsiteX2" fmla="*/ 2337945 w 2337778"/>
              <a:gd name="connsiteY2" fmla="*/ 1481818 h 1482183"/>
              <a:gd name="connsiteX3" fmla="*/ 166 w 2337778"/>
              <a:gd name="connsiteY3" fmla="*/ 1481818 h 148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778" h="1482183">
                <a:moveTo>
                  <a:pt x="166" y="-365"/>
                </a:moveTo>
                <a:lnTo>
                  <a:pt x="2337945" y="-365"/>
                </a:lnTo>
                <a:lnTo>
                  <a:pt x="2337945" y="1481818"/>
                </a:lnTo>
                <a:lnTo>
                  <a:pt x="166" y="1481818"/>
                </a:lnTo>
                <a:close/>
              </a:path>
            </a:pathLst>
          </a:custGeom>
          <a:solidFill>
            <a:srgbClr val="FFFFFF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473298F-9AC8-2D24-B4E3-1D644735E6BD}"/>
              </a:ext>
            </a:extLst>
          </p:cNvPr>
          <p:cNvSpPr/>
          <p:nvPr/>
        </p:nvSpPr>
        <p:spPr>
          <a:xfrm flipV="1">
            <a:off x="7587247" y="2998139"/>
            <a:ext cx="2337778" cy="1482183"/>
          </a:xfrm>
          <a:custGeom>
            <a:avLst/>
            <a:gdLst>
              <a:gd name="connsiteX0" fmla="*/ 166 w 2337778"/>
              <a:gd name="connsiteY0" fmla="*/ -365 h 1482183"/>
              <a:gd name="connsiteX1" fmla="*/ 2337945 w 2337778"/>
              <a:gd name="connsiteY1" fmla="*/ -365 h 1482183"/>
              <a:gd name="connsiteX2" fmla="*/ 2337945 w 2337778"/>
              <a:gd name="connsiteY2" fmla="*/ 1481818 h 1482183"/>
              <a:gd name="connsiteX3" fmla="*/ 166 w 2337778"/>
              <a:gd name="connsiteY3" fmla="*/ 1481818 h 1482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7778" h="1482183">
                <a:moveTo>
                  <a:pt x="166" y="-365"/>
                </a:moveTo>
                <a:lnTo>
                  <a:pt x="2337945" y="-365"/>
                </a:lnTo>
                <a:lnTo>
                  <a:pt x="2337945" y="1481818"/>
                </a:lnTo>
                <a:lnTo>
                  <a:pt x="166" y="1481818"/>
                </a:lnTo>
                <a:close/>
              </a:path>
            </a:pathLst>
          </a:custGeom>
          <a:noFill/>
          <a:ln w="17559" cap="flat">
            <a:solidFill>
              <a:srgbClr val="7F7F7F"/>
            </a:solidFill>
            <a:prstDash val="sysDash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6E68919-CC3C-F3C8-1CAC-94F9F2465565}"/>
              </a:ext>
            </a:extLst>
          </p:cNvPr>
          <p:cNvSpPr/>
          <p:nvPr/>
        </p:nvSpPr>
        <p:spPr>
          <a:xfrm flipV="1">
            <a:off x="5378407" y="1670525"/>
            <a:ext cx="1335070" cy="4131749"/>
          </a:xfrm>
          <a:custGeom>
            <a:avLst/>
            <a:gdLst>
              <a:gd name="connsiteX0" fmla="*/ 89 w 1335070"/>
              <a:gd name="connsiteY0" fmla="*/ -362 h 4131749"/>
              <a:gd name="connsiteX1" fmla="*/ 1335160 w 1335070"/>
              <a:gd name="connsiteY1" fmla="*/ -362 h 4131749"/>
              <a:gd name="connsiteX2" fmla="*/ 1335160 w 1335070"/>
              <a:gd name="connsiteY2" fmla="*/ 4131388 h 4131749"/>
              <a:gd name="connsiteX3" fmla="*/ 89 w 1335070"/>
              <a:gd name="connsiteY3" fmla="*/ 4131388 h 413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5070" h="4131749">
                <a:moveTo>
                  <a:pt x="89" y="-362"/>
                </a:moveTo>
                <a:lnTo>
                  <a:pt x="1335160" y="-362"/>
                </a:lnTo>
                <a:lnTo>
                  <a:pt x="1335160" y="4131388"/>
                </a:lnTo>
                <a:lnTo>
                  <a:pt x="89" y="4131388"/>
                </a:lnTo>
                <a:close/>
              </a:path>
            </a:pathLst>
          </a:custGeom>
          <a:solidFill>
            <a:srgbClr val="FFFFFF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EF3FA8A-DBBC-9690-BC29-F8B19C2F5BE4}"/>
              </a:ext>
            </a:extLst>
          </p:cNvPr>
          <p:cNvSpPr/>
          <p:nvPr/>
        </p:nvSpPr>
        <p:spPr>
          <a:xfrm flipV="1">
            <a:off x="5378407" y="1690688"/>
            <a:ext cx="1335070" cy="4131749"/>
          </a:xfrm>
          <a:custGeom>
            <a:avLst/>
            <a:gdLst>
              <a:gd name="connsiteX0" fmla="*/ 89 w 1335070"/>
              <a:gd name="connsiteY0" fmla="*/ -362 h 4131749"/>
              <a:gd name="connsiteX1" fmla="*/ 1335160 w 1335070"/>
              <a:gd name="connsiteY1" fmla="*/ -362 h 4131749"/>
              <a:gd name="connsiteX2" fmla="*/ 1335160 w 1335070"/>
              <a:gd name="connsiteY2" fmla="*/ 4131388 h 4131749"/>
              <a:gd name="connsiteX3" fmla="*/ 89 w 1335070"/>
              <a:gd name="connsiteY3" fmla="*/ 4131388 h 413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5070" h="4131749">
                <a:moveTo>
                  <a:pt x="89" y="-362"/>
                </a:moveTo>
                <a:lnTo>
                  <a:pt x="1335160" y="-362"/>
                </a:lnTo>
                <a:lnTo>
                  <a:pt x="1335160" y="4131388"/>
                </a:lnTo>
                <a:lnTo>
                  <a:pt x="89" y="4131388"/>
                </a:lnTo>
                <a:close/>
              </a:path>
            </a:pathLst>
          </a:custGeom>
          <a:noFill/>
          <a:ln w="17559" cap="flat">
            <a:solidFill>
              <a:srgbClr val="7F7F7F"/>
            </a:solidFill>
            <a:prstDash val="sysDash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A1C93FF-DCE5-DA0C-0002-7D56B44C9431}"/>
              </a:ext>
            </a:extLst>
          </p:cNvPr>
          <p:cNvSpPr/>
          <p:nvPr/>
        </p:nvSpPr>
        <p:spPr>
          <a:xfrm flipV="1">
            <a:off x="5896625" y="1810144"/>
            <a:ext cx="245933" cy="245937"/>
          </a:xfrm>
          <a:custGeom>
            <a:avLst/>
            <a:gdLst>
              <a:gd name="connsiteX0" fmla="*/ 88 w 245933"/>
              <a:gd name="connsiteY0" fmla="*/ 122244 h 245937"/>
              <a:gd name="connsiteX1" fmla="*/ 123055 w 245933"/>
              <a:gd name="connsiteY1" fmla="*/ 245212 h 245937"/>
              <a:gd name="connsiteX2" fmla="*/ 246022 w 245933"/>
              <a:gd name="connsiteY2" fmla="*/ 122244 h 245937"/>
              <a:gd name="connsiteX3" fmla="*/ 123055 w 245933"/>
              <a:gd name="connsiteY3" fmla="*/ -725 h 245937"/>
              <a:gd name="connsiteX4" fmla="*/ 88 w 245933"/>
              <a:gd name="connsiteY4" fmla="*/ 122244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244"/>
                </a:moveTo>
                <a:cubicBezTo>
                  <a:pt x="88" y="190169"/>
                  <a:pt x="55131" y="245212"/>
                  <a:pt x="123055" y="245212"/>
                </a:cubicBezTo>
                <a:cubicBezTo>
                  <a:pt x="190863" y="245212"/>
                  <a:pt x="246022" y="190169"/>
                  <a:pt x="246022" y="122244"/>
                </a:cubicBezTo>
                <a:cubicBezTo>
                  <a:pt x="246022" y="54318"/>
                  <a:pt x="190863" y="-725"/>
                  <a:pt x="123055" y="-725"/>
                </a:cubicBezTo>
                <a:cubicBezTo>
                  <a:pt x="55131" y="-725"/>
                  <a:pt x="88" y="54318"/>
                  <a:pt x="88" y="122244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3E8AE8-2A24-5710-B9BB-C3E7F279BBD7}"/>
              </a:ext>
            </a:extLst>
          </p:cNvPr>
          <p:cNvSpPr txBox="1"/>
          <p:nvPr/>
        </p:nvSpPr>
        <p:spPr>
          <a:xfrm>
            <a:off x="5894893" y="1822048"/>
            <a:ext cx="253385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812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BC831CF-4DFB-AC73-94D3-18645FE4990F}"/>
              </a:ext>
            </a:extLst>
          </p:cNvPr>
          <p:cNvSpPr/>
          <p:nvPr/>
        </p:nvSpPr>
        <p:spPr>
          <a:xfrm flipV="1">
            <a:off x="5896625" y="2135133"/>
            <a:ext cx="245933" cy="245937"/>
          </a:xfrm>
          <a:custGeom>
            <a:avLst/>
            <a:gdLst>
              <a:gd name="connsiteX0" fmla="*/ 88 w 245933"/>
              <a:gd name="connsiteY0" fmla="*/ 122308 h 245937"/>
              <a:gd name="connsiteX1" fmla="*/ 123055 w 245933"/>
              <a:gd name="connsiteY1" fmla="*/ 245277 h 245937"/>
              <a:gd name="connsiteX2" fmla="*/ 246022 w 245933"/>
              <a:gd name="connsiteY2" fmla="*/ 122308 h 245937"/>
              <a:gd name="connsiteX3" fmla="*/ 123055 w 245933"/>
              <a:gd name="connsiteY3" fmla="*/ -660 h 245937"/>
              <a:gd name="connsiteX4" fmla="*/ 88 w 245933"/>
              <a:gd name="connsiteY4" fmla="*/ 122308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308"/>
                </a:moveTo>
                <a:cubicBezTo>
                  <a:pt x="88" y="190234"/>
                  <a:pt x="55131" y="245277"/>
                  <a:pt x="123055" y="245277"/>
                </a:cubicBezTo>
                <a:cubicBezTo>
                  <a:pt x="190863" y="245277"/>
                  <a:pt x="246022" y="190234"/>
                  <a:pt x="246022" y="122308"/>
                </a:cubicBezTo>
                <a:cubicBezTo>
                  <a:pt x="246022" y="54383"/>
                  <a:pt x="190863" y="-660"/>
                  <a:pt x="123055" y="-660"/>
                </a:cubicBezTo>
                <a:cubicBezTo>
                  <a:pt x="55131" y="-660"/>
                  <a:pt x="88" y="54383"/>
                  <a:pt x="88" y="122308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93FD27-41A1-AB6D-52C1-0CA7F05A34E1}"/>
              </a:ext>
            </a:extLst>
          </p:cNvPr>
          <p:cNvSpPr txBox="1"/>
          <p:nvPr/>
        </p:nvSpPr>
        <p:spPr>
          <a:xfrm>
            <a:off x="5894893" y="2147271"/>
            <a:ext cx="242374" cy="217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B0D79BA-E815-64FD-C411-6FD9719E3C65}"/>
              </a:ext>
            </a:extLst>
          </p:cNvPr>
          <p:cNvSpPr/>
          <p:nvPr/>
        </p:nvSpPr>
        <p:spPr>
          <a:xfrm flipV="1">
            <a:off x="5896625" y="2460121"/>
            <a:ext cx="245933" cy="245937"/>
          </a:xfrm>
          <a:custGeom>
            <a:avLst/>
            <a:gdLst>
              <a:gd name="connsiteX0" fmla="*/ 88 w 245933"/>
              <a:gd name="connsiteY0" fmla="*/ 122373 h 245937"/>
              <a:gd name="connsiteX1" fmla="*/ 123055 w 245933"/>
              <a:gd name="connsiteY1" fmla="*/ 245342 h 245937"/>
              <a:gd name="connsiteX2" fmla="*/ 246022 w 245933"/>
              <a:gd name="connsiteY2" fmla="*/ 122373 h 245937"/>
              <a:gd name="connsiteX3" fmla="*/ 123055 w 245933"/>
              <a:gd name="connsiteY3" fmla="*/ -596 h 245937"/>
              <a:gd name="connsiteX4" fmla="*/ 88 w 245933"/>
              <a:gd name="connsiteY4" fmla="*/ 122373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373"/>
                </a:moveTo>
                <a:cubicBezTo>
                  <a:pt x="88" y="190299"/>
                  <a:pt x="55131" y="245342"/>
                  <a:pt x="123055" y="245342"/>
                </a:cubicBezTo>
                <a:cubicBezTo>
                  <a:pt x="190863" y="245342"/>
                  <a:pt x="246022" y="190299"/>
                  <a:pt x="246022" y="122373"/>
                </a:cubicBezTo>
                <a:cubicBezTo>
                  <a:pt x="246022" y="54448"/>
                  <a:pt x="190863" y="-596"/>
                  <a:pt x="123055" y="-596"/>
                </a:cubicBezTo>
                <a:cubicBezTo>
                  <a:pt x="55131" y="-596"/>
                  <a:pt x="88" y="54448"/>
                  <a:pt x="88" y="122373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C3A71-D52A-2AEB-6F72-5CD8EFF94F66}"/>
              </a:ext>
            </a:extLst>
          </p:cNvPr>
          <p:cNvSpPr txBox="1"/>
          <p:nvPr/>
        </p:nvSpPr>
        <p:spPr>
          <a:xfrm>
            <a:off x="5894893" y="2472876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64919E1-ED7F-D8DC-F7BD-FB141E4EE1C0}"/>
              </a:ext>
            </a:extLst>
          </p:cNvPr>
          <p:cNvSpPr/>
          <p:nvPr/>
        </p:nvSpPr>
        <p:spPr>
          <a:xfrm flipV="1">
            <a:off x="5896625" y="2785110"/>
            <a:ext cx="245933" cy="245937"/>
          </a:xfrm>
          <a:custGeom>
            <a:avLst/>
            <a:gdLst>
              <a:gd name="connsiteX0" fmla="*/ 88 w 245933"/>
              <a:gd name="connsiteY0" fmla="*/ 122438 h 245937"/>
              <a:gd name="connsiteX1" fmla="*/ 123055 w 245933"/>
              <a:gd name="connsiteY1" fmla="*/ 245407 h 245937"/>
              <a:gd name="connsiteX2" fmla="*/ 246022 w 245933"/>
              <a:gd name="connsiteY2" fmla="*/ 122438 h 245937"/>
              <a:gd name="connsiteX3" fmla="*/ 123055 w 245933"/>
              <a:gd name="connsiteY3" fmla="*/ -531 h 245937"/>
              <a:gd name="connsiteX4" fmla="*/ 88 w 245933"/>
              <a:gd name="connsiteY4" fmla="*/ 122438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438"/>
                </a:moveTo>
                <a:cubicBezTo>
                  <a:pt x="88" y="190363"/>
                  <a:pt x="55131" y="245407"/>
                  <a:pt x="123055" y="245407"/>
                </a:cubicBezTo>
                <a:cubicBezTo>
                  <a:pt x="190863" y="245407"/>
                  <a:pt x="246022" y="190363"/>
                  <a:pt x="246022" y="122438"/>
                </a:cubicBezTo>
                <a:cubicBezTo>
                  <a:pt x="246022" y="54512"/>
                  <a:pt x="190863" y="-531"/>
                  <a:pt x="123055" y="-531"/>
                </a:cubicBezTo>
                <a:cubicBezTo>
                  <a:pt x="55131" y="-531"/>
                  <a:pt x="88" y="54512"/>
                  <a:pt x="88" y="122438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460395-826F-1DFE-826C-8C46653527F3}"/>
              </a:ext>
            </a:extLst>
          </p:cNvPr>
          <p:cNvSpPr txBox="1"/>
          <p:nvPr/>
        </p:nvSpPr>
        <p:spPr>
          <a:xfrm>
            <a:off x="5894893" y="2798099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E00D3E8-D9D4-32D6-064B-62F96F856E70}"/>
              </a:ext>
            </a:extLst>
          </p:cNvPr>
          <p:cNvSpPr/>
          <p:nvPr/>
        </p:nvSpPr>
        <p:spPr>
          <a:xfrm flipV="1">
            <a:off x="5896625" y="3110099"/>
            <a:ext cx="245933" cy="245937"/>
          </a:xfrm>
          <a:custGeom>
            <a:avLst/>
            <a:gdLst>
              <a:gd name="connsiteX0" fmla="*/ 88 w 245933"/>
              <a:gd name="connsiteY0" fmla="*/ 122503 h 245937"/>
              <a:gd name="connsiteX1" fmla="*/ 123055 w 245933"/>
              <a:gd name="connsiteY1" fmla="*/ 245471 h 245937"/>
              <a:gd name="connsiteX2" fmla="*/ 246022 w 245933"/>
              <a:gd name="connsiteY2" fmla="*/ 122503 h 245937"/>
              <a:gd name="connsiteX3" fmla="*/ 123055 w 245933"/>
              <a:gd name="connsiteY3" fmla="*/ -466 h 245937"/>
              <a:gd name="connsiteX4" fmla="*/ 88 w 245933"/>
              <a:gd name="connsiteY4" fmla="*/ 122503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503"/>
                </a:moveTo>
                <a:cubicBezTo>
                  <a:pt x="88" y="190428"/>
                  <a:pt x="55131" y="245471"/>
                  <a:pt x="123055" y="245471"/>
                </a:cubicBezTo>
                <a:cubicBezTo>
                  <a:pt x="190863" y="245471"/>
                  <a:pt x="246022" y="190428"/>
                  <a:pt x="246022" y="122503"/>
                </a:cubicBezTo>
                <a:cubicBezTo>
                  <a:pt x="246022" y="54577"/>
                  <a:pt x="190863" y="-466"/>
                  <a:pt x="123055" y="-466"/>
                </a:cubicBezTo>
                <a:cubicBezTo>
                  <a:pt x="55131" y="-466"/>
                  <a:pt x="88" y="54577"/>
                  <a:pt x="88" y="122503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F93DAA-2B41-F7A6-61D4-1DAD4B1F5780}"/>
              </a:ext>
            </a:extLst>
          </p:cNvPr>
          <p:cNvSpPr txBox="1"/>
          <p:nvPr/>
        </p:nvSpPr>
        <p:spPr>
          <a:xfrm>
            <a:off x="5894893" y="312344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4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B209AB6-999C-D87B-CB02-D621C45BFF3D}"/>
              </a:ext>
            </a:extLst>
          </p:cNvPr>
          <p:cNvSpPr/>
          <p:nvPr/>
        </p:nvSpPr>
        <p:spPr>
          <a:xfrm flipV="1">
            <a:off x="5896625" y="3435088"/>
            <a:ext cx="245933" cy="245937"/>
          </a:xfrm>
          <a:custGeom>
            <a:avLst/>
            <a:gdLst>
              <a:gd name="connsiteX0" fmla="*/ 88 w 245933"/>
              <a:gd name="connsiteY0" fmla="*/ 122567 h 245937"/>
              <a:gd name="connsiteX1" fmla="*/ 123055 w 245933"/>
              <a:gd name="connsiteY1" fmla="*/ 245536 h 245937"/>
              <a:gd name="connsiteX2" fmla="*/ 246022 w 245933"/>
              <a:gd name="connsiteY2" fmla="*/ 122567 h 245937"/>
              <a:gd name="connsiteX3" fmla="*/ 123055 w 245933"/>
              <a:gd name="connsiteY3" fmla="*/ -401 h 245937"/>
              <a:gd name="connsiteX4" fmla="*/ 88 w 245933"/>
              <a:gd name="connsiteY4" fmla="*/ 122567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567"/>
                </a:moveTo>
                <a:cubicBezTo>
                  <a:pt x="88" y="190493"/>
                  <a:pt x="55131" y="245536"/>
                  <a:pt x="123055" y="245536"/>
                </a:cubicBezTo>
                <a:cubicBezTo>
                  <a:pt x="190863" y="245536"/>
                  <a:pt x="246022" y="190493"/>
                  <a:pt x="246022" y="122567"/>
                </a:cubicBezTo>
                <a:cubicBezTo>
                  <a:pt x="246022" y="54642"/>
                  <a:pt x="190863" y="-401"/>
                  <a:pt x="123055" y="-401"/>
                </a:cubicBezTo>
                <a:cubicBezTo>
                  <a:pt x="55131" y="-401"/>
                  <a:pt x="88" y="54642"/>
                  <a:pt x="88" y="122567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1AAE7A-9CB9-E76D-1BFC-1DA7AF9AF959}"/>
              </a:ext>
            </a:extLst>
          </p:cNvPr>
          <p:cNvSpPr txBox="1"/>
          <p:nvPr/>
        </p:nvSpPr>
        <p:spPr>
          <a:xfrm>
            <a:off x="5894893" y="344878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5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A63E88D-E1CE-21E3-7771-B822E3792D50}"/>
              </a:ext>
            </a:extLst>
          </p:cNvPr>
          <p:cNvSpPr/>
          <p:nvPr/>
        </p:nvSpPr>
        <p:spPr>
          <a:xfrm flipV="1">
            <a:off x="5896625" y="4480322"/>
            <a:ext cx="245933" cy="245937"/>
          </a:xfrm>
          <a:custGeom>
            <a:avLst/>
            <a:gdLst>
              <a:gd name="connsiteX0" fmla="*/ 88 w 245933"/>
              <a:gd name="connsiteY0" fmla="*/ 122776 h 245937"/>
              <a:gd name="connsiteX1" fmla="*/ 123055 w 245933"/>
              <a:gd name="connsiteY1" fmla="*/ 245744 h 245937"/>
              <a:gd name="connsiteX2" fmla="*/ 246022 w 245933"/>
              <a:gd name="connsiteY2" fmla="*/ 122776 h 245937"/>
              <a:gd name="connsiteX3" fmla="*/ 123055 w 245933"/>
              <a:gd name="connsiteY3" fmla="*/ -193 h 245937"/>
              <a:gd name="connsiteX4" fmla="*/ 88 w 245933"/>
              <a:gd name="connsiteY4" fmla="*/ 122776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776"/>
                </a:moveTo>
                <a:cubicBezTo>
                  <a:pt x="88" y="190701"/>
                  <a:pt x="55131" y="245744"/>
                  <a:pt x="123055" y="245744"/>
                </a:cubicBezTo>
                <a:cubicBezTo>
                  <a:pt x="190863" y="245744"/>
                  <a:pt x="246022" y="190701"/>
                  <a:pt x="246022" y="122776"/>
                </a:cubicBezTo>
                <a:cubicBezTo>
                  <a:pt x="246022" y="54850"/>
                  <a:pt x="190863" y="-193"/>
                  <a:pt x="123055" y="-193"/>
                </a:cubicBezTo>
                <a:cubicBezTo>
                  <a:pt x="55131" y="-193"/>
                  <a:pt x="88" y="54850"/>
                  <a:pt x="88" y="122776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4A7C138-C911-2C4A-3D59-1D33572A4EE1}"/>
              </a:ext>
            </a:extLst>
          </p:cNvPr>
          <p:cNvSpPr/>
          <p:nvPr/>
        </p:nvSpPr>
        <p:spPr>
          <a:xfrm flipV="1">
            <a:off x="5896625" y="4805311"/>
            <a:ext cx="245933" cy="245937"/>
          </a:xfrm>
          <a:custGeom>
            <a:avLst/>
            <a:gdLst>
              <a:gd name="connsiteX0" fmla="*/ 88 w 245933"/>
              <a:gd name="connsiteY0" fmla="*/ 122840 h 245937"/>
              <a:gd name="connsiteX1" fmla="*/ 123055 w 245933"/>
              <a:gd name="connsiteY1" fmla="*/ 245809 h 245937"/>
              <a:gd name="connsiteX2" fmla="*/ 246022 w 245933"/>
              <a:gd name="connsiteY2" fmla="*/ 122840 h 245937"/>
              <a:gd name="connsiteX3" fmla="*/ 123055 w 245933"/>
              <a:gd name="connsiteY3" fmla="*/ -128 h 245937"/>
              <a:gd name="connsiteX4" fmla="*/ 88 w 245933"/>
              <a:gd name="connsiteY4" fmla="*/ 122840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840"/>
                </a:moveTo>
                <a:cubicBezTo>
                  <a:pt x="88" y="190766"/>
                  <a:pt x="55131" y="245809"/>
                  <a:pt x="123055" y="245809"/>
                </a:cubicBezTo>
                <a:cubicBezTo>
                  <a:pt x="190863" y="245809"/>
                  <a:pt x="246022" y="190766"/>
                  <a:pt x="246022" y="122840"/>
                </a:cubicBezTo>
                <a:cubicBezTo>
                  <a:pt x="246022" y="54915"/>
                  <a:pt x="190863" y="-128"/>
                  <a:pt x="123055" y="-128"/>
                </a:cubicBezTo>
                <a:cubicBezTo>
                  <a:pt x="55131" y="-128"/>
                  <a:pt x="88" y="54915"/>
                  <a:pt x="88" y="122840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E2320-B718-3D68-1BD9-4B02838837D5}"/>
              </a:ext>
            </a:extLst>
          </p:cNvPr>
          <p:cNvSpPr/>
          <p:nvPr/>
        </p:nvSpPr>
        <p:spPr>
          <a:xfrm flipV="1">
            <a:off x="5896625" y="5130300"/>
            <a:ext cx="245933" cy="245937"/>
          </a:xfrm>
          <a:custGeom>
            <a:avLst/>
            <a:gdLst>
              <a:gd name="connsiteX0" fmla="*/ 88 w 245933"/>
              <a:gd name="connsiteY0" fmla="*/ 122905 h 245937"/>
              <a:gd name="connsiteX1" fmla="*/ 123055 w 245933"/>
              <a:gd name="connsiteY1" fmla="*/ 245874 h 245937"/>
              <a:gd name="connsiteX2" fmla="*/ 246022 w 245933"/>
              <a:gd name="connsiteY2" fmla="*/ 122905 h 245937"/>
              <a:gd name="connsiteX3" fmla="*/ 123055 w 245933"/>
              <a:gd name="connsiteY3" fmla="*/ -64 h 245937"/>
              <a:gd name="connsiteX4" fmla="*/ 88 w 245933"/>
              <a:gd name="connsiteY4" fmla="*/ 122905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905"/>
                </a:moveTo>
                <a:cubicBezTo>
                  <a:pt x="88" y="190831"/>
                  <a:pt x="55131" y="245874"/>
                  <a:pt x="123055" y="245874"/>
                </a:cubicBezTo>
                <a:cubicBezTo>
                  <a:pt x="190863" y="245874"/>
                  <a:pt x="246022" y="190831"/>
                  <a:pt x="246022" y="122905"/>
                </a:cubicBezTo>
                <a:cubicBezTo>
                  <a:pt x="246022" y="54980"/>
                  <a:pt x="190863" y="-64"/>
                  <a:pt x="123055" y="-64"/>
                </a:cubicBezTo>
                <a:cubicBezTo>
                  <a:pt x="55131" y="-64"/>
                  <a:pt x="88" y="54980"/>
                  <a:pt x="88" y="122905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B2E4AE7-925F-EE33-2AFD-CB172270C80F}"/>
              </a:ext>
            </a:extLst>
          </p:cNvPr>
          <p:cNvSpPr/>
          <p:nvPr/>
        </p:nvSpPr>
        <p:spPr>
          <a:xfrm flipV="1">
            <a:off x="5896625" y="5455288"/>
            <a:ext cx="245933" cy="245937"/>
          </a:xfrm>
          <a:custGeom>
            <a:avLst/>
            <a:gdLst>
              <a:gd name="connsiteX0" fmla="*/ 88 w 245933"/>
              <a:gd name="connsiteY0" fmla="*/ 122970 h 245937"/>
              <a:gd name="connsiteX1" fmla="*/ 123055 w 245933"/>
              <a:gd name="connsiteY1" fmla="*/ 245939 h 245937"/>
              <a:gd name="connsiteX2" fmla="*/ 246022 w 245933"/>
              <a:gd name="connsiteY2" fmla="*/ 122970 h 245937"/>
              <a:gd name="connsiteX3" fmla="*/ 123055 w 245933"/>
              <a:gd name="connsiteY3" fmla="*/ 1 h 245937"/>
              <a:gd name="connsiteX4" fmla="*/ 88 w 245933"/>
              <a:gd name="connsiteY4" fmla="*/ 122970 h 24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933" h="245937">
                <a:moveTo>
                  <a:pt x="88" y="122970"/>
                </a:moveTo>
                <a:cubicBezTo>
                  <a:pt x="88" y="190896"/>
                  <a:pt x="55131" y="245939"/>
                  <a:pt x="123055" y="245939"/>
                </a:cubicBezTo>
                <a:cubicBezTo>
                  <a:pt x="190863" y="245939"/>
                  <a:pt x="246022" y="190896"/>
                  <a:pt x="246022" y="122970"/>
                </a:cubicBezTo>
                <a:cubicBezTo>
                  <a:pt x="246022" y="55044"/>
                  <a:pt x="190863" y="1"/>
                  <a:pt x="123055" y="1"/>
                </a:cubicBezTo>
                <a:cubicBezTo>
                  <a:pt x="55131" y="1"/>
                  <a:pt x="88" y="55044"/>
                  <a:pt x="88" y="122970"/>
                </a:cubicBezTo>
                <a:close/>
              </a:path>
            </a:pathLst>
          </a:custGeom>
          <a:solidFill>
            <a:srgbClr val="4472C4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E12B5B7-6C87-D965-C903-07CBFE1483AE}"/>
              </a:ext>
            </a:extLst>
          </p:cNvPr>
          <p:cNvSpPr/>
          <p:nvPr/>
        </p:nvSpPr>
        <p:spPr>
          <a:xfrm flipV="1">
            <a:off x="3181197" y="3651394"/>
            <a:ext cx="1036436" cy="567411"/>
          </a:xfrm>
          <a:custGeom>
            <a:avLst/>
            <a:gdLst>
              <a:gd name="connsiteX0" fmla="*/ 22 w 1036436"/>
              <a:gd name="connsiteY0" fmla="*/ -335 h 913481"/>
              <a:gd name="connsiteX1" fmla="*/ 1036459 w 1036436"/>
              <a:gd name="connsiteY1" fmla="*/ -335 h 913481"/>
              <a:gd name="connsiteX2" fmla="*/ 1036459 w 1036436"/>
              <a:gd name="connsiteY2" fmla="*/ 913147 h 913481"/>
              <a:gd name="connsiteX3" fmla="*/ 22 w 1036436"/>
              <a:gd name="connsiteY3" fmla="*/ 913147 h 913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436" h="913481">
                <a:moveTo>
                  <a:pt x="22" y="-335"/>
                </a:moveTo>
                <a:lnTo>
                  <a:pt x="1036459" y="-335"/>
                </a:lnTo>
                <a:lnTo>
                  <a:pt x="1036459" y="913147"/>
                </a:lnTo>
                <a:lnTo>
                  <a:pt x="22" y="913147"/>
                </a:lnTo>
                <a:close/>
              </a:path>
            </a:pathLst>
          </a:custGeom>
          <a:solidFill>
            <a:srgbClr val="F2F2F2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C38CC38-E51A-2964-34D1-AF8C83A33F53}"/>
              </a:ext>
            </a:extLst>
          </p:cNvPr>
          <p:cNvSpPr/>
          <p:nvPr/>
        </p:nvSpPr>
        <p:spPr>
          <a:xfrm flipV="1">
            <a:off x="3181197" y="3644954"/>
            <a:ext cx="1036436" cy="573852"/>
          </a:xfrm>
          <a:custGeom>
            <a:avLst/>
            <a:gdLst>
              <a:gd name="connsiteX0" fmla="*/ 22 w 1036436"/>
              <a:gd name="connsiteY0" fmla="*/ -335 h 913481"/>
              <a:gd name="connsiteX1" fmla="*/ 1036459 w 1036436"/>
              <a:gd name="connsiteY1" fmla="*/ -335 h 913481"/>
              <a:gd name="connsiteX2" fmla="*/ 1036459 w 1036436"/>
              <a:gd name="connsiteY2" fmla="*/ 913147 h 913481"/>
              <a:gd name="connsiteX3" fmla="*/ 22 w 1036436"/>
              <a:gd name="connsiteY3" fmla="*/ 913147 h 913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436" h="913481">
                <a:moveTo>
                  <a:pt x="22" y="-335"/>
                </a:moveTo>
                <a:lnTo>
                  <a:pt x="1036459" y="-335"/>
                </a:lnTo>
                <a:lnTo>
                  <a:pt x="1036459" y="913147"/>
                </a:lnTo>
                <a:lnTo>
                  <a:pt x="22" y="913147"/>
                </a:lnTo>
                <a:close/>
              </a:path>
            </a:pathLst>
          </a:custGeom>
          <a:noFill/>
          <a:ln w="11705" cap="flat">
            <a:solidFill>
              <a:srgbClr val="7F7F7F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B4331B-0CF2-68B8-D5F9-E0E2E9FFAE61}"/>
              </a:ext>
            </a:extLst>
          </p:cNvPr>
          <p:cNvSpPr txBox="1"/>
          <p:nvPr/>
        </p:nvSpPr>
        <p:spPr>
          <a:xfrm>
            <a:off x="3435259" y="3666160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34EA87-6DFA-2DA4-40F5-0E38A18C19E5}"/>
              </a:ext>
            </a:extLst>
          </p:cNvPr>
          <p:cNvSpPr txBox="1"/>
          <p:nvPr/>
        </p:nvSpPr>
        <p:spPr>
          <a:xfrm>
            <a:off x="3477355" y="366616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E706A9-B11E-BD3A-34FB-7D3A85ED87AC}"/>
              </a:ext>
            </a:extLst>
          </p:cNvPr>
          <p:cNvSpPr txBox="1"/>
          <p:nvPr/>
        </p:nvSpPr>
        <p:spPr>
          <a:xfrm>
            <a:off x="3561708" y="366616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784970-FD8D-8B68-48E8-665861E835FE}"/>
              </a:ext>
            </a:extLst>
          </p:cNvPr>
          <p:cNvSpPr txBox="1"/>
          <p:nvPr/>
        </p:nvSpPr>
        <p:spPr>
          <a:xfrm>
            <a:off x="3646062" y="366616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u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F30774-474A-B8F9-B07D-E66F0040B5B4}"/>
              </a:ext>
            </a:extLst>
          </p:cNvPr>
          <p:cNvSpPr txBox="1"/>
          <p:nvPr/>
        </p:nvSpPr>
        <p:spPr>
          <a:xfrm>
            <a:off x="3730415" y="3666160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B31138-3248-E114-C345-2171485BC5D0}"/>
              </a:ext>
            </a:extLst>
          </p:cNvPr>
          <p:cNvSpPr txBox="1"/>
          <p:nvPr/>
        </p:nvSpPr>
        <p:spPr>
          <a:xfrm>
            <a:off x="3364992" y="3863409"/>
            <a:ext cx="290675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5EE7CC-53B3-64AB-FB4C-69AA37AB872C}"/>
              </a:ext>
            </a:extLst>
          </p:cNvPr>
          <p:cNvSpPr txBox="1"/>
          <p:nvPr/>
        </p:nvSpPr>
        <p:spPr>
          <a:xfrm>
            <a:off x="3470364" y="3863409"/>
            <a:ext cx="272761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393289-A78A-209F-914E-156F5B9DB2AA}"/>
              </a:ext>
            </a:extLst>
          </p:cNvPr>
          <p:cNvSpPr txBox="1"/>
          <p:nvPr/>
        </p:nvSpPr>
        <p:spPr>
          <a:xfrm>
            <a:off x="3554727" y="3863409"/>
            <a:ext cx="218785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E3A602-56D7-44D8-6889-CD8DB30A0808}"/>
              </a:ext>
            </a:extLst>
          </p:cNvPr>
          <p:cNvSpPr txBox="1"/>
          <p:nvPr/>
        </p:nvSpPr>
        <p:spPr>
          <a:xfrm>
            <a:off x="3589797" y="3863409"/>
            <a:ext cx="263686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D024B3-A100-65BF-F2D3-9A94ECA31D36}"/>
              </a:ext>
            </a:extLst>
          </p:cNvPr>
          <p:cNvSpPr txBox="1"/>
          <p:nvPr/>
        </p:nvSpPr>
        <p:spPr>
          <a:xfrm>
            <a:off x="3667048" y="3863409"/>
            <a:ext cx="272761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837303-62E8-0C88-A7BC-44B2AD6026DD}"/>
              </a:ext>
            </a:extLst>
          </p:cNvPr>
          <p:cNvSpPr txBox="1"/>
          <p:nvPr/>
        </p:nvSpPr>
        <p:spPr>
          <a:xfrm>
            <a:off x="3758198" y="3863409"/>
            <a:ext cx="263686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56251F4-19F7-F7E1-9A9A-655BB58647FB}"/>
              </a:ext>
            </a:extLst>
          </p:cNvPr>
          <p:cNvSpPr/>
          <p:nvPr/>
        </p:nvSpPr>
        <p:spPr>
          <a:xfrm flipV="1">
            <a:off x="4215373" y="1933113"/>
            <a:ext cx="1681252" cy="1960706"/>
          </a:xfrm>
          <a:custGeom>
            <a:avLst/>
            <a:gdLst>
              <a:gd name="connsiteX0" fmla="*/ 4511 w 1681252"/>
              <a:gd name="connsiteY0" fmla="*/ -530 h 1960706"/>
              <a:gd name="connsiteX1" fmla="*/ 1645360 w 1681252"/>
              <a:gd name="connsiteY1" fmla="*/ 1913800 h 1960706"/>
              <a:gd name="connsiteX2" fmla="*/ 1640910 w 1681252"/>
              <a:gd name="connsiteY2" fmla="*/ 1917548 h 1960706"/>
              <a:gd name="connsiteX3" fmla="*/ 61 w 1681252"/>
              <a:gd name="connsiteY3" fmla="*/ 3335 h 1960706"/>
              <a:gd name="connsiteX4" fmla="*/ 1662224 w 1681252"/>
              <a:gd name="connsiteY4" fmla="*/ 1883936 h 1960706"/>
              <a:gd name="connsiteX5" fmla="*/ 1681313 w 1681252"/>
              <a:gd name="connsiteY5" fmla="*/ 1960177 h 1960706"/>
              <a:gd name="connsiteX6" fmla="*/ 1608821 w 1681252"/>
              <a:gd name="connsiteY6" fmla="*/ 1929611 h 1960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1252" h="1960706">
                <a:moveTo>
                  <a:pt x="4511" y="-530"/>
                </a:moveTo>
                <a:lnTo>
                  <a:pt x="1645360" y="1913800"/>
                </a:lnTo>
                <a:lnTo>
                  <a:pt x="1640910" y="1917548"/>
                </a:lnTo>
                <a:lnTo>
                  <a:pt x="61" y="3335"/>
                </a:lnTo>
                <a:close/>
                <a:moveTo>
                  <a:pt x="1662224" y="1883936"/>
                </a:moveTo>
                <a:lnTo>
                  <a:pt x="1681313" y="1960177"/>
                </a:lnTo>
                <a:lnTo>
                  <a:pt x="1608821" y="1929611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DD685E-9228-513D-5237-F94D63E1FF56}"/>
              </a:ext>
            </a:extLst>
          </p:cNvPr>
          <p:cNvSpPr txBox="1"/>
          <p:nvPr/>
        </p:nvSpPr>
        <p:spPr>
          <a:xfrm rot="5400000">
            <a:off x="5874240" y="3861243"/>
            <a:ext cx="464240" cy="405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802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…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63E43BA-988E-D21B-4EF9-EAF48D4A462D}"/>
              </a:ext>
            </a:extLst>
          </p:cNvPr>
          <p:cNvSpPr/>
          <p:nvPr/>
        </p:nvSpPr>
        <p:spPr>
          <a:xfrm flipV="1">
            <a:off x="4215607" y="2258101"/>
            <a:ext cx="1681018" cy="1635835"/>
          </a:xfrm>
          <a:custGeom>
            <a:avLst/>
            <a:gdLst>
              <a:gd name="connsiteX0" fmla="*/ 4160 w 1681018"/>
              <a:gd name="connsiteY0" fmla="*/ -497 h 1635835"/>
              <a:gd name="connsiteX1" fmla="*/ 1641144 w 1681018"/>
              <a:gd name="connsiteY1" fmla="*/ 1592358 h 1635835"/>
              <a:gd name="connsiteX2" fmla="*/ 1637045 w 1681018"/>
              <a:gd name="connsiteY2" fmla="*/ 1596574 h 1635835"/>
              <a:gd name="connsiteX3" fmla="*/ 61 w 1681018"/>
              <a:gd name="connsiteY3" fmla="*/ 3718 h 1635835"/>
              <a:gd name="connsiteX4" fmla="*/ 1655198 w 1681018"/>
              <a:gd name="connsiteY4" fmla="*/ 1561089 h 1635835"/>
              <a:gd name="connsiteX5" fmla="*/ 1681079 w 1681018"/>
              <a:gd name="connsiteY5" fmla="*/ 1635338 h 1635835"/>
              <a:gd name="connsiteX6" fmla="*/ 1606128 w 1681018"/>
              <a:gd name="connsiteY6" fmla="*/ 1611447 h 163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1018" h="1635835">
                <a:moveTo>
                  <a:pt x="4160" y="-497"/>
                </a:moveTo>
                <a:lnTo>
                  <a:pt x="1641144" y="1592358"/>
                </a:lnTo>
                <a:lnTo>
                  <a:pt x="1637045" y="1596574"/>
                </a:lnTo>
                <a:lnTo>
                  <a:pt x="61" y="3718"/>
                </a:lnTo>
                <a:close/>
                <a:moveTo>
                  <a:pt x="1655198" y="1561089"/>
                </a:moveTo>
                <a:lnTo>
                  <a:pt x="1681079" y="1635338"/>
                </a:lnTo>
                <a:lnTo>
                  <a:pt x="1606128" y="1611447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3358851-DE4D-430C-7156-C35BA835617D}"/>
              </a:ext>
            </a:extLst>
          </p:cNvPr>
          <p:cNvSpPr/>
          <p:nvPr/>
        </p:nvSpPr>
        <p:spPr>
          <a:xfrm flipV="1">
            <a:off x="4215841" y="2583090"/>
            <a:ext cx="1680783" cy="1311081"/>
          </a:xfrm>
          <a:custGeom>
            <a:avLst/>
            <a:gdLst>
              <a:gd name="connsiteX0" fmla="*/ 3691 w 1680783"/>
              <a:gd name="connsiteY0" fmla="*/ -465 h 1311081"/>
              <a:gd name="connsiteX1" fmla="*/ 1636460 w 1680783"/>
              <a:gd name="connsiteY1" fmla="*/ 1272320 h 1311081"/>
              <a:gd name="connsiteX2" fmla="*/ 1632829 w 1680783"/>
              <a:gd name="connsiteY2" fmla="*/ 1276887 h 1311081"/>
              <a:gd name="connsiteX3" fmla="*/ 61 w 1680783"/>
              <a:gd name="connsiteY3" fmla="*/ 4103 h 1311081"/>
              <a:gd name="connsiteX4" fmla="*/ 1647000 w 1680783"/>
              <a:gd name="connsiteY4" fmla="*/ 1239646 h 1311081"/>
              <a:gd name="connsiteX5" fmla="*/ 1680845 w 1680783"/>
              <a:gd name="connsiteY5" fmla="*/ 1310616 h 1311081"/>
              <a:gd name="connsiteX6" fmla="*/ 1603786 w 1680783"/>
              <a:gd name="connsiteY6" fmla="*/ 1295040 h 1311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0783" h="1311081">
                <a:moveTo>
                  <a:pt x="3691" y="-465"/>
                </a:moveTo>
                <a:lnTo>
                  <a:pt x="1636460" y="1272320"/>
                </a:lnTo>
                <a:lnTo>
                  <a:pt x="1632829" y="1276887"/>
                </a:lnTo>
                <a:lnTo>
                  <a:pt x="61" y="4103"/>
                </a:lnTo>
                <a:close/>
                <a:moveTo>
                  <a:pt x="1647000" y="1239646"/>
                </a:moveTo>
                <a:lnTo>
                  <a:pt x="1680845" y="1310616"/>
                </a:lnTo>
                <a:lnTo>
                  <a:pt x="1603786" y="1295040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3508A31-CC69-3D16-D611-E963784AA8F4}"/>
              </a:ext>
            </a:extLst>
          </p:cNvPr>
          <p:cNvSpPr/>
          <p:nvPr/>
        </p:nvSpPr>
        <p:spPr>
          <a:xfrm flipV="1">
            <a:off x="4216193" y="2908079"/>
            <a:ext cx="1680432" cy="986325"/>
          </a:xfrm>
          <a:custGeom>
            <a:avLst/>
            <a:gdLst>
              <a:gd name="connsiteX0" fmla="*/ 2989 w 1680432"/>
              <a:gd name="connsiteY0" fmla="*/ -433 h 986325"/>
              <a:gd name="connsiteX1" fmla="*/ 1631424 w 1680432"/>
              <a:gd name="connsiteY1" fmla="*/ 953687 h 986325"/>
              <a:gd name="connsiteX2" fmla="*/ 1628496 w 1680432"/>
              <a:gd name="connsiteY2" fmla="*/ 958723 h 986325"/>
              <a:gd name="connsiteX3" fmla="*/ 61 w 1680432"/>
              <a:gd name="connsiteY3" fmla="*/ 4603 h 986325"/>
              <a:gd name="connsiteX4" fmla="*/ 1637631 w 1680432"/>
              <a:gd name="connsiteY4" fmla="*/ 920076 h 986325"/>
              <a:gd name="connsiteX5" fmla="*/ 1680494 w 1680432"/>
              <a:gd name="connsiteY5" fmla="*/ 985893 h 986325"/>
              <a:gd name="connsiteX6" fmla="*/ 1602029 w 1680432"/>
              <a:gd name="connsiteY6" fmla="*/ 980623 h 98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0432" h="986325">
                <a:moveTo>
                  <a:pt x="2989" y="-433"/>
                </a:moveTo>
                <a:lnTo>
                  <a:pt x="1631424" y="953687"/>
                </a:lnTo>
                <a:lnTo>
                  <a:pt x="1628496" y="958723"/>
                </a:lnTo>
                <a:lnTo>
                  <a:pt x="61" y="4603"/>
                </a:lnTo>
                <a:close/>
                <a:moveTo>
                  <a:pt x="1637631" y="920076"/>
                </a:moveTo>
                <a:lnTo>
                  <a:pt x="1680494" y="985893"/>
                </a:lnTo>
                <a:lnTo>
                  <a:pt x="1602029" y="980623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F8DDD6F-7A75-E828-47F6-32B23BC78ED5}"/>
              </a:ext>
            </a:extLst>
          </p:cNvPr>
          <p:cNvSpPr/>
          <p:nvPr/>
        </p:nvSpPr>
        <p:spPr>
          <a:xfrm flipV="1">
            <a:off x="4216544" y="3226041"/>
            <a:ext cx="1680081" cy="668598"/>
          </a:xfrm>
          <a:custGeom>
            <a:avLst/>
            <a:gdLst>
              <a:gd name="connsiteX0" fmla="*/ 2169 w 1680081"/>
              <a:gd name="connsiteY0" fmla="*/ -401 h 668598"/>
              <a:gd name="connsiteX1" fmla="*/ 1626622 w 1680081"/>
              <a:gd name="connsiteY1" fmla="*/ 637045 h 668598"/>
              <a:gd name="connsiteX2" fmla="*/ 1624514 w 1680081"/>
              <a:gd name="connsiteY2" fmla="*/ 642433 h 668598"/>
              <a:gd name="connsiteX3" fmla="*/ 61 w 1680081"/>
              <a:gd name="connsiteY3" fmla="*/ 5103 h 668598"/>
              <a:gd name="connsiteX4" fmla="*/ 1627559 w 1680081"/>
              <a:gd name="connsiteY4" fmla="*/ 602731 h 668598"/>
              <a:gd name="connsiteX5" fmla="*/ 1680142 w 1680081"/>
              <a:gd name="connsiteY5" fmla="*/ 661171 h 668598"/>
              <a:gd name="connsiteX6" fmla="*/ 1601795 w 1680081"/>
              <a:gd name="connsiteY6" fmla="*/ 668197 h 66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0081" h="668598">
                <a:moveTo>
                  <a:pt x="2169" y="-401"/>
                </a:moveTo>
                <a:lnTo>
                  <a:pt x="1626622" y="637045"/>
                </a:lnTo>
                <a:lnTo>
                  <a:pt x="1624514" y="642433"/>
                </a:lnTo>
                <a:lnTo>
                  <a:pt x="61" y="5103"/>
                </a:lnTo>
                <a:close/>
                <a:moveTo>
                  <a:pt x="1627559" y="602731"/>
                </a:moveTo>
                <a:lnTo>
                  <a:pt x="1680142" y="661171"/>
                </a:lnTo>
                <a:lnTo>
                  <a:pt x="1601795" y="668197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60C8D03-54AA-FB2D-6622-5EFD3114A357}"/>
              </a:ext>
            </a:extLst>
          </p:cNvPr>
          <p:cNvSpPr/>
          <p:nvPr/>
        </p:nvSpPr>
        <p:spPr>
          <a:xfrm flipV="1">
            <a:off x="4217012" y="3537327"/>
            <a:ext cx="1679612" cy="357429"/>
          </a:xfrm>
          <a:custGeom>
            <a:avLst/>
            <a:gdLst>
              <a:gd name="connsiteX0" fmla="*/ 1232 w 1679612"/>
              <a:gd name="connsiteY0" fmla="*/ -370 h 357429"/>
              <a:gd name="connsiteX1" fmla="*/ 1622758 w 1679612"/>
              <a:gd name="connsiteY1" fmla="*/ 322043 h 357429"/>
              <a:gd name="connsiteX2" fmla="*/ 1621587 w 1679612"/>
              <a:gd name="connsiteY2" fmla="*/ 327781 h 357429"/>
              <a:gd name="connsiteX3" fmla="*/ 61 w 1679612"/>
              <a:gd name="connsiteY3" fmla="*/ 5369 h 357429"/>
              <a:gd name="connsiteX4" fmla="*/ 1617605 w 1679612"/>
              <a:gd name="connsiteY4" fmla="*/ 288080 h 357429"/>
              <a:gd name="connsiteX5" fmla="*/ 1679674 w 1679612"/>
              <a:gd name="connsiteY5" fmla="*/ 336330 h 357429"/>
              <a:gd name="connsiteX6" fmla="*/ 1603903 w 1679612"/>
              <a:gd name="connsiteY6" fmla="*/ 357059 h 35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9612" h="357429">
                <a:moveTo>
                  <a:pt x="1232" y="-370"/>
                </a:moveTo>
                <a:lnTo>
                  <a:pt x="1622758" y="322043"/>
                </a:lnTo>
                <a:lnTo>
                  <a:pt x="1621587" y="327781"/>
                </a:lnTo>
                <a:lnTo>
                  <a:pt x="61" y="5369"/>
                </a:lnTo>
                <a:close/>
                <a:moveTo>
                  <a:pt x="1617605" y="288080"/>
                </a:moveTo>
                <a:lnTo>
                  <a:pt x="1679674" y="336330"/>
                </a:lnTo>
                <a:lnTo>
                  <a:pt x="1603903" y="357059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SG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64C7B88-D83B-407C-6413-FF0501911596}"/>
              </a:ext>
            </a:extLst>
          </p:cNvPr>
          <p:cNvSpPr/>
          <p:nvPr/>
        </p:nvSpPr>
        <p:spPr>
          <a:xfrm flipV="1">
            <a:off x="4216544" y="3889135"/>
            <a:ext cx="1680081" cy="719073"/>
          </a:xfrm>
          <a:custGeom>
            <a:avLst/>
            <a:gdLst>
              <a:gd name="connsiteX0" fmla="*/ 2286 w 1680081"/>
              <a:gd name="connsiteY0" fmla="*/ 718810 h 719073"/>
              <a:gd name="connsiteX1" fmla="*/ 1627325 w 1680081"/>
              <a:gd name="connsiteY1" fmla="*/ 30185 h 719073"/>
              <a:gd name="connsiteX2" fmla="*/ 1625100 w 1680081"/>
              <a:gd name="connsiteY2" fmla="*/ 24799 h 719073"/>
              <a:gd name="connsiteX3" fmla="*/ 61 w 1680081"/>
              <a:gd name="connsiteY3" fmla="*/ 713423 h 719073"/>
              <a:gd name="connsiteX4" fmla="*/ 1629082 w 1680081"/>
              <a:gd name="connsiteY4" fmla="*/ 64382 h 719073"/>
              <a:gd name="connsiteX5" fmla="*/ 1680142 w 1680081"/>
              <a:gd name="connsiteY5" fmla="*/ 4655 h 719073"/>
              <a:gd name="connsiteX6" fmla="*/ 1601678 w 1680081"/>
              <a:gd name="connsiteY6" fmla="*/ -264 h 719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0081" h="719073">
                <a:moveTo>
                  <a:pt x="2286" y="718810"/>
                </a:moveTo>
                <a:lnTo>
                  <a:pt x="1627325" y="30185"/>
                </a:lnTo>
                <a:lnTo>
                  <a:pt x="1625100" y="24799"/>
                </a:lnTo>
                <a:lnTo>
                  <a:pt x="61" y="713423"/>
                </a:lnTo>
                <a:close/>
                <a:moveTo>
                  <a:pt x="1629082" y="64382"/>
                </a:moveTo>
                <a:lnTo>
                  <a:pt x="1680142" y="4655"/>
                </a:lnTo>
                <a:lnTo>
                  <a:pt x="1601678" y="-264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5B6F40E-7E48-541F-A49E-500BF46D5B26}"/>
              </a:ext>
            </a:extLst>
          </p:cNvPr>
          <p:cNvSpPr/>
          <p:nvPr/>
        </p:nvSpPr>
        <p:spPr>
          <a:xfrm flipV="1">
            <a:off x="4216076" y="3889369"/>
            <a:ext cx="1716502" cy="1125925"/>
          </a:xfrm>
          <a:custGeom>
            <a:avLst/>
            <a:gdLst>
              <a:gd name="connsiteX0" fmla="*/ 3224 w 1716502"/>
              <a:gd name="connsiteY0" fmla="*/ 1125702 h 1125925"/>
              <a:gd name="connsiteX1" fmla="*/ 1669251 w 1716502"/>
              <a:gd name="connsiteY1" fmla="*/ 34325 h 1125925"/>
              <a:gd name="connsiteX2" fmla="*/ 1665972 w 1716502"/>
              <a:gd name="connsiteY2" fmla="*/ 29406 h 1125925"/>
              <a:gd name="connsiteX3" fmla="*/ 62 w 1716502"/>
              <a:gd name="connsiteY3" fmla="*/ 1120783 h 1125925"/>
              <a:gd name="connsiteX4" fmla="*/ 1677098 w 1716502"/>
              <a:gd name="connsiteY4" fmla="*/ 67702 h 1125925"/>
              <a:gd name="connsiteX5" fmla="*/ 1716564 w 1716502"/>
              <a:gd name="connsiteY5" fmla="*/ -223 h 1125925"/>
              <a:gd name="connsiteX6" fmla="*/ 1638568 w 1716502"/>
              <a:gd name="connsiteY6" fmla="*/ 8912 h 112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6502" h="1125925">
                <a:moveTo>
                  <a:pt x="3224" y="1125702"/>
                </a:moveTo>
                <a:lnTo>
                  <a:pt x="1669251" y="34325"/>
                </a:lnTo>
                <a:lnTo>
                  <a:pt x="1665972" y="29406"/>
                </a:lnTo>
                <a:lnTo>
                  <a:pt x="62" y="1120783"/>
                </a:lnTo>
                <a:close/>
                <a:moveTo>
                  <a:pt x="1677098" y="67702"/>
                </a:moveTo>
                <a:lnTo>
                  <a:pt x="1716564" y="-223"/>
                </a:lnTo>
                <a:lnTo>
                  <a:pt x="1638568" y="8912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25111A8-62AE-7504-8710-E31945BAA2D5}"/>
              </a:ext>
            </a:extLst>
          </p:cNvPr>
          <p:cNvSpPr/>
          <p:nvPr/>
        </p:nvSpPr>
        <p:spPr>
          <a:xfrm flipV="1">
            <a:off x="4215841" y="3889604"/>
            <a:ext cx="1680783" cy="1363664"/>
          </a:xfrm>
          <a:custGeom>
            <a:avLst/>
            <a:gdLst>
              <a:gd name="connsiteX0" fmla="*/ 3691 w 1680783"/>
              <a:gd name="connsiteY0" fmla="*/ 1363465 h 1363664"/>
              <a:gd name="connsiteX1" fmla="*/ 1637162 w 1680783"/>
              <a:gd name="connsiteY1" fmla="*/ 38916 h 1363664"/>
              <a:gd name="connsiteX2" fmla="*/ 1633415 w 1680783"/>
              <a:gd name="connsiteY2" fmla="*/ 34349 h 1363664"/>
              <a:gd name="connsiteX3" fmla="*/ 61 w 1680783"/>
              <a:gd name="connsiteY3" fmla="*/ 1358898 h 1363664"/>
              <a:gd name="connsiteX4" fmla="*/ 1648405 w 1680783"/>
              <a:gd name="connsiteY4" fmla="*/ 71357 h 1363664"/>
              <a:gd name="connsiteX5" fmla="*/ 1680845 w 1680783"/>
              <a:gd name="connsiteY5" fmla="*/ -199 h 1363664"/>
              <a:gd name="connsiteX6" fmla="*/ 1604137 w 1680783"/>
              <a:gd name="connsiteY6" fmla="*/ 16782 h 13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0783" h="1363664">
                <a:moveTo>
                  <a:pt x="3691" y="1363465"/>
                </a:moveTo>
                <a:lnTo>
                  <a:pt x="1637162" y="38916"/>
                </a:lnTo>
                <a:lnTo>
                  <a:pt x="1633415" y="34349"/>
                </a:lnTo>
                <a:lnTo>
                  <a:pt x="61" y="1358898"/>
                </a:lnTo>
                <a:close/>
                <a:moveTo>
                  <a:pt x="1648405" y="71357"/>
                </a:moveTo>
                <a:lnTo>
                  <a:pt x="1680845" y="-199"/>
                </a:lnTo>
                <a:lnTo>
                  <a:pt x="1604137" y="16782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FAA846DB-9591-9FDE-92C1-D627BF0F2442}"/>
              </a:ext>
            </a:extLst>
          </p:cNvPr>
          <p:cNvSpPr/>
          <p:nvPr/>
        </p:nvSpPr>
        <p:spPr>
          <a:xfrm flipV="1">
            <a:off x="4215607" y="3889838"/>
            <a:ext cx="1681018" cy="1688418"/>
          </a:xfrm>
          <a:custGeom>
            <a:avLst/>
            <a:gdLst>
              <a:gd name="connsiteX0" fmla="*/ 4160 w 1681018"/>
              <a:gd name="connsiteY0" fmla="*/ 1688252 h 1688418"/>
              <a:gd name="connsiteX1" fmla="*/ 1641847 w 1681018"/>
              <a:gd name="connsiteY1" fmla="*/ 43399 h 1688418"/>
              <a:gd name="connsiteX2" fmla="*/ 1637631 w 1681018"/>
              <a:gd name="connsiteY2" fmla="*/ 39183 h 1688418"/>
              <a:gd name="connsiteX3" fmla="*/ 61 w 1681018"/>
              <a:gd name="connsiteY3" fmla="*/ 1684153 h 1688418"/>
              <a:gd name="connsiteX4" fmla="*/ 1656369 w 1681018"/>
              <a:gd name="connsiteY4" fmla="*/ 74434 h 1688418"/>
              <a:gd name="connsiteX5" fmla="*/ 1681079 w 1681018"/>
              <a:gd name="connsiteY5" fmla="*/ -167 h 1688418"/>
              <a:gd name="connsiteX6" fmla="*/ 1606596 w 1681018"/>
              <a:gd name="connsiteY6" fmla="*/ 24778 h 1688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1018" h="1688418">
                <a:moveTo>
                  <a:pt x="4160" y="1688252"/>
                </a:moveTo>
                <a:lnTo>
                  <a:pt x="1641847" y="43399"/>
                </a:lnTo>
                <a:lnTo>
                  <a:pt x="1637631" y="39183"/>
                </a:lnTo>
                <a:lnTo>
                  <a:pt x="61" y="1684153"/>
                </a:lnTo>
                <a:close/>
                <a:moveTo>
                  <a:pt x="1656369" y="74434"/>
                </a:moveTo>
                <a:lnTo>
                  <a:pt x="1681079" y="-167"/>
                </a:lnTo>
                <a:lnTo>
                  <a:pt x="1606596" y="24778"/>
                </a:lnTo>
                <a:close/>
              </a:path>
            </a:pathLst>
          </a:custGeom>
          <a:solidFill>
            <a:srgbClr val="000000"/>
          </a:solidFill>
          <a:ln w="3175" cap="flat">
            <a:solidFill>
              <a:srgbClr val="7030A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217A25F-B11A-7A5D-9E6D-B144F065D6FC}"/>
              </a:ext>
            </a:extLst>
          </p:cNvPr>
          <p:cNvSpPr/>
          <p:nvPr/>
        </p:nvSpPr>
        <p:spPr>
          <a:xfrm flipV="1">
            <a:off x="7669459" y="3233068"/>
            <a:ext cx="1036436" cy="913481"/>
          </a:xfrm>
          <a:custGeom>
            <a:avLst/>
            <a:gdLst>
              <a:gd name="connsiteX0" fmla="*/ 150 w 1036436"/>
              <a:gd name="connsiteY0" fmla="*/ -375 h 913481"/>
              <a:gd name="connsiteX1" fmla="*/ 1036587 w 1036436"/>
              <a:gd name="connsiteY1" fmla="*/ -375 h 913481"/>
              <a:gd name="connsiteX2" fmla="*/ 1036587 w 1036436"/>
              <a:gd name="connsiteY2" fmla="*/ 913107 h 913481"/>
              <a:gd name="connsiteX3" fmla="*/ 150 w 1036436"/>
              <a:gd name="connsiteY3" fmla="*/ 913107 h 913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436" h="913481">
                <a:moveTo>
                  <a:pt x="150" y="-375"/>
                </a:moveTo>
                <a:lnTo>
                  <a:pt x="1036587" y="-375"/>
                </a:lnTo>
                <a:lnTo>
                  <a:pt x="1036587" y="913107"/>
                </a:lnTo>
                <a:lnTo>
                  <a:pt x="150" y="913107"/>
                </a:lnTo>
                <a:close/>
              </a:path>
            </a:pathLst>
          </a:custGeom>
          <a:solidFill>
            <a:srgbClr val="F2F2F2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D2A0407-15D5-4246-5250-BCBED6DC8D6F}"/>
              </a:ext>
            </a:extLst>
          </p:cNvPr>
          <p:cNvSpPr/>
          <p:nvPr/>
        </p:nvSpPr>
        <p:spPr>
          <a:xfrm flipV="1">
            <a:off x="7669459" y="3233068"/>
            <a:ext cx="1036436" cy="913481"/>
          </a:xfrm>
          <a:custGeom>
            <a:avLst/>
            <a:gdLst>
              <a:gd name="connsiteX0" fmla="*/ 150 w 1036436"/>
              <a:gd name="connsiteY0" fmla="*/ -375 h 913481"/>
              <a:gd name="connsiteX1" fmla="*/ 1036587 w 1036436"/>
              <a:gd name="connsiteY1" fmla="*/ -375 h 913481"/>
              <a:gd name="connsiteX2" fmla="*/ 1036587 w 1036436"/>
              <a:gd name="connsiteY2" fmla="*/ 913107 h 913481"/>
              <a:gd name="connsiteX3" fmla="*/ 150 w 1036436"/>
              <a:gd name="connsiteY3" fmla="*/ 913107 h 913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436" h="913481">
                <a:moveTo>
                  <a:pt x="150" y="-375"/>
                </a:moveTo>
                <a:lnTo>
                  <a:pt x="1036587" y="-375"/>
                </a:lnTo>
                <a:lnTo>
                  <a:pt x="1036587" y="913107"/>
                </a:lnTo>
                <a:lnTo>
                  <a:pt x="150" y="913107"/>
                </a:lnTo>
                <a:close/>
              </a:path>
            </a:pathLst>
          </a:custGeom>
          <a:noFill/>
          <a:ln w="11705" cap="flat">
            <a:solidFill>
              <a:srgbClr val="7F7F7F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ECB1F9-823E-A297-7B4C-363D3232CE1F}"/>
              </a:ext>
            </a:extLst>
          </p:cNvPr>
          <p:cNvSpPr txBox="1"/>
          <p:nvPr/>
        </p:nvSpPr>
        <p:spPr>
          <a:xfrm>
            <a:off x="7906282" y="3464405"/>
            <a:ext cx="272761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30685E-E12C-CE67-753C-46DFB396101E}"/>
              </a:ext>
            </a:extLst>
          </p:cNvPr>
          <p:cNvSpPr txBox="1"/>
          <p:nvPr/>
        </p:nvSpPr>
        <p:spPr>
          <a:xfrm>
            <a:off x="7997432" y="3464405"/>
            <a:ext cx="272761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0B6658-4D25-AD44-E272-6E2D5599974D}"/>
              </a:ext>
            </a:extLst>
          </p:cNvPr>
          <p:cNvSpPr txBox="1"/>
          <p:nvPr/>
        </p:nvSpPr>
        <p:spPr>
          <a:xfrm>
            <a:off x="8088583" y="3464405"/>
            <a:ext cx="272761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6244C8-E7D3-76E6-DD12-65E0EC08C864}"/>
              </a:ext>
            </a:extLst>
          </p:cNvPr>
          <p:cNvSpPr txBox="1"/>
          <p:nvPr/>
        </p:nvSpPr>
        <p:spPr>
          <a:xfrm>
            <a:off x="8172945" y="3464405"/>
            <a:ext cx="272761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3F1BF9-BA8F-02A5-A7F6-505BCE167864}"/>
              </a:ext>
            </a:extLst>
          </p:cNvPr>
          <p:cNvSpPr txBox="1"/>
          <p:nvPr/>
        </p:nvSpPr>
        <p:spPr>
          <a:xfrm>
            <a:off x="8264095" y="3464405"/>
            <a:ext cx="218785" cy="271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5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A9BFC5-1045-9771-9085-2E144FB267FC}"/>
              </a:ext>
            </a:extLst>
          </p:cNvPr>
          <p:cNvSpPr txBox="1"/>
          <p:nvPr/>
        </p:nvSpPr>
        <p:spPr>
          <a:xfrm>
            <a:off x="7786828" y="3660890"/>
            <a:ext cx="299803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03DFA9-AA32-DA2D-FDFB-E7D4AD511EDC}"/>
              </a:ext>
            </a:extLst>
          </p:cNvPr>
          <p:cNvSpPr txBox="1"/>
          <p:nvPr/>
        </p:nvSpPr>
        <p:spPr>
          <a:xfrm>
            <a:off x="7906153" y="366089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o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39BBE00-F2D0-2B25-D4E8-FCE819A9D551}"/>
              </a:ext>
            </a:extLst>
          </p:cNvPr>
          <p:cNvSpPr txBox="1"/>
          <p:nvPr/>
        </p:nvSpPr>
        <p:spPr>
          <a:xfrm>
            <a:off x="7997307" y="366089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F8336F-6725-7AA3-D6D4-9FFFF92348D8}"/>
              </a:ext>
            </a:extLst>
          </p:cNvPr>
          <p:cNvSpPr txBox="1"/>
          <p:nvPr/>
        </p:nvSpPr>
        <p:spPr>
          <a:xfrm>
            <a:off x="8081660" y="366089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3EDE2E-AC0A-D405-B812-555EAF3BF44F}"/>
              </a:ext>
            </a:extLst>
          </p:cNvPr>
          <p:cNvSpPr txBox="1"/>
          <p:nvPr/>
        </p:nvSpPr>
        <p:spPr>
          <a:xfrm>
            <a:off x="8166014" y="3660890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9C1AB4-E78F-CAFB-A15A-240C32F7B521}"/>
              </a:ext>
            </a:extLst>
          </p:cNvPr>
          <p:cNvSpPr txBox="1"/>
          <p:nvPr/>
        </p:nvSpPr>
        <p:spPr>
          <a:xfrm>
            <a:off x="8208109" y="3660890"/>
            <a:ext cx="218850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76AA99-C1C0-BEAA-209D-26B50166F0EF}"/>
              </a:ext>
            </a:extLst>
          </p:cNvPr>
          <p:cNvSpPr txBox="1"/>
          <p:nvPr/>
        </p:nvSpPr>
        <p:spPr>
          <a:xfrm>
            <a:off x="8243243" y="366089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E7F346-1A18-0F3B-C355-FB02738EC6D2}"/>
              </a:ext>
            </a:extLst>
          </p:cNvPr>
          <p:cNvSpPr txBox="1"/>
          <p:nvPr/>
        </p:nvSpPr>
        <p:spPr>
          <a:xfrm>
            <a:off x="8327597" y="3660890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g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7893ED2-D4E0-52B6-3BBB-976269C50CE6}"/>
              </a:ext>
            </a:extLst>
          </p:cNvPr>
          <p:cNvSpPr/>
          <p:nvPr/>
        </p:nvSpPr>
        <p:spPr>
          <a:xfrm flipV="1">
            <a:off x="6141154" y="2905502"/>
            <a:ext cx="1528304" cy="784306"/>
          </a:xfrm>
          <a:custGeom>
            <a:avLst/>
            <a:gdLst>
              <a:gd name="connsiteX0" fmla="*/ 2807 w 1528304"/>
              <a:gd name="connsiteY0" fmla="*/ 783853 h 784306"/>
              <a:gd name="connsiteX1" fmla="*/ 1477592 w 1528304"/>
              <a:gd name="connsiteY1" fmla="*/ 28825 h 784306"/>
              <a:gd name="connsiteX2" fmla="*/ 1475016 w 1528304"/>
              <a:gd name="connsiteY2" fmla="*/ 23555 h 784306"/>
              <a:gd name="connsiteX3" fmla="*/ 114 w 1528304"/>
              <a:gd name="connsiteY3" fmla="*/ 778583 h 784306"/>
              <a:gd name="connsiteX4" fmla="*/ 1481925 w 1528304"/>
              <a:gd name="connsiteY4" fmla="*/ 62788 h 784306"/>
              <a:gd name="connsiteX5" fmla="*/ 1528418 w 1528304"/>
              <a:gd name="connsiteY5" fmla="*/ -453 h 784306"/>
              <a:gd name="connsiteX6" fmla="*/ 1449837 w 1528304"/>
              <a:gd name="connsiteY6" fmla="*/ 249 h 784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8304" h="784306">
                <a:moveTo>
                  <a:pt x="2807" y="783853"/>
                </a:moveTo>
                <a:lnTo>
                  <a:pt x="1477592" y="28825"/>
                </a:lnTo>
                <a:lnTo>
                  <a:pt x="1475016" y="23555"/>
                </a:lnTo>
                <a:lnTo>
                  <a:pt x="114" y="778583"/>
                </a:lnTo>
                <a:close/>
                <a:moveTo>
                  <a:pt x="1481925" y="62788"/>
                </a:moveTo>
                <a:lnTo>
                  <a:pt x="1528418" y="-453"/>
                </a:lnTo>
                <a:lnTo>
                  <a:pt x="1449837" y="249"/>
                </a:lnTo>
                <a:close/>
              </a:path>
            </a:pathLst>
          </a:custGeom>
          <a:solidFill>
            <a:srgbClr val="385723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851D770-532A-F7A2-E069-C5B7453BF261}"/>
              </a:ext>
            </a:extLst>
          </p:cNvPr>
          <p:cNvSpPr/>
          <p:nvPr/>
        </p:nvSpPr>
        <p:spPr>
          <a:xfrm flipV="1">
            <a:off x="6142208" y="3555129"/>
            <a:ext cx="1527250" cy="163723"/>
          </a:xfrm>
          <a:custGeom>
            <a:avLst/>
            <a:gdLst>
              <a:gd name="connsiteX0" fmla="*/ 699 w 1527250"/>
              <a:gd name="connsiteY0" fmla="*/ 163338 h 163723"/>
              <a:gd name="connsiteX1" fmla="*/ 1469277 w 1527250"/>
              <a:gd name="connsiteY1" fmla="*/ 36622 h 163723"/>
              <a:gd name="connsiteX2" fmla="*/ 1468809 w 1527250"/>
              <a:gd name="connsiteY2" fmla="*/ 30766 h 163723"/>
              <a:gd name="connsiteX3" fmla="*/ 114 w 1527250"/>
              <a:gd name="connsiteY3" fmla="*/ 157483 h 163723"/>
              <a:gd name="connsiteX4" fmla="*/ 1460377 w 1527250"/>
              <a:gd name="connsiteY4" fmla="*/ 69648 h 163723"/>
              <a:gd name="connsiteX5" fmla="*/ 1527364 w 1527250"/>
              <a:gd name="connsiteY5" fmla="*/ 28658 h 163723"/>
              <a:gd name="connsiteX6" fmla="*/ 1454404 w 1527250"/>
              <a:gd name="connsiteY6" fmla="*/ -386 h 16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7250" h="163723">
                <a:moveTo>
                  <a:pt x="699" y="163338"/>
                </a:moveTo>
                <a:lnTo>
                  <a:pt x="1469277" y="36622"/>
                </a:lnTo>
                <a:lnTo>
                  <a:pt x="1468809" y="30766"/>
                </a:lnTo>
                <a:lnTo>
                  <a:pt x="114" y="157483"/>
                </a:lnTo>
                <a:close/>
                <a:moveTo>
                  <a:pt x="1460377" y="69648"/>
                </a:moveTo>
                <a:lnTo>
                  <a:pt x="1527364" y="28658"/>
                </a:lnTo>
                <a:lnTo>
                  <a:pt x="1454404" y="-386"/>
                </a:lnTo>
                <a:close/>
              </a:path>
            </a:pathLst>
          </a:custGeom>
          <a:solidFill>
            <a:srgbClr val="385723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C8C781D1-5FAD-FA8D-015D-4598E13A55CC}"/>
              </a:ext>
            </a:extLst>
          </p:cNvPr>
          <p:cNvSpPr/>
          <p:nvPr/>
        </p:nvSpPr>
        <p:spPr>
          <a:xfrm flipV="1">
            <a:off x="5034216" y="2714424"/>
            <a:ext cx="154118" cy="146341"/>
          </a:xfrm>
          <a:custGeom>
            <a:avLst/>
            <a:gdLst>
              <a:gd name="connsiteX0" fmla="*/ 63 w 154118"/>
              <a:gd name="connsiteY0" fmla="*/ -555 h 146341"/>
              <a:gd name="connsiteX1" fmla="*/ 60843 w 154118"/>
              <a:gd name="connsiteY1" fmla="*/ 50858 h 146341"/>
              <a:gd name="connsiteX2" fmla="*/ 31683 w 154118"/>
              <a:gd name="connsiteY2" fmla="*/ 145251 h 146341"/>
              <a:gd name="connsiteX3" fmla="*/ 98436 w 154118"/>
              <a:gd name="connsiteY3" fmla="*/ 91614 h 146341"/>
              <a:gd name="connsiteX4" fmla="*/ 154181 w 154118"/>
              <a:gd name="connsiteY4" fmla="*/ 143495 h 14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18" h="146341">
                <a:moveTo>
                  <a:pt x="63" y="-555"/>
                </a:moveTo>
                <a:cubicBezTo>
                  <a:pt x="27818" y="13031"/>
                  <a:pt x="55573" y="26615"/>
                  <a:pt x="60843" y="50858"/>
                </a:cubicBezTo>
                <a:cubicBezTo>
                  <a:pt x="66113" y="75218"/>
                  <a:pt x="25359" y="138459"/>
                  <a:pt x="31683" y="145251"/>
                </a:cubicBezTo>
                <a:cubicBezTo>
                  <a:pt x="37890" y="152044"/>
                  <a:pt x="78059" y="91965"/>
                  <a:pt x="98436" y="91614"/>
                </a:cubicBezTo>
                <a:cubicBezTo>
                  <a:pt x="118814" y="91379"/>
                  <a:pt x="143875" y="135765"/>
                  <a:pt x="154181" y="143495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BBC4BF9-DCB2-F7BC-9F01-BBF7E2E4F911}"/>
              </a:ext>
            </a:extLst>
          </p:cNvPr>
          <p:cNvSpPr/>
          <p:nvPr/>
        </p:nvSpPr>
        <p:spPr>
          <a:xfrm flipV="1">
            <a:off x="5033982" y="2914455"/>
            <a:ext cx="154587" cy="146222"/>
          </a:xfrm>
          <a:custGeom>
            <a:avLst/>
            <a:gdLst>
              <a:gd name="connsiteX0" fmla="*/ 63 w 154587"/>
              <a:gd name="connsiteY0" fmla="*/ -515 h 146222"/>
              <a:gd name="connsiteX1" fmla="*/ 61078 w 154587"/>
              <a:gd name="connsiteY1" fmla="*/ 50780 h 146222"/>
              <a:gd name="connsiteX2" fmla="*/ 32151 w 154587"/>
              <a:gd name="connsiteY2" fmla="*/ 145174 h 146222"/>
              <a:gd name="connsiteX3" fmla="*/ 98787 w 154587"/>
              <a:gd name="connsiteY3" fmla="*/ 91301 h 146222"/>
              <a:gd name="connsiteX4" fmla="*/ 154650 w 154587"/>
              <a:gd name="connsiteY4" fmla="*/ 143065 h 14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587" h="146222">
                <a:moveTo>
                  <a:pt x="63" y="-515"/>
                </a:moveTo>
                <a:cubicBezTo>
                  <a:pt x="27935" y="12953"/>
                  <a:pt x="55691" y="26421"/>
                  <a:pt x="61078" y="50780"/>
                </a:cubicBezTo>
                <a:cubicBezTo>
                  <a:pt x="66348" y="75022"/>
                  <a:pt x="25944" y="138381"/>
                  <a:pt x="32151" y="145174"/>
                </a:cubicBezTo>
                <a:cubicBezTo>
                  <a:pt x="38475" y="151966"/>
                  <a:pt x="78410" y="91653"/>
                  <a:pt x="98787" y="91301"/>
                </a:cubicBezTo>
                <a:cubicBezTo>
                  <a:pt x="119165" y="90950"/>
                  <a:pt x="144461" y="135336"/>
                  <a:pt x="154650" y="143065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08AE3F4-29A5-5B17-83A2-1E0B1939BFC3}"/>
              </a:ext>
            </a:extLst>
          </p:cNvPr>
          <p:cNvSpPr/>
          <p:nvPr/>
        </p:nvSpPr>
        <p:spPr>
          <a:xfrm flipV="1">
            <a:off x="5025550" y="3058915"/>
            <a:ext cx="173559" cy="139956"/>
          </a:xfrm>
          <a:custGeom>
            <a:avLst/>
            <a:gdLst>
              <a:gd name="connsiteX0" fmla="*/ 63 w 173559"/>
              <a:gd name="connsiteY0" fmla="*/ -487 h 139956"/>
              <a:gd name="connsiteX1" fmla="*/ 67753 w 173559"/>
              <a:gd name="connsiteY1" fmla="*/ 41440 h 139956"/>
              <a:gd name="connsiteX2" fmla="*/ 52763 w 173559"/>
              <a:gd name="connsiteY2" fmla="*/ 139112 h 139956"/>
              <a:gd name="connsiteX3" fmla="*/ 110967 w 173559"/>
              <a:gd name="connsiteY3" fmla="*/ 76223 h 139956"/>
              <a:gd name="connsiteX4" fmla="*/ 173622 w 173559"/>
              <a:gd name="connsiteY4" fmla="*/ 119320 h 13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59" h="139956">
                <a:moveTo>
                  <a:pt x="63" y="-487"/>
                </a:moveTo>
                <a:cubicBezTo>
                  <a:pt x="29458" y="8883"/>
                  <a:pt x="58853" y="18134"/>
                  <a:pt x="67753" y="41440"/>
                </a:cubicBezTo>
                <a:cubicBezTo>
                  <a:pt x="76536" y="64628"/>
                  <a:pt x="45619" y="133257"/>
                  <a:pt x="52763" y="139112"/>
                </a:cubicBezTo>
                <a:cubicBezTo>
                  <a:pt x="60024" y="144851"/>
                  <a:pt x="90824" y="79502"/>
                  <a:pt x="110967" y="76223"/>
                </a:cubicBezTo>
                <a:cubicBezTo>
                  <a:pt x="131110" y="72826"/>
                  <a:pt x="162379" y="113113"/>
                  <a:pt x="173622" y="119320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BA8BCEAD-9DD6-45C3-5BDC-8D1D57B5E73C}"/>
              </a:ext>
            </a:extLst>
          </p:cNvPr>
          <p:cNvSpPr/>
          <p:nvPr/>
        </p:nvSpPr>
        <p:spPr>
          <a:xfrm flipV="1">
            <a:off x="5014893" y="3228168"/>
            <a:ext cx="190540" cy="129508"/>
          </a:xfrm>
          <a:custGeom>
            <a:avLst/>
            <a:gdLst>
              <a:gd name="connsiteX0" fmla="*/ 63 w 190540"/>
              <a:gd name="connsiteY0" fmla="*/ -454 h 129508"/>
              <a:gd name="connsiteX1" fmla="*/ 73609 w 190540"/>
              <a:gd name="connsiteY1" fmla="*/ 29996 h 129508"/>
              <a:gd name="connsiteX2" fmla="*/ 74428 w 190540"/>
              <a:gd name="connsiteY2" fmla="*/ 128839 h 129508"/>
              <a:gd name="connsiteX3" fmla="*/ 121741 w 190540"/>
              <a:gd name="connsiteY3" fmla="*/ 57400 h 129508"/>
              <a:gd name="connsiteX4" fmla="*/ 190603 w 190540"/>
              <a:gd name="connsiteY4" fmla="*/ 89957 h 129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0" h="129508">
                <a:moveTo>
                  <a:pt x="63" y="-454"/>
                </a:moveTo>
                <a:cubicBezTo>
                  <a:pt x="30629" y="3996"/>
                  <a:pt x="61195" y="8447"/>
                  <a:pt x="73609" y="29996"/>
                </a:cubicBezTo>
                <a:cubicBezTo>
                  <a:pt x="86022" y="51544"/>
                  <a:pt x="66465" y="124272"/>
                  <a:pt x="74428" y="128839"/>
                </a:cubicBezTo>
                <a:cubicBezTo>
                  <a:pt x="82509" y="133406"/>
                  <a:pt x="102418" y="63841"/>
                  <a:pt x="121741" y="57400"/>
                </a:cubicBezTo>
                <a:cubicBezTo>
                  <a:pt x="141182" y="50959"/>
                  <a:pt x="178540" y="85624"/>
                  <a:pt x="190603" y="89957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BB52E025-2B97-400F-AA38-06F351406C6F}"/>
              </a:ext>
            </a:extLst>
          </p:cNvPr>
          <p:cNvSpPr/>
          <p:nvPr/>
        </p:nvSpPr>
        <p:spPr>
          <a:xfrm flipV="1">
            <a:off x="5014893" y="3398450"/>
            <a:ext cx="190540" cy="129508"/>
          </a:xfrm>
          <a:custGeom>
            <a:avLst/>
            <a:gdLst>
              <a:gd name="connsiteX0" fmla="*/ 63 w 190540"/>
              <a:gd name="connsiteY0" fmla="*/ -420 h 129508"/>
              <a:gd name="connsiteX1" fmla="*/ 73609 w 190540"/>
              <a:gd name="connsiteY1" fmla="*/ 30029 h 129508"/>
              <a:gd name="connsiteX2" fmla="*/ 74428 w 190540"/>
              <a:gd name="connsiteY2" fmla="*/ 128872 h 129508"/>
              <a:gd name="connsiteX3" fmla="*/ 121741 w 190540"/>
              <a:gd name="connsiteY3" fmla="*/ 57434 h 129508"/>
              <a:gd name="connsiteX4" fmla="*/ 190603 w 190540"/>
              <a:gd name="connsiteY4" fmla="*/ 89991 h 129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0" h="129508">
                <a:moveTo>
                  <a:pt x="63" y="-420"/>
                </a:moveTo>
                <a:cubicBezTo>
                  <a:pt x="30629" y="4030"/>
                  <a:pt x="61195" y="8480"/>
                  <a:pt x="73609" y="30029"/>
                </a:cubicBezTo>
                <a:cubicBezTo>
                  <a:pt x="86022" y="51578"/>
                  <a:pt x="66465" y="124305"/>
                  <a:pt x="74428" y="128872"/>
                </a:cubicBezTo>
                <a:cubicBezTo>
                  <a:pt x="82509" y="133440"/>
                  <a:pt x="102418" y="63992"/>
                  <a:pt x="121741" y="57434"/>
                </a:cubicBezTo>
                <a:cubicBezTo>
                  <a:pt x="141182" y="50993"/>
                  <a:pt x="178540" y="85658"/>
                  <a:pt x="190603" y="89991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2965A85-8C69-2446-640F-E1AE5A65F92D}"/>
              </a:ext>
            </a:extLst>
          </p:cNvPr>
          <p:cNvSpPr/>
          <p:nvPr/>
        </p:nvSpPr>
        <p:spPr>
          <a:xfrm flipV="1">
            <a:off x="5014893" y="3575642"/>
            <a:ext cx="190540" cy="129508"/>
          </a:xfrm>
          <a:custGeom>
            <a:avLst/>
            <a:gdLst>
              <a:gd name="connsiteX0" fmla="*/ 63 w 190540"/>
              <a:gd name="connsiteY0" fmla="*/ -385 h 129508"/>
              <a:gd name="connsiteX1" fmla="*/ 73609 w 190540"/>
              <a:gd name="connsiteY1" fmla="*/ 30181 h 129508"/>
              <a:gd name="connsiteX2" fmla="*/ 74428 w 190540"/>
              <a:gd name="connsiteY2" fmla="*/ 128908 h 129508"/>
              <a:gd name="connsiteX3" fmla="*/ 121741 w 190540"/>
              <a:gd name="connsiteY3" fmla="*/ 57469 h 129508"/>
              <a:gd name="connsiteX4" fmla="*/ 190603 w 190540"/>
              <a:gd name="connsiteY4" fmla="*/ 90027 h 129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0" h="129508">
                <a:moveTo>
                  <a:pt x="63" y="-385"/>
                </a:moveTo>
                <a:cubicBezTo>
                  <a:pt x="30629" y="4065"/>
                  <a:pt x="61195" y="8633"/>
                  <a:pt x="73609" y="30181"/>
                </a:cubicBezTo>
                <a:cubicBezTo>
                  <a:pt x="86022" y="51730"/>
                  <a:pt x="66465" y="124341"/>
                  <a:pt x="74428" y="128908"/>
                </a:cubicBezTo>
                <a:cubicBezTo>
                  <a:pt x="82509" y="133475"/>
                  <a:pt x="102418" y="64027"/>
                  <a:pt x="121741" y="57469"/>
                </a:cubicBezTo>
                <a:cubicBezTo>
                  <a:pt x="141182" y="51028"/>
                  <a:pt x="178540" y="85810"/>
                  <a:pt x="190603" y="90027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3B6745AD-C1FC-1CAB-6CF7-E0D6109AE354}"/>
              </a:ext>
            </a:extLst>
          </p:cNvPr>
          <p:cNvSpPr/>
          <p:nvPr/>
        </p:nvSpPr>
        <p:spPr>
          <a:xfrm flipV="1">
            <a:off x="6798501" y="3161955"/>
            <a:ext cx="204359" cy="104256"/>
          </a:xfrm>
          <a:custGeom>
            <a:avLst/>
            <a:gdLst>
              <a:gd name="connsiteX0" fmla="*/ 113 w 204359"/>
              <a:gd name="connsiteY0" fmla="*/ 51763 h 104256"/>
              <a:gd name="connsiteX1" fmla="*/ 76119 w 204359"/>
              <a:gd name="connsiteY1" fmla="*/ 28340 h 104256"/>
              <a:gd name="connsiteX2" fmla="*/ 139945 w 204359"/>
              <a:gd name="connsiteY2" fmla="*/ 103761 h 104256"/>
              <a:gd name="connsiteX3" fmla="*/ 130693 w 204359"/>
              <a:gd name="connsiteY3" fmla="*/ 18502 h 104256"/>
              <a:gd name="connsiteX4" fmla="*/ 204473 w 204359"/>
              <a:gd name="connsiteY4" fmla="*/ -470 h 1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4359" h="104256">
                <a:moveTo>
                  <a:pt x="113" y="51763"/>
                </a:moveTo>
                <a:cubicBezTo>
                  <a:pt x="26464" y="35718"/>
                  <a:pt x="52814" y="19674"/>
                  <a:pt x="76119" y="28340"/>
                </a:cubicBezTo>
                <a:cubicBezTo>
                  <a:pt x="99424" y="37006"/>
                  <a:pt x="130810" y="105284"/>
                  <a:pt x="139945" y="103761"/>
                </a:cubicBezTo>
                <a:cubicBezTo>
                  <a:pt x="149079" y="102121"/>
                  <a:pt x="120036" y="35953"/>
                  <a:pt x="130693" y="18502"/>
                </a:cubicBezTo>
                <a:cubicBezTo>
                  <a:pt x="141467" y="1170"/>
                  <a:pt x="192411" y="3980"/>
                  <a:pt x="204473" y="-470"/>
                </a:cubicBezTo>
              </a:path>
            </a:pathLst>
          </a:custGeom>
          <a:noFill/>
          <a:ln w="5853" cap="flat">
            <a:solidFill>
              <a:schemeClr val="accent6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S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F95A370D-736A-3E77-6B6E-7077B3DBF006}"/>
              </a:ext>
            </a:extLst>
          </p:cNvPr>
          <p:cNvSpPr/>
          <p:nvPr/>
        </p:nvSpPr>
        <p:spPr>
          <a:xfrm flipV="1">
            <a:off x="6142442" y="2561307"/>
            <a:ext cx="213845" cy="349816"/>
          </a:xfrm>
          <a:custGeom>
            <a:avLst/>
            <a:gdLst>
              <a:gd name="connsiteX0" fmla="*/ 329 w 213845"/>
              <a:gd name="connsiteY0" fmla="*/ -565 h 349816"/>
              <a:gd name="connsiteX1" fmla="*/ 20238 w 213845"/>
              <a:gd name="connsiteY1" fmla="*/ 489 h 349816"/>
              <a:gd name="connsiteX2" fmla="*/ 40030 w 213845"/>
              <a:gd name="connsiteY2" fmla="*/ 3183 h 349816"/>
              <a:gd name="connsiteX3" fmla="*/ 59587 w 213845"/>
              <a:gd name="connsiteY3" fmla="*/ 7516 h 349816"/>
              <a:gd name="connsiteX4" fmla="*/ 78559 w 213845"/>
              <a:gd name="connsiteY4" fmla="*/ 13606 h 349816"/>
              <a:gd name="connsiteX5" fmla="*/ 96946 w 213845"/>
              <a:gd name="connsiteY5" fmla="*/ 21101 h 349816"/>
              <a:gd name="connsiteX6" fmla="*/ 114630 w 213845"/>
              <a:gd name="connsiteY6" fmla="*/ 29767 h 349816"/>
              <a:gd name="connsiteX7" fmla="*/ 131377 w 213845"/>
              <a:gd name="connsiteY7" fmla="*/ 39839 h 349816"/>
              <a:gd name="connsiteX8" fmla="*/ 146952 w 213845"/>
              <a:gd name="connsiteY8" fmla="*/ 50848 h 349816"/>
              <a:gd name="connsiteX9" fmla="*/ 161240 w 213845"/>
              <a:gd name="connsiteY9" fmla="*/ 62911 h 349816"/>
              <a:gd name="connsiteX10" fmla="*/ 174240 w 213845"/>
              <a:gd name="connsiteY10" fmla="*/ 75793 h 349816"/>
              <a:gd name="connsiteX11" fmla="*/ 185599 w 213845"/>
              <a:gd name="connsiteY11" fmla="*/ 89378 h 349816"/>
              <a:gd name="connsiteX12" fmla="*/ 195437 w 213845"/>
              <a:gd name="connsiteY12" fmla="*/ 103783 h 349816"/>
              <a:gd name="connsiteX13" fmla="*/ 203166 w 213845"/>
              <a:gd name="connsiteY13" fmla="*/ 118422 h 349816"/>
              <a:gd name="connsiteX14" fmla="*/ 206445 w 213845"/>
              <a:gd name="connsiteY14" fmla="*/ 126034 h 349816"/>
              <a:gd name="connsiteX15" fmla="*/ 209022 w 213845"/>
              <a:gd name="connsiteY15" fmla="*/ 133764 h 349816"/>
              <a:gd name="connsiteX16" fmla="*/ 211130 w 213845"/>
              <a:gd name="connsiteY16" fmla="*/ 141493 h 349816"/>
              <a:gd name="connsiteX17" fmla="*/ 212652 w 213845"/>
              <a:gd name="connsiteY17" fmla="*/ 149223 h 349816"/>
              <a:gd name="connsiteX18" fmla="*/ 213589 w 213845"/>
              <a:gd name="connsiteY18" fmla="*/ 156952 h 349816"/>
              <a:gd name="connsiteX19" fmla="*/ 213940 w 213845"/>
              <a:gd name="connsiteY19" fmla="*/ 164916 h 349816"/>
              <a:gd name="connsiteX20" fmla="*/ 213589 w 213845"/>
              <a:gd name="connsiteY20" fmla="*/ 172762 h 349816"/>
              <a:gd name="connsiteX21" fmla="*/ 212769 w 213845"/>
              <a:gd name="connsiteY21" fmla="*/ 180492 h 349816"/>
              <a:gd name="connsiteX22" fmla="*/ 211247 w 213845"/>
              <a:gd name="connsiteY22" fmla="*/ 188221 h 349816"/>
              <a:gd name="connsiteX23" fmla="*/ 209256 w 213845"/>
              <a:gd name="connsiteY23" fmla="*/ 196068 h 349816"/>
              <a:gd name="connsiteX24" fmla="*/ 203869 w 213845"/>
              <a:gd name="connsiteY24" fmla="*/ 211176 h 349816"/>
              <a:gd name="connsiteX25" fmla="*/ 196374 w 213845"/>
              <a:gd name="connsiteY25" fmla="*/ 225932 h 349816"/>
              <a:gd name="connsiteX26" fmla="*/ 187239 w 213845"/>
              <a:gd name="connsiteY26" fmla="*/ 240337 h 349816"/>
              <a:gd name="connsiteX27" fmla="*/ 176465 w 213845"/>
              <a:gd name="connsiteY27" fmla="*/ 253922 h 349816"/>
              <a:gd name="connsiteX28" fmla="*/ 164168 w 213845"/>
              <a:gd name="connsiteY28" fmla="*/ 266804 h 349816"/>
              <a:gd name="connsiteX29" fmla="*/ 150700 w 213845"/>
              <a:gd name="connsiteY29" fmla="*/ 278867 h 349816"/>
              <a:gd name="connsiteX30" fmla="*/ 135827 w 213845"/>
              <a:gd name="connsiteY30" fmla="*/ 289875 h 349816"/>
              <a:gd name="connsiteX31" fmla="*/ 120134 w 213845"/>
              <a:gd name="connsiteY31" fmla="*/ 299947 h 349816"/>
              <a:gd name="connsiteX32" fmla="*/ 103387 w 213845"/>
              <a:gd name="connsiteY32" fmla="*/ 308731 h 349816"/>
              <a:gd name="connsiteX33" fmla="*/ 85938 w 213845"/>
              <a:gd name="connsiteY33" fmla="*/ 316226 h 349816"/>
              <a:gd name="connsiteX34" fmla="*/ 70245 w 213845"/>
              <a:gd name="connsiteY34" fmla="*/ 319740 h 349816"/>
              <a:gd name="connsiteX35" fmla="*/ 68956 w 213845"/>
              <a:gd name="connsiteY35" fmla="*/ 314000 h 349816"/>
              <a:gd name="connsiteX36" fmla="*/ 84415 w 213845"/>
              <a:gd name="connsiteY36" fmla="*/ 310604 h 349816"/>
              <a:gd name="connsiteX37" fmla="*/ 83830 w 213845"/>
              <a:gd name="connsiteY37" fmla="*/ 310722 h 349816"/>
              <a:gd name="connsiteX38" fmla="*/ 101045 w 213845"/>
              <a:gd name="connsiteY38" fmla="*/ 303343 h 349816"/>
              <a:gd name="connsiteX39" fmla="*/ 100811 w 213845"/>
              <a:gd name="connsiteY39" fmla="*/ 303461 h 349816"/>
              <a:gd name="connsiteX40" fmla="*/ 117323 w 213845"/>
              <a:gd name="connsiteY40" fmla="*/ 294794 h 349816"/>
              <a:gd name="connsiteX41" fmla="*/ 117089 w 213845"/>
              <a:gd name="connsiteY41" fmla="*/ 294912 h 349816"/>
              <a:gd name="connsiteX42" fmla="*/ 132665 w 213845"/>
              <a:gd name="connsiteY42" fmla="*/ 285074 h 349816"/>
              <a:gd name="connsiteX43" fmla="*/ 132431 w 213845"/>
              <a:gd name="connsiteY43" fmla="*/ 285191 h 349816"/>
              <a:gd name="connsiteX44" fmla="*/ 147070 w 213845"/>
              <a:gd name="connsiteY44" fmla="*/ 274300 h 349816"/>
              <a:gd name="connsiteX45" fmla="*/ 146836 w 213845"/>
              <a:gd name="connsiteY45" fmla="*/ 274417 h 349816"/>
              <a:gd name="connsiteX46" fmla="*/ 160186 w 213845"/>
              <a:gd name="connsiteY46" fmla="*/ 262588 h 349816"/>
              <a:gd name="connsiteX47" fmla="*/ 160069 w 213845"/>
              <a:gd name="connsiteY47" fmla="*/ 262706 h 349816"/>
              <a:gd name="connsiteX48" fmla="*/ 172132 w 213845"/>
              <a:gd name="connsiteY48" fmla="*/ 250057 h 349816"/>
              <a:gd name="connsiteX49" fmla="*/ 172015 w 213845"/>
              <a:gd name="connsiteY49" fmla="*/ 250174 h 349816"/>
              <a:gd name="connsiteX50" fmla="*/ 182554 w 213845"/>
              <a:gd name="connsiteY50" fmla="*/ 236706 h 349816"/>
              <a:gd name="connsiteX51" fmla="*/ 182437 w 213845"/>
              <a:gd name="connsiteY51" fmla="*/ 237058 h 349816"/>
              <a:gd name="connsiteX52" fmla="*/ 191338 w 213845"/>
              <a:gd name="connsiteY52" fmla="*/ 223004 h 349816"/>
              <a:gd name="connsiteX53" fmla="*/ 191221 w 213845"/>
              <a:gd name="connsiteY53" fmla="*/ 223238 h 349816"/>
              <a:gd name="connsiteX54" fmla="*/ 198482 w 213845"/>
              <a:gd name="connsiteY54" fmla="*/ 208716 h 349816"/>
              <a:gd name="connsiteX55" fmla="*/ 198365 w 213845"/>
              <a:gd name="connsiteY55" fmla="*/ 209068 h 349816"/>
              <a:gd name="connsiteX56" fmla="*/ 203752 w 213845"/>
              <a:gd name="connsiteY56" fmla="*/ 194194 h 349816"/>
              <a:gd name="connsiteX57" fmla="*/ 203634 w 213845"/>
              <a:gd name="connsiteY57" fmla="*/ 194428 h 349816"/>
              <a:gd name="connsiteX58" fmla="*/ 205625 w 213845"/>
              <a:gd name="connsiteY58" fmla="*/ 186933 h 349816"/>
              <a:gd name="connsiteX59" fmla="*/ 205508 w 213845"/>
              <a:gd name="connsiteY59" fmla="*/ 187050 h 349816"/>
              <a:gd name="connsiteX60" fmla="*/ 206914 w 213845"/>
              <a:gd name="connsiteY60" fmla="*/ 179555 h 349816"/>
              <a:gd name="connsiteX61" fmla="*/ 206914 w 213845"/>
              <a:gd name="connsiteY61" fmla="*/ 179789 h 349816"/>
              <a:gd name="connsiteX62" fmla="*/ 207851 w 213845"/>
              <a:gd name="connsiteY62" fmla="*/ 172177 h 349816"/>
              <a:gd name="connsiteX63" fmla="*/ 207851 w 213845"/>
              <a:gd name="connsiteY63" fmla="*/ 172411 h 349816"/>
              <a:gd name="connsiteX64" fmla="*/ 208085 w 213845"/>
              <a:gd name="connsiteY64" fmla="*/ 164798 h 349816"/>
              <a:gd name="connsiteX65" fmla="*/ 208085 w 213845"/>
              <a:gd name="connsiteY65" fmla="*/ 165033 h 349816"/>
              <a:gd name="connsiteX66" fmla="*/ 207851 w 213845"/>
              <a:gd name="connsiteY66" fmla="*/ 157304 h 349816"/>
              <a:gd name="connsiteX67" fmla="*/ 207851 w 213845"/>
              <a:gd name="connsiteY67" fmla="*/ 157655 h 349816"/>
              <a:gd name="connsiteX68" fmla="*/ 206797 w 213845"/>
              <a:gd name="connsiteY68" fmla="*/ 150042 h 349816"/>
              <a:gd name="connsiteX69" fmla="*/ 206914 w 213845"/>
              <a:gd name="connsiteY69" fmla="*/ 150277 h 349816"/>
              <a:gd name="connsiteX70" fmla="*/ 205391 w 213845"/>
              <a:gd name="connsiteY70" fmla="*/ 142665 h 349816"/>
              <a:gd name="connsiteX71" fmla="*/ 205391 w 213845"/>
              <a:gd name="connsiteY71" fmla="*/ 142898 h 349816"/>
              <a:gd name="connsiteX72" fmla="*/ 203400 w 213845"/>
              <a:gd name="connsiteY72" fmla="*/ 135286 h 349816"/>
              <a:gd name="connsiteX73" fmla="*/ 203518 w 213845"/>
              <a:gd name="connsiteY73" fmla="*/ 135520 h 349816"/>
              <a:gd name="connsiteX74" fmla="*/ 200941 w 213845"/>
              <a:gd name="connsiteY74" fmla="*/ 128026 h 349816"/>
              <a:gd name="connsiteX75" fmla="*/ 201058 w 213845"/>
              <a:gd name="connsiteY75" fmla="*/ 128259 h 349816"/>
              <a:gd name="connsiteX76" fmla="*/ 197896 w 213845"/>
              <a:gd name="connsiteY76" fmla="*/ 120881 h 349816"/>
              <a:gd name="connsiteX77" fmla="*/ 197896 w 213845"/>
              <a:gd name="connsiteY77" fmla="*/ 121116 h 349816"/>
              <a:gd name="connsiteX78" fmla="*/ 190284 w 213845"/>
              <a:gd name="connsiteY78" fmla="*/ 106594 h 349816"/>
              <a:gd name="connsiteX79" fmla="*/ 190518 w 213845"/>
              <a:gd name="connsiteY79" fmla="*/ 106945 h 349816"/>
              <a:gd name="connsiteX80" fmla="*/ 180915 w 213845"/>
              <a:gd name="connsiteY80" fmla="*/ 92892 h 349816"/>
              <a:gd name="connsiteX81" fmla="*/ 181032 w 213845"/>
              <a:gd name="connsiteY81" fmla="*/ 93125 h 349816"/>
              <a:gd name="connsiteX82" fmla="*/ 169789 w 213845"/>
              <a:gd name="connsiteY82" fmla="*/ 79658 h 349816"/>
              <a:gd name="connsiteX83" fmla="*/ 170023 w 213845"/>
              <a:gd name="connsiteY83" fmla="*/ 79774 h 349816"/>
              <a:gd name="connsiteX84" fmla="*/ 157141 w 213845"/>
              <a:gd name="connsiteY84" fmla="*/ 67127 h 349816"/>
              <a:gd name="connsiteX85" fmla="*/ 157376 w 213845"/>
              <a:gd name="connsiteY85" fmla="*/ 67244 h 349816"/>
              <a:gd name="connsiteX86" fmla="*/ 143205 w 213845"/>
              <a:gd name="connsiteY86" fmla="*/ 55415 h 349816"/>
              <a:gd name="connsiteX87" fmla="*/ 143439 w 213845"/>
              <a:gd name="connsiteY87" fmla="*/ 55533 h 349816"/>
              <a:gd name="connsiteX88" fmla="*/ 128098 w 213845"/>
              <a:gd name="connsiteY88" fmla="*/ 44640 h 349816"/>
              <a:gd name="connsiteX89" fmla="*/ 128215 w 213845"/>
              <a:gd name="connsiteY89" fmla="*/ 44758 h 349816"/>
              <a:gd name="connsiteX90" fmla="*/ 111702 w 213845"/>
              <a:gd name="connsiteY90" fmla="*/ 34803 h 349816"/>
              <a:gd name="connsiteX91" fmla="*/ 111936 w 213845"/>
              <a:gd name="connsiteY91" fmla="*/ 34920 h 349816"/>
              <a:gd name="connsiteX92" fmla="*/ 94487 w 213845"/>
              <a:gd name="connsiteY92" fmla="*/ 26371 h 349816"/>
              <a:gd name="connsiteX93" fmla="*/ 94604 w 213845"/>
              <a:gd name="connsiteY93" fmla="*/ 26488 h 349816"/>
              <a:gd name="connsiteX94" fmla="*/ 76452 w 213845"/>
              <a:gd name="connsiteY94" fmla="*/ 19110 h 349816"/>
              <a:gd name="connsiteX95" fmla="*/ 76686 w 213845"/>
              <a:gd name="connsiteY95" fmla="*/ 19110 h 349816"/>
              <a:gd name="connsiteX96" fmla="*/ 57831 w 213845"/>
              <a:gd name="connsiteY96" fmla="*/ 13138 h 349816"/>
              <a:gd name="connsiteX97" fmla="*/ 58182 w 213845"/>
              <a:gd name="connsiteY97" fmla="*/ 13254 h 349816"/>
              <a:gd name="connsiteX98" fmla="*/ 38859 w 213845"/>
              <a:gd name="connsiteY98" fmla="*/ 8921 h 349816"/>
              <a:gd name="connsiteX99" fmla="*/ 39093 w 213845"/>
              <a:gd name="connsiteY99" fmla="*/ 9038 h 349816"/>
              <a:gd name="connsiteX100" fmla="*/ 19536 w 213845"/>
              <a:gd name="connsiteY100" fmla="*/ 6228 h 349816"/>
              <a:gd name="connsiteX101" fmla="*/ 19770 w 213845"/>
              <a:gd name="connsiteY101" fmla="*/ 6228 h 349816"/>
              <a:gd name="connsiteX102" fmla="*/ 95 w 213845"/>
              <a:gd name="connsiteY102" fmla="*/ 5291 h 349816"/>
              <a:gd name="connsiteX103" fmla="*/ 87343 w 213845"/>
              <a:gd name="connsiteY103" fmla="*/ 349252 h 349816"/>
              <a:gd name="connsiteX104" fmla="*/ 11923 w 213845"/>
              <a:gd name="connsiteY104" fmla="*/ 327352 h 349816"/>
              <a:gd name="connsiteX105" fmla="*/ 74812 w 213845"/>
              <a:gd name="connsiteY105" fmla="*/ 280155 h 34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213845" h="349816">
                <a:moveTo>
                  <a:pt x="329" y="-565"/>
                </a:moveTo>
                <a:lnTo>
                  <a:pt x="20238" y="489"/>
                </a:lnTo>
                <a:lnTo>
                  <a:pt x="40030" y="3183"/>
                </a:lnTo>
                <a:lnTo>
                  <a:pt x="59587" y="7516"/>
                </a:lnTo>
                <a:lnTo>
                  <a:pt x="78559" y="13606"/>
                </a:lnTo>
                <a:lnTo>
                  <a:pt x="96946" y="21101"/>
                </a:lnTo>
                <a:lnTo>
                  <a:pt x="114630" y="29767"/>
                </a:lnTo>
                <a:lnTo>
                  <a:pt x="131377" y="39839"/>
                </a:lnTo>
                <a:lnTo>
                  <a:pt x="146952" y="50848"/>
                </a:lnTo>
                <a:lnTo>
                  <a:pt x="161240" y="62911"/>
                </a:lnTo>
                <a:lnTo>
                  <a:pt x="174240" y="75793"/>
                </a:lnTo>
                <a:lnTo>
                  <a:pt x="185599" y="89378"/>
                </a:lnTo>
                <a:lnTo>
                  <a:pt x="195437" y="103783"/>
                </a:lnTo>
                <a:lnTo>
                  <a:pt x="203166" y="118422"/>
                </a:lnTo>
                <a:lnTo>
                  <a:pt x="206445" y="126034"/>
                </a:lnTo>
                <a:lnTo>
                  <a:pt x="209022" y="133764"/>
                </a:lnTo>
                <a:lnTo>
                  <a:pt x="211130" y="141493"/>
                </a:lnTo>
                <a:lnTo>
                  <a:pt x="212652" y="149223"/>
                </a:lnTo>
                <a:lnTo>
                  <a:pt x="213589" y="156952"/>
                </a:lnTo>
                <a:lnTo>
                  <a:pt x="213940" y="164916"/>
                </a:lnTo>
                <a:lnTo>
                  <a:pt x="213589" y="172762"/>
                </a:lnTo>
                <a:lnTo>
                  <a:pt x="212769" y="180492"/>
                </a:lnTo>
                <a:lnTo>
                  <a:pt x="211247" y="188221"/>
                </a:lnTo>
                <a:lnTo>
                  <a:pt x="209256" y="196068"/>
                </a:lnTo>
                <a:lnTo>
                  <a:pt x="203869" y="211176"/>
                </a:lnTo>
                <a:lnTo>
                  <a:pt x="196374" y="225932"/>
                </a:lnTo>
                <a:lnTo>
                  <a:pt x="187239" y="240337"/>
                </a:lnTo>
                <a:lnTo>
                  <a:pt x="176465" y="253922"/>
                </a:lnTo>
                <a:lnTo>
                  <a:pt x="164168" y="266804"/>
                </a:lnTo>
                <a:lnTo>
                  <a:pt x="150700" y="278867"/>
                </a:lnTo>
                <a:lnTo>
                  <a:pt x="135827" y="289875"/>
                </a:lnTo>
                <a:lnTo>
                  <a:pt x="120134" y="299947"/>
                </a:lnTo>
                <a:lnTo>
                  <a:pt x="103387" y="308731"/>
                </a:lnTo>
                <a:lnTo>
                  <a:pt x="85938" y="316226"/>
                </a:lnTo>
                <a:lnTo>
                  <a:pt x="70245" y="319740"/>
                </a:lnTo>
                <a:lnTo>
                  <a:pt x="68956" y="314000"/>
                </a:lnTo>
                <a:lnTo>
                  <a:pt x="84415" y="310604"/>
                </a:lnTo>
                <a:lnTo>
                  <a:pt x="83830" y="310722"/>
                </a:lnTo>
                <a:lnTo>
                  <a:pt x="101045" y="303343"/>
                </a:lnTo>
                <a:lnTo>
                  <a:pt x="100811" y="303461"/>
                </a:lnTo>
                <a:lnTo>
                  <a:pt x="117323" y="294794"/>
                </a:lnTo>
                <a:lnTo>
                  <a:pt x="117089" y="294912"/>
                </a:lnTo>
                <a:lnTo>
                  <a:pt x="132665" y="285074"/>
                </a:lnTo>
                <a:lnTo>
                  <a:pt x="132431" y="285191"/>
                </a:lnTo>
                <a:lnTo>
                  <a:pt x="147070" y="274300"/>
                </a:lnTo>
                <a:lnTo>
                  <a:pt x="146836" y="274417"/>
                </a:lnTo>
                <a:lnTo>
                  <a:pt x="160186" y="262588"/>
                </a:lnTo>
                <a:lnTo>
                  <a:pt x="160069" y="262706"/>
                </a:lnTo>
                <a:lnTo>
                  <a:pt x="172132" y="250057"/>
                </a:lnTo>
                <a:lnTo>
                  <a:pt x="172015" y="250174"/>
                </a:lnTo>
                <a:lnTo>
                  <a:pt x="182554" y="236706"/>
                </a:lnTo>
                <a:lnTo>
                  <a:pt x="182437" y="237058"/>
                </a:lnTo>
                <a:lnTo>
                  <a:pt x="191338" y="223004"/>
                </a:lnTo>
                <a:lnTo>
                  <a:pt x="191221" y="223238"/>
                </a:lnTo>
                <a:lnTo>
                  <a:pt x="198482" y="208716"/>
                </a:lnTo>
                <a:lnTo>
                  <a:pt x="198365" y="209068"/>
                </a:lnTo>
                <a:lnTo>
                  <a:pt x="203752" y="194194"/>
                </a:lnTo>
                <a:lnTo>
                  <a:pt x="203634" y="194428"/>
                </a:lnTo>
                <a:lnTo>
                  <a:pt x="205625" y="186933"/>
                </a:lnTo>
                <a:lnTo>
                  <a:pt x="205508" y="187050"/>
                </a:lnTo>
                <a:lnTo>
                  <a:pt x="206914" y="179555"/>
                </a:lnTo>
                <a:lnTo>
                  <a:pt x="206914" y="179789"/>
                </a:lnTo>
                <a:lnTo>
                  <a:pt x="207851" y="172177"/>
                </a:lnTo>
                <a:lnTo>
                  <a:pt x="207851" y="172411"/>
                </a:lnTo>
                <a:lnTo>
                  <a:pt x="208085" y="164798"/>
                </a:lnTo>
                <a:lnTo>
                  <a:pt x="208085" y="165033"/>
                </a:lnTo>
                <a:lnTo>
                  <a:pt x="207851" y="157304"/>
                </a:lnTo>
                <a:lnTo>
                  <a:pt x="207851" y="157655"/>
                </a:lnTo>
                <a:lnTo>
                  <a:pt x="206797" y="150042"/>
                </a:lnTo>
                <a:lnTo>
                  <a:pt x="206914" y="150277"/>
                </a:lnTo>
                <a:lnTo>
                  <a:pt x="205391" y="142665"/>
                </a:lnTo>
                <a:lnTo>
                  <a:pt x="205391" y="142898"/>
                </a:lnTo>
                <a:lnTo>
                  <a:pt x="203400" y="135286"/>
                </a:lnTo>
                <a:lnTo>
                  <a:pt x="203518" y="135520"/>
                </a:lnTo>
                <a:lnTo>
                  <a:pt x="200941" y="128026"/>
                </a:lnTo>
                <a:lnTo>
                  <a:pt x="201058" y="128259"/>
                </a:lnTo>
                <a:lnTo>
                  <a:pt x="197896" y="120881"/>
                </a:lnTo>
                <a:lnTo>
                  <a:pt x="197896" y="121116"/>
                </a:lnTo>
                <a:lnTo>
                  <a:pt x="190284" y="106594"/>
                </a:lnTo>
                <a:lnTo>
                  <a:pt x="190518" y="106945"/>
                </a:lnTo>
                <a:lnTo>
                  <a:pt x="180915" y="92892"/>
                </a:lnTo>
                <a:lnTo>
                  <a:pt x="181032" y="93125"/>
                </a:lnTo>
                <a:lnTo>
                  <a:pt x="169789" y="79658"/>
                </a:lnTo>
                <a:lnTo>
                  <a:pt x="170023" y="79774"/>
                </a:lnTo>
                <a:lnTo>
                  <a:pt x="157141" y="67127"/>
                </a:lnTo>
                <a:lnTo>
                  <a:pt x="157376" y="67244"/>
                </a:lnTo>
                <a:lnTo>
                  <a:pt x="143205" y="55415"/>
                </a:lnTo>
                <a:lnTo>
                  <a:pt x="143439" y="55533"/>
                </a:lnTo>
                <a:lnTo>
                  <a:pt x="128098" y="44640"/>
                </a:lnTo>
                <a:lnTo>
                  <a:pt x="128215" y="44758"/>
                </a:lnTo>
                <a:lnTo>
                  <a:pt x="111702" y="34803"/>
                </a:lnTo>
                <a:lnTo>
                  <a:pt x="111936" y="34920"/>
                </a:lnTo>
                <a:lnTo>
                  <a:pt x="94487" y="26371"/>
                </a:lnTo>
                <a:lnTo>
                  <a:pt x="94604" y="26488"/>
                </a:lnTo>
                <a:lnTo>
                  <a:pt x="76452" y="19110"/>
                </a:lnTo>
                <a:lnTo>
                  <a:pt x="76686" y="19110"/>
                </a:lnTo>
                <a:lnTo>
                  <a:pt x="57831" y="13138"/>
                </a:lnTo>
                <a:lnTo>
                  <a:pt x="58182" y="13254"/>
                </a:lnTo>
                <a:lnTo>
                  <a:pt x="38859" y="8921"/>
                </a:lnTo>
                <a:lnTo>
                  <a:pt x="39093" y="9038"/>
                </a:lnTo>
                <a:lnTo>
                  <a:pt x="19536" y="6228"/>
                </a:lnTo>
                <a:lnTo>
                  <a:pt x="19770" y="6228"/>
                </a:lnTo>
                <a:lnTo>
                  <a:pt x="95" y="5291"/>
                </a:lnTo>
                <a:close/>
                <a:moveTo>
                  <a:pt x="87343" y="349252"/>
                </a:moveTo>
                <a:lnTo>
                  <a:pt x="11923" y="327352"/>
                </a:lnTo>
                <a:lnTo>
                  <a:pt x="74812" y="280155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FE46202-81B3-A5CC-5DC8-A3298A7F1DDB}"/>
              </a:ext>
            </a:extLst>
          </p:cNvPr>
          <p:cNvSpPr/>
          <p:nvPr/>
        </p:nvSpPr>
        <p:spPr>
          <a:xfrm flipV="1">
            <a:off x="6142442" y="2248147"/>
            <a:ext cx="213845" cy="662976"/>
          </a:xfrm>
          <a:custGeom>
            <a:avLst/>
            <a:gdLst>
              <a:gd name="connsiteX0" fmla="*/ 329 w 213845"/>
              <a:gd name="connsiteY0" fmla="*/ -596 h 662976"/>
              <a:gd name="connsiteX1" fmla="*/ 10284 w 213845"/>
              <a:gd name="connsiteY1" fmla="*/ -127 h 662976"/>
              <a:gd name="connsiteX2" fmla="*/ 20472 w 213845"/>
              <a:gd name="connsiteY2" fmla="*/ 1278 h 662976"/>
              <a:gd name="connsiteX3" fmla="*/ 30544 w 213845"/>
              <a:gd name="connsiteY3" fmla="*/ 3620 h 662976"/>
              <a:gd name="connsiteX4" fmla="*/ 40498 w 213845"/>
              <a:gd name="connsiteY4" fmla="*/ 6899 h 662976"/>
              <a:gd name="connsiteX5" fmla="*/ 50453 w 213845"/>
              <a:gd name="connsiteY5" fmla="*/ 10881 h 662976"/>
              <a:gd name="connsiteX6" fmla="*/ 60173 w 213845"/>
              <a:gd name="connsiteY6" fmla="*/ 15917 h 662976"/>
              <a:gd name="connsiteX7" fmla="*/ 69776 w 213845"/>
              <a:gd name="connsiteY7" fmla="*/ 21538 h 662976"/>
              <a:gd name="connsiteX8" fmla="*/ 79262 w 213845"/>
              <a:gd name="connsiteY8" fmla="*/ 27862 h 662976"/>
              <a:gd name="connsiteX9" fmla="*/ 88631 w 213845"/>
              <a:gd name="connsiteY9" fmla="*/ 35007 h 662976"/>
              <a:gd name="connsiteX10" fmla="*/ 97649 w 213845"/>
              <a:gd name="connsiteY10" fmla="*/ 42853 h 662976"/>
              <a:gd name="connsiteX11" fmla="*/ 106666 w 213845"/>
              <a:gd name="connsiteY11" fmla="*/ 51285 h 662976"/>
              <a:gd name="connsiteX12" fmla="*/ 115333 w 213845"/>
              <a:gd name="connsiteY12" fmla="*/ 60420 h 662976"/>
              <a:gd name="connsiteX13" fmla="*/ 123765 w 213845"/>
              <a:gd name="connsiteY13" fmla="*/ 70023 h 662976"/>
              <a:gd name="connsiteX14" fmla="*/ 132079 w 213845"/>
              <a:gd name="connsiteY14" fmla="*/ 80212 h 662976"/>
              <a:gd name="connsiteX15" fmla="*/ 139926 w 213845"/>
              <a:gd name="connsiteY15" fmla="*/ 91103 h 662976"/>
              <a:gd name="connsiteX16" fmla="*/ 147538 w 213845"/>
              <a:gd name="connsiteY16" fmla="*/ 102347 h 662976"/>
              <a:gd name="connsiteX17" fmla="*/ 161826 w 213845"/>
              <a:gd name="connsiteY17" fmla="*/ 126237 h 662976"/>
              <a:gd name="connsiteX18" fmla="*/ 174708 w 213845"/>
              <a:gd name="connsiteY18" fmla="*/ 151885 h 662976"/>
              <a:gd name="connsiteX19" fmla="*/ 186068 w 213845"/>
              <a:gd name="connsiteY19" fmla="*/ 178938 h 662976"/>
              <a:gd name="connsiteX20" fmla="*/ 195671 w 213845"/>
              <a:gd name="connsiteY20" fmla="*/ 207162 h 662976"/>
              <a:gd name="connsiteX21" fmla="*/ 203400 w 213845"/>
              <a:gd name="connsiteY21" fmla="*/ 236324 h 662976"/>
              <a:gd name="connsiteX22" fmla="*/ 206562 w 213845"/>
              <a:gd name="connsiteY22" fmla="*/ 251314 h 662976"/>
              <a:gd name="connsiteX23" fmla="*/ 209139 w 213845"/>
              <a:gd name="connsiteY23" fmla="*/ 266305 h 662976"/>
              <a:gd name="connsiteX24" fmla="*/ 211130 w 213845"/>
              <a:gd name="connsiteY24" fmla="*/ 281412 h 662976"/>
              <a:gd name="connsiteX25" fmla="*/ 212652 w 213845"/>
              <a:gd name="connsiteY25" fmla="*/ 296754 h 662976"/>
              <a:gd name="connsiteX26" fmla="*/ 213589 w 213845"/>
              <a:gd name="connsiteY26" fmla="*/ 311979 h 662976"/>
              <a:gd name="connsiteX27" fmla="*/ 213940 w 213845"/>
              <a:gd name="connsiteY27" fmla="*/ 327320 h 662976"/>
              <a:gd name="connsiteX28" fmla="*/ 213589 w 213845"/>
              <a:gd name="connsiteY28" fmla="*/ 342662 h 662976"/>
              <a:gd name="connsiteX29" fmla="*/ 212769 w 213845"/>
              <a:gd name="connsiteY29" fmla="*/ 358004 h 662976"/>
              <a:gd name="connsiteX30" fmla="*/ 211364 w 213845"/>
              <a:gd name="connsiteY30" fmla="*/ 373229 h 662976"/>
              <a:gd name="connsiteX31" fmla="*/ 209373 w 213845"/>
              <a:gd name="connsiteY31" fmla="*/ 388454 h 662976"/>
              <a:gd name="connsiteX32" fmla="*/ 203986 w 213845"/>
              <a:gd name="connsiteY32" fmla="*/ 418317 h 662976"/>
              <a:gd name="connsiteX33" fmla="*/ 196725 w 213845"/>
              <a:gd name="connsiteY33" fmla="*/ 447478 h 662976"/>
              <a:gd name="connsiteX34" fmla="*/ 187707 w 213845"/>
              <a:gd name="connsiteY34" fmla="*/ 475703 h 662976"/>
              <a:gd name="connsiteX35" fmla="*/ 176933 w 213845"/>
              <a:gd name="connsiteY35" fmla="*/ 502756 h 662976"/>
              <a:gd name="connsiteX36" fmla="*/ 164754 w 213845"/>
              <a:gd name="connsiteY36" fmla="*/ 528404 h 662976"/>
              <a:gd name="connsiteX37" fmla="*/ 151286 w 213845"/>
              <a:gd name="connsiteY37" fmla="*/ 552295 h 662976"/>
              <a:gd name="connsiteX38" fmla="*/ 144142 w 213845"/>
              <a:gd name="connsiteY38" fmla="*/ 563538 h 662976"/>
              <a:gd name="connsiteX39" fmla="*/ 136530 w 213845"/>
              <a:gd name="connsiteY39" fmla="*/ 574429 h 662976"/>
              <a:gd name="connsiteX40" fmla="*/ 128918 w 213845"/>
              <a:gd name="connsiteY40" fmla="*/ 584618 h 662976"/>
              <a:gd name="connsiteX41" fmla="*/ 120837 w 213845"/>
              <a:gd name="connsiteY41" fmla="*/ 594221 h 662976"/>
              <a:gd name="connsiteX42" fmla="*/ 112639 w 213845"/>
              <a:gd name="connsiteY42" fmla="*/ 603356 h 662976"/>
              <a:gd name="connsiteX43" fmla="*/ 104207 w 213845"/>
              <a:gd name="connsiteY43" fmla="*/ 611788 h 662976"/>
              <a:gd name="connsiteX44" fmla="*/ 95658 w 213845"/>
              <a:gd name="connsiteY44" fmla="*/ 619635 h 662976"/>
              <a:gd name="connsiteX45" fmla="*/ 86640 w 213845"/>
              <a:gd name="connsiteY45" fmla="*/ 626896 h 662976"/>
              <a:gd name="connsiteX46" fmla="*/ 68488 w 213845"/>
              <a:gd name="connsiteY46" fmla="*/ 635679 h 662976"/>
              <a:gd name="connsiteX47" fmla="*/ 65912 w 213845"/>
              <a:gd name="connsiteY47" fmla="*/ 630409 h 662976"/>
              <a:gd name="connsiteX48" fmla="*/ 83712 w 213845"/>
              <a:gd name="connsiteY48" fmla="*/ 621743 h 662976"/>
              <a:gd name="connsiteX49" fmla="*/ 83244 w 213845"/>
              <a:gd name="connsiteY49" fmla="*/ 622094 h 662976"/>
              <a:gd name="connsiteX50" fmla="*/ 91910 w 213845"/>
              <a:gd name="connsiteY50" fmla="*/ 615067 h 662976"/>
              <a:gd name="connsiteX51" fmla="*/ 91793 w 213845"/>
              <a:gd name="connsiteY51" fmla="*/ 615184 h 662976"/>
              <a:gd name="connsiteX52" fmla="*/ 100225 w 213845"/>
              <a:gd name="connsiteY52" fmla="*/ 607455 h 662976"/>
              <a:gd name="connsiteX53" fmla="*/ 100108 w 213845"/>
              <a:gd name="connsiteY53" fmla="*/ 607572 h 662976"/>
              <a:gd name="connsiteX54" fmla="*/ 108423 w 213845"/>
              <a:gd name="connsiteY54" fmla="*/ 599257 h 662976"/>
              <a:gd name="connsiteX55" fmla="*/ 108306 w 213845"/>
              <a:gd name="connsiteY55" fmla="*/ 599374 h 662976"/>
              <a:gd name="connsiteX56" fmla="*/ 116504 w 213845"/>
              <a:gd name="connsiteY56" fmla="*/ 590357 h 662976"/>
              <a:gd name="connsiteX57" fmla="*/ 116387 w 213845"/>
              <a:gd name="connsiteY57" fmla="*/ 590474 h 662976"/>
              <a:gd name="connsiteX58" fmla="*/ 124350 w 213845"/>
              <a:gd name="connsiteY58" fmla="*/ 580870 h 662976"/>
              <a:gd name="connsiteX59" fmla="*/ 124233 w 213845"/>
              <a:gd name="connsiteY59" fmla="*/ 580988 h 662976"/>
              <a:gd name="connsiteX60" fmla="*/ 131845 w 213845"/>
              <a:gd name="connsiteY60" fmla="*/ 570915 h 662976"/>
              <a:gd name="connsiteX61" fmla="*/ 131845 w 213845"/>
              <a:gd name="connsiteY61" fmla="*/ 571033 h 662976"/>
              <a:gd name="connsiteX62" fmla="*/ 139223 w 213845"/>
              <a:gd name="connsiteY62" fmla="*/ 560258 h 662976"/>
              <a:gd name="connsiteX63" fmla="*/ 139223 w 213845"/>
              <a:gd name="connsiteY63" fmla="*/ 560376 h 662976"/>
              <a:gd name="connsiteX64" fmla="*/ 146367 w 213845"/>
              <a:gd name="connsiteY64" fmla="*/ 549250 h 662976"/>
              <a:gd name="connsiteX65" fmla="*/ 146250 w 213845"/>
              <a:gd name="connsiteY65" fmla="*/ 549367 h 662976"/>
              <a:gd name="connsiteX66" fmla="*/ 159601 w 213845"/>
              <a:gd name="connsiteY66" fmla="*/ 525593 h 662976"/>
              <a:gd name="connsiteX67" fmla="*/ 159484 w 213845"/>
              <a:gd name="connsiteY67" fmla="*/ 525710 h 662976"/>
              <a:gd name="connsiteX68" fmla="*/ 171663 w 213845"/>
              <a:gd name="connsiteY68" fmla="*/ 500297 h 662976"/>
              <a:gd name="connsiteX69" fmla="*/ 171546 w 213845"/>
              <a:gd name="connsiteY69" fmla="*/ 500531 h 662976"/>
              <a:gd name="connsiteX70" fmla="*/ 182203 w 213845"/>
              <a:gd name="connsiteY70" fmla="*/ 473712 h 662976"/>
              <a:gd name="connsiteX71" fmla="*/ 182086 w 213845"/>
              <a:gd name="connsiteY71" fmla="*/ 473829 h 662976"/>
              <a:gd name="connsiteX72" fmla="*/ 191104 w 213845"/>
              <a:gd name="connsiteY72" fmla="*/ 445839 h 662976"/>
              <a:gd name="connsiteX73" fmla="*/ 190987 w 213845"/>
              <a:gd name="connsiteY73" fmla="*/ 445956 h 662976"/>
              <a:gd name="connsiteX74" fmla="*/ 198365 w 213845"/>
              <a:gd name="connsiteY74" fmla="*/ 416912 h 662976"/>
              <a:gd name="connsiteX75" fmla="*/ 198247 w 213845"/>
              <a:gd name="connsiteY75" fmla="*/ 417147 h 662976"/>
              <a:gd name="connsiteX76" fmla="*/ 203634 w 213845"/>
              <a:gd name="connsiteY76" fmla="*/ 387399 h 662976"/>
              <a:gd name="connsiteX77" fmla="*/ 203634 w 213845"/>
              <a:gd name="connsiteY77" fmla="*/ 387634 h 662976"/>
              <a:gd name="connsiteX78" fmla="*/ 205508 w 213845"/>
              <a:gd name="connsiteY78" fmla="*/ 372526 h 662976"/>
              <a:gd name="connsiteX79" fmla="*/ 205508 w 213845"/>
              <a:gd name="connsiteY79" fmla="*/ 372643 h 662976"/>
              <a:gd name="connsiteX80" fmla="*/ 206914 w 213845"/>
              <a:gd name="connsiteY80" fmla="*/ 357418 h 662976"/>
              <a:gd name="connsiteX81" fmla="*/ 206914 w 213845"/>
              <a:gd name="connsiteY81" fmla="*/ 357536 h 662976"/>
              <a:gd name="connsiteX82" fmla="*/ 207851 w 213845"/>
              <a:gd name="connsiteY82" fmla="*/ 342428 h 662976"/>
              <a:gd name="connsiteX83" fmla="*/ 207851 w 213845"/>
              <a:gd name="connsiteY83" fmla="*/ 342545 h 662976"/>
              <a:gd name="connsiteX84" fmla="*/ 208085 w 213845"/>
              <a:gd name="connsiteY84" fmla="*/ 327320 h 662976"/>
              <a:gd name="connsiteX85" fmla="*/ 208085 w 213845"/>
              <a:gd name="connsiteY85" fmla="*/ 327438 h 662976"/>
              <a:gd name="connsiteX86" fmla="*/ 207851 w 213845"/>
              <a:gd name="connsiteY86" fmla="*/ 312213 h 662976"/>
              <a:gd name="connsiteX87" fmla="*/ 207851 w 213845"/>
              <a:gd name="connsiteY87" fmla="*/ 312330 h 662976"/>
              <a:gd name="connsiteX88" fmla="*/ 206797 w 213845"/>
              <a:gd name="connsiteY88" fmla="*/ 297106 h 662976"/>
              <a:gd name="connsiteX89" fmla="*/ 206797 w 213845"/>
              <a:gd name="connsiteY89" fmla="*/ 297222 h 662976"/>
              <a:gd name="connsiteX90" fmla="*/ 205391 w 213845"/>
              <a:gd name="connsiteY90" fmla="*/ 281998 h 662976"/>
              <a:gd name="connsiteX91" fmla="*/ 205391 w 213845"/>
              <a:gd name="connsiteY91" fmla="*/ 282115 h 662976"/>
              <a:gd name="connsiteX92" fmla="*/ 203283 w 213845"/>
              <a:gd name="connsiteY92" fmla="*/ 267124 h 662976"/>
              <a:gd name="connsiteX93" fmla="*/ 203400 w 213845"/>
              <a:gd name="connsiteY93" fmla="*/ 267241 h 662976"/>
              <a:gd name="connsiteX94" fmla="*/ 200824 w 213845"/>
              <a:gd name="connsiteY94" fmla="*/ 252251 h 662976"/>
              <a:gd name="connsiteX95" fmla="*/ 200824 w 213845"/>
              <a:gd name="connsiteY95" fmla="*/ 252368 h 662976"/>
              <a:gd name="connsiteX96" fmla="*/ 197662 w 213845"/>
              <a:gd name="connsiteY96" fmla="*/ 237612 h 662976"/>
              <a:gd name="connsiteX97" fmla="*/ 197662 w 213845"/>
              <a:gd name="connsiteY97" fmla="*/ 237846 h 662976"/>
              <a:gd name="connsiteX98" fmla="*/ 190050 w 213845"/>
              <a:gd name="connsiteY98" fmla="*/ 208685 h 662976"/>
              <a:gd name="connsiteX99" fmla="*/ 190167 w 213845"/>
              <a:gd name="connsiteY99" fmla="*/ 208919 h 662976"/>
              <a:gd name="connsiteX100" fmla="*/ 180564 w 213845"/>
              <a:gd name="connsiteY100" fmla="*/ 180929 h 662976"/>
              <a:gd name="connsiteX101" fmla="*/ 180564 w 213845"/>
              <a:gd name="connsiteY101" fmla="*/ 181046 h 662976"/>
              <a:gd name="connsiteX102" fmla="*/ 169321 w 213845"/>
              <a:gd name="connsiteY102" fmla="*/ 154228 h 662976"/>
              <a:gd name="connsiteX103" fmla="*/ 169438 w 213845"/>
              <a:gd name="connsiteY103" fmla="*/ 154461 h 662976"/>
              <a:gd name="connsiteX104" fmla="*/ 156673 w 213845"/>
              <a:gd name="connsiteY104" fmla="*/ 129048 h 662976"/>
              <a:gd name="connsiteX105" fmla="*/ 156790 w 213845"/>
              <a:gd name="connsiteY105" fmla="*/ 129165 h 662976"/>
              <a:gd name="connsiteX106" fmla="*/ 142619 w 213845"/>
              <a:gd name="connsiteY106" fmla="*/ 105391 h 662976"/>
              <a:gd name="connsiteX107" fmla="*/ 142737 w 213845"/>
              <a:gd name="connsiteY107" fmla="*/ 105508 h 662976"/>
              <a:gd name="connsiteX108" fmla="*/ 135124 w 213845"/>
              <a:gd name="connsiteY108" fmla="*/ 94382 h 662976"/>
              <a:gd name="connsiteX109" fmla="*/ 135241 w 213845"/>
              <a:gd name="connsiteY109" fmla="*/ 94499 h 662976"/>
              <a:gd name="connsiteX110" fmla="*/ 127395 w 213845"/>
              <a:gd name="connsiteY110" fmla="*/ 83725 h 662976"/>
              <a:gd name="connsiteX111" fmla="*/ 127512 w 213845"/>
              <a:gd name="connsiteY111" fmla="*/ 83842 h 662976"/>
              <a:gd name="connsiteX112" fmla="*/ 119314 w 213845"/>
              <a:gd name="connsiteY112" fmla="*/ 73771 h 662976"/>
              <a:gd name="connsiteX113" fmla="*/ 119314 w 213845"/>
              <a:gd name="connsiteY113" fmla="*/ 73887 h 662976"/>
              <a:gd name="connsiteX114" fmla="*/ 111000 w 213845"/>
              <a:gd name="connsiteY114" fmla="*/ 64285 h 662976"/>
              <a:gd name="connsiteX115" fmla="*/ 111116 w 213845"/>
              <a:gd name="connsiteY115" fmla="*/ 64401 h 662976"/>
              <a:gd name="connsiteX116" fmla="*/ 102450 w 213845"/>
              <a:gd name="connsiteY116" fmla="*/ 55384 h 662976"/>
              <a:gd name="connsiteX117" fmla="*/ 102567 w 213845"/>
              <a:gd name="connsiteY117" fmla="*/ 55501 h 662976"/>
              <a:gd name="connsiteX118" fmla="*/ 93784 w 213845"/>
              <a:gd name="connsiteY118" fmla="*/ 47186 h 662976"/>
              <a:gd name="connsiteX119" fmla="*/ 93784 w 213845"/>
              <a:gd name="connsiteY119" fmla="*/ 47303 h 662976"/>
              <a:gd name="connsiteX120" fmla="*/ 84884 w 213845"/>
              <a:gd name="connsiteY120" fmla="*/ 39573 h 662976"/>
              <a:gd name="connsiteX121" fmla="*/ 85001 w 213845"/>
              <a:gd name="connsiteY121" fmla="*/ 39691 h 662976"/>
              <a:gd name="connsiteX122" fmla="*/ 75749 w 213845"/>
              <a:gd name="connsiteY122" fmla="*/ 32664 h 662976"/>
              <a:gd name="connsiteX123" fmla="*/ 75866 w 213845"/>
              <a:gd name="connsiteY123" fmla="*/ 32664 h 662976"/>
              <a:gd name="connsiteX124" fmla="*/ 66614 w 213845"/>
              <a:gd name="connsiteY124" fmla="*/ 26340 h 662976"/>
              <a:gd name="connsiteX125" fmla="*/ 66731 w 213845"/>
              <a:gd name="connsiteY125" fmla="*/ 26457 h 662976"/>
              <a:gd name="connsiteX126" fmla="*/ 57245 w 213845"/>
              <a:gd name="connsiteY126" fmla="*/ 20953 h 662976"/>
              <a:gd name="connsiteX127" fmla="*/ 57480 w 213845"/>
              <a:gd name="connsiteY127" fmla="*/ 21070 h 662976"/>
              <a:gd name="connsiteX128" fmla="*/ 47876 w 213845"/>
              <a:gd name="connsiteY128" fmla="*/ 16268 h 662976"/>
              <a:gd name="connsiteX129" fmla="*/ 48110 w 213845"/>
              <a:gd name="connsiteY129" fmla="*/ 16268 h 662976"/>
              <a:gd name="connsiteX130" fmla="*/ 38390 w 213845"/>
              <a:gd name="connsiteY130" fmla="*/ 12403 h 662976"/>
              <a:gd name="connsiteX131" fmla="*/ 38624 w 213845"/>
              <a:gd name="connsiteY131" fmla="*/ 12403 h 662976"/>
              <a:gd name="connsiteX132" fmla="*/ 28904 w 213845"/>
              <a:gd name="connsiteY132" fmla="*/ 9241 h 662976"/>
              <a:gd name="connsiteX133" fmla="*/ 29138 w 213845"/>
              <a:gd name="connsiteY133" fmla="*/ 9359 h 662976"/>
              <a:gd name="connsiteX134" fmla="*/ 19301 w 213845"/>
              <a:gd name="connsiteY134" fmla="*/ 7016 h 662976"/>
              <a:gd name="connsiteX135" fmla="*/ 19536 w 213845"/>
              <a:gd name="connsiteY135" fmla="*/ 7134 h 662976"/>
              <a:gd name="connsiteX136" fmla="*/ 9581 w 213845"/>
              <a:gd name="connsiteY136" fmla="*/ 5728 h 662976"/>
              <a:gd name="connsiteX137" fmla="*/ 9932 w 213845"/>
              <a:gd name="connsiteY137" fmla="*/ 5728 h 662976"/>
              <a:gd name="connsiteX138" fmla="*/ 95 w 213845"/>
              <a:gd name="connsiteY138" fmla="*/ 5259 h 662976"/>
              <a:gd name="connsiteX139" fmla="*/ 89919 w 213845"/>
              <a:gd name="connsiteY139" fmla="*/ 662381 h 662976"/>
              <a:gd name="connsiteX140" fmla="*/ 11923 w 213845"/>
              <a:gd name="connsiteY140" fmla="*/ 652309 h 662976"/>
              <a:gd name="connsiteX141" fmla="*/ 66731 w 213845"/>
              <a:gd name="connsiteY141" fmla="*/ 596095 h 66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213845" h="662976">
                <a:moveTo>
                  <a:pt x="329" y="-596"/>
                </a:moveTo>
                <a:lnTo>
                  <a:pt x="10284" y="-127"/>
                </a:lnTo>
                <a:lnTo>
                  <a:pt x="20472" y="1278"/>
                </a:lnTo>
                <a:lnTo>
                  <a:pt x="30544" y="3620"/>
                </a:lnTo>
                <a:lnTo>
                  <a:pt x="40498" y="6899"/>
                </a:lnTo>
                <a:lnTo>
                  <a:pt x="50453" y="10881"/>
                </a:lnTo>
                <a:lnTo>
                  <a:pt x="60173" y="15917"/>
                </a:lnTo>
                <a:lnTo>
                  <a:pt x="69776" y="21538"/>
                </a:lnTo>
                <a:lnTo>
                  <a:pt x="79262" y="27862"/>
                </a:lnTo>
                <a:lnTo>
                  <a:pt x="88631" y="35007"/>
                </a:lnTo>
                <a:lnTo>
                  <a:pt x="97649" y="42853"/>
                </a:lnTo>
                <a:lnTo>
                  <a:pt x="106666" y="51285"/>
                </a:lnTo>
                <a:lnTo>
                  <a:pt x="115333" y="60420"/>
                </a:lnTo>
                <a:lnTo>
                  <a:pt x="123765" y="70023"/>
                </a:lnTo>
                <a:lnTo>
                  <a:pt x="132079" y="80212"/>
                </a:lnTo>
                <a:lnTo>
                  <a:pt x="139926" y="91103"/>
                </a:lnTo>
                <a:lnTo>
                  <a:pt x="147538" y="102347"/>
                </a:lnTo>
                <a:lnTo>
                  <a:pt x="161826" y="126237"/>
                </a:lnTo>
                <a:lnTo>
                  <a:pt x="174708" y="151885"/>
                </a:lnTo>
                <a:lnTo>
                  <a:pt x="186068" y="178938"/>
                </a:lnTo>
                <a:lnTo>
                  <a:pt x="195671" y="207162"/>
                </a:lnTo>
                <a:lnTo>
                  <a:pt x="203400" y="236324"/>
                </a:lnTo>
                <a:lnTo>
                  <a:pt x="206562" y="251314"/>
                </a:lnTo>
                <a:lnTo>
                  <a:pt x="209139" y="266305"/>
                </a:lnTo>
                <a:lnTo>
                  <a:pt x="211130" y="281412"/>
                </a:lnTo>
                <a:lnTo>
                  <a:pt x="212652" y="296754"/>
                </a:lnTo>
                <a:lnTo>
                  <a:pt x="213589" y="311979"/>
                </a:lnTo>
                <a:lnTo>
                  <a:pt x="213940" y="327320"/>
                </a:lnTo>
                <a:lnTo>
                  <a:pt x="213589" y="342662"/>
                </a:lnTo>
                <a:lnTo>
                  <a:pt x="212769" y="358004"/>
                </a:lnTo>
                <a:lnTo>
                  <a:pt x="211364" y="373229"/>
                </a:lnTo>
                <a:lnTo>
                  <a:pt x="209373" y="388454"/>
                </a:lnTo>
                <a:lnTo>
                  <a:pt x="203986" y="418317"/>
                </a:lnTo>
                <a:lnTo>
                  <a:pt x="196725" y="447478"/>
                </a:lnTo>
                <a:lnTo>
                  <a:pt x="187707" y="475703"/>
                </a:lnTo>
                <a:lnTo>
                  <a:pt x="176933" y="502756"/>
                </a:lnTo>
                <a:lnTo>
                  <a:pt x="164754" y="528404"/>
                </a:lnTo>
                <a:lnTo>
                  <a:pt x="151286" y="552295"/>
                </a:lnTo>
                <a:lnTo>
                  <a:pt x="144142" y="563538"/>
                </a:lnTo>
                <a:lnTo>
                  <a:pt x="136530" y="574429"/>
                </a:lnTo>
                <a:lnTo>
                  <a:pt x="128918" y="584618"/>
                </a:lnTo>
                <a:lnTo>
                  <a:pt x="120837" y="594221"/>
                </a:lnTo>
                <a:lnTo>
                  <a:pt x="112639" y="603356"/>
                </a:lnTo>
                <a:lnTo>
                  <a:pt x="104207" y="611788"/>
                </a:lnTo>
                <a:lnTo>
                  <a:pt x="95658" y="619635"/>
                </a:lnTo>
                <a:lnTo>
                  <a:pt x="86640" y="626896"/>
                </a:lnTo>
                <a:lnTo>
                  <a:pt x="68488" y="635679"/>
                </a:lnTo>
                <a:lnTo>
                  <a:pt x="65912" y="630409"/>
                </a:lnTo>
                <a:lnTo>
                  <a:pt x="83712" y="621743"/>
                </a:lnTo>
                <a:lnTo>
                  <a:pt x="83244" y="622094"/>
                </a:lnTo>
                <a:lnTo>
                  <a:pt x="91910" y="615067"/>
                </a:lnTo>
                <a:lnTo>
                  <a:pt x="91793" y="615184"/>
                </a:lnTo>
                <a:lnTo>
                  <a:pt x="100225" y="607455"/>
                </a:lnTo>
                <a:lnTo>
                  <a:pt x="100108" y="607572"/>
                </a:lnTo>
                <a:lnTo>
                  <a:pt x="108423" y="599257"/>
                </a:lnTo>
                <a:lnTo>
                  <a:pt x="108306" y="599374"/>
                </a:lnTo>
                <a:lnTo>
                  <a:pt x="116504" y="590357"/>
                </a:lnTo>
                <a:lnTo>
                  <a:pt x="116387" y="590474"/>
                </a:lnTo>
                <a:lnTo>
                  <a:pt x="124350" y="580870"/>
                </a:lnTo>
                <a:lnTo>
                  <a:pt x="124233" y="580988"/>
                </a:lnTo>
                <a:lnTo>
                  <a:pt x="131845" y="570915"/>
                </a:lnTo>
                <a:lnTo>
                  <a:pt x="131845" y="571033"/>
                </a:lnTo>
                <a:lnTo>
                  <a:pt x="139223" y="560258"/>
                </a:lnTo>
                <a:lnTo>
                  <a:pt x="139223" y="560376"/>
                </a:lnTo>
                <a:lnTo>
                  <a:pt x="146367" y="549250"/>
                </a:lnTo>
                <a:lnTo>
                  <a:pt x="146250" y="549367"/>
                </a:lnTo>
                <a:lnTo>
                  <a:pt x="159601" y="525593"/>
                </a:lnTo>
                <a:lnTo>
                  <a:pt x="159484" y="525710"/>
                </a:lnTo>
                <a:lnTo>
                  <a:pt x="171663" y="500297"/>
                </a:lnTo>
                <a:lnTo>
                  <a:pt x="171546" y="500531"/>
                </a:lnTo>
                <a:lnTo>
                  <a:pt x="182203" y="473712"/>
                </a:lnTo>
                <a:lnTo>
                  <a:pt x="182086" y="473829"/>
                </a:lnTo>
                <a:lnTo>
                  <a:pt x="191104" y="445839"/>
                </a:lnTo>
                <a:lnTo>
                  <a:pt x="190987" y="445956"/>
                </a:lnTo>
                <a:lnTo>
                  <a:pt x="198365" y="416912"/>
                </a:lnTo>
                <a:lnTo>
                  <a:pt x="198247" y="417147"/>
                </a:lnTo>
                <a:lnTo>
                  <a:pt x="203634" y="387399"/>
                </a:lnTo>
                <a:lnTo>
                  <a:pt x="203634" y="387634"/>
                </a:lnTo>
                <a:lnTo>
                  <a:pt x="205508" y="372526"/>
                </a:lnTo>
                <a:lnTo>
                  <a:pt x="205508" y="372643"/>
                </a:lnTo>
                <a:lnTo>
                  <a:pt x="206914" y="357418"/>
                </a:lnTo>
                <a:lnTo>
                  <a:pt x="206914" y="357536"/>
                </a:lnTo>
                <a:lnTo>
                  <a:pt x="207851" y="342428"/>
                </a:lnTo>
                <a:lnTo>
                  <a:pt x="207851" y="342545"/>
                </a:lnTo>
                <a:lnTo>
                  <a:pt x="208085" y="327320"/>
                </a:lnTo>
                <a:lnTo>
                  <a:pt x="208085" y="327438"/>
                </a:lnTo>
                <a:lnTo>
                  <a:pt x="207851" y="312213"/>
                </a:lnTo>
                <a:lnTo>
                  <a:pt x="207851" y="312330"/>
                </a:lnTo>
                <a:lnTo>
                  <a:pt x="206797" y="297106"/>
                </a:lnTo>
                <a:lnTo>
                  <a:pt x="206797" y="297222"/>
                </a:lnTo>
                <a:lnTo>
                  <a:pt x="205391" y="281998"/>
                </a:lnTo>
                <a:lnTo>
                  <a:pt x="205391" y="282115"/>
                </a:lnTo>
                <a:lnTo>
                  <a:pt x="203283" y="267124"/>
                </a:lnTo>
                <a:lnTo>
                  <a:pt x="203400" y="267241"/>
                </a:lnTo>
                <a:lnTo>
                  <a:pt x="200824" y="252251"/>
                </a:lnTo>
                <a:lnTo>
                  <a:pt x="200824" y="252368"/>
                </a:lnTo>
                <a:lnTo>
                  <a:pt x="197662" y="237612"/>
                </a:lnTo>
                <a:lnTo>
                  <a:pt x="197662" y="237846"/>
                </a:lnTo>
                <a:lnTo>
                  <a:pt x="190050" y="208685"/>
                </a:lnTo>
                <a:lnTo>
                  <a:pt x="190167" y="208919"/>
                </a:lnTo>
                <a:lnTo>
                  <a:pt x="180564" y="180929"/>
                </a:lnTo>
                <a:lnTo>
                  <a:pt x="180564" y="181046"/>
                </a:lnTo>
                <a:lnTo>
                  <a:pt x="169321" y="154228"/>
                </a:lnTo>
                <a:lnTo>
                  <a:pt x="169438" y="154461"/>
                </a:lnTo>
                <a:lnTo>
                  <a:pt x="156673" y="129048"/>
                </a:lnTo>
                <a:lnTo>
                  <a:pt x="156790" y="129165"/>
                </a:lnTo>
                <a:lnTo>
                  <a:pt x="142619" y="105391"/>
                </a:lnTo>
                <a:lnTo>
                  <a:pt x="142737" y="105508"/>
                </a:lnTo>
                <a:lnTo>
                  <a:pt x="135124" y="94382"/>
                </a:lnTo>
                <a:lnTo>
                  <a:pt x="135241" y="94499"/>
                </a:lnTo>
                <a:lnTo>
                  <a:pt x="127395" y="83725"/>
                </a:lnTo>
                <a:lnTo>
                  <a:pt x="127512" y="83842"/>
                </a:lnTo>
                <a:lnTo>
                  <a:pt x="119314" y="73771"/>
                </a:lnTo>
                <a:lnTo>
                  <a:pt x="119314" y="73887"/>
                </a:lnTo>
                <a:lnTo>
                  <a:pt x="111000" y="64285"/>
                </a:lnTo>
                <a:lnTo>
                  <a:pt x="111116" y="64401"/>
                </a:lnTo>
                <a:lnTo>
                  <a:pt x="102450" y="55384"/>
                </a:lnTo>
                <a:lnTo>
                  <a:pt x="102567" y="55501"/>
                </a:lnTo>
                <a:lnTo>
                  <a:pt x="93784" y="47186"/>
                </a:lnTo>
                <a:lnTo>
                  <a:pt x="93784" y="47303"/>
                </a:lnTo>
                <a:lnTo>
                  <a:pt x="84884" y="39573"/>
                </a:lnTo>
                <a:lnTo>
                  <a:pt x="85001" y="39691"/>
                </a:lnTo>
                <a:lnTo>
                  <a:pt x="75749" y="32664"/>
                </a:lnTo>
                <a:lnTo>
                  <a:pt x="75866" y="32664"/>
                </a:lnTo>
                <a:lnTo>
                  <a:pt x="66614" y="26340"/>
                </a:lnTo>
                <a:lnTo>
                  <a:pt x="66731" y="26457"/>
                </a:lnTo>
                <a:lnTo>
                  <a:pt x="57245" y="20953"/>
                </a:lnTo>
                <a:lnTo>
                  <a:pt x="57480" y="21070"/>
                </a:lnTo>
                <a:lnTo>
                  <a:pt x="47876" y="16268"/>
                </a:lnTo>
                <a:lnTo>
                  <a:pt x="48110" y="16268"/>
                </a:lnTo>
                <a:lnTo>
                  <a:pt x="38390" y="12403"/>
                </a:lnTo>
                <a:lnTo>
                  <a:pt x="38624" y="12403"/>
                </a:lnTo>
                <a:lnTo>
                  <a:pt x="28904" y="9241"/>
                </a:lnTo>
                <a:lnTo>
                  <a:pt x="29138" y="9359"/>
                </a:lnTo>
                <a:lnTo>
                  <a:pt x="19301" y="7016"/>
                </a:lnTo>
                <a:lnTo>
                  <a:pt x="19536" y="7134"/>
                </a:lnTo>
                <a:lnTo>
                  <a:pt x="9581" y="5728"/>
                </a:lnTo>
                <a:lnTo>
                  <a:pt x="9932" y="5728"/>
                </a:lnTo>
                <a:lnTo>
                  <a:pt x="95" y="5259"/>
                </a:lnTo>
                <a:close/>
                <a:moveTo>
                  <a:pt x="89919" y="662381"/>
                </a:moveTo>
                <a:lnTo>
                  <a:pt x="11923" y="652309"/>
                </a:lnTo>
                <a:lnTo>
                  <a:pt x="66731" y="596095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54F0E838-092B-8D5E-4163-A47AA92410E8}"/>
              </a:ext>
            </a:extLst>
          </p:cNvPr>
          <p:cNvSpPr/>
          <p:nvPr/>
        </p:nvSpPr>
        <p:spPr>
          <a:xfrm flipV="1">
            <a:off x="6142325" y="1932878"/>
            <a:ext cx="213962" cy="978245"/>
          </a:xfrm>
          <a:custGeom>
            <a:avLst/>
            <a:gdLst>
              <a:gd name="connsiteX0" fmla="*/ 563 w 213962"/>
              <a:gd name="connsiteY0" fmla="*/ -628 h 978245"/>
              <a:gd name="connsiteX1" fmla="*/ 10518 w 213962"/>
              <a:gd name="connsiteY1" fmla="*/ 75 h 978245"/>
              <a:gd name="connsiteX2" fmla="*/ 20824 w 213962"/>
              <a:gd name="connsiteY2" fmla="*/ 2300 h 978245"/>
              <a:gd name="connsiteX3" fmla="*/ 31012 w 213962"/>
              <a:gd name="connsiteY3" fmla="*/ 5813 h 978245"/>
              <a:gd name="connsiteX4" fmla="*/ 41084 w 213962"/>
              <a:gd name="connsiteY4" fmla="*/ 10733 h 978245"/>
              <a:gd name="connsiteX5" fmla="*/ 50921 w 213962"/>
              <a:gd name="connsiteY5" fmla="*/ 16822 h 978245"/>
              <a:gd name="connsiteX6" fmla="*/ 60759 w 213962"/>
              <a:gd name="connsiteY6" fmla="*/ 24083 h 978245"/>
              <a:gd name="connsiteX7" fmla="*/ 70362 w 213962"/>
              <a:gd name="connsiteY7" fmla="*/ 32633 h 978245"/>
              <a:gd name="connsiteX8" fmla="*/ 79848 w 213962"/>
              <a:gd name="connsiteY8" fmla="*/ 42236 h 978245"/>
              <a:gd name="connsiteX9" fmla="*/ 89217 w 213962"/>
              <a:gd name="connsiteY9" fmla="*/ 52893 h 978245"/>
              <a:gd name="connsiteX10" fmla="*/ 98234 w 213962"/>
              <a:gd name="connsiteY10" fmla="*/ 64487 h 978245"/>
              <a:gd name="connsiteX11" fmla="*/ 107135 w 213962"/>
              <a:gd name="connsiteY11" fmla="*/ 77253 h 978245"/>
              <a:gd name="connsiteX12" fmla="*/ 115801 w 213962"/>
              <a:gd name="connsiteY12" fmla="*/ 90720 h 978245"/>
              <a:gd name="connsiteX13" fmla="*/ 124233 w 213962"/>
              <a:gd name="connsiteY13" fmla="*/ 105243 h 978245"/>
              <a:gd name="connsiteX14" fmla="*/ 132431 w 213962"/>
              <a:gd name="connsiteY14" fmla="*/ 120585 h 978245"/>
              <a:gd name="connsiteX15" fmla="*/ 140277 w 213962"/>
              <a:gd name="connsiteY15" fmla="*/ 136629 h 978245"/>
              <a:gd name="connsiteX16" fmla="*/ 147890 w 213962"/>
              <a:gd name="connsiteY16" fmla="*/ 153493 h 978245"/>
              <a:gd name="connsiteX17" fmla="*/ 155268 w 213962"/>
              <a:gd name="connsiteY17" fmla="*/ 171178 h 978245"/>
              <a:gd name="connsiteX18" fmla="*/ 162060 w 213962"/>
              <a:gd name="connsiteY18" fmla="*/ 189330 h 978245"/>
              <a:gd name="connsiteX19" fmla="*/ 168735 w 213962"/>
              <a:gd name="connsiteY19" fmla="*/ 208185 h 978245"/>
              <a:gd name="connsiteX20" fmla="*/ 174942 w 213962"/>
              <a:gd name="connsiteY20" fmla="*/ 227626 h 978245"/>
              <a:gd name="connsiteX21" fmla="*/ 180798 w 213962"/>
              <a:gd name="connsiteY21" fmla="*/ 247535 h 978245"/>
              <a:gd name="connsiteX22" fmla="*/ 186302 w 213962"/>
              <a:gd name="connsiteY22" fmla="*/ 268030 h 978245"/>
              <a:gd name="connsiteX23" fmla="*/ 195905 w 213962"/>
              <a:gd name="connsiteY23" fmla="*/ 310191 h 978245"/>
              <a:gd name="connsiteX24" fmla="*/ 203518 w 213962"/>
              <a:gd name="connsiteY24" fmla="*/ 353874 h 978245"/>
              <a:gd name="connsiteX25" fmla="*/ 206679 w 213962"/>
              <a:gd name="connsiteY25" fmla="*/ 376126 h 978245"/>
              <a:gd name="connsiteX26" fmla="*/ 209256 w 213962"/>
              <a:gd name="connsiteY26" fmla="*/ 398611 h 978245"/>
              <a:gd name="connsiteX27" fmla="*/ 211247 w 213962"/>
              <a:gd name="connsiteY27" fmla="*/ 421214 h 978245"/>
              <a:gd name="connsiteX28" fmla="*/ 212769 w 213962"/>
              <a:gd name="connsiteY28" fmla="*/ 444051 h 978245"/>
              <a:gd name="connsiteX29" fmla="*/ 213706 w 213962"/>
              <a:gd name="connsiteY29" fmla="*/ 466888 h 978245"/>
              <a:gd name="connsiteX30" fmla="*/ 214057 w 213962"/>
              <a:gd name="connsiteY30" fmla="*/ 489842 h 978245"/>
              <a:gd name="connsiteX31" fmla="*/ 213706 w 213962"/>
              <a:gd name="connsiteY31" fmla="*/ 512679 h 978245"/>
              <a:gd name="connsiteX32" fmla="*/ 212887 w 213962"/>
              <a:gd name="connsiteY32" fmla="*/ 535634 h 978245"/>
              <a:gd name="connsiteX33" fmla="*/ 211481 w 213962"/>
              <a:gd name="connsiteY33" fmla="*/ 558353 h 978245"/>
              <a:gd name="connsiteX34" fmla="*/ 209490 w 213962"/>
              <a:gd name="connsiteY34" fmla="*/ 581073 h 978245"/>
              <a:gd name="connsiteX35" fmla="*/ 204220 w 213962"/>
              <a:gd name="connsiteY35" fmla="*/ 625810 h 978245"/>
              <a:gd name="connsiteX36" fmla="*/ 196842 w 213962"/>
              <a:gd name="connsiteY36" fmla="*/ 669376 h 978245"/>
              <a:gd name="connsiteX37" fmla="*/ 187825 w 213962"/>
              <a:gd name="connsiteY37" fmla="*/ 711537 h 978245"/>
              <a:gd name="connsiteX38" fmla="*/ 182672 w 213962"/>
              <a:gd name="connsiteY38" fmla="*/ 732032 h 978245"/>
              <a:gd name="connsiteX39" fmla="*/ 177167 w 213962"/>
              <a:gd name="connsiteY39" fmla="*/ 752058 h 978245"/>
              <a:gd name="connsiteX40" fmla="*/ 171312 w 213962"/>
              <a:gd name="connsiteY40" fmla="*/ 771382 h 978245"/>
              <a:gd name="connsiteX41" fmla="*/ 164988 w 213962"/>
              <a:gd name="connsiteY41" fmla="*/ 790237 h 978245"/>
              <a:gd name="connsiteX42" fmla="*/ 158547 w 213962"/>
              <a:gd name="connsiteY42" fmla="*/ 808507 h 978245"/>
              <a:gd name="connsiteX43" fmla="*/ 151637 w 213962"/>
              <a:gd name="connsiteY43" fmla="*/ 826074 h 978245"/>
              <a:gd name="connsiteX44" fmla="*/ 144493 w 213962"/>
              <a:gd name="connsiteY44" fmla="*/ 842938 h 978245"/>
              <a:gd name="connsiteX45" fmla="*/ 136998 w 213962"/>
              <a:gd name="connsiteY45" fmla="*/ 858983 h 978245"/>
              <a:gd name="connsiteX46" fmla="*/ 129269 w 213962"/>
              <a:gd name="connsiteY46" fmla="*/ 874324 h 978245"/>
              <a:gd name="connsiteX47" fmla="*/ 121305 w 213962"/>
              <a:gd name="connsiteY47" fmla="*/ 888846 h 978245"/>
              <a:gd name="connsiteX48" fmla="*/ 113107 w 213962"/>
              <a:gd name="connsiteY48" fmla="*/ 902315 h 978245"/>
              <a:gd name="connsiteX49" fmla="*/ 104675 w 213962"/>
              <a:gd name="connsiteY49" fmla="*/ 915079 h 978245"/>
              <a:gd name="connsiteX50" fmla="*/ 96127 w 213962"/>
              <a:gd name="connsiteY50" fmla="*/ 926674 h 978245"/>
              <a:gd name="connsiteX51" fmla="*/ 87343 w 213962"/>
              <a:gd name="connsiteY51" fmla="*/ 937331 h 978245"/>
              <a:gd name="connsiteX52" fmla="*/ 78208 w 213962"/>
              <a:gd name="connsiteY52" fmla="*/ 947168 h 978245"/>
              <a:gd name="connsiteX53" fmla="*/ 65912 w 213962"/>
              <a:gd name="connsiteY53" fmla="*/ 953844 h 978245"/>
              <a:gd name="connsiteX54" fmla="*/ 63101 w 213962"/>
              <a:gd name="connsiteY54" fmla="*/ 948691 h 978245"/>
              <a:gd name="connsiteX55" fmla="*/ 74929 w 213962"/>
              <a:gd name="connsiteY55" fmla="*/ 942367 h 978245"/>
              <a:gd name="connsiteX56" fmla="*/ 74226 w 213962"/>
              <a:gd name="connsiteY56" fmla="*/ 942952 h 978245"/>
              <a:gd name="connsiteX57" fmla="*/ 83010 w 213962"/>
              <a:gd name="connsiteY57" fmla="*/ 933466 h 978245"/>
              <a:gd name="connsiteX58" fmla="*/ 82893 w 213962"/>
              <a:gd name="connsiteY58" fmla="*/ 933584 h 978245"/>
              <a:gd name="connsiteX59" fmla="*/ 91559 w 213962"/>
              <a:gd name="connsiteY59" fmla="*/ 923043 h 978245"/>
              <a:gd name="connsiteX60" fmla="*/ 91442 w 213962"/>
              <a:gd name="connsiteY60" fmla="*/ 923160 h 978245"/>
              <a:gd name="connsiteX61" fmla="*/ 99874 w 213962"/>
              <a:gd name="connsiteY61" fmla="*/ 911566 h 978245"/>
              <a:gd name="connsiteX62" fmla="*/ 99874 w 213962"/>
              <a:gd name="connsiteY62" fmla="*/ 911683 h 978245"/>
              <a:gd name="connsiteX63" fmla="*/ 108189 w 213962"/>
              <a:gd name="connsiteY63" fmla="*/ 899152 h 978245"/>
              <a:gd name="connsiteX64" fmla="*/ 108072 w 213962"/>
              <a:gd name="connsiteY64" fmla="*/ 899269 h 978245"/>
              <a:gd name="connsiteX65" fmla="*/ 116270 w 213962"/>
              <a:gd name="connsiteY65" fmla="*/ 885801 h 978245"/>
              <a:gd name="connsiteX66" fmla="*/ 116270 w 213962"/>
              <a:gd name="connsiteY66" fmla="*/ 885918 h 978245"/>
              <a:gd name="connsiteX67" fmla="*/ 124116 w 213962"/>
              <a:gd name="connsiteY67" fmla="*/ 871514 h 978245"/>
              <a:gd name="connsiteX68" fmla="*/ 124116 w 213962"/>
              <a:gd name="connsiteY68" fmla="*/ 871631 h 978245"/>
              <a:gd name="connsiteX69" fmla="*/ 131728 w 213962"/>
              <a:gd name="connsiteY69" fmla="*/ 856406 h 978245"/>
              <a:gd name="connsiteX70" fmla="*/ 131728 w 213962"/>
              <a:gd name="connsiteY70" fmla="*/ 856523 h 978245"/>
              <a:gd name="connsiteX71" fmla="*/ 139106 w 213962"/>
              <a:gd name="connsiteY71" fmla="*/ 840478 h 978245"/>
              <a:gd name="connsiteX72" fmla="*/ 139106 w 213962"/>
              <a:gd name="connsiteY72" fmla="*/ 840596 h 978245"/>
              <a:gd name="connsiteX73" fmla="*/ 146250 w 213962"/>
              <a:gd name="connsiteY73" fmla="*/ 823849 h 978245"/>
              <a:gd name="connsiteX74" fmla="*/ 146133 w 213962"/>
              <a:gd name="connsiteY74" fmla="*/ 823966 h 978245"/>
              <a:gd name="connsiteX75" fmla="*/ 153043 w 213962"/>
              <a:gd name="connsiteY75" fmla="*/ 806399 h 978245"/>
              <a:gd name="connsiteX76" fmla="*/ 153043 w 213962"/>
              <a:gd name="connsiteY76" fmla="*/ 806516 h 978245"/>
              <a:gd name="connsiteX77" fmla="*/ 159484 w 213962"/>
              <a:gd name="connsiteY77" fmla="*/ 788363 h 978245"/>
              <a:gd name="connsiteX78" fmla="*/ 159484 w 213962"/>
              <a:gd name="connsiteY78" fmla="*/ 788363 h 978245"/>
              <a:gd name="connsiteX79" fmla="*/ 165690 w 213962"/>
              <a:gd name="connsiteY79" fmla="*/ 769625 h 978245"/>
              <a:gd name="connsiteX80" fmla="*/ 165690 w 213962"/>
              <a:gd name="connsiteY80" fmla="*/ 769625 h 978245"/>
              <a:gd name="connsiteX81" fmla="*/ 171546 w 213962"/>
              <a:gd name="connsiteY81" fmla="*/ 750301 h 978245"/>
              <a:gd name="connsiteX82" fmla="*/ 171546 w 213962"/>
              <a:gd name="connsiteY82" fmla="*/ 750419 h 978245"/>
              <a:gd name="connsiteX83" fmla="*/ 177050 w 213962"/>
              <a:gd name="connsiteY83" fmla="*/ 730509 h 978245"/>
              <a:gd name="connsiteX84" fmla="*/ 177050 w 213962"/>
              <a:gd name="connsiteY84" fmla="*/ 730509 h 978245"/>
              <a:gd name="connsiteX85" fmla="*/ 182203 w 213962"/>
              <a:gd name="connsiteY85" fmla="*/ 710132 h 978245"/>
              <a:gd name="connsiteX86" fmla="*/ 182203 w 213962"/>
              <a:gd name="connsiteY86" fmla="*/ 710249 h 978245"/>
              <a:gd name="connsiteX87" fmla="*/ 191104 w 213962"/>
              <a:gd name="connsiteY87" fmla="*/ 668205 h 978245"/>
              <a:gd name="connsiteX88" fmla="*/ 191104 w 213962"/>
              <a:gd name="connsiteY88" fmla="*/ 668322 h 978245"/>
              <a:gd name="connsiteX89" fmla="*/ 198365 w 213962"/>
              <a:gd name="connsiteY89" fmla="*/ 624874 h 978245"/>
              <a:gd name="connsiteX90" fmla="*/ 198365 w 213962"/>
              <a:gd name="connsiteY90" fmla="*/ 624991 h 978245"/>
              <a:gd name="connsiteX91" fmla="*/ 203752 w 213962"/>
              <a:gd name="connsiteY91" fmla="*/ 580370 h 978245"/>
              <a:gd name="connsiteX92" fmla="*/ 203752 w 213962"/>
              <a:gd name="connsiteY92" fmla="*/ 580487 h 978245"/>
              <a:gd name="connsiteX93" fmla="*/ 205625 w 213962"/>
              <a:gd name="connsiteY93" fmla="*/ 557885 h 978245"/>
              <a:gd name="connsiteX94" fmla="*/ 205625 w 213962"/>
              <a:gd name="connsiteY94" fmla="*/ 558002 h 978245"/>
              <a:gd name="connsiteX95" fmla="*/ 207031 w 213962"/>
              <a:gd name="connsiteY95" fmla="*/ 535282 h 978245"/>
              <a:gd name="connsiteX96" fmla="*/ 207031 w 213962"/>
              <a:gd name="connsiteY96" fmla="*/ 535399 h 978245"/>
              <a:gd name="connsiteX97" fmla="*/ 207968 w 213962"/>
              <a:gd name="connsiteY97" fmla="*/ 512562 h 978245"/>
              <a:gd name="connsiteX98" fmla="*/ 207968 w 213962"/>
              <a:gd name="connsiteY98" fmla="*/ 512562 h 978245"/>
              <a:gd name="connsiteX99" fmla="*/ 208202 w 213962"/>
              <a:gd name="connsiteY99" fmla="*/ 489725 h 978245"/>
              <a:gd name="connsiteX100" fmla="*/ 208202 w 213962"/>
              <a:gd name="connsiteY100" fmla="*/ 489842 h 978245"/>
              <a:gd name="connsiteX101" fmla="*/ 207968 w 213962"/>
              <a:gd name="connsiteY101" fmla="*/ 467005 h 978245"/>
              <a:gd name="connsiteX102" fmla="*/ 207968 w 213962"/>
              <a:gd name="connsiteY102" fmla="*/ 467122 h 978245"/>
              <a:gd name="connsiteX103" fmla="*/ 206914 w 213962"/>
              <a:gd name="connsiteY103" fmla="*/ 444402 h 978245"/>
              <a:gd name="connsiteX104" fmla="*/ 206914 w 213962"/>
              <a:gd name="connsiteY104" fmla="*/ 444402 h 978245"/>
              <a:gd name="connsiteX105" fmla="*/ 205509 w 213962"/>
              <a:gd name="connsiteY105" fmla="*/ 421682 h 978245"/>
              <a:gd name="connsiteX106" fmla="*/ 205509 w 213962"/>
              <a:gd name="connsiteY106" fmla="*/ 421682 h 978245"/>
              <a:gd name="connsiteX107" fmla="*/ 203400 w 213962"/>
              <a:gd name="connsiteY107" fmla="*/ 399196 h 978245"/>
              <a:gd name="connsiteX108" fmla="*/ 203400 w 213962"/>
              <a:gd name="connsiteY108" fmla="*/ 399196 h 978245"/>
              <a:gd name="connsiteX109" fmla="*/ 200941 w 213962"/>
              <a:gd name="connsiteY109" fmla="*/ 376828 h 978245"/>
              <a:gd name="connsiteX110" fmla="*/ 200941 w 213962"/>
              <a:gd name="connsiteY110" fmla="*/ 376945 h 978245"/>
              <a:gd name="connsiteX111" fmla="*/ 197779 w 213962"/>
              <a:gd name="connsiteY111" fmla="*/ 354811 h 978245"/>
              <a:gd name="connsiteX112" fmla="*/ 197779 w 213962"/>
              <a:gd name="connsiteY112" fmla="*/ 354927 h 978245"/>
              <a:gd name="connsiteX113" fmla="*/ 190167 w 213962"/>
              <a:gd name="connsiteY113" fmla="*/ 311362 h 978245"/>
              <a:gd name="connsiteX114" fmla="*/ 190167 w 213962"/>
              <a:gd name="connsiteY114" fmla="*/ 311479 h 978245"/>
              <a:gd name="connsiteX115" fmla="*/ 180564 w 213962"/>
              <a:gd name="connsiteY115" fmla="*/ 269435 h 978245"/>
              <a:gd name="connsiteX116" fmla="*/ 180564 w 213962"/>
              <a:gd name="connsiteY116" fmla="*/ 269435 h 978245"/>
              <a:gd name="connsiteX117" fmla="*/ 175177 w 213962"/>
              <a:gd name="connsiteY117" fmla="*/ 249057 h 978245"/>
              <a:gd name="connsiteX118" fmla="*/ 175177 w 213962"/>
              <a:gd name="connsiteY118" fmla="*/ 249175 h 978245"/>
              <a:gd name="connsiteX119" fmla="*/ 169438 w 213962"/>
              <a:gd name="connsiteY119" fmla="*/ 229383 h 978245"/>
              <a:gd name="connsiteX120" fmla="*/ 169438 w 213962"/>
              <a:gd name="connsiteY120" fmla="*/ 229383 h 978245"/>
              <a:gd name="connsiteX121" fmla="*/ 163114 w 213962"/>
              <a:gd name="connsiteY121" fmla="*/ 209942 h 978245"/>
              <a:gd name="connsiteX122" fmla="*/ 163231 w 213962"/>
              <a:gd name="connsiteY122" fmla="*/ 210059 h 978245"/>
              <a:gd name="connsiteX123" fmla="*/ 156556 w 213962"/>
              <a:gd name="connsiteY123" fmla="*/ 191321 h 978245"/>
              <a:gd name="connsiteX124" fmla="*/ 156673 w 213962"/>
              <a:gd name="connsiteY124" fmla="*/ 191321 h 978245"/>
              <a:gd name="connsiteX125" fmla="*/ 149763 w 213962"/>
              <a:gd name="connsiteY125" fmla="*/ 173286 h 978245"/>
              <a:gd name="connsiteX126" fmla="*/ 149763 w 213962"/>
              <a:gd name="connsiteY126" fmla="*/ 173286 h 978245"/>
              <a:gd name="connsiteX127" fmla="*/ 142503 w 213962"/>
              <a:gd name="connsiteY127" fmla="*/ 155719 h 978245"/>
              <a:gd name="connsiteX128" fmla="*/ 142503 w 213962"/>
              <a:gd name="connsiteY128" fmla="*/ 155835 h 978245"/>
              <a:gd name="connsiteX129" fmla="*/ 135007 w 213962"/>
              <a:gd name="connsiteY129" fmla="*/ 139088 h 978245"/>
              <a:gd name="connsiteX130" fmla="*/ 135007 w 213962"/>
              <a:gd name="connsiteY130" fmla="*/ 139088 h 978245"/>
              <a:gd name="connsiteX131" fmla="*/ 127278 w 213962"/>
              <a:gd name="connsiteY131" fmla="*/ 123161 h 978245"/>
              <a:gd name="connsiteX132" fmla="*/ 127278 w 213962"/>
              <a:gd name="connsiteY132" fmla="*/ 123278 h 978245"/>
              <a:gd name="connsiteX133" fmla="*/ 119080 w 213962"/>
              <a:gd name="connsiteY133" fmla="*/ 108054 h 978245"/>
              <a:gd name="connsiteX134" fmla="*/ 119197 w 213962"/>
              <a:gd name="connsiteY134" fmla="*/ 108171 h 978245"/>
              <a:gd name="connsiteX135" fmla="*/ 110765 w 213962"/>
              <a:gd name="connsiteY135" fmla="*/ 93765 h 978245"/>
              <a:gd name="connsiteX136" fmla="*/ 110882 w 213962"/>
              <a:gd name="connsiteY136" fmla="*/ 93883 h 978245"/>
              <a:gd name="connsiteX137" fmla="*/ 102216 w 213962"/>
              <a:gd name="connsiteY137" fmla="*/ 80415 h 978245"/>
              <a:gd name="connsiteX138" fmla="*/ 102333 w 213962"/>
              <a:gd name="connsiteY138" fmla="*/ 80532 h 978245"/>
              <a:gd name="connsiteX139" fmla="*/ 93433 w 213962"/>
              <a:gd name="connsiteY139" fmla="*/ 68000 h 978245"/>
              <a:gd name="connsiteX140" fmla="*/ 93550 w 213962"/>
              <a:gd name="connsiteY140" fmla="*/ 68118 h 978245"/>
              <a:gd name="connsiteX141" fmla="*/ 84649 w 213962"/>
              <a:gd name="connsiteY141" fmla="*/ 56524 h 978245"/>
              <a:gd name="connsiteX142" fmla="*/ 84649 w 213962"/>
              <a:gd name="connsiteY142" fmla="*/ 56641 h 978245"/>
              <a:gd name="connsiteX143" fmla="*/ 75515 w 213962"/>
              <a:gd name="connsiteY143" fmla="*/ 46100 h 978245"/>
              <a:gd name="connsiteX144" fmla="*/ 75632 w 213962"/>
              <a:gd name="connsiteY144" fmla="*/ 46335 h 978245"/>
              <a:gd name="connsiteX145" fmla="*/ 66263 w 213962"/>
              <a:gd name="connsiteY145" fmla="*/ 36849 h 978245"/>
              <a:gd name="connsiteX146" fmla="*/ 66380 w 213962"/>
              <a:gd name="connsiteY146" fmla="*/ 36966 h 978245"/>
              <a:gd name="connsiteX147" fmla="*/ 56894 w 213962"/>
              <a:gd name="connsiteY147" fmla="*/ 28651 h 978245"/>
              <a:gd name="connsiteX148" fmla="*/ 57128 w 213962"/>
              <a:gd name="connsiteY148" fmla="*/ 28768 h 978245"/>
              <a:gd name="connsiteX149" fmla="*/ 47525 w 213962"/>
              <a:gd name="connsiteY149" fmla="*/ 21624 h 978245"/>
              <a:gd name="connsiteX150" fmla="*/ 47759 w 213962"/>
              <a:gd name="connsiteY150" fmla="*/ 21741 h 978245"/>
              <a:gd name="connsiteX151" fmla="*/ 38156 w 213962"/>
              <a:gd name="connsiteY151" fmla="*/ 15768 h 978245"/>
              <a:gd name="connsiteX152" fmla="*/ 38390 w 213962"/>
              <a:gd name="connsiteY152" fmla="*/ 15886 h 978245"/>
              <a:gd name="connsiteX153" fmla="*/ 28670 w 213962"/>
              <a:gd name="connsiteY153" fmla="*/ 11201 h 978245"/>
              <a:gd name="connsiteX154" fmla="*/ 28904 w 213962"/>
              <a:gd name="connsiteY154" fmla="*/ 11318 h 978245"/>
              <a:gd name="connsiteX155" fmla="*/ 19067 w 213962"/>
              <a:gd name="connsiteY155" fmla="*/ 7922 h 978245"/>
              <a:gd name="connsiteX156" fmla="*/ 19418 w 213962"/>
              <a:gd name="connsiteY156" fmla="*/ 8039 h 978245"/>
              <a:gd name="connsiteX157" fmla="*/ 9581 w 213962"/>
              <a:gd name="connsiteY157" fmla="*/ 5931 h 978245"/>
              <a:gd name="connsiteX158" fmla="*/ 9932 w 213962"/>
              <a:gd name="connsiteY158" fmla="*/ 5931 h 978245"/>
              <a:gd name="connsiteX159" fmla="*/ 95 w 213962"/>
              <a:gd name="connsiteY159" fmla="*/ 5228 h 978245"/>
              <a:gd name="connsiteX160" fmla="*/ 90622 w 213962"/>
              <a:gd name="connsiteY160" fmla="*/ 977618 h 978245"/>
              <a:gd name="connsiteX161" fmla="*/ 12040 w 213962"/>
              <a:gd name="connsiteY161" fmla="*/ 977266 h 978245"/>
              <a:gd name="connsiteX162" fmla="*/ 59471 w 213962"/>
              <a:gd name="connsiteY162" fmla="*/ 914611 h 978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213962" h="978245">
                <a:moveTo>
                  <a:pt x="563" y="-628"/>
                </a:moveTo>
                <a:lnTo>
                  <a:pt x="10518" y="75"/>
                </a:lnTo>
                <a:lnTo>
                  <a:pt x="20824" y="2300"/>
                </a:lnTo>
                <a:lnTo>
                  <a:pt x="31012" y="5813"/>
                </a:lnTo>
                <a:lnTo>
                  <a:pt x="41084" y="10733"/>
                </a:lnTo>
                <a:lnTo>
                  <a:pt x="50921" y="16822"/>
                </a:lnTo>
                <a:lnTo>
                  <a:pt x="60759" y="24083"/>
                </a:lnTo>
                <a:lnTo>
                  <a:pt x="70362" y="32633"/>
                </a:lnTo>
                <a:lnTo>
                  <a:pt x="79848" y="42236"/>
                </a:lnTo>
                <a:lnTo>
                  <a:pt x="89217" y="52893"/>
                </a:lnTo>
                <a:lnTo>
                  <a:pt x="98234" y="64487"/>
                </a:lnTo>
                <a:lnTo>
                  <a:pt x="107135" y="77253"/>
                </a:lnTo>
                <a:lnTo>
                  <a:pt x="115801" y="90720"/>
                </a:lnTo>
                <a:lnTo>
                  <a:pt x="124233" y="105243"/>
                </a:lnTo>
                <a:lnTo>
                  <a:pt x="132431" y="120585"/>
                </a:lnTo>
                <a:lnTo>
                  <a:pt x="140277" y="136629"/>
                </a:lnTo>
                <a:lnTo>
                  <a:pt x="147890" y="153493"/>
                </a:lnTo>
                <a:lnTo>
                  <a:pt x="155268" y="171178"/>
                </a:lnTo>
                <a:lnTo>
                  <a:pt x="162060" y="189330"/>
                </a:lnTo>
                <a:lnTo>
                  <a:pt x="168735" y="208185"/>
                </a:lnTo>
                <a:lnTo>
                  <a:pt x="174942" y="227626"/>
                </a:lnTo>
                <a:lnTo>
                  <a:pt x="180798" y="247535"/>
                </a:lnTo>
                <a:lnTo>
                  <a:pt x="186302" y="268030"/>
                </a:lnTo>
                <a:lnTo>
                  <a:pt x="195905" y="310191"/>
                </a:lnTo>
                <a:lnTo>
                  <a:pt x="203518" y="353874"/>
                </a:lnTo>
                <a:lnTo>
                  <a:pt x="206679" y="376126"/>
                </a:lnTo>
                <a:lnTo>
                  <a:pt x="209256" y="398611"/>
                </a:lnTo>
                <a:lnTo>
                  <a:pt x="211247" y="421214"/>
                </a:lnTo>
                <a:lnTo>
                  <a:pt x="212769" y="444051"/>
                </a:lnTo>
                <a:lnTo>
                  <a:pt x="213706" y="466888"/>
                </a:lnTo>
                <a:lnTo>
                  <a:pt x="214057" y="489842"/>
                </a:lnTo>
                <a:lnTo>
                  <a:pt x="213706" y="512679"/>
                </a:lnTo>
                <a:lnTo>
                  <a:pt x="212887" y="535634"/>
                </a:lnTo>
                <a:lnTo>
                  <a:pt x="211481" y="558353"/>
                </a:lnTo>
                <a:lnTo>
                  <a:pt x="209490" y="581073"/>
                </a:lnTo>
                <a:lnTo>
                  <a:pt x="204220" y="625810"/>
                </a:lnTo>
                <a:lnTo>
                  <a:pt x="196842" y="669376"/>
                </a:lnTo>
                <a:lnTo>
                  <a:pt x="187825" y="711537"/>
                </a:lnTo>
                <a:lnTo>
                  <a:pt x="182672" y="732032"/>
                </a:lnTo>
                <a:lnTo>
                  <a:pt x="177167" y="752058"/>
                </a:lnTo>
                <a:lnTo>
                  <a:pt x="171312" y="771382"/>
                </a:lnTo>
                <a:lnTo>
                  <a:pt x="164988" y="790237"/>
                </a:lnTo>
                <a:lnTo>
                  <a:pt x="158547" y="808507"/>
                </a:lnTo>
                <a:lnTo>
                  <a:pt x="151637" y="826074"/>
                </a:lnTo>
                <a:lnTo>
                  <a:pt x="144493" y="842938"/>
                </a:lnTo>
                <a:lnTo>
                  <a:pt x="136998" y="858983"/>
                </a:lnTo>
                <a:lnTo>
                  <a:pt x="129269" y="874324"/>
                </a:lnTo>
                <a:lnTo>
                  <a:pt x="121305" y="888846"/>
                </a:lnTo>
                <a:lnTo>
                  <a:pt x="113107" y="902315"/>
                </a:lnTo>
                <a:lnTo>
                  <a:pt x="104675" y="915079"/>
                </a:lnTo>
                <a:lnTo>
                  <a:pt x="96127" y="926674"/>
                </a:lnTo>
                <a:lnTo>
                  <a:pt x="87343" y="937331"/>
                </a:lnTo>
                <a:lnTo>
                  <a:pt x="78208" y="947168"/>
                </a:lnTo>
                <a:lnTo>
                  <a:pt x="65912" y="953844"/>
                </a:lnTo>
                <a:lnTo>
                  <a:pt x="63101" y="948691"/>
                </a:lnTo>
                <a:lnTo>
                  <a:pt x="74929" y="942367"/>
                </a:lnTo>
                <a:lnTo>
                  <a:pt x="74226" y="942952"/>
                </a:lnTo>
                <a:lnTo>
                  <a:pt x="83010" y="933466"/>
                </a:lnTo>
                <a:lnTo>
                  <a:pt x="82893" y="933584"/>
                </a:lnTo>
                <a:lnTo>
                  <a:pt x="91559" y="923043"/>
                </a:lnTo>
                <a:lnTo>
                  <a:pt x="91442" y="923160"/>
                </a:lnTo>
                <a:lnTo>
                  <a:pt x="99874" y="911566"/>
                </a:lnTo>
                <a:lnTo>
                  <a:pt x="99874" y="911683"/>
                </a:lnTo>
                <a:lnTo>
                  <a:pt x="108189" y="899152"/>
                </a:lnTo>
                <a:lnTo>
                  <a:pt x="108072" y="899269"/>
                </a:lnTo>
                <a:lnTo>
                  <a:pt x="116270" y="885801"/>
                </a:lnTo>
                <a:lnTo>
                  <a:pt x="116270" y="885918"/>
                </a:lnTo>
                <a:lnTo>
                  <a:pt x="124116" y="871514"/>
                </a:lnTo>
                <a:lnTo>
                  <a:pt x="124116" y="871631"/>
                </a:lnTo>
                <a:lnTo>
                  <a:pt x="131728" y="856406"/>
                </a:lnTo>
                <a:lnTo>
                  <a:pt x="131728" y="856523"/>
                </a:lnTo>
                <a:lnTo>
                  <a:pt x="139106" y="840478"/>
                </a:lnTo>
                <a:lnTo>
                  <a:pt x="139106" y="840596"/>
                </a:lnTo>
                <a:lnTo>
                  <a:pt x="146250" y="823849"/>
                </a:lnTo>
                <a:lnTo>
                  <a:pt x="146133" y="823966"/>
                </a:lnTo>
                <a:lnTo>
                  <a:pt x="153043" y="806399"/>
                </a:lnTo>
                <a:lnTo>
                  <a:pt x="153043" y="806516"/>
                </a:lnTo>
                <a:lnTo>
                  <a:pt x="159484" y="788363"/>
                </a:lnTo>
                <a:lnTo>
                  <a:pt x="159484" y="788363"/>
                </a:lnTo>
                <a:lnTo>
                  <a:pt x="165690" y="769625"/>
                </a:lnTo>
                <a:lnTo>
                  <a:pt x="165690" y="769625"/>
                </a:lnTo>
                <a:lnTo>
                  <a:pt x="171546" y="750301"/>
                </a:lnTo>
                <a:lnTo>
                  <a:pt x="171546" y="750419"/>
                </a:lnTo>
                <a:lnTo>
                  <a:pt x="177050" y="730509"/>
                </a:lnTo>
                <a:lnTo>
                  <a:pt x="177050" y="730509"/>
                </a:lnTo>
                <a:lnTo>
                  <a:pt x="182203" y="710132"/>
                </a:lnTo>
                <a:lnTo>
                  <a:pt x="182203" y="710249"/>
                </a:lnTo>
                <a:lnTo>
                  <a:pt x="191104" y="668205"/>
                </a:lnTo>
                <a:lnTo>
                  <a:pt x="191104" y="668322"/>
                </a:lnTo>
                <a:lnTo>
                  <a:pt x="198365" y="624874"/>
                </a:lnTo>
                <a:lnTo>
                  <a:pt x="198365" y="624991"/>
                </a:lnTo>
                <a:lnTo>
                  <a:pt x="203752" y="580370"/>
                </a:lnTo>
                <a:lnTo>
                  <a:pt x="203752" y="580487"/>
                </a:lnTo>
                <a:lnTo>
                  <a:pt x="205625" y="557885"/>
                </a:lnTo>
                <a:lnTo>
                  <a:pt x="205625" y="558002"/>
                </a:lnTo>
                <a:lnTo>
                  <a:pt x="207031" y="535282"/>
                </a:lnTo>
                <a:lnTo>
                  <a:pt x="207031" y="535399"/>
                </a:lnTo>
                <a:lnTo>
                  <a:pt x="207968" y="512562"/>
                </a:lnTo>
                <a:lnTo>
                  <a:pt x="207968" y="512562"/>
                </a:lnTo>
                <a:lnTo>
                  <a:pt x="208202" y="489725"/>
                </a:lnTo>
                <a:lnTo>
                  <a:pt x="208202" y="489842"/>
                </a:lnTo>
                <a:lnTo>
                  <a:pt x="207968" y="467005"/>
                </a:lnTo>
                <a:lnTo>
                  <a:pt x="207968" y="467122"/>
                </a:lnTo>
                <a:lnTo>
                  <a:pt x="206914" y="444402"/>
                </a:lnTo>
                <a:lnTo>
                  <a:pt x="206914" y="444402"/>
                </a:lnTo>
                <a:lnTo>
                  <a:pt x="205509" y="421682"/>
                </a:lnTo>
                <a:lnTo>
                  <a:pt x="205509" y="421682"/>
                </a:lnTo>
                <a:lnTo>
                  <a:pt x="203400" y="399196"/>
                </a:lnTo>
                <a:lnTo>
                  <a:pt x="203400" y="399196"/>
                </a:lnTo>
                <a:lnTo>
                  <a:pt x="200941" y="376828"/>
                </a:lnTo>
                <a:lnTo>
                  <a:pt x="200941" y="376945"/>
                </a:lnTo>
                <a:lnTo>
                  <a:pt x="197779" y="354811"/>
                </a:lnTo>
                <a:lnTo>
                  <a:pt x="197779" y="354927"/>
                </a:lnTo>
                <a:lnTo>
                  <a:pt x="190167" y="311362"/>
                </a:lnTo>
                <a:lnTo>
                  <a:pt x="190167" y="311479"/>
                </a:lnTo>
                <a:lnTo>
                  <a:pt x="180564" y="269435"/>
                </a:lnTo>
                <a:lnTo>
                  <a:pt x="180564" y="269435"/>
                </a:lnTo>
                <a:lnTo>
                  <a:pt x="175177" y="249057"/>
                </a:lnTo>
                <a:lnTo>
                  <a:pt x="175177" y="249175"/>
                </a:lnTo>
                <a:lnTo>
                  <a:pt x="169438" y="229383"/>
                </a:lnTo>
                <a:lnTo>
                  <a:pt x="169438" y="229383"/>
                </a:lnTo>
                <a:lnTo>
                  <a:pt x="163114" y="209942"/>
                </a:lnTo>
                <a:lnTo>
                  <a:pt x="163231" y="210059"/>
                </a:lnTo>
                <a:lnTo>
                  <a:pt x="156556" y="191321"/>
                </a:lnTo>
                <a:lnTo>
                  <a:pt x="156673" y="191321"/>
                </a:lnTo>
                <a:lnTo>
                  <a:pt x="149763" y="173286"/>
                </a:lnTo>
                <a:lnTo>
                  <a:pt x="149763" y="173286"/>
                </a:lnTo>
                <a:lnTo>
                  <a:pt x="142503" y="155719"/>
                </a:lnTo>
                <a:lnTo>
                  <a:pt x="142503" y="155835"/>
                </a:lnTo>
                <a:lnTo>
                  <a:pt x="135007" y="139088"/>
                </a:lnTo>
                <a:lnTo>
                  <a:pt x="135007" y="139088"/>
                </a:lnTo>
                <a:lnTo>
                  <a:pt x="127278" y="123161"/>
                </a:lnTo>
                <a:lnTo>
                  <a:pt x="127278" y="123278"/>
                </a:lnTo>
                <a:lnTo>
                  <a:pt x="119080" y="108054"/>
                </a:lnTo>
                <a:lnTo>
                  <a:pt x="119197" y="108171"/>
                </a:lnTo>
                <a:lnTo>
                  <a:pt x="110765" y="93765"/>
                </a:lnTo>
                <a:lnTo>
                  <a:pt x="110882" y="93883"/>
                </a:lnTo>
                <a:lnTo>
                  <a:pt x="102216" y="80415"/>
                </a:lnTo>
                <a:lnTo>
                  <a:pt x="102333" y="80532"/>
                </a:lnTo>
                <a:lnTo>
                  <a:pt x="93433" y="68000"/>
                </a:lnTo>
                <a:lnTo>
                  <a:pt x="93550" y="68118"/>
                </a:lnTo>
                <a:lnTo>
                  <a:pt x="84649" y="56524"/>
                </a:lnTo>
                <a:lnTo>
                  <a:pt x="84649" y="56641"/>
                </a:lnTo>
                <a:lnTo>
                  <a:pt x="75515" y="46100"/>
                </a:lnTo>
                <a:lnTo>
                  <a:pt x="75632" y="46335"/>
                </a:lnTo>
                <a:lnTo>
                  <a:pt x="66263" y="36849"/>
                </a:lnTo>
                <a:lnTo>
                  <a:pt x="66380" y="36966"/>
                </a:lnTo>
                <a:lnTo>
                  <a:pt x="56894" y="28651"/>
                </a:lnTo>
                <a:lnTo>
                  <a:pt x="57128" y="28768"/>
                </a:lnTo>
                <a:lnTo>
                  <a:pt x="47525" y="21624"/>
                </a:lnTo>
                <a:lnTo>
                  <a:pt x="47759" y="21741"/>
                </a:lnTo>
                <a:lnTo>
                  <a:pt x="38156" y="15768"/>
                </a:lnTo>
                <a:lnTo>
                  <a:pt x="38390" y="15886"/>
                </a:lnTo>
                <a:lnTo>
                  <a:pt x="28670" y="11201"/>
                </a:lnTo>
                <a:lnTo>
                  <a:pt x="28904" y="11318"/>
                </a:lnTo>
                <a:lnTo>
                  <a:pt x="19067" y="7922"/>
                </a:lnTo>
                <a:lnTo>
                  <a:pt x="19418" y="8039"/>
                </a:lnTo>
                <a:lnTo>
                  <a:pt x="9581" y="5931"/>
                </a:lnTo>
                <a:lnTo>
                  <a:pt x="9932" y="5931"/>
                </a:lnTo>
                <a:lnTo>
                  <a:pt x="95" y="5228"/>
                </a:lnTo>
                <a:close/>
                <a:moveTo>
                  <a:pt x="90622" y="977618"/>
                </a:moveTo>
                <a:lnTo>
                  <a:pt x="12040" y="977266"/>
                </a:lnTo>
                <a:lnTo>
                  <a:pt x="59471" y="914611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0B45C246-F88C-DC5B-E048-25CBBB06EAC0}"/>
              </a:ext>
            </a:extLst>
          </p:cNvPr>
          <p:cNvSpPr/>
          <p:nvPr/>
        </p:nvSpPr>
        <p:spPr>
          <a:xfrm flipV="1">
            <a:off x="6142442" y="2905268"/>
            <a:ext cx="213845" cy="349816"/>
          </a:xfrm>
          <a:custGeom>
            <a:avLst/>
            <a:gdLst>
              <a:gd name="connsiteX0" fmla="*/ 329 w 213845"/>
              <a:gd name="connsiteY0" fmla="*/ 349320 h 349816"/>
              <a:gd name="connsiteX1" fmla="*/ 20238 w 213845"/>
              <a:gd name="connsiteY1" fmla="*/ 348384 h 349816"/>
              <a:gd name="connsiteX2" fmla="*/ 40030 w 213845"/>
              <a:gd name="connsiteY2" fmla="*/ 345572 h 349816"/>
              <a:gd name="connsiteX3" fmla="*/ 59587 w 213845"/>
              <a:gd name="connsiteY3" fmla="*/ 341239 h 349816"/>
              <a:gd name="connsiteX4" fmla="*/ 78559 w 213845"/>
              <a:gd name="connsiteY4" fmla="*/ 335266 h 349816"/>
              <a:gd name="connsiteX5" fmla="*/ 96946 w 213845"/>
              <a:gd name="connsiteY5" fmla="*/ 327772 h 349816"/>
              <a:gd name="connsiteX6" fmla="*/ 114630 w 213845"/>
              <a:gd name="connsiteY6" fmla="*/ 318988 h 349816"/>
              <a:gd name="connsiteX7" fmla="*/ 131377 w 213845"/>
              <a:gd name="connsiteY7" fmla="*/ 309033 h 349816"/>
              <a:gd name="connsiteX8" fmla="*/ 146952 w 213845"/>
              <a:gd name="connsiteY8" fmla="*/ 298025 h 349816"/>
              <a:gd name="connsiteX9" fmla="*/ 161240 w 213845"/>
              <a:gd name="connsiteY9" fmla="*/ 285962 h 349816"/>
              <a:gd name="connsiteX10" fmla="*/ 174240 w 213845"/>
              <a:gd name="connsiteY10" fmla="*/ 273079 h 349816"/>
              <a:gd name="connsiteX11" fmla="*/ 185599 w 213845"/>
              <a:gd name="connsiteY11" fmla="*/ 259377 h 349816"/>
              <a:gd name="connsiteX12" fmla="*/ 195437 w 213845"/>
              <a:gd name="connsiteY12" fmla="*/ 245090 h 349816"/>
              <a:gd name="connsiteX13" fmla="*/ 203166 w 213845"/>
              <a:gd name="connsiteY13" fmla="*/ 230334 h 349816"/>
              <a:gd name="connsiteX14" fmla="*/ 206445 w 213845"/>
              <a:gd name="connsiteY14" fmla="*/ 222721 h 349816"/>
              <a:gd name="connsiteX15" fmla="*/ 209022 w 213845"/>
              <a:gd name="connsiteY15" fmla="*/ 215109 h 349816"/>
              <a:gd name="connsiteX16" fmla="*/ 211130 w 213845"/>
              <a:gd name="connsiteY16" fmla="*/ 207379 h 349816"/>
              <a:gd name="connsiteX17" fmla="*/ 212652 w 213845"/>
              <a:gd name="connsiteY17" fmla="*/ 199650 h 349816"/>
              <a:gd name="connsiteX18" fmla="*/ 213589 w 213845"/>
              <a:gd name="connsiteY18" fmla="*/ 191803 h 349816"/>
              <a:gd name="connsiteX19" fmla="*/ 213940 w 213845"/>
              <a:gd name="connsiteY19" fmla="*/ 183957 h 349816"/>
              <a:gd name="connsiteX20" fmla="*/ 213589 w 213845"/>
              <a:gd name="connsiteY20" fmla="*/ 176110 h 349816"/>
              <a:gd name="connsiteX21" fmla="*/ 212769 w 213845"/>
              <a:gd name="connsiteY21" fmla="*/ 168264 h 349816"/>
              <a:gd name="connsiteX22" fmla="*/ 211247 w 213845"/>
              <a:gd name="connsiteY22" fmla="*/ 160534 h 349816"/>
              <a:gd name="connsiteX23" fmla="*/ 209256 w 213845"/>
              <a:gd name="connsiteY23" fmla="*/ 152805 h 349816"/>
              <a:gd name="connsiteX24" fmla="*/ 203869 w 213845"/>
              <a:gd name="connsiteY24" fmla="*/ 137580 h 349816"/>
              <a:gd name="connsiteX25" fmla="*/ 196374 w 213845"/>
              <a:gd name="connsiteY25" fmla="*/ 122824 h 349816"/>
              <a:gd name="connsiteX26" fmla="*/ 187239 w 213845"/>
              <a:gd name="connsiteY26" fmla="*/ 108536 h 349816"/>
              <a:gd name="connsiteX27" fmla="*/ 176465 w 213845"/>
              <a:gd name="connsiteY27" fmla="*/ 94834 h 349816"/>
              <a:gd name="connsiteX28" fmla="*/ 164168 w 213845"/>
              <a:gd name="connsiteY28" fmla="*/ 81951 h 349816"/>
              <a:gd name="connsiteX29" fmla="*/ 150700 w 213845"/>
              <a:gd name="connsiteY29" fmla="*/ 69888 h 349816"/>
              <a:gd name="connsiteX30" fmla="*/ 135827 w 213845"/>
              <a:gd name="connsiteY30" fmla="*/ 58880 h 349816"/>
              <a:gd name="connsiteX31" fmla="*/ 120134 w 213845"/>
              <a:gd name="connsiteY31" fmla="*/ 48926 h 349816"/>
              <a:gd name="connsiteX32" fmla="*/ 103387 w 213845"/>
              <a:gd name="connsiteY32" fmla="*/ 40142 h 349816"/>
              <a:gd name="connsiteX33" fmla="*/ 85938 w 213845"/>
              <a:gd name="connsiteY33" fmla="*/ 32647 h 349816"/>
              <a:gd name="connsiteX34" fmla="*/ 70127 w 213845"/>
              <a:gd name="connsiteY34" fmla="*/ 29133 h 349816"/>
              <a:gd name="connsiteX35" fmla="*/ 68956 w 213845"/>
              <a:gd name="connsiteY35" fmla="*/ 34872 h 349816"/>
              <a:gd name="connsiteX36" fmla="*/ 84415 w 213845"/>
              <a:gd name="connsiteY36" fmla="*/ 38268 h 349816"/>
              <a:gd name="connsiteX37" fmla="*/ 83830 w 213845"/>
              <a:gd name="connsiteY37" fmla="*/ 38034 h 349816"/>
              <a:gd name="connsiteX38" fmla="*/ 101045 w 213845"/>
              <a:gd name="connsiteY38" fmla="*/ 45412 h 349816"/>
              <a:gd name="connsiteX39" fmla="*/ 100811 w 213845"/>
              <a:gd name="connsiteY39" fmla="*/ 45412 h 349816"/>
              <a:gd name="connsiteX40" fmla="*/ 117323 w 213845"/>
              <a:gd name="connsiteY40" fmla="*/ 54079 h 349816"/>
              <a:gd name="connsiteX41" fmla="*/ 117089 w 213845"/>
              <a:gd name="connsiteY41" fmla="*/ 53961 h 349816"/>
              <a:gd name="connsiteX42" fmla="*/ 132665 w 213845"/>
              <a:gd name="connsiteY42" fmla="*/ 63798 h 349816"/>
              <a:gd name="connsiteX43" fmla="*/ 132431 w 213845"/>
              <a:gd name="connsiteY43" fmla="*/ 63681 h 349816"/>
              <a:gd name="connsiteX44" fmla="*/ 147070 w 213845"/>
              <a:gd name="connsiteY44" fmla="*/ 74573 h 349816"/>
              <a:gd name="connsiteX45" fmla="*/ 146836 w 213845"/>
              <a:gd name="connsiteY45" fmla="*/ 74339 h 349816"/>
              <a:gd name="connsiteX46" fmla="*/ 160186 w 213845"/>
              <a:gd name="connsiteY46" fmla="*/ 86285 h 349816"/>
              <a:gd name="connsiteX47" fmla="*/ 160069 w 213845"/>
              <a:gd name="connsiteY47" fmla="*/ 86050 h 349816"/>
              <a:gd name="connsiteX48" fmla="*/ 172132 w 213845"/>
              <a:gd name="connsiteY48" fmla="*/ 98815 h 349816"/>
              <a:gd name="connsiteX49" fmla="*/ 172015 w 213845"/>
              <a:gd name="connsiteY49" fmla="*/ 98581 h 349816"/>
              <a:gd name="connsiteX50" fmla="*/ 182554 w 213845"/>
              <a:gd name="connsiteY50" fmla="*/ 112049 h 349816"/>
              <a:gd name="connsiteX51" fmla="*/ 182437 w 213845"/>
              <a:gd name="connsiteY51" fmla="*/ 111815 h 349816"/>
              <a:gd name="connsiteX52" fmla="*/ 191338 w 213845"/>
              <a:gd name="connsiteY52" fmla="*/ 125869 h 349816"/>
              <a:gd name="connsiteX53" fmla="*/ 191221 w 213845"/>
              <a:gd name="connsiteY53" fmla="*/ 125634 h 349816"/>
              <a:gd name="connsiteX54" fmla="*/ 198482 w 213845"/>
              <a:gd name="connsiteY54" fmla="*/ 140039 h 349816"/>
              <a:gd name="connsiteX55" fmla="*/ 198365 w 213845"/>
              <a:gd name="connsiteY55" fmla="*/ 139805 h 349816"/>
              <a:gd name="connsiteX56" fmla="*/ 203752 w 213845"/>
              <a:gd name="connsiteY56" fmla="*/ 154561 h 349816"/>
              <a:gd name="connsiteX57" fmla="*/ 203634 w 213845"/>
              <a:gd name="connsiteY57" fmla="*/ 154327 h 349816"/>
              <a:gd name="connsiteX58" fmla="*/ 205625 w 213845"/>
              <a:gd name="connsiteY58" fmla="*/ 161939 h 349816"/>
              <a:gd name="connsiteX59" fmla="*/ 205508 w 213845"/>
              <a:gd name="connsiteY59" fmla="*/ 161705 h 349816"/>
              <a:gd name="connsiteX60" fmla="*/ 206914 w 213845"/>
              <a:gd name="connsiteY60" fmla="*/ 169317 h 349816"/>
              <a:gd name="connsiteX61" fmla="*/ 206914 w 213845"/>
              <a:gd name="connsiteY61" fmla="*/ 169083 h 349816"/>
              <a:gd name="connsiteX62" fmla="*/ 207851 w 213845"/>
              <a:gd name="connsiteY62" fmla="*/ 176578 h 349816"/>
              <a:gd name="connsiteX63" fmla="*/ 207851 w 213845"/>
              <a:gd name="connsiteY63" fmla="*/ 176345 h 349816"/>
              <a:gd name="connsiteX64" fmla="*/ 208085 w 213845"/>
              <a:gd name="connsiteY64" fmla="*/ 184074 h 349816"/>
              <a:gd name="connsiteX65" fmla="*/ 208085 w 213845"/>
              <a:gd name="connsiteY65" fmla="*/ 183839 h 349816"/>
              <a:gd name="connsiteX66" fmla="*/ 207851 w 213845"/>
              <a:gd name="connsiteY66" fmla="*/ 191452 h 349816"/>
              <a:gd name="connsiteX67" fmla="*/ 207851 w 213845"/>
              <a:gd name="connsiteY67" fmla="*/ 191217 h 349816"/>
              <a:gd name="connsiteX68" fmla="*/ 206797 w 213845"/>
              <a:gd name="connsiteY68" fmla="*/ 198713 h 349816"/>
              <a:gd name="connsiteX69" fmla="*/ 206914 w 213845"/>
              <a:gd name="connsiteY69" fmla="*/ 198596 h 349816"/>
              <a:gd name="connsiteX70" fmla="*/ 205391 w 213845"/>
              <a:gd name="connsiteY70" fmla="*/ 206091 h 349816"/>
              <a:gd name="connsiteX71" fmla="*/ 205391 w 213845"/>
              <a:gd name="connsiteY71" fmla="*/ 205974 h 349816"/>
              <a:gd name="connsiteX72" fmla="*/ 203400 w 213845"/>
              <a:gd name="connsiteY72" fmla="*/ 213469 h 349816"/>
              <a:gd name="connsiteX73" fmla="*/ 203518 w 213845"/>
              <a:gd name="connsiteY73" fmla="*/ 213235 h 349816"/>
              <a:gd name="connsiteX74" fmla="*/ 200941 w 213845"/>
              <a:gd name="connsiteY74" fmla="*/ 220730 h 349816"/>
              <a:gd name="connsiteX75" fmla="*/ 201058 w 213845"/>
              <a:gd name="connsiteY75" fmla="*/ 220496 h 349816"/>
              <a:gd name="connsiteX76" fmla="*/ 197896 w 213845"/>
              <a:gd name="connsiteY76" fmla="*/ 227874 h 349816"/>
              <a:gd name="connsiteX77" fmla="*/ 197896 w 213845"/>
              <a:gd name="connsiteY77" fmla="*/ 227757 h 349816"/>
              <a:gd name="connsiteX78" fmla="*/ 190284 w 213845"/>
              <a:gd name="connsiteY78" fmla="*/ 242162 h 349816"/>
              <a:gd name="connsiteX79" fmla="*/ 190518 w 213845"/>
              <a:gd name="connsiteY79" fmla="*/ 241928 h 349816"/>
              <a:gd name="connsiteX80" fmla="*/ 180915 w 213845"/>
              <a:gd name="connsiteY80" fmla="*/ 255981 h 349816"/>
              <a:gd name="connsiteX81" fmla="*/ 181032 w 213845"/>
              <a:gd name="connsiteY81" fmla="*/ 255747 h 349816"/>
              <a:gd name="connsiteX82" fmla="*/ 169789 w 213845"/>
              <a:gd name="connsiteY82" fmla="*/ 269215 h 349816"/>
              <a:gd name="connsiteX83" fmla="*/ 170023 w 213845"/>
              <a:gd name="connsiteY83" fmla="*/ 268981 h 349816"/>
              <a:gd name="connsiteX84" fmla="*/ 157141 w 213845"/>
              <a:gd name="connsiteY84" fmla="*/ 281746 h 349816"/>
              <a:gd name="connsiteX85" fmla="*/ 157376 w 213845"/>
              <a:gd name="connsiteY85" fmla="*/ 281512 h 349816"/>
              <a:gd name="connsiteX86" fmla="*/ 143205 w 213845"/>
              <a:gd name="connsiteY86" fmla="*/ 293458 h 349816"/>
              <a:gd name="connsiteX87" fmla="*/ 143439 w 213845"/>
              <a:gd name="connsiteY87" fmla="*/ 293223 h 349816"/>
              <a:gd name="connsiteX88" fmla="*/ 128098 w 213845"/>
              <a:gd name="connsiteY88" fmla="*/ 304115 h 349816"/>
              <a:gd name="connsiteX89" fmla="*/ 128215 w 213845"/>
              <a:gd name="connsiteY89" fmla="*/ 303997 h 349816"/>
              <a:gd name="connsiteX90" fmla="*/ 111702 w 213845"/>
              <a:gd name="connsiteY90" fmla="*/ 313952 h 349816"/>
              <a:gd name="connsiteX91" fmla="*/ 111936 w 213845"/>
              <a:gd name="connsiteY91" fmla="*/ 313835 h 349816"/>
              <a:gd name="connsiteX92" fmla="*/ 94487 w 213845"/>
              <a:gd name="connsiteY92" fmla="*/ 322501 h 349816"/>
              <a:gd name="connsiteX93" fmla="*/ 94604 w 213845"/>
              <a:gd name="connsiteY93" fmla="*/ 322384 h 349816"/>
              <a:gd name="connsiteX94" fmla="*/ 76452 w 213845"/>
              <a:gd name="connsiteY94" fmla="*/ 329762 h 349816"/>
              <a:gd name="connsiteX95" fmla="*/ 76686 w 213845"/>
              <a:gd name="connsiteY95" fmla="*/ 329645 h 349816"/>
              <a:gd name="connsiteX96" fmla="*/ 57831 w 213845"/>
              <a:gd name="connsiteY96" fmla="*/ 335618 h 349816"/>
              <a:gd name="connsiteX97" fmla="*/ 58182 w 213845"/>
              <a:gd name="connsiteY97" fmla="*/ 335618 h 349816"/>
              <a:gd name="connsiteX98" fmla="*/ 38859 w 213845"/>
              <a:gd name="connsiteY98" fmla="*/ 339834 h 349816"/>
              <a:gd name="connsiteX99" fmla="*/ 39093 w 213845"/>
              <a:gd name="connsiteY99" fmla="*/ 339834 h 349816"/>
              <a:gd name="connsiteX100" fmla="*/ 19536 w 213845"/>
              <a:gd name="connsiteY100" fmla="*/ 342528 h 349816"/>
              <a:gd name="connsiteX101" fmla="*/ 19770 w 213845"/>
              <a:gd name="connsiteY101" fmla="*/ 342528 h 349816"/>
              <a:gd name="connsiteX102" fmla="*/ 95 w 213845"/>
              <a:gd name="connsiteY102" fmla="*/ 343464 h 349816"/>
              <a:gd name="connsiteX103" fmla="*/ 87343 w 213845"/>
              <a:gd name="connsiteY103" fmla="*/ -497 h 349816"/>
              <a:gd name="connsiteX104" fmla="*/ 11923 w 213845"/>
              <a:gd name="connsiteY104" fmla="*/ 21403 h 349816"/>
              <a:gd name="connsiteX105" fmla="*/ 74695 w 213845"/>
              <a:gd name="connsiteY105" fmla="*/ 68600 h 34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213845" h="349816">
                <a:moveTo>
                  <a:pt x="329" y="349320"/>
                </a:moveTo>
                <a:lnTo>
                  <a:pt x="20238" y="348384"/>
                </a:lnTo>
                <a:lnTo>
                  <a:pt x="40030" y="345572"/>
                </a:lnTo>
                <a:lnTo>
                  <a:pt x="59587" y="341239"/>
                </a:lnTo>
                <a:lnTo>
                  <a:pt x="78559" y="335266"/>
                </a:lnTo>
                <a:lnTo>
                  <a:pt x="96946" y="327772"/>
                </a:lnTo>
                <a:lnTo>
                  <a:pt x="114630" y="318988"/>
                </a:lnTo>
                <a:lnTo>
                  <a:pt x="131377" y="309033"/>
                </a:lnTo>
                <a:lnTo>
                  <a:pt x="146952" y="298025"/>
                </a:lnTo>
                <a:lnTo>
                  <a:pt x="161240" y="285962"/>
                </a:lnTo>
                <a:lnTo>
                  <a:pt x="174240" y="273079"/>
                </a:lnTo>
                <a:lnTo>
                  <a:pt x="185599" y="259377"/>
                </a:lnTo>
                <a:lnTo>
                  <a:pt x="195437" y="245090"/>
                </a:lnTo>
                <a:lnTo>
                  <a:pt x="203166" y="230334"/>
                </a:lnTo>
                <a:lnTo>
                  <a:pt x="206445" y="222721"/>
                </a:lnTo>
                <a:lnTo>
                  <a:pt x="209022" y="215109"/>
                </a:lnTo>
                <a:lnTo>
                  <a:pt x="211130" y="207379"/>
                </a:lnTo>
                <a:lnTo>
                  <a:pt x="212652" y="199650"/>
                </a:lnTo>
                <a:lnTo>
                  <a:pt x="213589" y="191803"/>
                </a:lnTo>
                <a:lnTo>
                  <a:pt x="213940" y="183957"/>
                </a:lnTo>
                <a:lnTo>
                  <a:pt x="213589" y="176110"/>
                </a:lnTo>
                <a:lnTo>
                  <a:pt x="212769" y="168264"/>
                </a:lnTo>
                <a:lnTo>
                  <a:pt x="211247" y="160534"/>
                </a:lnTo>
                <a:lnTo>
                  <a:pt x="209256" y="152805"/>
                </a:lnTo>
                <a:lnTo>
                  <a:pt x="203869" y="137580"/>
                </a:lnTo>
                <a:lnTo>
                  <a:pt x="196374" y="122824"/>
                </a:lnTo>
                <a:lnTo>
                  <a:pt x="187239" y="108536"/>
                </a:lnTo>
                <a:lnTo>
                  <a:pt x="176465" y="94834"/>
                </a:lnTo>
                <a:lnTo>
                  <a:pt x="164168" y="81951"/>
                </a:lnTo>
                <a:lnTo>
                  <a:pt x="150700" y="69888"/>
                </a:lnTo>
                <a:lnTo>
                  <a:pt x="135827" y="58880"/>
                </a:lnTo>
                <a:lnTo>
                  <a:pt x="120134" y="48926"/>
                </a:lnTo>
                <a:lnTo>
                  <a:pt x="103387" y="40142"/>
                </a:lnTo>
                <a:lnTo>
                  <a:pt x="85938" y="32647"/>
                </a:lnTo>
                <a:lnTo>
                  <a:pt x="70127" y="29133"/>
                </a:lnTo>
                <a:lnTo>
                  <a:pt x="68956" y="34872"/>
                </a:lnTo>
                <a:lnTo>
                  <a:pt x="84415" y="38268"/>
                </a:lnTo>
                <a:lnTo>
                  <a:pt x="83830" y="38034"/>
                </a:lnTo>
                <a:lnTo>
                  <a:pt x="101045" y="45412"/>
                </a:lnTo>
                <a:lnTo>
                  <a:pt x="100811" y="45412"/>
                </a:lnTo>
                <a:lnTo>
                  <a:pt x="117323" y="54079"/>
                </a:lnTo>
                <a:lnTo>
                  <a:pt x="117089" y="53961"/>
                </a:lnTo>
                <a:lnTo>
                  <a:pt x="132665" y="63798"/>
                </a:lnTo>
                <a:lnTo>
                  <a:pt x="132431" y="63681"/>
                </a:lnTo>
                <a:lnTo>
                  <a:pt x="147070" y="74573"/>
                </a:lnTo>
                <a:lnTo>
                  <a:pt x="146836" y="74339"/>
                </a:lnTo>
                <a:lnTo>
                  <a:pt x="160186" y="86285"/>
                </a:lnTo>
                <a:lnTo>
                  <a:pt x="160069" y="86050"/>
                </a:lnTo>
                <a:lnTo>
                  <a:pt x="172132" y="98815"/>
                </a:lnTo>
                <a:lnTo>
                  <a:pt x="172015" y="98581"/>
                </a:lnTo>
                <a:lnTo>
                  <a:pt x="182554" y="112049"/>
                </a:lnTo>
                <a:lnTo>
                  <a:pt x="182437" y="111815"/>
                </a:lnTo>
                <a:lnTo>
                  <a:pt x="191338" y="125869"/>
                </a:lnTo>
                <a:lnTo>
                  <a:pt x="191221" y="125634"/>
                </a:lnTo>
                <a:lnTo>
                  <a:pt x="198482" y="140039"/>
                </a:lnTo>
                <a:lnTo>
                  <a:pt x="198365" y="139805"/>
                </a:lnTo>
                <a:lnTo>
                  <a:pt x="203752" y="154561"/>
                </a:lnTo>
                <a:lnTo>
                  <a:pt x="203634" y="154327"/>
                </a:lnTo>
                <a:lnTo>
                  <a:pt x="205625" y="161939"/>
                </a:lnTo>
                <a:lnTo>
                  <a:pt x="205508" y="161705"/>
                </a:lnTo>
                <a:lnTo>
                  <a:pt x="206914" y="169317"/>
                </a:lnTo>
                <a:lnTo>
                  <a:pt x="206914" y="169083"/>
                </a:lnTo>
                <a:lnTo>
                  <a:pt x="207851" y="176578"/>
                </a:lnTo>
                <a:lnTo>
                  <a:pt x="207851" y="176345"/>
                </a:lnTo>
                <a:lnTo>
                  <a:pt x="208085" y="184074"/>
                </a:lnTo>
                <a:lnTo>
                  <a:pt x="208085" y="183839"/>
                </a:lnTo>
                <a:lnTo>
                  <a:pt x="207851" y="191452"/>
                </a:lnTo>
                <a:lnTo>
                  <a:pt x="207851" y="191217"/>
                </a:lnTo>
                <a:lnTo>
                  <a:pt x="206797" y="198713"/>
                </a:lnTo>
                <a:lnTo>
                  <a:pt x="206914" y="198596"/>
                </a:lnTo>
                <a:lnTo>
                  <a:pt x="205391" y="206091"/>
                </a:lnTo>
                <a:lnTo>
                  <a:pt x="205391" y="205974"/>
                </a:lnTo>
                <a:lnTo>
                  <a:pt x="203400" y="213469"/>
                </a:lnTo>
                <a:lnTo>
                  <a:pt x="203518" y="213235"/>
                </a:lnTo>
                <a:lnTo>
                  <a:pt x="200941" y="220730"/>
                </a:lnTo>
                <a:lnTo>
                  <a:pt x="201058" y="220496"/>
                </a:lnTo>
                <a:lnTo>
                  <a:pt x="197896" y="227874"/>
                </a:lnTo>
                <a:lnTo>
                  <a:pt x="197896" y="227757"/>
                </a:lnTo>
                <a:lnTo>
                  <a:pt x="190284" y="242162"/>
                </a:lnTo>
                <a:lnTo>
                  <a:pt x="190518" y="241928"/>
                </a:lnTo>
                <a:lnTo>
                  <a:pt x="180915" y="255981"/>
                </a:lnTo>
                <a:lnTo>
                  <a:pt x="181032" y="255747"/>
                </a:lnTo>
                <a:lnTo>
                  <a:pt x="169789" y="269215"/>
                </a:lnTo>
                <a:lnTo>
                  <a:pt x="170023" y="268981"/>
                </a:lnTo>
                <a:lnTo>
                  <a:pt x="157141" y="281746"/>
                </a:lnTo>
                <a:lnTo>
                  <a:pt x="157376" y="281512"/>
                </a:lnTo>
                <a:lnTo>
                  <a:pt x="143205" y="293458"/>
                </a:lnTo>
                <a:lnTo>
                  <a:pt x="143439" y="293223"/>
                </a:lnTo>
                <a:lnTo>
                  <a:pt x="128098" y="304115"/>
                </a:lnTo>
                <a:lnTo>
                  <a:pt x="128215" y="303997"/>
                </a:lnTo>
                <a:lnTo>
                  <a:pt x="111702" y="313952"/>
                </a:lnTo>
                <a:lnTo>
                  <a:pt x="111936" y="313835"/>
                </a:lnTo>
                <a:lnTo>
                  <a:pt x="94487" y="322501"/>
                </a:lnTo>
                <a:lnTo>
                  <a:pt x="94604" y="322384"/>
                </a:lnTo>
                <a:lnTo>
                  <a:pt x="76452" y="329762"/>
                </a:lnTo>
                <a:lnTo>
                  <a:pt x="76686" y="329645"/>
                </a:lnTo>
                <a:lnTo>
                  <a:pt x="57831" y="335618"/>
                </a:lnTo>
                <a:lnTo>
                  <a:pt x="58182" y="335618"/>
                </a:lnTo>
                <a:lnTo>
                  <a:pt x="38859" y="339834"/>
                </a:lnTo>
                <a:lnTo>
                  <a:pt x="39093" y="339834"/>
                </a:lnTo>
                <a:lnTo>
                  <a:pt x="19536" y="342528"/>
                </a:lnTo>
                <a:lnTo>
                  <a:pt x="19770" y="342528"/>
                </a:lnTo>
                <a:lnTo>
                  <a:pt x="95" y="343464"/>
                </a:lnTo>
                <a:close/>
                <a:moveTo>
                  <a:pt x="87343" y="-497"/>
                </a:moveTo>
                <a:lnTo>
                  <a:pt x="11923" y="21403"/>
                </a:lnTo>
                <a:lnTo>
                  <a:pt x="74695" y="68600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20186DA-59C9-0366-B3EC-7726AE1AE693}"/>
              </a:ext>
            </a:extLst>
          </p:cNvPr>
          <p:cNvSpPr/>
          <p:nvPr/>
        </p:nvSpPr>
        <p:spPr>
          <a:xfrm flipV="1">
            <a:off x="6142442" y="2905268"/>
            <a:ext cx="213845" cy="662976"/>
          </a:xfrm>
          <a:custGeom>
            <a:avLst/>
            <a:gdLst>
              <a:gd name="connsiteX0" fmla="*/ 329 w 213845"/>
              <a:gd name="connsiteY0" fmla="*/ 662512 h 662976"/>
              <a:gd name="connsiteX1" fmla="*/ 10284 w 213845"/>
              <a:gd name="connsiteY1" fmla="*/ 662043 h 662976"/>
              <a:gd name="connsiteX2" fmla="*/ 20472 w 213845"/>
              <a:gd name="connsiteY2" fmla="*/ 660638 h 662976"/>
              <a:gd name="connsiteX3" fmla="*/ 30544 w 213845"/>
              <a:gd name="connsiteY3" fmla="*/ 658296 h 662976"/>
              <a:gd name="connsiteX4" fmla="*/ 40498 w 213845"/>
              <a:gd name="connsiteY4" fmla="*/ 655016 h 662976"/>
              <a:gd name="connsiteX5" fmla="*/ 50453 w 213845"/>
              <a:gd name="connsiteY5" fmla="*/ 651035 h 662976"/>
              <a:gd name="connsiteX6" fmla="*/ 60173 w 213845"/>
              <a:gd name="connsiteY6" fmla="*/ 646116 h 662976"/>
              <a:gd name="connsiteX7" fmla="*/ 69776 w 213845"/>
              <a:gd name="connsiteY7" fmla="*/ 640494 h 662976"/>
              <a:gd name="connsiteX8" fmla="*/ 79262 w 213845"/>
              <a:gd name="connsiteY8" fmla="*/ 634053 h 662976"/>
              <a:gd name="connsiteX9" fmla="*/ 88631 w 213845"/>
              <a:gd name="connsiteY9" fmla="*/ 626909 h 662976"/>
              <a:gd name="connsiteX10" fmla="*/ 97649 w 213845"/>
              <a:gd name="connsiteY10" fmla="*/ 619063 h 662976"/>
              <a:gd name="connsiteX11" fmla="*/ 106666 w 213845"/>
              <a:gd name="connsiteY11" fmla="*/ 610631 h 662976"/>
              <a:gd name="connsiteX12" fmla="*/ 115333 w 213845"/>
              <a:gd name="connsiteY12" fmla="*/ 601613 h 662976"/>
              <a:gd name="connsiteX13" fmla="*/ 123765 w 213845"/>
              <a:gd name="connsiteY13" fmla="*/ 591893 h 662976"/>
              <a:gd name="connsiteX14" fmla="*/ 132079 w 213845"/>
              <a:gd name="connsiteY14" fmla="*/ 581704 h 662976"/>
              <a:gd name="connsiteX15" fmla="*/ 139926 w 213845"/>
              <a:gd name="connsiteY15" fmla="*/ 570929 h 662976"/>
              <a:gd name="connsiteX16" fmla="*/ 147538 w 213845"/>
              <a:gd name="connsiteY16" fmla="*/ 559687 h 662976"/>
              <a:gd name="connsiteX17" fmla="*/ 161826 w 213845"/>
              <a:gd name="connsiteY17" fmla="*/ 535679 h 662976"/>
              <a:gd name="connsiteX18" fmla="*/ 174708 w 213845"/>
              <a:gd name="connsiteY18" fmla="*/ 510147 h 662976"/>
              <a:gd name="connsiteX19" fmla="*/ 186068 w 213845"/>
              <a:gd name="connsiteY19" fmla="*/ 483094 h 662976"/>
              <a:gd name="connsiteX20" fmla="*/ 195671 w 213845"/>
              <a:gd name="connsiteY20" fmla="*/ 454870 h 662976"/>
              <a:gd name="connsiteX21" fmla="*/ 203400 w 213845"/>
              <a:gd name="connsiteY21" fmla="*/ 425592 h 662976"/>
              <a:gd name="connsiteX22" fmla="*/ 206562 w 213845"/>
              <a:gd name="connsiteY22" fmla="*/ 410718 h 662976"/>
              <a:gd name="connsiteX23" fmla="*/ 209139 w 213845"/>
              <a:gd name="connsiteY23" fmla="*/ 395728 h 662976"/>
              <a:gd name="connsiteX24" fmla="*/ 211130 w 213845"/>
              <a:gd name="connsiteY24" fmla="*/ 380504 h 662976"/>
              <a:gd name="connsiteX25" fmla="*/ 212652 w 213845"/>
              <a:gd name="connsiteY25" fmla="*/ 365279 h 662976"/>
              <a:gd name="connsiteX26" fmla="*/ 213589 w 213845"/>
              <a:gd name="connsiteY26" fmla="*/ 349937 h 662976"/>
              <a:gd name="connsiteX27" fmla="*/ 213940 w 213845"/>
              <a:gd name="connsiteY27" fmla="*/ 334595 h 662976"/>
              <a:gd name="connsiteX28" fmla="*/ 213589 w 213845"/>
              <a:gd name="connsiteY28" fmla="*/ 319370 h 662976"/>
              <a:gd name="connsiteX29" fmla="*/ 212769 w 213845"/>
              <a:gd name="connsiteY29" fmla="*/ 304029 h 662976"/>
              <a:gd name="connsiteX30" fmla="*/ 211364 w 213845"/>
              <a:gd name="connsiteY30" fmla="*/ 288687 h 662976"/>
              <a:gd name="connsiteX31" fmla="*/ 209373 w 213845"/>
              <a:gd name="connsiteY31" fmla="*/ 273580 h 662976"/>
              <a:gd name="connsiteX32" fmla="*/ 203986 w 213845"/>
              <a:gd name="connsiteY32" fmla="*/ 243715 h 662976"/>
              <a:gd name="connsiteX33" fmla="*/ 196725 w 213845"/>
              <a:gd name="connsiteY33" fmla="*/ 214437 h 662976"/>
              <a:gd name="connsiteX34" fmla="*/ 187707 w 213845"/>
              <a:gd name="connsiteY34" fmla="*/ 186213 h 662976"/>
              <a:gd name="connsiteX35" fmla="*/ 176933 w 213845"/>
              <a:gd name="connsiteY35" fmla="*/ 159160 h 662976"/>
              <a:gd name="connsiteX36" fmla="*/ 164754 w 213845"/>
              <a:gd name="connsiteY36" fmla="*/ 133629 h 662976"/>
              <a:gd name="connsiteX37" fmla="*/ 151286 w 213845"/>
              <a:gd name="connsiteY37" fmla="*/ 109621 h 662976"/>
              <a:gd name="connsiteX38" fmla="*/ 144142 w 213845"/>
              <a:gd name="connsiteY38" fmla="*/ 98378 h 662976"/>
              <a:gd name="connsiteX39" fmla="*/ 136530 w 213845"/>
              <a:gd name="connsiteY39" fmla="*/ 87604 h 662976"/>
              <a:gd name="connsiteX40" fmla="*/ 128918 w 213845"/>
              <a:gd name="connsiteY40" fmla="*/ 77415 h 662976"/>
              <a:gd name="connsiteX41" fmla="*/ 120837 w 213845"/>
              <a:gd name="connsiteY41" fmla="*/ 67695 h 662976"/>
              <a:gd name="connsiteX42" fmla="*/ 112639 w 213845"/>
              <a:gd name="connsiteY42" fmla="*/ 58677 h 662976"/>
              <a:gd name="connsiteX43" fmla="*/ 104207 w 213845"/>
              <a:gd name="connsiteY43" fmla="*/ 50245 h 662976"/>
              <a:gd name="connsiteX44" fmla="*/ 95658 w 213845"/>
              <a:gd name="connsiteY44" fmla="*/ 42398 h 662976"/>
              <a:gd name="connsiteX45" fmla="*/ 86640 w 213845"/>
              <a:gd name="connsiteY45" fmla="*/ 35137 h 662976"/>
              <a:gd name="connsiteX46" fmla="*/ 68488 w 213845"/>
              <a:gd name="connsiteY46" fmla="*/ 26237 h 662976"/>
              <a:gd name="connsiteX47" fmla="*/ 65912 w 213845"/>
              <a:gd name="connsiteY47" fmla="*/ 31506 h 662976"/>
              <a:gd name="connsiteX48" fmla="*/ 83712 w 213845"/>
              <a:gd name="connsiteY48" fmla="*/ 40173 h 662976"/>
              <a:gd name="connsiteX49" fmla="*/ 83244 w 213845"/>
              <a:gd name="connsiteY49" fmla="*/ 39822 h 662976"/>
              <a:gd name="connsiteX50" fmla="*/ 91910 w 213845"/>
              <a:gd name="connsiteY50" fmla="*/ 46848 h 662976"/>
              <a:gd name="connsiteX51" fmla="*/ 91793 w 213845"/>
              <a:gd name="connsiteY51" fmla="*/ 46732 h 662976"/>
              <a:gd name="connsiteX52" fmla="*/ 100225 w 213845"/>
              <a:gd name="connsiteY52" fmla="*/ 54461 h 662976"/>
              <a:gd name="connsiteX53" fmla="*/ 100108 w 213845"/>
              <a:gd name="connsiteY53" fmla="*/ 54343 h 662976"/>
              <a:gd name="connsiteX54" fmla="*/ 108423 w 213845"/>
              <a:gd name="connsiteY54" fmla="*/ 62776 h 662976"/>
              <a:gd name="connsiteX55" fmla="*/ 108306 w 213845"/>
              <a:gd name="connsiteY55" fmla="*/ 62659 h 662976"/>
              <a:gd name="connsiteX56" fmla="*/ 116504 w 213845"/>
              <a:gd name="connsiteY56" fmla="*/ 71559 h 662976"/>
              <a:gd name="connsiteX57" fmla="*/ 116387 w 213845"/>
              <a:gd name="connsiteY57" fmla="*/ 71442 h 662976"/>
              <a:gd name="connsiteX58" fmla="*/ 124350 w 213845"/>
              <a:gd name="connsiteY58" fmla="*/ 81046 h 662976"/>
              <a:gd name="connsiteX59" fmla="*/ 124233 w 213845"/>
              <a:gd name="connsiteY59" fmla="*/ 80928 h 662976"/>
              <a:gd name="connsiteX60" fmla="*/ 131845 w 213845"/>
              <a:gd name="connsiteY60" fmla="*/ 91117 h 662976"/>
              <a:gd name="connsiteX61" fmla="*/ 131845 w 213845"/>
              <a:gd name="connsiteY61" fmla="*/ 91000 h 662976"/>
              <a:gd name="connsiteX62" fmla="*/ 139223 w 213845"/>
              <a:gd name="connsiteY62" fmla="*/ 101657 h 662976"/>
              <a:gd name="connsiteX63" fmla="*/ 139223 w 213845"/>
              <a:gd name="connsiteY63" fmla="*/ 101540 h 662976"/>
              <a:gd name="connsiteX64" fmla="*/ 146367 w 213845"/>
              <a:gd name="connsiteY64" fmla="*/ 112783 h 662976"/>
              <a:gd name="connsiteX65" fmla="*/ 146250 w 213845"/>
              <a:gd name="connsiteY65" fmla="*/ 112549 h 662976"/>
              <a:gd name="connsiteX66" fmla="*/ 159601 w 213845"/>
              <a:gd name="connsiteY66" fmla="*/ 136440 h 662976"/>
              <a:gd name="connsiteX67" fmla="*/ 159484 w 213845"/>
              <a:gd name="connsiteY67" fmla="*/ 136205 h 662976"/>
              <a:gd name="connsiteX68" fmla="*/ 171663 w 213845"/>
              <a:gd name="connsiteY68" fmla="*/ 161619 h 662976"/>
              <a:gd name="connsiteX69" fmla="*/ 171546 w 213845"/>
              <a:gd name="connsiteY69" fmla="*/ 161385 h 662976"/>
              <a:gd name="connsiteX70" fmla="*/ 182203 w 213845"/>
              <a:gd name="connsiteY70" fmla="*/ 188321 h 662976"/>
              <a:gd name="connsiteX71" fmla="*/ 182086 w 213845"/>
              <a:gd name="connsiteY71" fmla="*/ 188086 h 662976"/>
              <a:gd name="connsiteX72" fmla="*/ 191104 w 213845"/>
              <a:gd name="connsiteY72" fmla="*/ 216194 h 662976"/>
              <a:gd name="connsiteX73" fmla="*/ 190987 w 213845"/>
              <a:gd name="connsiteY73" fmla="*/ 215959 h 662976"/>
              <a:gd name="connsiteX74" fmla="*/ 198365 w 213845"/>
              <a:gd name="connsiteY74" fmla="*/ 245004 h 662976"/>
              <a:gd name="connsiteX75" fmla="*/ 198247 w 213845"/>
              <a:gd name="connsiteY75" fmla="*/ 244887 h 662976"/>
              <a:gd name="connsiteX76" fmla="*/ 203634 w 213845"/>
              <a:gd name="connsiteY76" fmla="*/ 274516 h 662976"/>
              <a:gd name="connsiteX77" fmla="*/ 203634 w 213845"/>
              <a:gd name="connsiteY77" fmla="*/ 274399 h 662976"/>
              <a:gd name="connsiteX78" fmla="*/ 205508 w 213845"/>
              <a:gd name="connsiteY78" fmla="*/ 289389 h 662976"/>
              <a:gd name="connsiteX79" fmla="*/ 205508 w 213845"/>
              <a:gd name="connsiteY79" fmla="*/ 289272 h 662976"/>
              <a:gd name="connsiteX80" fmla="*/ 206914 w 213845"/>
              <a:gd name="connsiteY80" fmla="*/ 304497 h 662976"/>
              <a:gd name="connsiteX81" fmla="*/ 206914 w 213845"/>
              <a:gd name="connsiteY81" fmla="*/ 304380 h 662976"/>
              <a:gd name="connsiteX82" fmla="*/ 207851 w 213845"/>
              <a:gd name="connsiteY82" fmla="*/ 319605 h 662976"/>
              <a:gd name="connsiteX83" fmla="*/ 207851 w 213845"/>
              <a:gd name="connsiteY83" fmla="*/ 319488 h 662976"/>
              <a:gd name="connsiteX84" fmla="*/ 208085 w 213845"/>
              <a:gd name="connsiteY84" fmla="*/ 334712 h 662976"/>
              <a:gd name="connsiteX85" fmla="*/ 208085 w 213845"/>
              <a:gd name="connsiteY85" fmla="*/ 334595 h 662976"/>
              <a:gd name="connsiteX86" fmla="*/ 207851 w 213845"/>
              <a:gd name="connsiteY86" fmla="*/ 349820 h 662976"/>
              <a:gd name="connsiteX87" fmla="*/ 207851 w 213845"/>
              <a:gd name="connsiteY87" fmla="*/ 349586 h 662976"/>
              <a:gd name="connsiteX88" fmla="*/ 206797 w 213845"/>
              <a:gd name="connsiteY88" fmla="*/ 364810 h 662976"/>
              <a:gd name="connsiteX89" fmla="*/ 206797 w 213845"/>
              <a:gd name="connsiteY89" fmla="*/ 364693 h 662976"/>
              <a:gd name="connsiteX90" fmla="*/ 205391 w 213845"/>
              <a:gd name="connsiteY90" fmla="*/ 379918 h 662976"/>
              <a:gd name="connsiteX91" fmla="*/ 205391 w 213845"/>
              <a:gd name="connsiteY91" fmla="*/ 379800 h 662976"/>
              <a:gd name="connsiteX92" fmla="*/ 203283 w 213845"/>
              <a:gd name="connsiteY92" fmla="*/ 394791 h 662976"/>
              <a:gd name="connsiteX93" fmla="*/ 203400 w 213845"/>
              <a:gd name="connsiteY93" fmla="*/ 394791 h 662976"/>
              <a:gd name="connsiteX94" fmla="*/ 200824 w 213845"/>
              <a:gd name="connsiteY94" fmla="*/ 409665 h 662976"/>
              <a:gd name="connsiteX95" fmla="*/ 200824 w 213845"/>
              <a:gd name="connsiteY95" fmla="*/ 409548 h 662976"/>
              <a:gd name="connsiteX96" fmla="*/ 197662 w 213845"/>
              <a:gd name="connsiteY96" fmla="*/ 424304 h 662976"/>
              <a:gd name="connsiteX97" fmla="*/ 197662 w 213845"/>
              <a:gd name="connsiteY97" fmla="*/ 424187 h 662976"/>
              <a:gd name="connsiteX98" fmla="*/ 190050 w 213845"/>
              <a:gd name="connsiteY98" fmla="*/ 453231 h 662976"/>
              <a:gd name="connsiteX99" fmla="*/ 190167 w 213845"/>
              <a:gd name="connsiteY99" fmla="*/ 452996 h 662976"/>
              <a:gd name="connsiteX100" fmla="*/ 180564 w 213845"/>
              <a:gd name="connsiteY100" fmla="*/ 481104 h 662976"/>
              <a:gd name="connsiteX101" fmla="*/ 180564 w 213845"/>
              <a:gd name="connsiteY101" fmla="*/ 480869 h 662976"/>
              <a:gd name="connsiteX102" fmla="*/ 169321 w 213845"/>
              <a:gd name="connsiteY102" fmla="*/ 507806 h 662976"/>
              <a:gd name="connsiteX103" fmla="*/ 169438 w 213845"/>
              <a:gd name="connsiteY103" fmla="*/ 507571 h 662976"/>
              <a:gd name="connsiteX104" fmla="*/ 156673 w 213845"/>
              <a:gd name="connsiteY104" fmla="*/ 532985 h 662976"/>
              <a:gd name="connsiteX105" fmla="*/ 156790 w 213845"/>
              <a:gd name="connsiteY105" fmla="*/ 532751 h 662976"/>
              <a:gd name="connsiteX106" fmla="*/ 142619 w 213845"/>
              <a:gd name="connsiteY106" fmla="*/ 556524 h 662976"/>
              <a:gd name="connsiteX107" fmla="*/ 142737 w 213845"/>
              <a:gd name="connsiteY107" fmla="*/ 556407 h 662976"/>
              <a:gd name="connsiteX108" fmla="*/ 135124 w 213845"/>
              <a:gd name="connsiteY108" fmla="*/ 567533 h 662976"/>
              <a:gd name="connsiteX109" fmla="*/ 135241 w 213845"/>
              <a:gd name="connsiteY109" fmla="*/ 567533 h 662976"/>
              <a:gd name="connsiteX110" fmla="*/ 127395 w 213845"/>
              <a:gd name="connsiteY110" fmla="*/ 578190 h 662976"/>
              <a:gd name="connsiteX111" fmla="*/ 127512 w 213845"/>
              <a:gd name="connsiteY111" fmla="*/ 578074 h 662976"/>
              <a:gd name="connsiteX112" fmla="*/ 119314 w 213845"/>
              <a:gd name="connsiteY112" fmla="*/ 588262 h 662976"/>
              <a:gd name="connsiteX113" fmla="*/ 119314 w 213845"/>
              <a:gd name="connsiteY113" fmla="*/ 588145 h 662976"/>
              <a:gd name="connsiteX114" fmla="*/ 111000 w 213845"/>
              <a:gd name="connsiteY114" fmla="*/ 597748 h 662976"/>
              <a:gd name="connsiteX115" fmla="*/ 111116 w 213845"/>
              <a:gd name="connsiteY115" fmla="*/ 597631 h 662976"/>
              <a:gd name="connsiteX116" fmla="*/ 102450 w 213845"/>
              <a:gd name="connsiteY116" fmla="*/ 606532 h 662976"/>
              <a:gd name="connsiteX117" fmla="*/ 102567 w 213845"/>
              <a:gd name="connsiteY117" fmla="*/ 606415 h 662976"/>
              <a:gd name="connsiteX118" fmla="*/ 93784 w 213845"/>
              <a:gd name="connsiteY118" fmla="*/ 614846 h 662976"/>
              <a:gd name="connsiteX119" fmla="*/ 93784 w 213845"/>
              <a:gd name="connsiteY119" fmla="*/ 614730 h 662976"/>
              <a:gd name="connsiteX120" fmla="*/ 84884 w 213845"/>
              <a:gd name="connsiteY120" fmla="*/ 622459 h 662976"/>
              <a:gd name="connsiteX121" fmla="*/ 85001 w 213845"/>
              <a:gd name="connsiteY121" fmla="*/ 622342 h 662976"/>
              <a:gd name="connsiteX122" fmla="*/ 75749 w 213845"/>
              <a:gd name="connsiteY122" fmla="*/ 629369 h 662976"/>
              <a:gd name="connsiteX123" fmla="*/ 75866 w 213845"/>
              <a:gd name="connsiteY123" fmla="*/ 629252 h 662976"/>
              <a:gd name="connsiteX124" fmla="*/ 66614 w 213845"/>
              <a:gd name="connsiteY124" fmla="*/ 635576 h 662976"/>
              <a:gd name="connsiteX125" fmla="*/ 66731 w 213845"/>
              <a:gd name="connsiteY125" fmla="*/ 635458 h 662976"/>
              <a:gd name="connsiteX126" fmla="*/ 57245 w 213845"/>
              <a:gd name="connsiteY126" fmla="*/ 640963 h 662976"/>
              <a:gd name="connsiteX127" fmla="*/ 57480 w 213845"/>
              <a:gd name="connsiteY127" fmla="*/ 640963 h 662976"/>
              <a:gd name="connsiteX128" fmla="*/ 47876 w 213845"/>
              <a:gd name="connsiteY128" fmla="*/ 645764 h 662976"/>
              <a:gd name="connsiteX129" fmla="*/ 48110 w 213845"/>
              <a:gd name="connsiteY129" fmla="*/ 645647 h 662976"/>
              <a:gd name="connsiteX130" fmla="*/ 38390 w 213845"/>
              <a:gd name="connsiteY130" fmla="*/ 649629 h 662976"/>
              <a:gd name="connsiteX131" fmla="*/ 38624 w 213845"/>
              <a:gd name="connsiteY131" fmla="*/ 649512 h 662976"/>
              <a:gd name="connsiteX132" fmla="*/ 28904 w 213845"/>
              <a:gd name="connsiteY132" fmla="*/ 652674 h 662976"/>
              <a:gd name="connsiteX133" fmla="*/ 29138 w 213845"/>
              <a:gd name="connsiteY133" fmla="*/ 652674 h 662976"/>
              <a:gd name="connsiteX134" fmla="*/ 19301 w 213845"/>
              <a:gd name="connsiteY134" fmla="*/ 654900 h 662976"/>
              <a:gd name="connsiteX135" fmla="*/ 19536 w 213845"/>
              <a:gd name="connsiteY135" fmla="*/ 654900 h 662976"/>
              <a:gd name="connsiteX136" fmla="*/ 9581 w 213845"/>
              <a:gd name="connsiteY136" fmla="*/ 656305 h 662976"/>
              <a:gd name="connsiteX137" fmla="*/ 9932 w 213845"/>
              <a:gd name="connsiteY137" fmla="*/ 656305 h 662976"/>
              <a:gd name="connsiteX138" fmla="*/ 95 w 213845"/>
              <a:gd name="connsiteY138" fmla="*/ 656656 h 662976"/>
              <a:gd name="connsiteX139" fmla="*/ 89919 w 213845"/>
              <a:gd name="connsiteY139" fmla="*/ -465 h 662976"/>
              <a:gd name="connsiteX140" fmla="*/ 11923 w 213845"/>
              <a:gd name="connsiteY140" fmla="*/ 9606 h 662976"/>
              <a:gd name="connsiteX141" fmla="*/ 66731 w 213845"/>
              <a:gd name="connsiteY141" fmla="*/ 65938 h 662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213845" h="662976">
                <a:moveTo>
                  <a:pt x="329" y="662512"/>
                </a:moveTo>
                <a:lnTo>
                  <a:pt x="10284" y="662043"/>
                </a:lnTo>
                <a:lnTo>
                  <a:pt x="20472" y="660638"/>
                </a:lnTo>
                <a:lnTo>
                  <a:pt x="30544" y="658296"/>
                </a:lnTo>
                <a:lnTo>
                  <a:pt x="40498" y="655016"/>
                </a:lnTo>
                <a:lnTo>
                  <a:pt x="50453" y="651035"/>
                </a:lnTo>
                <a:lnTo>
                  <a:pt x="60173" y="646116"/>
                </a:lnTo>
                <a:lnTo>
                  <a:pt x="69776" y="640494"/>
                </a:lnTo>
                <a:lnTo>
                  <a:pt x="79262" y="634053"/>
                </a:lnTo>
                <a:lnTo>
                  <a:pt x="88631" y="626909"/>
                </a:lnTo>
                <a:lnTo>
                  <a:pt x="97649" y="619063"/>
                </a:lnTo>
                <a:lnTo>
                  <a:pt x="106666" y="610631"/>
                </a:lnTo>
                <a:lnTo>
                  <a:pt x="115333" y="601613"/>
                </a:lnTo>
                <a:lnTo>
                  <a:pt x="123765" y="591893"/>
                </a:lnTo>
                <a:lnTo>
                  <a:pt x="132079" y="581704"/>
                </a:lnTo>
                <a:lnTo>
                  <a:pt x="139926" y="570929"/>
                </a:lnTo>
                <a:lnTo>
                  <a:pt x="147538" y="559687"/>
                </a:lnTo>
                <a:lnTo>
                  <a:pt x="161826" y="535679"/>
                </a:lnTo>
                <a:lnTo>
                  <a:pt x="174708" y="510147"/>
                </a:lnTo>
                <a:lnTo>
                  <a:pt x="186068" y="483094"/>
                </a:lnTo>
                <a:lnTo>
                  <a:pt x="195671" y="454870"/>
                </a:lnTo>
                <a:lnTo>
                  <a:pt x="203400" y="425592"/>
                </a:lnTo>
                <a:lnTo>
                  <a:pt x="206562" y="410718"/>
                </a:lnTo>
                <a:lnTo>
                  <a:pt x="209139" y="395728"/>
                </a:lnTo>
                <a:lnTo>
                  <a:pt x="211130" y="380504"/>
                </a:lnTo>
                <a:lnTo>
                  <a:pt x="212652" y="365279"/>
                </a:lnTo>
                <a:lnTo>
                  <a:pt x="213589" y="349937"/>
                </a:lnTo>
                <a:lnTo>
                  <a:pt x="213940" y="334595"/>
                </a:lnTo>
                <a:lnTo>
                  <a:pt x="213589" y="319370"/>
                </a:lnTo>
                <a:lnTo>
                  <a:pt x="212769" y="304029"/>
                </a:lnTo>
                <a:lnTo>
                  <a:pt x="211364" y="288687"/>
                </a:lnTo>
                <a:lnTo>
                  <a:pt x="209373" y="273580"/>
                </a:lnTo>
                <a:lnTo>
                  <a:pt x="203986" y="243715"/>
                </a:lnTo>
                <a:lnTo>
                  <a:pt x="196725" y="214437"/>
                </a:lnTo>
                <a:lnTo>
                  <a:pt x="187707" y="186213"/>
                </a:lnTo>
                <a:lnTo>
                  <a:pt x="176933" y="159160"/>
                </a:lnTo>
                <a:lnTo>
                  <a:pt x="164754" y="133629"/>
                </a:lnTo>
                <a:lnTo>
                  <a:pt x="151286" y="109621"/>
                </a:lnTo>
                <a:lnTo>
                  <a:pt x="144142" y="98378"/>
                </a:lnTo>
                <a:lnTo>
                  <a:pt x="136530" y="87604"/>
                </a:lnTo>
                <a:lnTo>
                  <a:pt x="128918" y="77415"/>
                </a:lnTo>
                <a:lnTo>
                  <a:pt x="120837" y="67695"/>
                </a:lnTo>
                <a:lnTo>
                  <a:pt x="112639" y="58677"/>
                </a:lnTo>
                <a:lnTo>
                  <a:pt x="104207" y="50245"/>
                </a:lnTo>
                <a:lnTo>
                  <a:pt x="95658" y="42398"/>
                </a:lnTo>
                <a:lnTo>
                  <a:pt x="86640" y="35137"/>
                </a:lnTo>
                <a:lnTo>
                  <a:pt x="68488" y="26237"/>
                </a:lnTo>
                <a:lnTo>
                  <a:pt x="65912" y="31506"/>
                </a:lnTo>
                <a:lnTo>
                  <a:pt x="83712" y="40173"/>
                </a:lnTo>
                <a:lnTo>
                  <a:pt x="83244" y="39822"/>
                </a:lnTo>
                <a:lnTo>
                  <a:pt x="91910" y="46848"/>
                </a:lnTo>
                <a:lnTo>
                  <a:pt x="91793" y="46732"/>
                </a:lnTo>
                <a:lnTo>
                  <a:pt x="100225" y="54461"/>
                </a:lnTo>
                <a:lnTo>
                  <a:pt x="100108" y="54343"/>
                </a:lnTo>
                <a:lnTo>
                  <a:pt x="108423" y="62776"/>
                </a:lnTo>
                <a:lnTo>
                  <a:pt x="108306" y="62659"/>
                </a:lnTo>
                <a:lnTo>
                  <a:pt x="116504" y="71559"/>
                </a:lnTo>
                <a:lnTo>
                  <a:pt x="116387" y="71442"/>
                </a:lnTo>
                <a:lnTo>
                  <a:pt x="124350" y="81046"/>
                </a:lnTo>
                <a:lnTo>
                  <a:pt x="124233" y="80928"/>
                </a:lnTo>
                <a:lnTo>
                  <a:pt x="131845" y="91117"/>
                </a:lnTo>
                <a:lnTo>
                  <a:pt x="131845" y="91000"/>
                </a:lnTo>
                <a:lnTo>
                  <a:pt x="139223" y="101657"/>
                </a:lnTo>
                <a:lnTo>
                  <a:pt x="139223" y="101540"/>
                </a:lnTo>
                <a:lnTo>
                  <a:pt x="146367" y="112783"/>
                </a:lnTo>
                <a:lnTo>
                  <a:pt x="146250" y="112549"/>
                </a:lnTo>
                <a:lnTo>
                  <a:pt x="159601" y="136440"/>
                </a:lnTo>
                <a:lnTo>
                  <a:pt x="159484" y="136205"/>
                </a:lnTo>
                <a:lnTo>
                  <a:pt x="171663" y="161619"/>
                </a:lnTo>
                <a:lnTo>
                  <a:pt x="171546" y="161385"/>
                </a:lnTo>
                <a:lnTo>
                  <a:pt x="182203" y="188321"/>
                </a:lnTo>
                <a:lnTo>
                  <a:pt x="182086" y="188086"/>
                </a:lnTo>
                <a:lnTo>
                  <a:pt x="191104" y="216194"/>
                </a:lnTo>
                <a:lnTo>
                  <a:pt x="190987" y="215959"/>
                </a:lnTo>
                <a:lnTo>
                  <a:pt x="198365" y="245004"/>
                </a:lnTo>
                <a:lnTo>
                  <a:pt x="198247" y="244887"/>
                </a:lnTo>
                <a:lnTo>
                  <a:pt x="203634" y="274516"/>
                </a:lnTo>
                <a:lnTo>
                  <a:pt x="203634" y="274399"/>
                </a:lnTo>
                <a:lnTo>
                  <a:pt x="205508" y="289389"/>
                </a:lnTo>
                <a:lnTo>
                  <a:pt x="205508" y="289272"/>
                </a:lnTo>
                <a:lnTo>
                  <a:pt x="206914" y="304497"/>
                </a:lnTo>
                <a:lnTo>
                  <a:pt x="206914" y="304380"/>
                </a:lnTo>
                <a:lnTo>
                  <a:pt x="207851" y="319605"/>
                </a:lnTo>
                <a:lnTo>
                  <a:pt x="207851" y="319488"/>
                </a:lnTo>
                <a:lnTo>
                  <a:pt x="208085" y="334712"/>
                </a:lnTo>
                <a:lnTo>
                  <a:pt x="208085" y="334595"/>
                </a:lnTo>
                <a:lnTo>
                  <a:pt x="207851" y="349820"/>
                </a:lnTo>
                <a:lnTo>
                  <a:pt x="207851" y="349586"/>
                </a:lnTo>
                <a:lnTo>
                  <a:pt x="206797" y="364810"/>
                </a:lnTo>
                <a:lnTo>
                  <a:pt x="206797" y="364693"/>
                </a:lnTo>
                <a:lnTo>
                  <a:pt x="205391" y="379918"/>
                </a:lnTo>
                <a:lnTo>
                  <a:pt x="205391" y="379800"/>
                </a:lnTo>
                <a:lnTo>
                  <a:pt x="203283" y="394791"/>
                </a:lnTo>
                <a:lnTo>
                  <a:pt x="203400" y="394791"/>
                </a:lnTo>
                <a:lnTo>
                  <a:pt x="200824" y="409665"/>
                </a:lnTo>
                <a:lnTo>
                  <a:pt x="200824" y="409548"/>
                </a:lnTo>
                <a:lnTo>
                  <a:pt x="197662" y="424304"/>
                </a:lnTo>
                <a:lnTo>
                  <a:pt x="197662" y="424187"/>
                </a:lnTo>
                <a:lnTo>
                  <a:pt x="190050" y="453231"/>
                </a:lnTo>
                <a:lnTo>
                  <a:pt x="190167" y="452996"/>
                </a:lnTo>
                <a:lnTo>
                  <a:pt x="180564" y="481104"/>
                </a:lnTo>
                <a:lnTo>
                  <a:pt x="180564" y="480869"/>
                </a:lnTo>
                <a:lnTo>
                  <a:pt x="169321" y="507806"/>
                </a:lnTo>
                <a:lnTo>
                  <a:pt x="169438" y="507571"/>
                </a:lnTo>
                <a:lnTo>
                  <a:pt x="156673" y="532985"/>
                </a:lnTo>
                <a:lnTo>
                  <a:pt x="156790" y="532751"/>
                </a:lnTo>
                <a:lnTo>
                  <a:pt x="142619" y="556524"/>
                </a:lnTo>
                <a:lnTo>
                  <a:pt x="142737" y="556407"/>
                </a:lnTo>
                <a:lnTo>
                  <a:pt x="135124" y="567533"/>
                </a:lnTo>
                <a:lnTo>
                  <a:pt x="135241" y="567533"/>
                </a:lnTo>
                <a:lnTo>
                  <a:pt x="127395" y="578190"/>
                </a:lnTo>
                <a:lnTo>
                  <a:pt x="127512" y="578074"/>
                </a:lnTo>
                <a:lnTo>
                  <a:pt x="119314" y="588262"/>
                </a:lnTo>
                <a:lnTo>
                  <a:pt x="119314" y="588145"/>
                </a:lnTo>
                <a:lnTo>
                  <a:pt x="111000" y="597748"/>
                </a:lnTo>
                <a:lnTo>
                  <a:pt x="111116" y="597631"/>
                </a:lnTo>
                <a:lnTo>
                  <a:pt x="102450" y="606532"/>
                </a:lnTo>
                <a:lnTo>
                  <a:pt x="102567" y="606415"/>
                </a:lnTo>
                <a:lnTo>
                  <a:pt x="93784" y="614846"/>
                </a:lnTo>
                <a:lnTo>
                  <a:pt x="93784" y="614730"/>
                </a:lnTo>
                <a:lnTo>
                  <a:pt x="84884" y="622459"/>
                </a:lnTo>
                <a:lnTo>
                  <a:pt x="85001" y="622342"/>
                </a:lnTo>
                <a:lnTo>
                  <a:pt x="75749" y="629369"/>
                </a:lnTo>
                <a:lnTo>
                  <a:pt x="75866" y="629252"/>
                </a:lnTo>
                <a:lnTo>
                  <a:pt x="66614" y="635576"/>
                </a:lnTo>
                <a:lnTo>
                  <a:pt x="66731" y="635458"/>
                </a:lnTo>
                <a:lnTo>
                  <a:pt x="57245" y="640963"/>
                </a:lnTo>
                <a:lnTo>
                  <a:pt x="57480" y="640963"/>
                </a:lnTo>
                <a:lnTo>
                  <a:pt x="47876" y="645764"/>
                </a:lnTo>
                <a:lnTo>
                  <a:pt x="48110" y="645647"/>
                </a:lnTo>
                <a:lnTo>
                  <a:pt x="38390" y="649629"/>
                </a:lnTo>
                <a:lnTo>
                  <a:pt x="38624" y="649512"/>
                </a:lnTo>
                <a:lnTo>
                  <a:pt x="28904" y="652674"/>
                </a:lnTo>
                <a:lnTo>
                  <a:pt x="29138" y="652674"/>
                </a:lnTo>
                <a:lnTo>
                  <a:pt x="19301" y="654900"/>
                </a:lnTo>
                <a:lnTo>
                  <a:pt x="19536" y="654900"/>
                </a:lnTo>
                <a:lnTo>
                  <a:pt x="9581" y="656305"/>
                </a:lnTo>
                <a:lnTo>
                  <a:pt x="9932" y="656305"/>
                </a:lnTo>
                <a:lnTo>
                  <a:pt x="95" y="656656"/>
                </a:lnTo>
                <a:close/>
                <a:moveTo>
                  <a:pt x="89919" y="-465"/>
                </a:moveTo>
                <a:lnTo>
                  <a:pt x="11923" y="9606"/>
                </a:lnTo>
                <a:lnTo>
                  <a:pt x="66731" y="65938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E8B7582E-B237-4122-4F83-A3EF601C53BA}"/>
              </a:ext>
            </a:extLst>
          </p:cNvPr>
          <p:cNvSpPr/>
          <p:nvPr/>
        </p:nvSpPr>
        <p:spPr>
          <a:xfrm flipV="1">
            <a:off x="6142325" y="2905268"/>
            <a:ext cx="213962" cy="1698139"/>
          </a:xfrm>
          <a:custGeom>
            <a:avLst/>
            <a:gdLst>
              <a:gd name="connsiteX0" fmla="*/ 563 w 213962"/>
              <a:gd name="connsiteY0" fmla="*/ 1697777 h 1698139"/>
              <a:gd name="connsiteX1" fmla="*/ 5599 w 213962"/>
              <a:gd name="connsiteY1" fmla="*/ 1697426 h 1698139"/>
              <a:gd name="connsiteX2" fmla="*/ 10869 w 213962"/>
              <a:gd name="connsiteY2" fmla="*/ 1696489 h 1698139"/>
              <a:gd name="connsiteX3" fmla="*/ 16139 w 213962"/>
              <a:gd name="connsiteY3" fmla="*/ 1694967 h 1698139"/>
              <a:gd name="connsiteX4" fmla="*/ 21409 w 213962"/>
              <a:gd name="connsiteY4" fmla="*/ 1692624 h 1698139"/>
              <a:gd name="connsiteX5" fmla="*/ 26445 w 213962"/>
              <a:gd name="connsiteY5" fmla="*/ 1689814 h 1698139"/>
              <a:gd name="connsiteX6" fmla="*/ 31598 w 213962"/>
              <a:gd name="connsiteY6" fmla="*/ 1686418 h 1698139"/>
              <a:gd name="connsiteX7" fmla="*/ 36634 w 213962"/>
              <a:gd name="connsiteY7" fmla="*/ 1682436 h 1698139"/>
              <a:gd name="connsiteX8" fmla="*/ 41669 w 213962"/>
              <a:gd name="connsiteY8" fmla="*/ 1677985 h 1698139"/>
              <a:gd name="connsiteX9" fmla="*/ 46588 w 213962"/>
              <a:gd name="connsiteY9" fmla="*/ 1672949 h 1698139"/>
              <a:gd name="connsiteX10" fmla="*/ 51624 w 213962"/>
              <a:gd name="connsiteY10" fmla="*/ 1667328 h 1698139"/>
              <a:gd name="connsiteX11" fmla="*/ 61227 w 213962"/>
              <a:gd name="connsiteY11" fmla="*/ 1654680 h 1698139"/>
              <a:gd name="connsiteX12" fmla="*/ 70830 w 213962"/>
              <a:gd name="connsiteY12" fmla="*/ 1640041 h 1698139"/>
              <a:gd name="connsiteX13" fmla="*/ 80316 w 213962"/>
              <a:gd name="connsiteY13" fmla="*/ 1623411 h 1698139"/>
              <a:gd name="connsiteX14" fmla="*/ 89568 w 213962"/>
              <a:gd name="connsiteY14" fmla="*/ 1604907 h 1698139"/>
              <a:gd name="connsiteX15" fmla="*/ 98586 w 213962"/>
              <a:gd name="connsiteY15" fmla="*/ 1584880 h 1698139"/>
              <a:gd name="connsiteX16" fmla="*/ 107486 w 213962"/>
              <a:gd name="connsiteY16" fmla="*/ 1562980 h 1698139"/>
              <a:gd name="connsiteX17" fmla="*/ 116152 w 213962"/>
              <a:gd name="connsiteY17" fmla="*/ 1539441 h 1698139"/>
              <a:gd name="connsiteX18" fmla="*/ 124467 w 213962"/>
              <a:gd name="connsiteY18" fmla="*/ 1514379 h 1698139"/>
              <a:gd name="connsiteX19" fmla="*/ 132665 w 213962"/>
              <a:gd name="connsiteY19" fmla="*/ 1487911 h 1698139"/>
              <a:gd name="connsiteX20" fmla="*/ 140512 w 213962"/>
              <a:gd name="connsiteY20" fmla="*/ 1460038 h 1698139"/>
              <a:gd name="connsiteX21" fmla="*/ 148124 w 213962"/>
              <a:gd name="connsiteY21" fmla="*/ 1430760 h 1698139"/>
              <a:gd name="connsiteX22" fmla="*/ 155385 w 213962"/>
              <a:gd name="connsiteY22" fmla="*/ 1400193 h 1698139"/>
              <a:gd name="connsiteX23" fmla="*/ 162177 w 213962"/>
              <a:gd name="connsiteY23" fmla="*/ 1368690 h 1698139"/>
              <a:gd name="connsiteX24" fmla="*/ 168853 w 213962"/>
              <a:gd name="connsiteY24" fmla="*/ 1335898 h 1698139"/>
              <a:gd name="connsiteX25" fmla="*/ 175060 w 213962"/>
              <a:gd name="connsiteY25" fmla="*/ 1302287 h 1698139"/>
              <a:gd name="connsiteX26" fmla="*/ 180915 w 213962"/>
              <a:gd name="connsiteY26" fmla="*/ 1267621 h 1698139"/>
              <a:gd name="connsiteX27" fmla="*/ 186302 w 213962"/>
              <a:gd name="connsiteY27" fmla="*/ 1232136 h 1698139"/>
              <a:gd name="connsiteX28" fmla="*/ 191338 w 213962"/>
              <a:gd name="connsiteY28" fmla="*/ 1195831 h 1698139"/>
              <a:gd name="connsiteX29" fmla="*/ 195905 w 213962"/>
              <a:gd name="connsiteY29" fmla="*/ 1158940 h 1698139"/>
              <a:gd name="connsiteX30" fmla="*/ 200004 w 213962"/>
              <a:gd name="connsiteY30" fmla="*/ 1121347 h 1698139"/>
              <a:gd name="connsiteX31" fmla="*/ 203518 w 213962"/>
              <a:gd name="connsiteY31" fmla="*/ 1083168 h 1698139"/>
              <a:gd name="connsiteX32" fmla="*/ 206679 w 213962"/>
              <a:gd name="connsiteY32" fmla="*/ 1044638 h 1698139"/>
              <a:gd name="connsiteX33" fmla="*/ 209256 w 213962"/>
              <a:gd name="connsiteY33" fmla="*/ 1005639 h 1698139"/>
              <a:gd name="connsiteX34" fmla="*/ 211247 w 213962"/>
              <a:gd name="connsiteY34" fmla="*/ 966290 h 1698139"/>
              <a:gd name="connsiteX35" fmla="*/ 212769 w 213962"/>
              <a:gd name="connsiteY35" fmla="*/ 926822 h 1698139"/>
              <a:gd name="connsiteX36" fmla="*/ 213706 w 213962"/>
              <a:gd name="connsiteY36" fmla="*/ 887238 h 1698139"/>
              <a:gd name="connsiteX37" fmla="*/ 214057 w 213962"/>
              <a:gd name="connsiteY37" fmla="*/ 847419 h 1698139"/>
              <a:gd name="connsiteX38" fmla="*/ 213706 w 213962"/>
              <a:gd name="connsiteY38" fmla="*/ 807484 h 1698139"/>
              <a:gd name="connsiteX39" fmla="*/ 212887 w 213962"/>
              <a:gd name="connsiteY39" fmla="*/ 767783 h 1698139"/>
              <a:gd name="connsiteX40" fmla="*/ 211481 w 213962"/>
              <a:gd name="connsiteY40" fmla="*/ 728316 h 1698139"/>
              <a:gd name="connsiteX41" fmla="*/ 209490 w 213962"/>
              <a:gd name="connsiteY41" fmla="*/ 688965 h 1698139"/>
              <a:gd name="connsiteX42" fmla="*/ 204220 w 213962"/>
              <a:gd name="connsiteY42" fmla="*/ 611436 h 1698139"/>
              <a:gd name="connsiteX43" fmla="*/ 200707 w 213962"/>
              <a:gd name="connsiteY43" fmla="*/ 573258 h 1698139"/>
              <a:gd name="connsiteX44" fmla="*/ 196842 w 213962"/>
              <a:gd name="connsiteY44" fmla="*/ 535782 h 1698139"/>
              <a:gd name="connsiteX45" fmla="*/ 192626 w 213962"/>
              <a:gd name="connsiteY45" fmla="*/ 498774 h 1698139"/>
              <a:gd name="connsiteX46" fmla="*/ 187942 w 213962"/>
              <a:gd name="connsiteY46" fmla="*/ 462469 h 1698139"/>
              <a:gd name="connsiteX47" fmla="*/ 182672 w 213962"/>
              <a:gd name="connsiteY47" fmla="*/ 426983 h 1698139"/>
              <a:gd name="connsiteX48" fmla="*/ 177285 w 213962"/>
              <a:gd name="connsiteY48" fmla="*/ 392318 h 1698139"/>
              <a:gd name="connsiteX49" fmla="*/ 171429 w 213962"/>
              <a:gd name="connsiteY49" fmla="*/ 358707 h 1698139"/>
              <a:gd name="connsiteX50" fmla="*/ 165105 w 213962"/>
              <a:gd name="connsiteY50" fmla="*/ 325915 h 1698139"/>
              <a:gd name="connsiteX51" fmla="*/ 158664 w 213962"/>
              <a:gd name="connsiteY51" fmla="*/ 294295 h 1698139"/>
              <a:gd name="connsiteX52" fmla="*/ 151754 w 213962"/>
              <a:gd name="connsiteY52" fmla="*/ 263962 h 1698139"/>
              <a:gd name="connsiteX53" fmla="*/ 144610 w 213962"/>
              <a:gd name="connsiteY53" fmla="*/ 234684 h 1698139"/>
              <a:gd name="connsiteX54" fmla="*/ 137116 w 213962"/>
              <a:gd name="connsiteY54" fmla="*/ 206811 h 1698139"/>
              <a:gd name="connsiteX55" fmla="*/ 129503 w 213962"/>
              <a:gd name="connsiteY55" fmla="*/ 180343 h 1698139"/>
              <a:gd name="connsiteX56" fmla="*/ 121539 w 213962"/>
              <a:gd name="connsiteY56" fmla="*/ 155164 h 1698139"/>
              <a:gd name="connsiteX57" fmla="*/ 113342 w 213962"/>
              <a:gd name="connsiteY57" fmla="*/ 131742 h 1698139"/>
              <a:gd name="connsiteX58" fmla="*/ 105027 w 213962"/>
              <a:gd name="connsiteY58" fmla="*/ 109724 h 1698139"/>
              <a:gd name="connsiteX59" fmla="*/ 96478 w 213962"/>
              <a:gd name="connsiteY59" fmla="*/ 89698 h 1698139"/>
              <a:gd name="connsiteX60" fmla="*/ 87811 w 213962"/>
              <a:gd name="connsiteY60" fmla="*/ 71194 h 1698139"/>
              <a:gd name="connsiteX61" fmla="*/ 78794 w 213962"/>
              <a:gd name="connsiteY61" fmla="*/ 54447 h 1698139"/>
              <a:gd name="connsiteX62" fmla="*/ 60759 w 213962"/>
              <a:gd name="connsiteY62" fmla="*/ 33366 h 1698139"/>
              <a:gd name="connsiteX63" fmla="*/ 56308 w 213962"/>
              <a:gd name="connsiteY63" fmla="*/ 37114 h 1698139"/>
              <a:gd name="connsiteX64" fmla="*/ 74109 w 213962"/>
              <a:gd name="connsiteY64" fmla="*/ 57961 h 1698139"/>
              <a:gd name="connsiteX65" fmla="*/ 73758 w 213962"/>
              <a:gd name="connsiteY65" fmla="*/ 57492 h 1698139"/>
              <a:gd name="connsiteX66" fmla="*/ 82542 w 213962"/>
              <a:gd name="connsiteY66" fmla="*/ 73888 h 1698139"/>
              <a:gd name="connsiteX67" fmla="*/ 82542 w 213962"/>
              <a:gd name="connsiteY67" fmla="*/ 73771 h 1698139"/>
              <a:gd name="connsiteX68" fmla="*/ 91208 w 213962"/>
              <a:gd name="connsiteY68" fmla="*/ 92040 h 1698139"/>
              <a:gd name="connsiteX69" fmla="*/ 91090 w 213962"/>
              <a:gd name="connsiteY69" fmla="*/ 91923 h 1698139"/>
              <a:gd name="connsiteX70" fmla="*/ 99522 w 213962"/>
              <a:gd name="connsiteY70" fmla="*/ 111949 h 1698139"/>
              <a:gd name="connsiteX71" fmla="*/ 99522 w 213962"/>
              <a:gd name="connsiteY71" fmla="*/ 111949 h 1698139"/>
              <a:gd name="connsiteX72" fmla="*/ 107838 w 213962"/>
              <a:gd name="connsiteY72" fmla="*/ 133732 h 1698139"/>
              <a:gd name="connsiteX73" fmla="*/ 107838 w 213962"/>
              <a:gd name="connsiteY73" fmla="*/ 133732 h 1698139"/>
              <a:gd name="connsiteX74" fmla="*/ 116035 w 213962"/>
              <a:gd name="connsiteY74" fmla="*/ 157038 h 1698139"/>
              <a:gd name="connsiteX75" fmla="*/ 116035 w 213962"/>
              <a:gd name="connsiteY75" fmla="*/ 157038 h 1698139"/>
              <a:gd name="connsiteX76" fmla="*/ 123882 w 213962"/>
              <a:gd name="connsiteY76" fmla="*/ 181983 h 1698139"/>
              <a:gd name="connsiteX77" fmla="*/ 123882 w 213962"/>
              <a:gd name="connsiteY77" fmla="*/ 181983 h 1698139"/>
              <a:gd name="connsiteX78" fmla="*/ 131494 w 213962"/>
              <a:gd name="connsiteY78" fmla="*/ 208333 h 1698139"/>
              <a:gd name="connsiteX79" fmla="*/ 131494 w 213962"/>
              <a:gd name="connsiteY79" fmla="*/ 208333 h 1698139"/>
              <a:gd name="connsiteX80" fmla="*/ 138989 w 213962"/>
              <a:gd name="connsiteY80" fmla="*/ 236206 h 1698139"/>
              <a:gd name="connsiteX81" fmla="*/ 138989 w 213962"/>
              <a:gd name="connsiteY81" fmla="*/ 236089 h 1698139"/>
              <a:gd name="connsiteX82" fmla="*/ 146016 w 213962"/>
              <a:gd name="connsiteY82" fmla="*/ 265250 h 1698139"/>
              <a:gd name="connsiteX83" fmla="*/ 146016 w 213962"/>
              <a:gd name="connsiteY83" fmla="*/ 265250 h 1698139"/>
              <a:gd name="connsiteX84" fmla="*/ 152925 w 213962"/>
              <a:gd name="connsiteY84" fmla="*/ 295583 h 1698139"/>
              <a:gd name="connsiteX85" fmla="*/ 152925 w 213962"/>
              <a:gd name="connsiteY85" fmla="*/ 295583 h 1698139"/>
              <a:gd name="connsiteX86" fmla="*/ 159367 w 213962"/>
              <a:gd name="connsiteY86" fmla="*/ 327086 h 1698139"/>
              <a:gd name="connsiteX87" fmla="*/ 159367 w 213962"/>
              <a:gd name="connsiteY87" fmla="*/ 327086 h 1698139"/>
              <a:gd name="connsiteX88" fmla="*/ 165574 w 213962"/>
              <a:gd name="connsiteY88" fmla="*/ 359760 h 1698139"/>
              <a:gd name="connsiteX89" fmla="*/ 165574 w 213962"/>
              <a:gd name="connsiteY89" fmla="*/ 359643 h 1698139"/>
              <a:gd name="connsiteX90" fmla="*/ 171546 w 213962"/>
              <a:gd name="connsiteY90" fmla="*/ 393372 h 1698139"/>
              <a:gd name="connsiteX91" fmla="*/ 171546 w 213962"/>
              <a:gd name="connsiteY91" fmla="*/ 393255 h 1698139"/>
              <a:gd name="connsiteX92" fmla="*/ 176933 w 213962"/>
              <a:gd name="connsiteY92" fmla="*/ 427920 h 1698139"/>
              <a:gd name="connsiteX93" fmla="*/ 176933 w 213962"/>
              <a:gd name="connsiteY93" fmla="*/ 427803 h 1698139"/>
              <a:gd name="connsiteX94" fmla="*/ 182086 w 213962"/>
              <a:gd name="connsiteY94" fmla="*/ 463289 h 1698139"/>
              <a:gd name="connsiteX95" fmla="*/ 182086 w 213962"/>
              <a:gd name="connsiteY95" fmla="*/ 463289 h 1698139"/>
              <a:gd name="connsiteX96" fmla="*/ 186771 w 213962"/>
              <a:gd name="connsiteY96" fmla="*/ 499476 h 1698139"/>
              <a:gd name="connsiteX97" fmla="*/ 186771 w 213962"/>
              <a:gd name="connsiteY97" fmla="*/ 499476 h 1698139"/>
              <a:gd name="connsiteX98" fmla="*/ 191104 w 213962"/>
              <a:gd name="connsiteY98" fmla="*/ 536367 h 1698139"/>
              <a:gd name="connsiteX99" fmla="*/ 191104 w 213962"/>
              <a:gd name="connsiteY99" fmla="*/ 536367 h 1698139"/>
              <a:gd name="connsiteX100" fmla="*/ 194968 w 213962"/>
              <a:gd name="connsiteY100" fmla="*/ 573844 h 1698139"/>
              <a:gd name="connsiteX101" fmla="*/ 194968 w 213962"/>
              <a:gd name="connsiteY101" fmla="*/ 573844 h 1698139"/>
              <a:gd name="connsiteX102" fmla="*/ 198365 w 213962"/>
              <a:gd name="connsiteY102" fmla="*/ 611905 h 1698139"/>
              <a:gd name="connsiteX103" fmla="*/ 198365 w 213962"/>
              <a:gd name="connsiteY103" fmla="*/ 611905 h 1698139"/>
              <a:gd name="connsiteX104" fmla="*/ 203752 w 213962"/>
              <a:gd name="connsiteY104" fmla="*/ 689317 h 1698139"/>
              <a:gd name="connsiteX105" fmla="*/ 203752 w 213962"/>
              <a:gd name="connsiteY105" fmla="*/ 689317 h 1698139"/>
              <a:gd name="connsiteX106" fmla="*/ 205625 w 213962"/>
              <a:gd name="connsiteY106" fmla="*/ 728549 h 1698139"/>
              <a:gd name="connsiteX107" fmla="*/ 205625 w 213962"/>
              <a:gd name="connsiteY107" fmla="*/ 728549 h 1698139"/>
              <a:gd name="connsiteX108" fmla="*/ 207031 w 213962"/>
              <a:gd name="connsiteY108" fmla="*/ 768016 h 1698139"/>
              <a:gd name="connsiteX109" fmla="*/ 207031 w 213962"/>
              <a:gd name="connsiteY109" fmla="*/ 767900 h 1698139"/>
              <a:gd name="connsiteX110" fmla="*/ 207968 w 213962"/>
              <a:gd name="connsiteY110" fmla="*/ 807601 h 1698139"/>
              <a:gd name="connsiteX111" fmla="*/ 207968 w 213962"/>
              <a:gd name="connsiteY111" fmla="*/ 807601 h 1698139"/>
              <a:gd name="connsiteX112" fmla="*/ 208202 w 213962"/>
              <a:gd name="connsiteY112" fmla="*/ 847419 h 1698139"/>
              <a:gd name="connsiteX113" fmla="*/ 208202 w 213962"/>
              <a:gd name="connsiteY113" fmla="*/ 847419 h 1698139"/>
              <a:gd name="connsiteX114" fmla="*/ 207968 w 213962"/>
              <a:gd name="connsiteY114" fmla="*/ 887121 h 1698139"/>
              <a:gd name="connsiteX115" fmla="*/ 207968 w 213962"/>
              <a:gd name="connsiteY115" fmla="*/ 887121 h 1698139"/>
              <a:gd name="connsiteX116" fmla="*/ 206914 w 213962"/>
              <a:gd name="connsiteY116" fmla="*/ 926705 h 1698139"/>
              <a:gd name="connsiteX117" fmla="*/ 206914 w 213962"/>
              <a:gd name="connsiteY117" fmla="*/ 926705 h 1698139"/>
              <a:gd name="connsiteX118" fmla="*/ 205509 w 213962"/>
              <a:gd name="connsiteY118" fmla="*/ 966055 h 1698139"/>
              <a:gd name="connsiteX119" fmla="*/ 205509 w 213962"/>
              <a:gd name="connsiteY119" fmla="*/ 966055 h 1698139"/>
              <a:gd name="connsiteX120" fmla="*/ 203400 w 213962"/>
              <a:gd name="connsiteY120" fmla="*/ 1005288 h 1698139"/>
              <a:gd name="connsiteX121" fmla="*/ 203400 w 213962"/>
              <a:gd name="connsiteY121" fmla="*/ 1005288 h 1698139"/>
              <a:gd name="connsiteX122" fmla="*/ 200941 w 213962"/>
              <a:gd name="connsiteY122" fmla="*/ 1044169 h 1698139"/>
              <a:gd name="connsiteX123" fmla="*/ 200941 w 213962"/>
              <a:gd name="connsiteY123" fmla="*/ 1044169 h 1698139"/>
              <a:gd name="connsiteX124" fmla="*/ 197779 w 213962"/>
              <a:gd name="connsiteY124" fmla="*/ 1082700 h 1698139"/>
              <a:gd name="connsiteX125" fmla="*/ 197779 w 213962"/>
              <a:gd name="connsiteY125" fmla="*/ 1082700 h 1698139"/>
              <a:gd name="connsiteX126" fmla="*/ 194149 w 213962"/>
              <a:gd name="connsiteY126" fmla="*/ 1120762 h 1698139"/>
              <a:gd name="connsiteX127" fmla="*/ 194149 w 213962"/>
              <a:gd name="connsiteY127" fmla="*/ 1120762 h 1698139"/>
              <a:gd name="connsiteX128" fmla="*/ 190050 w 213962"/>
              <a:gd name="connsiteY128" fmla="*/ 1158237 h 1698139"/>
              <a:gd name="connsiteX129" fmla="*/ 190050 w 213962"/>
              <a:gd name="connsiteY129" fmla="*/ 1158237 h 1698139"/>
              <a:gd name="connsiteX130" fmla="*/ 185482 w 213962"/>
              <a:gd name="connsiteY130" fmla="*/ 1195128 h 1698139"/>
              <a:gd name="connsiteX131" fmla="*/ 185482 w 213962"/>
              <a:gd name="connsiteY131" fmla="*/ 1195011 h 1698139"/>
              <a:gd name="connsiteX132" fmla="*/ 180564 w 213962"/>
              <a:gd name="connsiteY132" fmla="*/ 1231317 h 1698139"/>
              <a:gd name="connsiteX133" fmla="*/ 180564 w 213962"/>
              <a:gd name="connsiteY133" fmla="*/ 1231317 h 1698139"/>
              <a:gd name="connsiteX134" fmla="*/ 175060 w 213962"/>
              <a:gd name="connsiteY134" fmla="*/ 1266684 h 1698139"/>
              <a:gd name="connsiteX135" fmla="*/ 175060 w 213962"/>
              <a:gd name="connsiteY135" fmla="*/ 1266684 h 1698139"/>
              <a:gd name="connsiteX136" fmla="*/ 169321 w 213962"/>
              <a:gd name="connsiteY136" fmla="*/ 1301233 h 1698139"/>
              <a:gd name="connsiteX137" fmla="*/ 169321 w 213962"/>
              <a:gd name="connsiteY137" fmla="*/ 1301233 h 1698139"/>
              <a:gd name="connsiteX138" fmla="*/ 163114 w 213962"/>
              <a:gd name="connsiteY138" fmla="*/ 1334844 h 1698139"/>
              <a:gd name="connsiteX139" fmla="*/ 163114 w 213962"/>
              <a:gd name="connsiteY139" fmla="*/ 1334844 h 1698139"/>
              <a:gd name="connsiteX140" fmla="*/ 156439 w 213962"/>
              <a:gd name="connsiteY140" fmla="*/ 1367518 h 1698139"/>
              <a:gd name="connsiteX141" fmla="*/ 156556 w 213962"/>
              <a:gd name="connsiteY141" fmla="*/ 1367402 h 1698139"/>
              <a:gd name="connsiteX142" fmla="*/ 149646 w 213962"/>
              <a:gd name="connsiteY142" fmla="*/ 1398905 h 1698139"/>
              <a:gd name="connsiteX143" fmla="*/ 149646 w 213962"/>
              <a:gd name="connsiteY143" fmla="*/ 1398905 h 1698139"/>
              <a:gd name="connsiteX144" fmla="*/ 142385 w 213962"/>
              <a:gd name="connsiteY144" fmla="*/ 1429354 h 1698139"/>
              <a:gd name="connsiteX145" fmla="*/ 142385 w 213962"/>
              <a:gd name="connsiteY145" fmla="*/ 1429354 h 1698139"/>
              <a:gd name="connsiteX146" fmla="*/ 134890 w 213962"/>
              <a:gd name="connsiteY146" fmla="*/ 1458515 h 1698139"/>
              <a:gd name="connsiteX147" fmla="*/ 134890 w 213962"/>
              <a:gd name="connsiteY147" fmla="*/ 1458398 h 1698139"/>
              <a:gd name="connsiteX148" fmla="*/ 127044 w 213962"/>
              <a:gd name="connsiteY148" fmla="*/ 1486271 h 1698139"/>
              <a:gd name="connsiteX149" fmla="*/ 127044 w 213962"/>
              <a:gd name="connsiteY149" fmla="*/ 1486154 h 1698139"/>
              <a:gd name="connsiteX150" fmla="*/ 118846 w 213962"/>
              <a:gd name="connsiteY150" fmla="*/ 1512622 h 1698139"/>
              <a:gd name="connsiteX151" fmla="*/ 118963 w 213962"/>
              <a:gd name="connsiteY151" fmla="*/ 1512622 h 1698139"/>
              <a:gd name="connsiteX152" fmla="*/ 110531 w 213962"/>
              <a:gd name="connsiteY152" fmla="*/ 1537567 h 1698139"/>
              <a:gd name="connsiteX153" fmla="*/ 110648 w 213962"/>
              <a:gd name="connsiteY153" fmla="*/ 1537450 h 1698139"/>
              <a:gd name="connsiteX154" fmla="*/ 101982 w 213962"/>
              <a:gd name="connsiteY154" fmla="*/ 1560872 h 1698139"/>
              <a:gd name="connsiteX155" fmla="*/ 101982 w 213962"/>
              <a:gd name="connsiteY155" fmla="*/ 1560755 h 1698139"/>
              <a:gd name="connsiteX156" fmla="*/ 93199 w 213962"/>
              <a:gd name="connsiteY156" fmla="*/ 1582539 h 1698139"/>
              <a:gd name="connsiteX157" fmla="*/ 93199 w 213962"/>
              <a:gd name="connsiteY157" fmla="*/ 1582539 h 1698139"/>
              <a:gd name="connsiteX158" fmla="*/ 84181 w 213962"/>
              <a:gd name="connsiteY158" fmla="*/ 1602564 h 1698139"/>
              <a:gd name="connsiteX159" fmla="*/ 84298 w 213962"/>
              <a:gd name="connsiteY159" fmla="*/ 1602447 h 1698139"/>
              <a:gd name="connsiteX160" fmla="*/ 75046 w 213962"/>
              <a:gd name="connsiteY160" fmla="*/ 1620717 h 1698139"/>
              <a:gd name="connsiteX161" fmla="*/ 75163 w 213962"/>
              <a:gd name="connsiteY161" fmla="*/ 1620600 h 1698139"/>
              <a:gd name="connsiteX162" fmla="*/ 65794 w 213962"/>
              <a:gd name="connsiteY162" fmla="*/ 1636996 h 1698139"/>
              <a:gd name="connsiteX163" fmla="*/ 65912 w 213962"/>
              <a:gd name="connsiteY163" fmla="*/ 1636878 h 1698139"/>
              <a:gd name="connsiteX164" fmla="*/ 56426 w 213962"/>
              <a:gd name="connsiteY164" fmla="*/ 1651401 h 1698139"/>
              <a:gd name="connsiteX165" fmla="*/ 56543 w 213962"/>
              <a:gd name="connsiteY165" fmla="*/ 1651167 h 1698139"/>
              <a:gd name="connsiteX166" fmla="*/ 46940 w 213962"/>
              <a:gd name="connsiteY166" fmla="*/ 1663698 h 1698139"/>
              <a:gd name="connsiteX167" fmla="*/ 47174 w 213962"/>
              <a:gd name="connsiteY167" fmla="*/ 1663463 h 1698139"/>
              <a:gd name="connsiteX168" fmla="*/ 42255 w 213962"/>
              <a:gd name="connsiteY168" fmla="*/ 1668968 h 1698139"/>
              <a:gd name="connsiteX169" fmla="*/ 42372 w 213962"/>
              <a:gd name="connsiteY169" fmla="*/ 1668851 h 1698139"/>
              <a:gd name="connsiteX170" fmla="*/ 37571 w 213962"/>
              <a:gd name="connsiteY170" fmla="*/ 1673769 h 1698139"/>
              <a:gd name="connsiteX171" fmla="*/ 37688 w 213962"/>
              <a:gd name="connsiteY171" fmla="*/ 1673652 h 1698139"/>
              <a:gd name="connsiteX172" fmla="*/ 32769 w 213962"/>
              <a:gd name="connsiteY172" fmla="*/ 1677985 h 1698139"/>
              <a:gd name="connsiteX173" fmla="*/ 32886 w 213962"/>
              <a:gd name="connsiteY173" fmla="*/ 1677868 h 1698139"/>
              <a:gd name="connsiteX174" fmla="*/ 28084 w 213962"/>
              <a:gd name="connsiteY174" fmla="*/ 1681733 h 1698139"/>
              <a:gd name="connsiteX175" fmla="*/ 28319 w 213962"/>
              <a:gd name="connsiteY175" fmla="*/ 1681616 h 1698139"/>
              <a:gd name="connsiteX176" fmla="*/ 23400 w 213962"/>
              <a:gd name="connsiteY176" fmla="*/ 1684895 h 1698139"/>
              <a:gd name="connsiteX177" fmla="*/ 23517 w 213962"/>
              <a:gd name="connsiteY177" fmla="*/ 1684778 h 1698139"/>
              <a:gd name="connsiteX178" fmla="*/ 18598 w 213962"/>
              <a:gd name="connsiteY178" fmla="*/ 1687471 h 1698139"/>
              <a:gd name="connsiteX179" fmla="*/ 18950 w 213962"/>
              <a:gd name="connsiteY179" fmla="*/ 1687354 h 1698139"/>
              <a:gd name="connsiteX180" fmla="*/ 14031 w 213962"/>
              <a:gd name="connsiteY180" fmla="*/ 1689463 h 1698139"/>
              <a:gd name="connsiteX181" fmla="*/ 14265 w 213962"/>
              <a:gd name="connsiteY181" fmla="*/ 1689346 h 1698139"/>
              <a:gd name="connsiteX182" fmla="*/ 9347 w 213962"/>
              <a:gd name="connsiteY182" fmla="*/ 1690868 h 1698139"/>
              <a:gd name="connsiteX183" fmla="*/ 9581 w 213962"/>
              <a:gd name="connsiteY183" fmla="*/ 1690751 h 1698139"/>
              <a:gd name="connsiteX184" fmla="*/ 4662 w 213962"/>
              <a:gd name="connsiteY184" fmla="*/ 1691688 h 1698139"/>
              <a:gd name="connsiteX185" fmla="*/ 5014 w 213962"/>
              <a:gd name="connsiteY185" fmla="*/ 1691571 h 1698139"/>
              <a:gd name="connsiteX186" fmla="*/ 95 w 213962"/>
              <a:gd name="connsiteY186" fmla="*/ 1691922 h 1698139"/>
              <a:gd name="connsiteX187" fmla="*/ 89217 w 213962"/>
              <a:gd name="connsiteY187" fmla="*/ 14394 h 1698139"/>
              <a:gd name="connsiteX188" fmla="*/ 12040 w 213962"/>
              <a:gd name="connsiteY188" fmla="*/ -362 h 1698139"/>
              <a:gd name="connsiteX189" fmla="*/ 46588 w 213962"/>
              <a:gd name="connsiteY189" fmla="*/ 70257 h 1698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213962" h="1698139">
                <a:moveTo>
                  <a:pt x="563" y="1697777"/>
                </a:moveTo>
                <a:lnTo>
                  <a:pt x="5599" y="1697426"/>
                </a:lnTo>
                <a:lnTo>
                  <a:pt x="10869" y="1696489"/>
                </a:lnTo>
                <a:lnTo>
                  <a:pt x="16139" y="1694967"/>
                </a:lnTo>
                <a:lnTo>
                  <a:pt x="21409" y="1692624"/>
                </a:lnTo>
                <a:lnTo>
                  <a:pt x="26445" y="1689814"/>
                </a:lnTo>
                <a:lnTo>
                  <a:pt x="31598" y="1686418"/>
                </a:lnTo>
                <a:lnTo>
                  <a:pt x="36634" y="1682436"/>
                </a:lnTo>
                <a:lnTo>
                  <a:pt x="41669" y="1677985"/>
                </a:lnTo>
                <a:lnTo>
                  <a:pt x="46588" y="1672949"/>
                </a:lnTo>
                <a:lnTo>
                  <a:pt x="51624" y="1667328"/>
                </a:lnTo>
                <a:lnTo>
                  <a:pt x="61227" y="1654680"/>
                </a:lnTo>
                <a:lnTo>
                  <a:pt x="70830" y="1640041"/>
                </a:lnTo>
                <a:lnTo>
                  <a:pt x="80316" y="1623411"/>
                </a:lnTo>
                <a:lnTo>
                  <a:pt x="89568" y="1604907"/>
                </a:lnTo>
                <a:lnTo>
                  <a:pt x="98586" y="1584880"/>
                </a:lnTo>
                <a:lnTo>
                  <a:pt x="107486" y="1562980"/>
                </a:lnTo>
                <a:lnTo>
                  <a:pt x="116152" y="1539441"/>
                </a:lnTo>
                <a:lnTo>
                  <a:pt x="124467" y="1514379"/>
                </a:lnTo>
                <a:lnTo>
                  <a:pt x="132665" y="1487911"/>
                </a:lnTo>
                <a:lnTo>
                  <a:pt x="140512" y="1460038"/>
                </a:lnTo>
                <a:lnTo>
                  <a:pt x="148124" y="1430760"/>
                </a:lnTo>
                <a:lnTo>
                  <a:pt x="155385" y="1400193"/>
                </a:lnTo>
                <a:lnTo>
                  <a:pt x="162177" y="1368690"/>
                </a:lnTo>
                <a:lnTo>
                  <a:pt x="168853" y="1335898"/>
                </a:lnTo>
                <a:lnTo>
                  <a:pt x="175060" y="1302287"/>
                </a:lnTo>
                <a:lnTo>
                  <a:pt x="180915" y="1267621"/>
                </a:lnTo>
                <a:lnTo>
                  <a:pt x="186302" y="1232136"/>
                </a:lnTo>
                <a:lnTo>
                  <a:pt x="191338" y="1195831"/>
                </a:lnTo>
                <a:lnTo>
                  <a:pt x="195905" y="1158940"/>
                </a:lnTo>
                <a:lnTo>
                  <a:pt x="200004" y="1121347"/>
                </a:lnTo>
                <a:lnTo>
                  <a:pt x="203518" y="1083168"/>
                </a:lnTo>
                <a:lnTo>
                  <a:pt x="206679" y="1044638"/>
                </a:lnTo>
                <a:lnTo>
                  <a:pt x="209256" y="1005639"/>
                </a:lnTo>
                <a:lnTo>
                  <a:pt x="211247" y="966290"/>
                </a:lnTo>
                <a:lnTo>
                  <a:pt x="212769" y="926822"/>
                </a:lnTo>
                <a:lnTo>
                  <a:pt x="213706" y="887238"/>
                </a:lnTo>
                <a:lnTo>
                  <a:pt x="214057" y="847419"/>
                </a:lnTo>
                <a:lnTo>
                  <a:pt x="213706" y="807484"/>
                </a:lnTo>
                <a:lnTo>
                  <a:pt x="212887" y="767783"/>
                </a:lnTo>
                <a:lnTo>
                  <a:pt x="211481" y="728316"/>
                </a:lnTo>
                <a:lnTo>
                  <a:pt x="209490" y="688965"/>
                </a:lnTo>
                <a:lnTo>
                  <a:pt x="204220" y="611436"/>
                </a:lnTo>
                <a:lnTo>
                  <a:pt x="200707" y="573258"/>
                </a:lnTo>
                <a:lnTo>
                  <a:pt x="196842" y="535782"/>
                </a:lnTo>
                <a:lnTo>
                  <a:pt x="192626" y="498774"/>
                </a:lnTo>
                <a:lnTo>
                  <a:pt x="187942" y="462469"/>
                </a:lnTo>
                <a:lnTo>
                  <a:pt x="182672" y="426983"/>
                </a:lnTo>
                <a:lnTo>
                  <a:pt x="177285" y="392318"/>
                </a:lnTo>
                <a:lnTo>
                  <a:pt x="171429" y="358707"/>
                </a:lnTo>
                <a:lnTo>
                  <a:pt x="165105" y="325915"/>
                </a:lnTo>
                <a:lnTo>
                  <a:pt x="158664" y="294295"/>
                </a:lnTo>
                <a:lnTo>
                  <a:pt x="151754" y="263962"/>
                </a:lnTo>
                <a:lnTo>
                  <a:pt x="144610" y="234684"/>
                </a:lnTo>
                <a:lnTo>
                  <a:pt x="137116" y="206811"/>
                </a:lnTo>
                <a:lnTo>
                  <a:pt x="129503" y="180343"/>
                </a:lnTo>
                <a:lnTo>
                  <a:pt x="121539" y="155164"/>
                </a:lnTo>
                <a:lnTo>
                  <a:pt x="113342" y="131742"/>
                </a:lnTo>
                <a:lnTo>
                  <a:pt x="105027" y="109724"/>
                </a:lnTo>
                <a:lnTo>
                  <a:pt x="96478" y="89698"/>
                </a:lnTo>
                <a:lnTo>
                  <a:pt x="87811" y="71194"/>
                </a:lnTo>
                <a:lnTo>
                  <a:pt x="78794" y="54447"/>
                </a:lnTo>
                <a:lnTo>
                  <a:pt x="60759" y="33366"/>
                </a:lnTo>
                <a:lnTo>
                  <a:pt x="56308" y="37114"/>
                </a:lnTo>
                <a:lnTo>
                  <a:pt x="74109" y="57961"/>
                </a:lnTo>
                <a:lnTo>
                  <a:pt x="73758" y="57492"/>
                </a:lnTo>
                <a:lnTo>
                  <a:pt x="82542" y="73888"/>
                </a:lnTo>
                <a:lnTo>
                  <a:pt x="82542" y="73771"/>
                </a:lnTo>
                <a:lnTo>
                  <a:pt x="91208" y="92040"/>
                </a:lnTo>
                <a:lnTo>
                  <a:pt x="91090" y="91923"/>
                </a:lnTo>
                <a:lnTo>
                  <a:pt x="99522" y="111949"/>
                </a:lnTo>
                <a:lnTo>
                  <a:pt x="99522" y="111949"/>
                </a:lnTo>
                <a:lnTo>
                  <a:pt x="107838" y="133732"/>
                </a:lnTo>
                <a:lnTo>
                  <a:pt x="107838" y="133732"/>
                </a:lnTo>
                <a:lnTo>
                  <a:pt x="116035" y="157038"/>
                </a:lnTo>
                <a:lnTo>
                  <a:pt x="116035" y="157038"/>
                </a:lnTo>
                <a:lnTo>
                  <a:pt x="123882" y="181983"/>
                </a:lnTo>
                <a:lnTo>
                  <a:pt x="123882" y="181983"/>
                </a:lnTo>
                <a:lnTo>
                  <a:pt x="131494" y="208333"/>
                </a:lnTo>
                <a:lnTo>
                  <a:pt x="131494" y="208333"/>
                </a:lnTo>
                <a:lnTo>
                  <a:pt x="138989" y="236206"/>
                </a:lnTo>
                <a:lnTo>
                  <a:pt x="138989" y="236089"/>
                </a:lnTo>
                <a:lnTo>
                  <a:pt x="146016" y="265250"/>
                </a:lnTo>
                <a:lnTo>
                  <a:pt x="146016" y="265250"/>
                </a:lnTo>
                <a:lnTo>
                  <a:pt x="152925" y="295583"/>
                </a:lnTo>
                <a:lnTo>
                  <a:pt x="152925" y="295583"/>
                </a:lnTo>
                <a:lnTo>
                  <a:pt x="159367" y="327086"/>
                </a:lnTo>
                <a:lnTo>
                  <a:pt x="159367" y="327086"/>
                </a:lnTo>
                <a:lnTo>
                  <a:pt x="165574" y="359760"/>
                </a:lnTo>
                <a:lnTo>
                  <a:pt x="165574" y="359643"/>
                </a:lnTo>
                <a:lnTo>
                  <a:pt x="171546" y="393372"/>
                </a:lnTo>
                <a:lnTo>
                  <a:pt x="171546" y="393255"/>
                </a:lnTo>
                <a:lnTo>
                  <a:pt x="176933" y="427920"/>
                </a:lnTo>
                <a:lnTo>
                  <a:pt x="176933" y="427803"/>
                </a:lnTo>
                <a:lnTo>
                  <a:pt x="182086" y="463289"/>
                </a:lnTo>
                <a:lnTo>
                  <a:pt x="182086" y="463289"/>
                </a:lnTo>
                <a:lnTo>
                  <a:pt x="186771" y="499476"/>
                </a:lnTo>
                <a:lnTo>
                  <a:pt x="186771" y="499476"/>
                </a:lnTo>
                <a:lnTo>
                  <a:pt x="191104" y="536367"/>
                </a:lnTo>
                <a:lnTo>
                  <a:pt x="191104" y="536367"/>
                </a:lnTo>
                <a:lnTo>
                  <a:pt x="194968" y="573844"/>
                </a:lnTo>
                <a:lnTo>
                  <a:pt x="194968" y="573844"/>
                </a:lnTo>
                <a:lnTo>
                  <a:pt x="198365" y="611905"/>
                </a:lnTo>
                <a:lnTo>
                  <a:pt x="198365" y="611905"/>
                </a:lnTo>
                <a:lnTo>
                  <a:pt x="203752" y="689317"/>
                </a:lnTo>
                <a:lnTo>
                  <a:pt x="203752" y="689317"/>
                </a:lnTo>
                <a:lnTo>
                  <a:pt x="205625" y="728549"/>
                </a:lnTo>
                <a:lnTo>
                  <a:pt x="205625" y="728549"/>
                </a:lnTo>
                <a:lnTo>
                  <a:pt x="207031" y="768016"/>
                </a:lnTo>
                <a:lnTo>
                  <a:pt x="207031" y="767900"/>
                </a:lnTo>
                <a:lnTo>
                  <a:pt x="207968" y="807601"/>
                </a:lnTo>
                <a:lnTo>
                  <a:pt x="207968" y="807601"/>
                </a:lnTo>
                <a:lnTo>
                  <a:pt x="208202" y="847419"/>
                </a:lnTo>
                <a:lnTo>
                  <a:pt x="208202" y="847419"/>
                </a:lnTo>
                <a:lnTo>
                  <a:pt x="207968" y="887121"/>
                </a:lnTo>
                <a:lnTo>
                  <a:pt x="207968" y="887121"/>
                </a:lnTo>
                <a:lnTo>
                  <a:pt x="206914" y="926705"/>
                </a:lnTo>
                <a:lnTo>
                  <a:pt x="206914" y="926705"/>
                </a:lnTo>
                <a:lnTo>
                  <a:pt x="205509" y="966055"/>
                </a:lnTo>
                <a:lnTo>
                  <a:pt x="205509" y="966055"/>
                </a:lnTo>
                <a:lnTo>
                  <a:pt x="203400" y="1005288"/>
                </a:lnTo>
                <a:lnTo>
                  <a:pt x="203400" y="1005288"/>
                </a:lnTo>
                <a:lnTo>
                  <a:pt x="200941" y="1044169"/>
                </a:lnTo>
                <a:lnTo>
                  <a:pt x="200941" y="1044169"/>
                </a:lnTo>
                <a:lnTo>
                  <a:pt x="197779" y="1082700"/>
                </a:lnTo>
                <a:lnTo>
                  <a:pt x="197779" y="1082700"/>
                </a:lnTo>
                <a:lnTo>
                  <a:pt x="194149" y="1120762"/>
                </a:lnTo>
                <a:lnTo>
                  <a:pt x="194149" y="1120762"/>
                </a:lnTo>
                <a:lnTo>
                  <a:pt x="190050" y="1158237"/>
                </a:lnTo>
                <a:lnTo>
                  <a:pt x="190050" y="1158237"/>
                </a:lnTo>
                <a:lnTo>
                  <a:pt x="185482" y="1195128"/>
                </a:lnTo>
                <a:lnTo>
                  <a:pt x="185482" y="1195011"/>
                </a:lnTo>
                <a:lnTo>
                  <a:pt x="180564" y="1231317"/>
                </a:lnTo>
                <a:lnTo>
                  <a:pt x="180564" y="1231317"/>
                </a:lnTo>
                <a:lnTo>
                  <a:pt x="175060" y="1266684"/>
                </a:lnTo>
                <a:lnTo>
                  <a:pt x="175060" y="1266684"/>
                </a:lnTo>
                <a:lnTo>
                  <a:pt x="169321" y="1301233"/>
                </a:lnTo>
                <a:lnTo>
                  <a:pt x="169321" y="1301233"/>
                </a:lnTo>
                <a:lnTo>
                  <a:pt x="163114" y="1334844"/>
                </a:lnTo>
                <a:lnTo>
                  <a:pt x="163114" y="1334844"/>
                </a:lnTo>
                <a:lnTo>
                  <a:pt x="156439" y="1367518"/>
                </a:lnTo>
                <a:lnTo>
                  <a:pt x="156556" y="1367402"/>
                </a:lnTo>
                <a:lnTo>
                  <a:pt x="149646" y="1398905"/>
                </a:lnTo>
                <a:lnTo>
                  <a:pt x="149646" y="1398905"/>
                </a:lnTo>
                <a:lnTo>
                  <a:pt x="142385" y="1429354"/>
                </a:lnTo>
                <a:lnTo>
                  <a:pt x="142385" y="1429354"/>
                </a:lnTo>
                <a:lnTo>
                  <a:pt x="134890" y="1458515"/>
                </a:lnTo>
                <a:lnTo>
                  <a:pt x="134890" y="1458398"/>
                </a:lnTo>
                <a:lnTo>
                  <a:pt x="127044" y="1486271"/>
                </a:lnTo>
                <a:lnTo>
                  <a:pt x="127044" y="1486154"/>
                </a:lnTo>
                <a:lnTo>
                  <a:pt x="118846" y="1512622"/>
                </a:lnTo>
                <a:lnTo>
                  <a:pt x="118963" y="1512622"/>
                </a:lnTo>
                <a:lnTo>
                  <a:pt x="110531" y="1537567"/>
                </a:lnTo>
                <a:lnTo>
                  <a:pt x="110648" y="1537450"/>
                </a:lnTo>
                <a:lnTo>
                  <a:pt x="101982" y="1560872"/>
                </a:lnTo>
                <a:lnTo>
                  <a:pt x="101982" y="1560755"/>
                </a:lnTo>
                <a:lnTo>
                  <a:pt x="93199" y="1582539"/>
                </a:lnTo>
                <a:lnTo>
                  <a:pt x="93199" y="1582539"/>
                </a:lnTo>
                <a:lnTo>
                  <a:pt x="84181" y="1602564"/>
                </a:lnTo>
                <a:lnTo>
                  <a:pt x="84298" y="1602447"/>
                </a:lnTo>
                <a:lnTo>
                  <a:pt x="75046" y="1620717"/>
                </a:lnTo>
                <a:lnTo>
                  <a:pt x="75163" y="1620600"/>
                </a:lnTo>
                <a:lnTo>
                  <a:pt x="65794" y="1636996"/>
                </a:lnTo>
                <a:lnTo>
                  <a:pt x="65912" y="1636878"/>
                </a:lnTo>
                <a:lnTo>
                  <a:pt x="56426" y="1651401"/>
                </a:lnTo>
                <a:lnTo>
                  <a:pt x="56543" y="1651167"/>
                </a:lnTo>
                <a:lnTo>
                  <a:pt x="46940" y="1663698"/>
                </a:lnTo>
                <a:lnTo>
                  <a:pt x="47174" y="1663463"/>
                </a:lnTo>
                <a:lnTo>
                  <a:pt x="42255" y="1668968"/>
                </a:lnTo>
                <a:lnTo>
                  <a:pt x="42372" y="1668851"/>
                </a:lnTo>
                <a:lnTo>
                  <a:pt x="37571" y="1673769"/>
                </a:lnTo>
                <a:lnTo>
                  <a:pt x="37688" y="1673652"/>
                </a:lnTo>
                <a:lnTo>
                  <a:pt x="32769" y="1677985"/>
                </a:lnTo>
                <a:lnTo>
                  <a:pt x="32886" y="1677868"/>
                </a:lnTo>
                <a:lnTo>
                  <a:pt x="28084" y="1681733"/>
                </a:lnTo>
                <a:lnTo>
                  <a:pt x="28319" y="1681616"/>
                </a:lnTo>
                <a:lnTo>
                  <a:pt x="23400" y="1684895"/>
                </a:lnTo>
                <a:lnTo>
                  <a:pt x="23517" y="1684778"/>
                </a:lnTo>
                <a:lnTo>
                  <a:pt x="18598" y="1687471"/>
                </a:lnTo>
                <a:lnTo>
                  <a:pt x="18950" y="1687354"/>
                </a:lnTo>
                <a:lnTo>
                  <a:pt x="14031" y="1689463"/>
                </a:lnTo>
                <a:lnTo>
                  <a:pt x="14265" y="1689346"/>
                </a:lnTo>
                <a:lnTo>
                  <a:pt x="9347" y="1690868"/>
                </a:lnTo>
                <a:lnTo>
                  <a:pt x="9581" y="1690751"/>
                </a:lnTo>
                <a:lnTo>
                  <a:pt x="4662" y="1691688"/>
                </a:lnTo>
                <a:lnTo>
                  <a:pt x="5014" y="1691571"/>
                </a:lnTo>
                <a:lnTo>
                  <a:pt x="95" y="1691922"/>
                </a:lnTo>
                <a:close/>
                <a:moveTo>
                  <a:pt x="89217" y="14394"/>
                </a:moveTo>
                <a:lnTo>
                  <a:pt x="12040" y="-362"/>
                </a:lnTo>
                <a:lnTo>
                  <a:pt x="46588" y="70257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7B19FEB6-C690-DAB9-8F06-FDAB6D060761}"/>
              </a:ext>
            </a:extLst>
          </p:cNvPr>
          <p:cNvSpPr/>
          <p:nvPr/>
        </p:nvSpPr>
        <p:spPr>
          <a:xfrm flipV="1">
            <a:off x="6142325" y="2905268"/>
            <a:ext cx="213962" cy="2023128"/>
          </a:xfrm>
          <a:custGeom>
            <a:avLst/>
            <a:gdLst>
              <a:gd name="connsiteX0" fmla="*/ 563 w 213962"/>
              <a:gd name="connsiteY0" fmla="*/ 2022799 h 2023128"/>
              <a:gd name="connsiteX1" fmla="*/ 5599 w 213962"/>
              <a:gd name="connsiteY1" fmla="*/ 2022448 h 2023128"/>
              <a:gd name="connsiteX2" fmla="*/ 10986 w 213962"/>
              <a:gd name="connsiteY2" fmla="*/ 2021276 h 2023128"/>
              <a:gd name="connsiteX3" fmla="*/ 16256 w 213962"/>
              <a:gd name="connsiteY3" fmla="*/ 2019403 h 2023128"/>
              <a:gd name="connsiteX4" fmla="*/ 21526 w 213962"/>
              <a:gd name="connsiteY4" fmla="*/ 2016592 h 2023128"/>
              <a:gd name="connsiteX5" fmla="*/ 26679 w 213962"/>
              <a:gd name="connsiteY5" fmla="*/ 2013195 h 2023128"/>
              <a:gd name="connsiteX6" fmla="*/ 31832 w 213962"/>
              <a:gd name="connsiteY6" fmla="*/ 2009214 h 2023128"/>
              <a:gd name="connsiteX7" fmla="*/ 36751 w 213962"/>
              <a:gd name="connsiteY7" fmla="*/ 2004529 h 2023128"/>
              <a:gd name="connsiteX8" fmla="*/ 41904 w 213962"/>
              <a:gd name="connsiteY8" fmla="*/ 1999142 h 2023128"/>
              <a:gd name="connsiteX9" fmla="*/ 46822 w 213962"/>
              <a:gd name="connsiteY9" fmla="*/ 1993169 h 2023128"/>
              <a:gd name="connsiteX10" fmla="*/ 51741 w 213962"/>
              <a:gd name="connsiteY10" fmla="*/ 1986494 h 2023128"/>
              <a:gd name="connsiteX11" fmla="*/ 56660 w 213962"/>
              <a:gd name="connsiteY11" fmla="*/ 1979350 h 2023128"/>
              <a:gd name="connsiteX12" fmla="*/ 61461 w 213962"/>
              <a:gd name="connsiteY12" fmla="*/ 1971386 h 2023128"/>
              <a:gd name="connsiteX13" fmla="*/ 66146 w 213962"/>
              <a:gd name="connsiteY13" fmla="*/ 1962954 h 2023128"/>
              <a:gd name="connsiteX14" fmla="*/ 70947 w 213962"/>
              <a:gd name="connsiteY14" fmla="*/ 1954053 h 2023128"/>
              <a:gd name="connsiteX15" fmla="*/ 75632 w 213962"/>
              <a:gd name="connsiteY15" fmla="*/ 1944450 h 2023128"/>
              <a:gd name="connsiteX16" fmla="*/ 80316 w 213962"/>
              <a:gd name="connsiteY16" fmla="*/ 1934261 h 2023128"/>
              <a:gd name="connsiteX17" fmla="*/ 85001 w 213962"/>
              <a:gd name="connsiteY17" fmla="*/ 1923604 h 2023128"/>
              <a:gd name="connsiteX18" fmla="*/ 89685 w 213962"/>
              <a:gd name="connsiteY18" fmla="*/ 1912361 h 2023128"/>
              <a:gd name="connsiteX19" fmla="*/ 94135 w 213962"/>
              <a:gd name="connsiteY19" fmla="*/ 1900650 h 2023128"/>
              <a:gd name="connsiteX20" fmla="*/ 98586 w 213962"/>
              <a:gd name="connsiteY20" fmla="*/ 1888353 h 2023128"/>
              <a:gd name="connsiteX21" fmla="*/ 107486 w 213962"/>
              <a:gd name="connsiteY21" fmla="*/ 1862237 h 2023128"/>
              <a:gd name="connsiteX22" fmla="*/ 116152 w 213962"/>
              <a:gd name="connsiteY22" fmla="*/ 1834364 h 2023128"/>
              <a:gd name="connsiteX23" fmla="*/ 124467 w 213962"/>
              <a:gd name="connsiteY23" fmla="*/ 1804500 h 2023128"/>
              <a:gd name="connsiteX24" fmla="*/ 132665 w 213962"/>
              <a:gd name="connsiteY24" fmla="*/ 1772880 h 2023128"/>
              <a:gd name="connsiteX25" fmla="*/ 140512 w 213962"/>
              <a:gd name="connsiteY25" fmla="*/ 1739619 h 2023128"/>
              <a:gd name="connsiteX26" fmla="*/ 148124 w 213962"/>
              <a:gd name="connsiteY26" fmla="*/ 1704953 h 2023128"/>
              <a:gd name="connsiteX27" fmla="*/ 155385 w 213962"/>
              <a:gd name="connsiteY27" fmla="*/ 1668531 h 2023128"/>
              <a:gd name="connsiteX28" fmla="*/ 162294 w 213962"/>
              <a:gd name="connsiteY28" fmla="*/ 1630939 h 2023128"/>
              <a:gd name="connsiteX29" fmla="*/ 168853 w 213962"/>
              <a:gd name="connsiteY29" fmla="*/ 1592057 h 2023128"/>
              <a:gd name="connsiteX30" fmla="*/ 175060 w 213962"/>
              <a:gd name="connsiteY30" fmla="*/ 1551887 h 2023128"/>
              <a:gd name="connsiteX31" fmla="*/ 180915 w 213962"/>
              <a:gd name="connsiteY31" fmla="*/ 1510546 h 2023128"/>
              <a:gd name="connsiteX32" fmla="*/ 186302 w 213962"/>
              <a:gd name="connsiteY32" fmla="*/ 1468386 h 2023128"/>
              <a:gd name="connsiteX33" fmla="*/ 191338 w 213962"/>
              <a:gd name="connsiteY33" fmla="*/ 1425171 h 2023128"/>
              <a:gd name="connsiteX34" fmla="*/ 195905 w 213962"/>
              <a:gd name="connsiteY34" fmla="*/ 1381136 h 2023128"/>
              <a:gd name="connsiteX35" fmla="*/ 200004 w 213962"/>
              <a:gd name="connsiteY35" fmla="*/ 1336399 h 2023128"/>
              <a:gd name="connsiteX36" fmla="*/ 203518 w 213962"/>
              <a:gd name="connsiteY36" fmla="*/ 1290959 h 2023128"/>
              <a:gd name="connsiteX37" fmla="*/ 206679 w 213962"/>
              <a:gd name="connsiteY37" fmla="*/ 1245051 h 2023128"/>
              <a:gd name="connsiteX38" fmla="*/ 209256 w 213962"/>
              <a:gd name="connsiteY38" fmla="*/ 1198557 h 2023128"/>
              <a:gd name="connsiteX39" fmla="*/ 211247 w 213962"/>
              <a:gd name="connsiteY39" fmla="*/ 1151829 h 2023128"/>
              <a:gd name="connsiteX40" fmla="*/ 212769 w 213962"/>
              <a:gd name="connsiteY40" fmla="*/ 1104866 h 2023128"/>
              <a:gd name="connsiteX41" fmla="*/ 213706 w 213962"/>
              <a:gd name="connsiteY41" fmla="*/ 1057553 h 2023128"/>
              <a:gd name="connsiteX42" fmla="*/ 214057 w 213962"/>
              <a:gd name="connsiteY42" fmla="*/ 1010239 h 2023128"/>
              <a:gd name="connsiteX43" fmla="*/ 213706 w 213962"/>
              <a:gd name="connsiteY43" fmla="*/ 962457 h 2023128"/>
              <a:gd name="connsiteX44" fmla="*/ 212887 w 213962"/>
              <a:gd name="connsiteY44" fmla="*/ 915144 h 2023128"/>
              <a:gd name="connsiteX45" fmla="*/ 211481 w 213962"/>
              <a:gd name="connsiteY45" fmla="*/ 868064 h 2023128"/>
              <a:gd name="connsiteX46" fmla="*/ 209490 w 213962"/>
              <a:gd name="connsiteY46" fmla="*/ 821219 h 2023128"/>
              <a:gd name="connsiteX47" fmla="*/ 207031 w 213962"/>
              <a:gd name="connsiteY47" fmla="*/ 774842 h 2023128"/>
              <a:gd name="connsiteX48" fmla="*/ 204220 w 213962"/>
              <a:gd name="connsiteY48" fmla="*/ 728933 h 2023128"/>
              <a:gd name="connsiteX49" fmla="*/ 200707 w 213962"/>
              <a:gd name="connsiteY49" fmla="*/ 683376 h 2023128"/>
              <a:gd name="connsiteX50" fmla="*/ 196842 w 213962"/>
              <a:gd name="connsiteY50" fmla="*/ 638639 h 2023128"/>
              <a:gd name="connsiteX51" fmla="*/ 192626 w 213962"/>
              <a:gd name="connsiteY51" fmla="*/ 594604 h 2023128"/>
              <a:gd name="connsiteX52" fmla="*/ 187942 w 213962"/>
              <a:gd name="connsiteY52" fmla="*/ 551390 h 2023128"/>
              <a:gd name="connsiteX53" fmla="*/ 182789 w 213962"/>
              <a:gd name="connsiteY53" fmla="*/ 509112 h 2023128"/>
              <a:gd name="connsiteX54" fmla="*/ 177285 w 213962"/>
              <a:gd name="connsiteY54" fmla="*/ 467771 h 2023128"/>
              <a:gd name="connsiteX55" fmla="*/ 171429 w 213962"/>
              <a:gd name="connsiteY55" fmla="*/ 427718 h 2023128"/>
              <a:gd name="connsiteX56" fmla="*/ 165105 w 213962"/>
              <a:gd name="connsiteY56" fmla="*/ 388720 h 2023128"/>
              <a:gd name="connsiteX57" fmla="*/ 158664 w 213962"/>
              <a:gd name="connsiteY57" fmla="*/ 351009 h 2023128"/>
              <a:gd name="connsiteX58" fmla="*/ 151754 w 213962"/>
              <a:gd name="connsiteY58" fmla="*/ 314822 h 2023128"/>
              <a:gd name="connsiteX59" fmla="*/ 144610 w 213962"/>
              <a:gd name="connsiteY59" fmla="*/ 280039 h 2023128"/>
              <a:gd name="connsiteX60" fmla="*/ 137232 w 213962"/>
              <a:gd name="connsiteY60" fmla="*/ 246779 h 2023128"/>
              <a:gd name="connsiteX61" fmla="*/ 129503 w 213962"/>
              <a:gd name="connsiteY61" fmla="*/ 215158 h 2023128"/>
              <a:gd name="connsiteX62" fmla="*/ 121657 w 213962"/>
              <a:gd name="connsiteY62" fmla="*/ 185411 h 2023128"/>
              <a:gd name="connsiteX63" fmla="*/ 113459 w 213962"/>
              <a:gd name="connsiteY63" fmla="*/ 157422 h 2023128"/>
              <a:gd name="connsiteX64" fmla="*/ 105027 w 213962"/>
              <a:gd name="connsiteY64" fmla="*/ 131305 h 2023128"/>
              <a:gd name="connsiteX65" fmla="*/ 100811 w 213962"/>
              <a:gd name="connsiteY65" fmla="*/ 119008 h 2023128"/>
              <a:gd name="connsiteX66" fmla="*/ 96595 w 213962"/>
              <a:gd name="connsiteY66" fmla="*/ 107297 h 2023128"/>
              <a:gd name="connsiteX67" fmla="*/ 92144 w 213962"/>
              <a:gd name="connsiteY67" fmla="*/ 96055 h 2023128"/>
              <a:gd name="connsiteX68" fmla="*/ 87811 w 213962"/>
              <a:gd name="connsiteY68" fmla="*/ 85397 h 2023128"/>
              <a:gd name="connsiteX69" fmla="*/ 83478 w 213962"/>
              <a:gd name="connsiteY69" fmla="*/ 75325 h 2023128"/>
              <a:gd name="connsiteX70" fmla="*/ 79028 w 213962"/>
              <a:gd name="connsiteY70" fmla="*/ 65605 h 2023128"/>
              <a:gd name="connsiteX71" fmla="*/ 74461 w 213962"/>
              <a:gd name="connsiteY71" fmla="*/ 56704 h 2023128"/>
              <a:gd name="connsiteX72" fmla="*/ 69776 w 213962"/>
              <a:gd name="connsiteY72" fmla="*/ 47921 h 2023128"/>
              <a:gd name="connsiteX73" fmla="*/ 58417 w 213962"/>
              <a:gd name="connsiteY73" fmla="*/ 36092 h 2023128"/>
              <a:gd name="connsiteX74" fmla="*/ 54200 w 213962"/>
              <a:gd name="connsiteY74" fmla="*/ 40074 h 2023128"/>
              <a:gd name="connsiteX75" fmla="*/ 65326 w 213962"/>
              <a:gd name="connsiteY75" fmla="*/ 51668 h 2023128"/>
              <a:gd name="connsiteX76" fmla="*/ 64858 w 213962"/>
              <a:gd name="connsiteY76" fmla="*/ 51083 h 2023128"/>
              <a:gd name="connsiteX77" fmla="*/ 69308 w 213962"/>
              <a:gd name="connsiteY77" fmla="*/ 59398 h 2023128"/>
              <a:gd name="connsiteX78" fmla="*/ 69308 w 213962"/>
              <a:gd name="connsiteY78" fmla="*/ 59398 h 2023128"/>
              <a:gd name="connsiteX79" fmla="*/ 73758 w 213962"/>
              <a:gd name="connsiteY79" fmla="*/ 68182 h 2023128"/>
              <a:gd name="connsiteX80" fmla="*/ 73758 w 213962"/>
              <a:gd name="connsiteY80" fmla="*/ 68064 h 2023128"/>
              <a:gd name="connsiteX81" fmla="*/ 78091 w 213962"/>
              <a:gd name="connsiteY81" fmla="*/ 77668 h 2023128"/>
              <a:gd name="connsiteX82" fmla="*/ 78091 w 213962"/>
              <a:gd name="connsiteY82" fmla="*/ 77668 h 2023128"/>
              <a:gd name="connsiteX83" fmla="*/ 82424 w 213962"/>
              <a:gd name="connsiteY83" fmla="*/ 87622 h 2023128"/>
              <a:gd name="connsiteX84" fmla="*/ 82424 w 213962"/>
              <a:gd name="connsiteY84" fmla="*/ 87622 h 2023128"/>
              <a:gd name="connsiteX85" fmla="*/ 86757 w 213962"/>
              <a:gd name="connsiteY85" fmla="*/ 98163 h 2023128"/>
              <a:gd name="connsiteX86" fmla="*/ 86757 w 213962"/>
              <a:gd name="connsiteY86" fmla="*/ 98163 h 2023128"/>
              <a:gd name="connsiteX87" fmla="*/ 91090 w 213962"/>
              <a:gd name="connsiteY87" fmla="*/ 109405 h 2023128"/>
              <a:gd name="connsiteX88" fmla="*/ 91090 w 213962"/>
              <a:gd name="connsiteY88" fmla="*/ 109288 h 2023128"/>
              <a:gd name="connsiteX89" fmla="*/ 95307 w 213962"/>
              <a:gd name="connsiteY89" fmla="*/ 120999 h 2023128"/>
              <a:gd name="connsiteX90" fmla="*/ 95307 w 213962"/>
              <a:gd name="connsiteY90" fmla="*/ 120999 h 2023128"/>
              <a:gd name="connsiteX91" fmla="*/ 99522 w 213962"/>
              <a:gd name="connsiteY91" fmla="*/ 133179 h 2023128"/>
              <a:gd name="connsiteX92" fmla="*/ 99522 w 213962"/>
              <a:gd name="connsiteY92" fmla="*/ 133179 h 2023128"/>
              <a:gd name="connsiteX93" fmla="*/ 107838 w 213962"/>
              <a:gd name="connsiteY93" fmla="*/ 159178 h 2023128"/>
              <a:gd name="connsiteX94" fmla="*/ 107838 w 213962"/>
              <a:gd name="connsiteY94" fmla="*/ 159061 h 2023128"/>
              <a:gd name="connsiteX95" fmla="*/ 116035 w 213962"/>
              <a:gd name="connsiteY95" fmla="*/ 187051 h 2023128"/>
              <a:gd name="connsiteX96" fmla="*/ 115918 w 213962"/>
              <a:gd name="connsiteY96" fmla="*/ 186934 h 2023128"/>
              <a:gd name="connsiteX97" fmla="*/ 123882 w 213962"/>
              <a:gd name="connsiteY97" fmla="*/ 216564 h 2023128"/>
              <a:gd name="connsiteX98" fmla="*/ 123882 w 213962"/>
              <a:gd name="connsiteY98" fmla="*/ 216564 h 2023128"/>
              <a:gd name="connsiteX99" fmla="*/ 131494 w 213962"/>
              <a:gd name="connsiteY99" fmla="*/ 248067 h 2023128"/>
              <a:gd name="connsiteX100" fmla="*/ 131494 w 213962"/>
              <a:gd name="connsiteY100" fmla="*/ 248067 h 2023128"/>
              <a:gd name="connsiteX101" fmla="*/ 138989 w 213962"/>
              <a:gd name="connsiteY101" fmla="*/ 281210 h 2023128"/>
              <a:gd name="connsiteX102" fmla="*/ 138989 w 213962"/>
              <a:gd name="connsiteY102" fmla="*/ 281210 h 2023128"/>
              <a:gd name="connsiteX103" fmla="*/ 146016 w 213962"/>
              <a:gd name="connsiteY103" fmla="*/ 315993 h 2023128"/>
              <a:gd name="connsiteX104" fmla="*/ 146016 w 213962"/>
              <a:gd name="connsiteY104" fmla="*/ 315875 h 2023128"/>
              <a:gd name="connsiteX105" fmla="*/ 152925 w 213962"/>
              <a:gd name="connsiteY105" fmla="*/ 352064 h 2023128"/>
              <a:gd name="connsiteX106" fmla="*/ 152925 w 213962"/>
              <a:gd name="connsiteY106" fmla="*/ 352064 h 2023128"/>
              <a:gd name="connsiteX107" fmla="*/ 159367 w 213962"/>
              <a:gd name="connsiteY107" fmla="*/ 389774 h 2023128"/>
              <a:gd name="connsiteX108" fmla="*/ 159367 w 213962"/>
              <a:gd name="connsiteY108" fmla="*/ 389657 h 2023128"/>
              <a:gd name="connsiteX109" fmla="*/ 165574 w 213962"/>
              <a:gd name="connsiteY109" fmla="*/ 428655 h 2023128"/>
              <a:gd name="connsiteX110" fmla="*/ 165574 w 213962"/>
              <a:gd name="connsiteY110" fmla="*/ 428538 h 2023128"/>
              <a:gd name="connsiteX111" fmla="*/ 171546 w 213962"/>
              <a:gd name="connsiteY111" fmla="*/ 468591 h 2023128"/>
              <a:gd name="connsiteX112" fmla="*/ 171429 w 213962"/>
              <a:gd name="connsiteY112" fmla="*/ 468591 h 2023128"/>
              <a:gd name="connsiteX113" fmla="*/ 176933 w 213962"/>
              <a:gd name="connsiteY113" fmla="*/ 509932 h 2023128"/>
              <a:gd name="connsiteX114" fmla="*/ 176933 w 213962"/>
              <a:gd name="connsiteY114" fmla="*/ 509815 h 2023128"/>
              <a:gd name="connsiteX115" fmla="*/ 182086 w 213962"/>
              <a:gd name="connsiteY115" fmla="*/ 552093 h 2023128"/>
              <a:gd name="connsiteX116" fmla="*/ 182086 w 213962"/>
              <a:gd name="connsiteY116" fmla="*/ 552093 h 2023128"/>
              <a:gd name="connsiteX117" fmla="*/ 186771 w 213962"/>
              <a:gd name="connsiteY117" fmla="*/ 595191 h 2023128"/>
              <a:gd name="connsiteX118" fmla="*/ 186771 w 213962"/>
              <a:gd name="connsiteY118" fmla="*/ 595191 h 2023128"/>
              <a:gd name="connsiteX119" fmla="*/ 191104 w 213962"/>
              <a:gd name="connsiteY119" fmla="*/ 639108 h 2023128"/>
              <a:gd name="connsiteX120" fmla="*/ 191104 w 213962"/>
              <a:gd name="connsiteY120" fmla="*/ 639108 h 2023128"/>
              <a:gd name="connsiteX121" fmla="*/ 194968 w 213962"/>
              <a:gd name="connsiteY121" fmla="*/ 683962 h 2023128"/>
              <a:gd name="connsiteX122" fmla="*/ 194968 w 213962"/>
              <a:gd name="connsiteY122" fmla="*/ 683845 h 2023128"/>
              <a:gd name="connsiteX123" fmla="*/ 198365 w 213962"/>
              <a:gd name="connsiteY123" fmla="*/ 729284 h 2023128"/>
              <a:gd name="connsiteX124" fmla="*/ 198365 w 213962"/>
              <a:gd name="connsiteY124" fmla="*/ 729284 h 2023128"/>
              <a:gd name="connsiteX125" fmla="*/ 201292 w 213962"/>
              <a:gd name="connsiteY125" fmla="*/ 775193 h 2023128"/>
              <a:gd name="connsiteX126" fmla="*/ 201292 w 213962"/>
              <a:gd name="connsiteY126" fmla="*/ 775193 h 2023128"/>
              <a:gd name="connsiteX127" fmla="*/ 203752 w 213962"/>
              <a:gd name="connsiteY127" fmla="*/ 821570 h 2023128"/>
              <a:gd name="connsiteX128" fmla="*/ 203752 w 213962"/>
              <a:gd name="connsiteY128" fmla="*/ 821570 h 2023128"/>
              <a:gd name="connsiteX129" fmla="*/ 205625 w 213962"/>
              <a:gd name="connsiteY129" fmla="*/ 868298 h 2023128"/>
              <a:gd name="connsiteX130" fmla="*/ 205625 w 213962"/>
              <a:gd name="connsiteY130" fmla="*/ 868298 h 2023128"/>
              <a:gd name="connsiteX131" fmla="*/ 207031 w 213962"/>
              <a:gd name="connsiteY131" fmla="*/ 915260 h 2023128"/>
              <a:gd name="connsiteX132" fmla="*/ 207031 w 213962"/>
              <a:gd name="connsiteY132" fmla="*/ 915260 h 2023128"/>
              <a:gd name="connsiteX133" fmla="*/ 207968 w 213962"/>
              <a:gd name="connsiteY133" fmla="*/ 962457 h 2023128"/>
              <a:gd name="connsiteX134" fmla="*/ 207968 w 213962"/>
              <a:gd name="connsiteY134" fmla="*/ 962457 h 2023128"/>
              <a:gd name="connsiteX135" fmla="*/ 208202 w 213962"/>
              <a:gd name="connsiteY135" fmla="*/ 1010239 h 2023128"/>
              <a:gd name="connsiteX136" fmla="*/ 208202 w 213962"/>
              <a:gd name="connsiteY136" fmla="*/ 1010239 h 2023128"/>
              <a:gd name="connsiteX137" fmla="*/ 207968 w 213962"/>
              <a:gd name="connsiteY137" fmla="*/ 1057436 h 2023128"/>
              <a:gd name="connsiteX138" fmla="*/ 207968 w 213962"/>
              <a:gd name="connsiteY138" fmla="*/ 1057436 h 2023128"/>
              <a:gd name="connsiteX139" fmla="*/ 206914 w 213962"/>
              <a:gd name="connsiteY139" fmla="*/ 1104632 h 2023128"/>
              <a:gd name="connsiteX140" fmla="*/ 206914 w 213962"/>
              <a:gd name="connsiteY140" fmla="*/ 1104632 h 2023128"/>
              <a:gd name="connsiteX141" fmla="*/ 205509 w 213962"/>
              <a:gd name="connsiteY141" fmla="*/ 1151594 h 2023128"/>
              <a:gd name="connsiteX142" fmla="*/ 205509 w 213962"/>
              <a:gd name="connsiteY142" fmla="*/ 1151594 h 2023128"/>
              <a:gd name="connsiteX143" fmla="*/ 203400 w 213962"/>
              <a:gd name="connsiteY143" fmla="*/ 1198323 h 2023128"/>
              <a:gd name="connsiteX144" fmla="*/ 203400 w 213962"/>
              <a:gd name="connsiteY144" fmla="*/ 1198323 h 2023128"/>
              <a:gd name="connsiteX145" fmla="*/ 200941 w 213962"/>
              <a:gd name="connsiteY145" fmla="*/ 1244699 h 2023128"/>
              <a:gd name="connsiteX146" fmla="*/ 200941 w 213962"/>
              <a:gd name="connsiteY146" fmla="*/ 1244699 h 2023128"/>
              <a:gd name="connsiteX147" fmla="*/ 197779 w 213962"/>
              <a:gd name="connsiteY147" fmla="*/ 1290608 h 2023128"/>
              <a:gd name="connsiteX148" fmla="*/ 197779 w 213962"/>
              <a:gd name="connsiteY148" fmla="*/ 1290608 h 2023128"/>
              <a:gd name="connsiteX149" fmla="*/ 194149 w 213962"/>
              <a:gd name="connsiteY149" fmla="*/ 1335931 h 2023128"/>
              <a:gd name="connsiteX150" fmla="*/ 194149 w 213962"/>
              <a:gd name="connsiteY150" fmla="*/ 1335814 h 2023128"/>
              <a:gd name="connsiteX151" fmla="*/ 190050 w 213962"/>
              <a:gd name="connsiteY151" fmla="*/ 1380668 h 2023128"/>
              <a:gd name="connsiteX152" fmla="*/ 190050 w 213962"/>
              <a:gd name="connsiteY152" fmla="*/ 1380551 h 2023128"/>
              <a:gd name="connsiteX153" fmla="*/ 185482 w 213962"/>
              <a:gd name="connsiteY153" fmla="*/ 1424468 h 2023128"/>
              <a:gd name="connsiteX154" fmla="*/ 185482 w 213962"/>
              <a:gd name="connsiteY154" fmla="*/ 1424468 h 2023128"/>
              <a:gd name="connsiteX155" fmla="*/ 180564 w 213962"/>
              <a:gd name="connsiteY155" fmla="*/ 1467683 h 2023128"/>
              <a:gd name="connsiteX156" fmla="*/ 180564 w 213962"/>
              <a:gd name="connsiteY156" fmla="*/ 1467683 h 2023128"/>
              <a:gd name="connsiteX157" fmla="*/ 175060 w 213962"/>
              <a:gd name="connsiteY157" fmla="*/ 1509843 h 2023128"/>
              <a:gd name="connsiteX158" fmla="*/ 175060 w 213962"/>
              <a:gd name="connsiteY158" fmla="*/ 1509843 h 2023128"/>
              <a:gd name="connsiteX159" fmla="*/ 169321 w 213962"/>
              <a:gd name="connsiteY159" fmla="*/ 1551067 h 2023128"/>
              <a:gd name="connsiteX160" fmla="*/ 169321 w 213962"/>
              <a:gd name="connsiteY160" fmla="*/ 1551067 h 2023128"/>
              <a:gd name="connsiteX161" fmla="*/ 163114 w 213962"/>
              <a:gd name="connsiteY161" fmla="*/ 1591120 h 2023128"/>
              <a:gd name="connsiteX162" fmla="*/ 163114 w 213962"/>
              <a:gd name="connsiteY162" fmla="*/ 1591003 h 2023128"/>
              <a:gd name="connsiteX163" fmla="*/ 156439 w 213962"/>
              <a:gd name="connsiteY163" fmla="*/ 1630002 h 2023128"/>
              <a:gd name="connsiteX164" fmla="*/ 156439 w 213962"/>
              <a:gd name="connsiteY164" fmla="*/ 1629884 h 2023128"/>
              <a:gd name="connsiteX165" fmla="*/ 149646 w 213962"/>
              <a:gd name="connsiteY165" fmla="*/ 1667478 h 2023128"/>
              <a:gd name="connsiteX166" fmla="*/ 149646 w 213962"/>
              <a:gd name="connsiteY166" fmla="*/ 1667478 h 2023128"/>
              <a:gd name="connsiteX167" fmla="*/ 142385 w 213962"/>
              <a:gd name="connsiteY167" fmla="*/ 1703783 h 2023128"/>
              <a:gd name="connsiteX168" fmla="*/ 142385 w 213962"/>
              <a:gd name="connsiteY168" fmla="*/ 1703665 h 2023128"/>
              <a:gd name="connsiteX169" fmla="*/ 134773 w 213962"/>
              <a:gd name="connsiteY169" fmla="*/ 1738331 h 2023128"/>
              <a:gd name="connsiteX170" fmla="*/ 134773 w 213962"/>
              <a:gd name="connsiteY170" fmla="*/ 1738331 h 2023128"/>
              <a:gd name="connsiteX171" fmla="*/ 127044 w 213962"/>
              <a:gd name="connsiteY171" fmla="*/ 1771591 h 2023128"/>
              <a:gd name="connsiteX172" fmla="*/ 127044 w 213962"/>
              <a:gd name="connsiteY172" fmla="*/ 1771474 h 2023128"/>
              <a:gd name="connsiteX173" fmla="*/ 118846 w 213962"/>
              <a:gd name="connsiteY173" fmla="*/ 1802978 h 2023128"/>
              <a:gd name="connsiteX174" fmla="*/ 118846 w 213962"/>
              <a:gd name="connsiteY174" fmla="*/ 1802978 h 2023128"/>
              <a:gd name="connsiteX175" fmla="*/ 110531 w 213962"/>
              <a:gd name="connsiteY175" fmla="*/ 1832724 h 2023128"/>
              <a:gd name="connsiteX176" fmla="*/ 110531 w 213962"/>
              <a:gd name="connsiteY176" fmla="*/ 1832607 h 2023128"/>
              <a:gd name="connsiteX177" fmla="*/ 101982 w 213962"/>
              <a:gd name="connsiteY177" fmla="*/ 1860480 h 2023128"/>
              <a:gd name="connsiteX178" fmla="*/ 101982 w 213962"/>
              <a:gd name="connsiteY178" fmla="*/ 1860363 h 2023128"/>
              <a:gd name="connsiteX179" fmla="*/ 93081 w 213962"/>
              <a:gd name="connsiteY179" fmla="*/ 1886362 h 2023128"/>
              <a:gd name="connsiteX180" fmla="*/ 93081 w 213962"/>
              <a:gd name="connsiteY180" fmla="*/ 1886362 h 2023128"/>
              <a:gd name="connsiteX181" fmla="*/ 88631 w 213962"/>
              <a:gd name="connsiteY181" fmla="*/ 1898542 h 2023128"/>
              <a:gd name="connsiteX182" fmla="*/ 88631 w 213962"/>
              <a:gd name="connsiteY182" fmla="*/ 1898542 h 2023128"/>
              <a:gd name="connsiteX183" fmla="*/ 84181 w 213962"/>
              <a:gd name="connsiteY183" fmla="*/ 1910253 h 2023128"/>
              <a:gd name="connsiteX184" fmla="*/ 84181 w 213962"/>
              <a:gd name="connsiteY184" fmla="*/ 1910253 h 2023128"/>
              <a:gd name="connsiteX185" fmla="*/ 79614 w 213962"/>
              <a:gd name="connsiteY185" fmla="*/ 1921379 h 2023128"/>
              <a:gd name="connsiteX186" fmla="*/ 79614 w 213962"/>
              <a:gd name="connsiteY186" fmla="*/ 1921262 h 2023128"/>
              <a:gd name="connsiteX187" fmla="*/ 75046 w 213962"/>
              <a:gd name="connsiteY187" fmla="*/ 1931919 h 2023128"/>
              <a:gd name="connsiteX188" fmla="*/ 75046 w 213962"/>
              <a:gd name="connsiteY188" fmla="*/ 1931919 h 2023128"/>
              <a:gd name="connsiteX189" fmla="*/ 70362 w 213962"/>
              <a:gd name="connsiteY189" fmla="*/ 1941991 h 2023128"/>
              <a:gd name="connsiteX190" fmla="*/ 70362 w 213962"/>
              <a:gd name="connsiteY190" fmla="*/ 1941874 h 2023128"/>
              <a:gd name="connsiteX191" fmla="*/ 65794 w 213962"/>
              <a:gd name="connsiteY191" fmla="*/ 1951360 h 2023128"/>
              <a:gd name="connsiteX192" fmla="*/ 65794 w 213962"/>
              <a:gd name="connsiteY192" fmla="*/ 1951360 h 2023128"/>
              <a:gd name="connsiteX193" fmla="*/ 60993 w 213962"/>
              <a:gd name="connsiteY193" fmla="*/ 1960143 h 2023128"/>
              <a:gd name="connsiteX194" fmla="*/ 61110 w 213962"/>
              <a:gd name="connsiteY194" fmla="*/ 1960143 h 2023128"/>
              <a:gd name="connsiteX195" fmla="*/ 56308 w 213962"/>
              <a:gd name="connsiteY195" fmla="*/ 1968458 h 2023128"/>
              <a:gd name="connsiteX196" fmla="*/ 56426 w 213962"/>
              <a:gd name="connsiteY196" fmla="*/ 1968458 h 2023128"/>
              <a:gd name="connsiteX197" fmla="*/ 51624 w 213962"/>
              <a:gd name="connsiteY197" fmla="*/ 1976188 h 2023128"/>
              <a:gd name="connsiteX198" fmla="*/ 51741 w 213962"/>
              <a:gd name="connsiteY198" fmla="*/ 1976071 h 2023128"/>
              <a:gd name="connsiteX199" fmla="*/ 46940 w 213962"/>
              <a:gd name="connsiteY199" fmla="*/ 1983214 h 2023128"/>
              <a:gd name="connsiteX200" fmla="*/ 46940 w 213962"/>
              <a:gd name="connsiteY200" fmla="*/ 1983097 h 2023128"/>
              <a:gd name="connsiteX201" fmla="*/ 42138 w 213962"/>
              <a:gd name="connsiteY201" fmla="*/ 1989656 h 2023128"/>
              <a:gd name="connsiteX202" fmla="*/ 42255 w 213962"/>
              <a:gd name="connsiteY202" fmla="*/ 1989539 h 2023128"/>
              <a:gd name="connsiteX203" fmla="*/ 37336 w 213962"/>
              <a:gd name="connsiteY203" fmla="*/ 1995394 h 2023128"/>
              <a:gd name="connsiteX204" fmla="*/ 37571 w 213962"/>
              <a:gd name="connsiteY204" fmla="*/ 1995277 h 2023128"/>
              <a:gd name="connsiteX205" fmla="*/ 32652 w 213962"/>
              <a:gd name="connsiteY205" fmla="*/ 2000430 h 2023128"/>
              <a:gd name="connsiteX206" fmla="*/ 32769 w 213962"/>
              <a:gd name="connsiteY206" fmla="*/ 2000313 h 2023128"/>
              <a:gd name="connsiteX207" fmla="*/ 27850 w 213962"/>
              <a:gd name="connsiteY207" fmla="*/ 2004881 h 2023128"/>
              <a:gd name="connsiteX208" fmla="*/ 28084 w 213962"/>
              <a:gd name="connsiteY208" fmla="*/ 2004646 h 2023128"/>
              <a:gd name="connsiteX209" fmla="*/ 23166 w 213962"/>
              <a:gd name="connsiteY209" fmla="*/ 2008511 h 2023128"/>
              <a:gd name="connsiteX210" fmla="*/ 23400 w 213962"/>
              <a:gd name="connsiteY210" fmla="*/ 2008394 h 2023128"/>
              <a:gd name="connsiteX211" fmla="*/ 18482 w 213962"/>
              <a:gd name="connsiteY211" fmla="*/ 2011673 h 2023128"/>
              <a:gd name="connsiteX212" fmla="*/ 18716 w 213962"/>
              <a:gd name="connsiteY212" fmla="*/ 2011556 h 2023128"/>
              <a:gd name="connsiteX213" fmla="*/ 13797 w 213962"/>
              <a:gd name="connsiteY213" fmla="*/ 2014015 h 2023128"/>
              <a:gd name="connsiteX214" fmla="*/ 14148 w 213962"/>
              <a:gd name="connsiteY214" fmla="*/ 2013898 h 2023128"/>
              <a:gd name="connsiteX215" fmla="*/ 9112 w 213962"/>
              <a:gd name="connsiteY215" fmla="*/ 2015655 h 2023128"/>
              <a:gd name="connsiteX216" fmla="*/ 9464 w 213962"/>
              <a:gd name="connsiteY216" fmla="*/ 2015538 h 2023128"/>
              <a:gd name="connsiteX217" fmla="*/ 4545 w 213962"/>
              <a:gd name="connsiteY217" fmla="*/ 2016709 h 2023128"/>
              <a:gd name="connsiteX218" fmla="*/ 5014 w 213962"/>
              <a:gd name="connsiteY218" fmla="*/ 2016592 h 2023128"/>
              <a:gd name="connsiteX219" fmla="*/ 95 w 213962"/>
              <a:gd name="connsiteY219" fmla="*/ 2016943 h 2023128"/>
              <a:gd name="connsiteX220" fmla="*/ 88163 w 213962"/>
              <a:gd name="connsiteY220" fmla="*/ 19228 h 2023128"/>
              <a:gd name="connsiteX221" fmla="*/ 12040 w 213962"/>
              <a:gd name="connsiteY221" fmla="*/ -330 h 2023128"/>
              <a:gd name="connsiteX222" fmla="*/ 42138 w 213962"/>
              <a:gd name="connsiteY222" fmla="*/ 72280 h 2023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</a:cxnLst>
            <a:rect l="l" t="t" r="r" b="b"/>
            <a:pathLst>
              <a:path w="213962" h="2023128">
                <a:moveTo>
                  <a:pt x="563" y="2022799"/>
                </a:moveTo>
                <a:lnTo>
                  <a:pt x="5599" y="2022448"/>
                </a:lnTo>
                <a:lnTo>
                  <a:pt x="10986" y="2021276"/>
                </a:lnTo>
                <a:lnTo>
                  <a:pt x="16256" y="2019403"/>
                </a:lnTo>
                <a:lnTo>
                  <a:pt x="21526" y="2016592"/>
                </a:lnTo>
                <a:lnTo>
                  <a:pt x="26679" y="2013195"/>
                </a:lnTo>
                <a:lnTo>
                  <a:pt x="31832" y="2009214"/>
                </a:lnTo>
                <a:lnTo>
                  <a:pt x="36751" y="2004529"/>
                </a:lnTo>
                <a:lnTo>
                  <a:pt x="41904" y="1999142"/>
                </a:lnTo>
                <a:lnTo>
                  <a:pt x="46822" y="1993169"/>
                </a:lnTo>
                <a:lnTo>
                  <a:pt x="51741" y="1986494"/>
                </a:lnTo>
                <a:lnTo>
                  <a:pt x="56660" y="1979350"/>
                </a:lnTo>
                <a:lnTo>
                  <a:pt x="61461" y="1971386"/>
                </a:lnTo>
                <a:lnTo>
                  <a:pt x="66146" y="1962954"/>
                </a:lnTo>
                <a:lnTo>
                  <a:pt x="70947" y="1954053"/>
                </a:lnTo>
                <a:lnTo>
                  <a:pt x="75632" y="1944450"/>
                </a:lnTo>
                <a:lnTo>
                  <a:pt x="80316" y="1934261"/>
                </a:lnTo>
                <a:lnTo>
                  <a:pt x="85001" y="1923604"/>
                </a:lnTo>
                <a:lnTo>
                  <a:pt x="89685" y="1912361"/>
                </a:lnTo>
                <a:lnTo>
                  <a:pt x="94135" y="1900650"/>
                </a:lnTo>
                <a:lnTo>
                  <a:pt x="98586" y="1888353"/>
                </a:lnTo>
                <a:lnTo>
                  <a:pt x="107486" y="1862237"/>
                </a:lnTo>
                <a:lnTo>
                  <a:pt x="116152" y="1834364"/>
                </a:lnTo>
                <a:lnTo>
                  <a:pt x="124467" y="1804500"/>
                </a:lnTo>
                <a:lnTo>
                  <a:pt x="132665" y="1772880"/>
                </a:lnTo>
                <a:lnTo>
                  <a:pt x="140512" y="1739619"/>
                </a:lnTo>
                <a:lnTo>
                  <a:pt x="148124" y="1704953"/>
                </a:lnTo>
                <a:lnTo>
                  <a:pt x="155385" y="1668531"/>
                </a:lnTo>
                <a:lnTo>
                  <a:pt x="162294" y="1630939"/>
                </a:lnTo>
                <a:lnTo>
                  <a:pt x="168853" y="1592057"/>
                </a:lnTo>
                <a:lnTo>
                  <a:pt x="175060" y="1551887"/>
                </a:lnTo>
                <a:lnTo>
                  <a:pt x="180915" y="1510546"/>
                </a:lnTo>
                <a:lnTo>
                  <a:pt x="186302" y="1468386"/>
                </a:lnTo>
                <a:lnTo>
                  <a:pt x="191338" y="1425171"/>
                </a:lnTo>
                <a:lnTo>
                  <a:pt x="195905" y="1381136"/>
                </a:lnTo>
                <a:lnTo>
                  <a:pt x="200004" y="1336399"/>
                </a:lnTo>
                <a:lnTo>
                  <a:pt x="203518" y="1290959"/>
                </a:lnTo>
                <a:lnTo>
                  <a:pt x="206679" y="1245051"/>
                </a:lnTo>
                <a:lnTo>
                  <a:pt x="209256" y="1198557"/>
                </a:lnTo>
                <a:lnTo>
                  <a:pt x="211247" y="1151829"/>
                </a:lnTo>
                <a:lnTo>
                  <a:pt x="212769" y="1104866"/>
                </a:lnTo>
                <a:lnTo>
                  <a:pt x="213706" y="1057553"/>
                </a:lnTo>
                <a:lnTo>
                  <a:pt x="214057" y="1010239"/>
                </a:lnTo>
                <a:lnTo>
                  <a:pt x="213706" y="962457"/>
                </a:lnTo>
                <a:lnTo>
                  <a:pt x="212887" y="915144"/>
                </a:lnTo>
                <a:lnTo>
                  <a:pt x="211481" y="868064"/>
                </a:lnTo>
                <a:lnTo>
                  <a:pt x="209490" y="821219"/>
                </a:lnTo>
                <a:lnTo>
                  <a:pt x="207031" y="774842"/>
                </a:lnTo>
                <a:lnTo>
                  <a:pt x="204220" y="728933"/>
                </a:lnTo>
                <a:lnTo>
                  <a:pt x="200707" y="683376"/>
                </a:lnTo>
                <a:lnTo>
                  <a:pt x="196842" y="638639"/>
                </a:lnTo>
                <a:lnTo>
                  <a:pt x="192626" y="594604"/>
                </a:lnTo>
                <a:lnTo>
                  <a:pt x="187942" y="551390"/>
                </a:lnTo>
                <a:lnTo>
                  <a:pt x="182789" y="509112"/>
                </a:lnTo>
                <a:lnTo>
                  <a:pt x="177285" y="467771"/>
                </a:lnTo>
                <a:lnTo>
                  <a:pt x="171429" y="427718"/>
                </a:lnTo>
                <a:lnTo>
                  <a:pt x="165105" y="388720"/>
                </a:lnTo>
                <a:lnTo>
                  <a:pt x="158664" y="351009"/>
                </a:lnTo>
                <a:lnTo>
                  <a:pt x="151754" y="314822"/>
                </a:lnTo>
                <a:lnTo>
                  <a:pt x="144610" y="280039"/>
                </a:lnTo>
                <a:lnTo>
                  <a:pt x="137232" y="246779"/>
                </a:lnTo>
                <a:lnTo>
                  <a:pt x="129503" y="215158"/>
                </a:lnTo>
                <a:lnTo>
                  <a:pt x="121657" y="185411"/>
                </a:lnTo>
                <a:lnTo>
                  <a:pt x="113459" y="157422"/>
                </a:lnTo>
                <a:lnTo>
                  <a:pt x="105027" y="131305"/>
                </a:lnTo>
                <a:lnTo>
                  <a:pt x="100811" y="119008"/>
                </a:lnTo>
                <a:lnTo>
                  <a:pt x="96595" y="107297"/>
                </a:lnTo>
                <a:lnTo>
                  <a:pt x="92144" y="96055"/>
                </a:lnTo>
                <a:lnTo>
                  <a:pt x="87811" y="85397"/>
                </a:lnTo>
                <a:lnTo>
                  <a:pt x="83478" y="75325"/>
                </a:lnTo>
                <a:lnTo>
                  <a:pt x="79028" y="65605"/>
                </a:lnTo>
                <a:lnTo>
                  <a:pt x="74461" y="56704"/>
                </a:lnTo>
                <a:lnTo>
                  <a:pt x="69776" y="47921"/>
                </a:lnTo>
                <a:lnTo>
                  <a:pt x="58417" y="36092"/>
                </a:lnTo>
                <a:lnTo>
                  <a:pt x="54200" y="40074"/>
                </a:lnTo>
                <a:lnTo>
                  <a:pt x="65326" y="51668"/>
                </a:lnTo>
                <a:lnTo>
                  <a:pt x="64858" y="51083"/>
                </a:lnTo>
                <a:lnTo>
                  <a:pt x="69308" y="59398"/>
                </a:lnTo>
                <a:lnTo>
                  <a:pt x="69308" y="59398"/>
                </a:lnTo>
                <a:lnTo>
                  <a:pt x="73758" y="68182"/>
                </a:lnTo>
                <a:lnTo>
                  <a:pt x="73758" y="68064"/>
                </a:lnTo>
                <a:lnTo>
                  <a:pt x="78091" y="77668"/>
                </a:lnTo>
                <a:lnTo>
                  <a:pt x="78091" y="77668"/>
                </a:lnTo>
                <a:lnTo>
                  <a:pt x="82424" y="87622"/>
                </a:lnTo>
                <a:lnTo>
                  <a:pt x="82424" y="87622"/>
                </a:lnTo>
                <a:lnTo>
                  <a:pt x="86757" y="98163"/>
                </a:lnTo>
                <a:lnTo>
                  <a:pt x="86757" y="98163"/>
                </a:lnTo>
                <a:lnTo>
                  <a:pt x="91090" y="109405"/>
                </a:lnTo>
                <a:lnTo>
                  <a:pt x="91090" y="109288"/>
                </a:lnTo>
                <a:lnTo>
                  <a:pt x="95307" y="120999"/>
                </a:lnTo>
                <a:lnTo>
                  <a:pt x="95307" y="120999"/>
                </a:lnTo>
                <a:lnTo>
                  <a:pt x="99522" y="133179"/>
                </a:lnTo>
                <a:lnTo>
                  <a:pt x="99522" y="133179"/>
                </a:lnTo>
                <a:lnTo>
                  <a:pt x="107838" y="159178"/>
                </a:lnTo>
                <a:lnTo>
                  <a:pt x="107838" y="159061"/>
                </a:lnTo>
                <a:lnTo>
                  <a:pt x="116035" y="187051"/>
                </a:lnTo>
                <a:lnTo>
                  <a:pt x="115918" y="186934"/>
                </a:lnTo>
                <a:lnTo>
                  <a:pt x="123882" y="216564"/>
                </a:lnTo>
                <a:lnTo>
                  <a:pt x="123882" y="216564"/>
                </a:lnTo>
                <a:lnTo>
                  <a:pt x="131494" y="248067"/>
                </a:lnTo>
                <a:lnTo>
                  <a:pt x="131494" y="248067"/>
                </a:lnTo>
                <a:lnTo>
                  <a:pt x="138989" y="281210"/>
                </a:lnTo>
                <a:lnTo>
                  <a:pt x="138989" y="281210"/>
                </a:lnTo>
                <a:lnTo>
                  <a:pt x="146016" y="315993"/>
                </a:lnTo>
                <a:lnTo>
                  <a:pt x="146016" y="315875"/>
                </a:lnTo>
                <a:lnTo>
                  <a:pt x="152925" y="352064"/>
                </a:lnTo>
                <a:lnTo>
                  <a:pt x="152925" y="352064"/>
                </a:lnTo>
                <a:lnTo>
                  <a:pt x="159367" y="389774"/>
                </a:lnTo>
                <a:lnTo>
                  <a:pt x="159367" y="389657"/>
                </a:lnTo>
                <a:lnTo>
                  <a:pt x="165574" y="428655"/>
                </a:lnTo>
                <a:lnTo>
                  <a:pt x="165574" y="428538"/>
                </a:lnTo>
                <a:lnTo>
                  <a:pt x="171546" y="468591"/>
                </a:lnTo>
                <a:lnTo>
                  <a:pt x="171429" y="468591"/>
                </a:lnTo>
                <a:lnTo>
                  <a:pt x="176933" y="509932"/>
                </a:lnTo>
                <a:lnTo>
                  <a:pt x="176933" y="509815"/>
                </a:lnTo>
                <a:lnTo>
                  <a:pt x="182086" y="552093"/>
                </a:lnTo>
                <a:lnTo>
                  <a:pt x="182086" y="552093"/>
                </a:lnTo>
                <a:lnTo>
                  <a:pt x="186771" y="595191"/>
                </a:lnTo>
                <a:lnTo>
                  <a:pt x="186771" y="595191"/>
                </a:lnTo>
                <a:lnTo>
                  <a:pt x="191104" y="639108"/>
                </a:lnTo>
                <a:lnTo>
                  <a:pt x="191104" y="639108"/>
                </a:lnTo>
                <a:lnTo>
                  <a:pt x="194968" y="683962"/>
                </a:lnTo>
                <a:lnTo>
                  <a:pt x="194968" y="683845"/>
                </a:lnTo>
                <a:lnTo>
                  <a:pt x="198365" y="729284"/>
                </a:lnTo>
                <a:lnTo>
                  <a:pt x="198365" y="729284"/>
                </a:lnTo>
                <a:lnTo>
                  <a:pt x="201292" y="775193"/>
                </a:lnTo>
                <a:lnTo>
                  <a:pt x="201292" y="775193"/>
                </a:lnTo>
                <a:lnTo>
                  <a:pt x="203752" y="821570"/>
                </a:lnTo>
                <a:lnTo>
                  <a:pt x="203752" y="821570"/>
                </a:lnTo>
                <a:lnTo>
                  <a:pt x="205625" y="868298"/>
                </a:lnTo>
                <a:lnTo>
                  <a:pt x="205625" y="868298"/>
                </a:lnTo>
                <a:lnTo>
                  <a:pt x="207031" y="915260"/>
                </a:lnTo>
                <a:lnTo>
                  <a:pt x="207031" y="915260"/>
                </a:lnTo>
                <a:lnTo>
                  <a:pt x="207968" y="962457"/>
                </a:lnTo>
                <a:lnTo>
                  <a:pt x="207968" y="962457"/>
                </a:lnTo>
                <a:lnTo>
                  <a:pt x="208202" y="1010239"/>
                </a:lnTo>
                <a:lnTo>
                  <a:pt x="208202" y="1010239"/>
                </a:lnTo>
                <a:lnTo>
                  <a:pt x="207968" y="1057436"/>
                </a:lnTo>
                <a:lnTo>
                  <a:pt x="207968" y="1057436"/>
                </a:lnTo>
                <a:lnTo>
                  <a:pt x="206914" y="1104632"/>
                </a:lnTo>
                <a:lnTo>
                  <a:pt x="206914" y="1104632"/>
                </a:lnTo>
                <a:lnTo>
                  <a:pt x="205509" y="1151594"/>
                </a:lnTo>
                <a:lnTo>
                  <a:pt x="205509" y="1151594"/>
                </a:lnTo>
                <a:lnTo>
                  <a:pt x="203400" y="1198323"/>
                </a:lnTo>
                <a:lnTo>
                  <a:pt x="203400" y="1198323"/>
                </a:lnTo>
                <a:lnTo>
                  <a:pt x="200941" y="1244699"/>
                </a:lnTo>
                <a:lnTo>
                  <a:pt x="200941" y="1244699"/>
                </a:lnTo>
                <a:lnTo>
                  <a:pt x="197779" y="1290608"/>
                </a:lnTo>
                <a:lnTo>
                  <a:pt x="197779" y="1290608"/>
                </a:lnTo>
                <a:lnTo>
                  <a:pt x="194149" y="1335931"/>
                </a:lnTo>
                <a:lnTo>
                  <a:pt x="194149" y="1335814"/>
                </a:lnTo>
                <a:lnTo>
                  <a:pt x="190050" y="1380668"/>
                </a:lnTo>
                <a:lnTo>
                  <a:pt x="190050" y="1380551"/>
                </a:lnTo>
                <a:lnTo>
                  <a:pt x="185482" y="1424468"/>
                </a:lnTo>
                <a:lnTo>
                  <a:pt x="185482" y="1424468"/>
                </a:lnTo>
                <a:lnTo>
                  <a:pt x="180564" y="1467683"/>
                </a:lnTo>
                <a:lnTo>
                  <a:pt x="180564" y="1467683"/>
                </a:lnTo>
                <a:lnTo>
                  <a:pt x="175060" y="1509843"/>
                </a:lnTo>
                <a:lnTo>
                  <a:pt x="175060" y="1509843"/>
                </a:lnTo>
                <a:lnTo>
                  <a:pt x="169321" y="1551067"/>
                </a:lnTo>
                <a:lnTo>
                  <a:pt x="169321" y="1551067"/>
                </a:lnTo>
                <a:lnTo>
                  <a:pt x="163114" y="1591120"/>
                </a:lnTo>
                <a:lnTo>
                  <a:pt x="163114" y="1591003"/>
                </a:lnTo>
                <a:lnTo>
                  <a:pt x="156439" y="1630002"/>
                </a:lnTo>
                <a:lnTo>
                  <a:pt x="156439" y="1629884"/>
                </a:lnTo>
                <a:lnTo>
                  <a:pt x="149646" y="1667478"/>
                </a:lnTo>
                <a:lnTo>
                  <a:pt x="149646" y="1667478"/>
                </a:lnTo>
                <a:lnTo>
                  <a:pt x="142385" y="1703783"/>
                </a:lnTo>
                <a:lnTo>
                  <a:pt x="142385" y="1703665"/>
                </a:lnTo>
                <a:lnTo>
                  <a:pt x="134773" y="1738331"/>
                </a:lnTo>
                <a:lnTo>
                  <a:pt x="134773" y="1738331"/>
                </a:lnTo>
                <a:lnTo>
                  <a:pt x="127044" y="1771591"/>
                </a:lnTo>
                <a:lnTo>
                  <a:pt x="127044" y="1771474"/>
                </a:lnTo>
                <a:lnTo>
                  <a:pt x="118846" y="1802978"/>
                </a:lnTo>
                <a:lnTo>
                  <a:pt x="118846" y="1802978"/>
                </a:lnTo>
                <a:lnTo>
                  <a:pt x="110531" y="1832724"/>
                </a:lnTo>
                <a:lnTo>
                  <a:pt x="110531" y="1832607"/>
                </a:lnTo>
                <a:lnTo>
                  <a:pt x="101982" y="1860480"/>
                </a:lnTo>
                <a:lnTo>
                  <a:pt x="101982" y="1860363"/>
                </a:lnTo>
                <a:lnTo>
                  <a:pt x="93081" y="1886362"/>
                </a:lnTo>
                <a:lnTo>
                  <a:pt x="93081" y="1886362"/>
                </a:lnTo>
                <a:lnTo>
                  <a:pt x="88631" y="1898542"/>
                </a:lnTo>
                <a:lnTo>
                  <a:pt x="88631" y="1898542"/>
                </a:lnTo>
                <a:lnTo>
                  <a:pt x="84181" y="1910253"/>
                </a:lnTo>
                <a:lnTo>
                  <a:pt x="84181" y="1910253"/>
                </a:lnTo>
                <a:lnTo>
                  <a:pt x="79614" y="1921379"/>
                </a:lnTo>
                <a:lnTo>
                  <a:pt x="79614" y="1921262"/>
                </a:lnTo>
                <a:lnTo>
                  <a:pt x="75046" y="1931919"/>
                </a:lnTo>
                <a:lnTo>
                  <a:pt x="75046" y="1931919"/>
                </a:lnTo>
                <a:lnTo>
                  <a:pt x="70362" y="1941991"/>
                </a:lnTo>
                <a:lnTo>
                  <a:pt x="70362" y="1941874"/>
                </a:lnTo>
                <a:lnTo>
                  <a:pt x="65794" y="1951360"/>
                </a:lnTo>
                <a:lnTo>
                  <a:pt x="65794" y="1951360"/>
                </a:lnTo>
                <a:lnTo>
                  <a:pt x="60993" y="1960143"/>
                </a:lnTo>
                <a:lnTo>
                  <a:pt x="61110" y="1960143"/>
                </a:lnTo>
                <a:lnTo>
                  <a:pt x="56308" y="1968458"/>
                </a:lnTo>
                <a:lnTo>
                  <a:pt x="56426" y="1968458"/>
                </a:lnTo>
                <a:lnTo>
                  <a:pt x="51624" y="1976188"/>
                </a:lnTo>
                <a:lnTo>
                  <a:pt x="51741" y="1976071"/>
                </a:lnTo>
                <a:lnTo>
                  <a:pt x="46940" y="1983214"/>
                </a:lnTo>
                <a:lnTo>
                  <a:pt x="46940" y="1983097"/>
                </a:lnTo>
                <a:lnTo>
                  <a:pt x="42138" y="1989656"/>
                </a:lnTo>
                <a:lnTo>
                  <a:pt x="42255" y="1989539"/>
                </a:lnTo>
                <a:lnTo>
                  <a:pt x="37336" y="1995394"/>
                </a:lnTo>
                <a:lnTo>
                  <a:pt x="37571" y="1995277"/>
                </a:lnTo>
                <a:lnTo>
                  <a:pt x="32652" y="2000430"/>
                </a:lnTo>
                <a:lnTo>
                  <a:pt x="32769" y="2000313"/>
                </a:lnTo>
                <a:lnTo>
                  <a:pt x="27850" y="2004881"/>
                </a:lnTo>
                <a:lnTo>
                  <a:pt x="28084" y="2004646"/>
                </a:lnTo>
                <a:lnTo>
                  <a:pt x="23166" y="2008511"/>
                </a:lnTo>
                <a:lnTo>
                  <a:pt x="23400" y="2008394"/>
                </a:lnTo>
                <a:lnTo>
                  <a:pt x="18482" y="2011673"/>
                </a:lnTo>
                <a:lnTo>
                  <a:pt x="18716" y="2011556"/>
                </a:lnTo>
                <a:lnTo>
                  <a:pt x="13797" y="2014015"/>
                </a:lnTo>
                <a:lnTo>
                  <a:pt x="14148" y="2013898"/>
                </a:lnTo>
                <a:lnTo>
                  <a:pt x="9112" y="2015655"/>
                </a:lnTo>
                <a:lnTo>
                  <a:pt x="9464" y="2015538"/>
                </a:lnTo>
                <a:lnTo>
                  <a:pt x="4545" y="2016709"/>
                </a:lnTo>
                <a:lnTo>
                  <a:pt x="5014" y="2016592"/>
                </a:lnTo>
                <a:lnTo>
                  <a:pt x="95" y="2016943"/>
                </a:lnTo>
                <a:close/>
                <a:moveTo>
                  <a:pt x="88163" y="19228"/>
                </a:moveTo>
                <a:lnTo>
                  <a:pt x="12040" y="-330"/>
                </a:lnTo>
                <a:lnTo>
                  <a:pt x="42138" y="72280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F4E6EBBC-D97A-999F-6749-246484A8357B}"/>
              </a:ext>
            </a:extLst>
          </p:cNvPr>
          <p:cNvSpPr/>
          <p:nvPr/>
        </p:nvSpPr>
        <p:spPr>
          <a:xfrm flipV="1">
            <a:off x="6142325" y="2905268"/>
            <a:ext cx="213962" cy="2348117"/>
          </a:xfrm>
          <a:custGeom>
            <a:avLst/>
            <a:gdLst>
              <a:gd name="connsiteX0" fmla="*/ 563 w 213962"/>
              <a:gd name="connsiteY0" fmla="*/ 2347820 h 2348117"/>
              <a:gd name="connsiteX1" fmla="*/ 5716 w 213962"/>
              <a:gd name="connsiteY1" fmla="*/ 2347352 h 2348117"/>
              <a:gd name="connsiteX2" fmla="*/ 11103 w 213962"/>
              <a:gd name="connsiteY2" fmla="*/ 2346063 h 2348117"/>
              <a:gd name="connsiteX3" fmla="*/ 16490 w 213962"/>
              <a:gd name="connsiteY3" fmla="*/ 2343721 h 2348117"/>
              <a:gd name="connsiteX4" fmla="*/ 21761 w 213962"/>
              <a:gd name="connsiteY4" fmla="*/ 2340559 h 2348117"/>
              <a:gd name="connsiteX5" fmla="*/ 26796 w 213962"/>
              <a:gd name="connsiteY5" fmla="*/ 2336694 h 2348117"/>
              <a:gd name="connsiteX6" fmla="*/ 31949 w 213962"/>
              <a:gd name="connsiteY6" fmla="*/ 2332010 h 2348117"/>
              <a:gd name="connsiteX7" fmla="*/ 36985 w 213962"/>
              <a:gd name="connsiteY7" fmla="*/ 2326505 h 2348117"/>
              <a:gd name="connsiteX8" fmla="*/ 42021 w 213962"/>
              <a:gd name="connsiteY8" fmla="*/ 2320298 h 2348117"/>
              <a:gd name="connsiteX9" fmla="*/ 46940 w 213962"/>
              <a:gd name="connsiteY9" fmla="*/ 2313506 h 2348117"/>
              <a:gd name="connsiteX10" fmla="*/ 51858 w 213962"/>
              <a:gd name="connsiteY10" fmla="*/ 2305777 h 2348117"/>
              <a:gd name="connsiteX11" fmla="*/ 56660 w 213962"/>
              <a:gd name="connsiteY11" fmla="*/ 2297344 h 2348117"/>
              <a:gd name="connsiteX12" fmla="*/ 61461 w 213962"/>
              <a:gd name="connsiteY12" fmla="*/ 2288327 h 2348117"/>
              <a:gd name="connsiteX13" fmla="*/ 66263 w 213962"/>
              <a:gd name="connsiteY13" fmla="*/ 2278489 h 2348117"/>
              <a:gd name="connsiteX14" fmla="*/ 71064 w 213962"/>
              <a:gd name="connsiteY14" fmla="*/ 2268066 h 2348117"/>
              <a:gd name="connsiteX15" fmla="*/ 75749 w 213962"/>
              <a:gd name="connsiteY15" fmla="*/ 2256940 h 2348117"/>
              <a:gd name="connsiteX16" fmla="*/ 80433 w 213962"/>
              <a:gd name="connsiteY16" fmla="*/ 2245229 h 2348117"/>
              <a:gd name="connsiteX17" fmla="*/ 85118 w 213962"/>
              <a:gd name="connsiteY17" fmla="*/ 2232815 h 2348117"/>
              <a:gd name="connsiteX18" fmla="*/ 89685 w 213962"/>
              <a:gd name="connsiteY18" fmla="*/ 2219815 h 2348117"/>
              <a:gd name="connsiteX19" fmla="*/ 94135 w 213962"/>
              <a:gd name="connsiteY19" fmla="*/ 2206113 h 2348117"/>
              <a:gd name="connsiteX20" fmla="*/ 98703 w 213962"/>
              <a:gd name="connsiteY20" fmla="*/ 2191942 h 2348117"/>
              <a:gd name="connsiteX21" fmla="*/ 103153 w 213962"/>
              <a:gd name="connsiteY21" fmla="*/ 2177069 h 2348117"/>
              <a:gd name="connsiteX22" fmla="*/ 107603 w 213962"/>
              <a:gd name="connsiteY22" fmla="*/ 2161727 h 2348117"/>
              <a:gd name="connsiteX23" fmla="*/ 111819 w 213962"/>
              <a:gd name="connsiteY23" fmla="*/ 2145800 h 2348117"/>
              <a:gd name="connsiteX24" fmla="*/ 116152 w 213962"/>
              <a:gd name="connsiteY24" fmla="*/ 2129170 h 2348117"/>
              <a:gd name="connsiteX25" fmla="*/ 120368 w 213962"/>
              <a:gd name="connsiteY25" fmla="*/ 2112188 h 2348117"/>
              <a:gd name="connsiteX26" fmla="*/ 124585 w 213962"/>
              <a:gd name="connsiteY26" fmla="*/ 2094621 h 2348117"/>
              <a:gd name="connsiteX27" fmla="*/ 132665 w 213962"/>
              <a:gd name="connsiteY27" fmla="*/ 2057965 h 2348117"/>
              <a:gd name="connsiteX28" fmla="*/ 140512 w 213962"/>
              <a:gd name="connsiteY28" fmla="*/ 2019435 h 2348117"/>
              <a:gd name="connsiteX29" fmla="*/ 148124 w 213962"/>
              <a:gd name="connsiteY29" fmla="*/ 1979031 h 2348117"/>
              <a:gd name="connsiteX30" fmla="*/ 155385 w 213962"/>
              <a:gd name="connsiteY30" fmla="*/ 1936988 h 2348117"/>
              <a:gd name="connsiteX31" fmla="*/ 162294 w 213962"/>
              <a:gd name="connsiteY31" fmla="*/ 1893187 h 2348117"/>
              <a:gd name="connsiteX32" fmla="*/ 168853 w 213962"/>
              <a:gd name="connsiteY32" fmla="*/ 1847981 h 2348117"/>
              <a:gd name="connsiteX33" fmla="*/ 175060 w 213962"/>
              <a:gd name="connsiteY33" fmla="*/ 1801370 h 2348117"/>
              <a:gd name="connsiteX34" fmla="*/ 180915 w 213962"/>
              <a:gd name="connsiteY34" fmla="*/ 1753471 h 2348117"/>
              <a:gd name="connsiteX35" fmla="*/ 186302 w 213962"/>
              <a:gd name="connsiteY35" fmla="*/ 1704518 h 2348117"/>
              <a:gd name="connsiteX36" fmla="*/ 191338 w 213962"/>
              <a:gd name="connsiteY36" fmla="*/ 1654276 h 2348117"/>
              <a:gd name="connsiteX37" fmla="*/ 195905 w 213962"/>
              <a:gd name="connsiteY37" fmla="*/ 1603215 h 2348117"/>
              <a:gd name="connsiteX38" fmla="*/ 200004 w 213962"/>
              <a:gd name="connsiteY38" fmla="*/ 1551334 h 2348117"/>
              <a:gd name="connsiteX39" fmla="*/ 203518 w 213962"/>
              <a:gd name="connsiteY39" fmla="*/ 1498516 h 2348117"/>
              <a:gd name="connsiteX40" fmla="*/ 206679 w 213962"/>
              <a:gd name="connsiteY40" fmla="*/ 1445229 h 2348117"/>
              <a:gd name="connsiteX41" fmla="*/ 209256 w 213962"/>
              <a:gd name="connsiteY41" fmla="*/ 1391357 h 2348117"/>
              <a:gd name="connsiteX42" fmla="*/ 211247 w 213962"/>
              <a:gd name="connsiteY42" fmla="*/ 1337017 h 2348117"/>
              <a:gd name="connsiteX43" fmla="*/ 212769 w 213962"/>
              <a:gd name="connsiteY43" fmla="*/ 1282325 h 2348117"/>
              <a:gd name="connsiteX44" fmla="*/ 213706 w 213962"/>
              <a:gd name="connsiteY44" fmla="*/ 1227516 h 2348117"/>
              <a:gd name="connsiteX45" fmla="*/ 214057 w 213962"/>
              <a:gd name="connsiteY45" fmla="*/ 1172473 h 2348117"/>
              <a:gd name="connsiteX46" fmla="*/ 213823 w 213962"/>
              <a:gd name="connsiteY46" fmla="*/ 1117313 h 2348117"/>
              <a:gd name="connsiteX47" fmla="*/ 212887 w 213962"/>
              <a:gd name="connsiteY47" fmla="*/ 1062504 h 2348117"/>
              <a:gd name="connsiteX48" fmla="*/ 211481 w 213962"/>
              <a:gd name="connsiteY48" fmla="*/ 1007812 h 2348117"/>
              <a:gd name="connsiteX49" fmla="*/ 209490 w 213962"/>
              <a:gd name="connsiteY49" fmla="*/ 953471 h 2348117"/>
              <a:gd name="connsiteX50" fmla="*/ 207031 w 213962"/>
              <a:gd name="connsiteY50" fmla="*/ 899600 h 2348117"/>
              <a:gd name="connsiteX51" fmla="*/ 204220 w 213962"/>
              <a:gd name="connsiteY51" fmla="*/ 846196 h 2348117"/>
              <a:gd name="connsiteX52" fmla="*/ 200707 w 213962"/>
              <a:gd name="connsiteY52" fmla="*/ 793495 h 2348117"/>
              <a:gd name="connsiteX53" fmla="*/ 196842 w 213962"/>
              <a:gd name="connsiteY53" fmla="*/ 741497 h 2348117"/>
              <a:gd name="connsiteX54" fmla="*/ 192626 w 213962"/>
              <a:gd name="connsiteY54" fmla="*/ 690436 h 2348117"/>
              <a:gd name="connsiteX55" fmla="*/ 187942 w 213962"/>
              <a:gd name="connsiteY55" fmla="*/ 640311 h 2348117"/>
              <a:gd name="connsiteX56" fmla="*/ 182789 w 213962"/>
              <a:gd name="connsiteY56" fmla="*/ 591241 h 2348117"/>
              <a:gd name="connsiteX57" fmla="*/ 177285 w 213962"/>
              <a:gd name="connsiteY57" fmla="*/ 543342 h 2348117"/>
              <a:gd name="connsiteX58" fmla="*/ 171429 w 213962"/>
              <a:gd name="connsiteY58" fmla="*/ 496613 h 2348117"/>
              <a:gd name="connsiteX59" fmla="*/ 165105 w 213962"/>
              <a:gd name="connsiteY59" fmla="*/ 451525 h 2348117"/>
              <a:gd name="connsiteX60" fmla="*/ 158664 w 213962"/>
              <a:gd name="connsiteY60" fmla="*/ 407842 h 2348117"/>
              <a:gd name="connsiteX61" fmla="*/ 151754 w 213962"/>
              <a:gd name="connsiteY61" fmla="*/ 365681 h 2348117"/>
              <a:gd name="connsiteX62" fmla="*/ 144728 w 213962"/>
              <a:gd name="connsiteY62" fmla="*/ 325277 h 2348117"/>
              <a:gd name="connsiteX63" fmla="*/ 137232 w 213962"/>
              <a:gd name="connsiteY63" fmla="*/ 286747 h 2348117"/>
              <a:gd name="connsiteX64" fmla="*/ 129503 w 213962"/>
              <a:gd name="connsiteY64" fmla="*/ 250090 h 2348117"/>
              <a:gd name="connsiteX65" fmla="*/ 125638 w 213962"/>
              <a:gd name="connsiteY65" fmla="*/ 232523 h 2348117"/>
              <a:gd name="connsiteX66" fmla="*/ 121657 w 213962"/>
              <a:gd name="connsiteY66" fmla="*/ 215425 h 2348117"/>
              <a:gd name="connsiteX67" fmla="*/ 117558 w 213962"/>
              <a:gd name="connsiteY67" fmla="*/ 199029 h 2348117"/>
              <a:gd name="connsiteX68" fmla="*/ 113459 w 213962"/>
              <a:gd name="connsiteY68" fmla="*/ 182985 h 2348117"/>
              <a:gd name="connsiteX69" fmla="*/ 109360 w 213962"/>
              <a:gd name="connsiteY69" fmla="*/ 167643 h 2348117"/>
              <a:gd name="connsiteX70" fmla="*/ 105144 w 213962"/>
              <a:gd name="connsiteY70" fmla="*/ 152769 h 2348117"/>
              <a:gd name="connsiteX71" fmla="*/ 100811 w 213962"/>
              <a:gd name="connsiteY71" fmla="*/ 138482 h 2348117"/>
              <a:gd name="connsiteX72" fmla="*/ 96595 w 213962"/>
              <a:gd name="connsiteY72" fmla="*/ 125014 h 2348117"/>
              <a:gd name="connsiteX73" fmla="*/ 92262 w 213962"/>
              <a:gd name="connsiteY73" fmla="*/ 111897 h 2348117"/>
              <a:gd name="connsiteX74" fmla="*/ 87929 w 213962"/>
              <a:gd name="connsiteY74" fmla="*/ 99483 h 2348117"/>
              <a:gd name="connsiteX75" fmla="*/ 83478 w 213962"/>
              <a:gd name="connsiteY75" fmla="*/ 87772 h 2348117"/>
              <a:gd name="connsiteX76" fmla="*/ 79028 w 213962"/>
              <a:gd name="connsiteY76" fmla="*/ 76646 h 2348117"/>
              <a:gd name="connsiteX77" fmla="*/ 74578 w 213962"/>
              <a:gd name="connsiteY77" fmla="*/ 66223 h 2348117"/>
              <a:gd name="connsiteX78" fmla="*/ 70011 w 213962"/>
              <a:gd name="connsiteY78" fmla="*/ 56386 h 2348117"/>
              <a:gd name="connsiteX79" fmla="*/ 65209 w 213962"/>
              <a:gd name="connsiteY79" fmla="*/ 47016 h 2348117"/>
              <a:gd name="connsiteX80" fmla="*/ 56308 w 213962"/>
              <a:gd name="connsiteY80" fmla="*/ 38233 h 2348117"/>
              <a:gd name="connsiteX81" fmla="*/ 52210 w 213962"/>
              <a:gd name="connsiteY81" fmla="*/ 42449 h 2348117"/>
              <a:gd name="connsiteX82" fmla="*/ 60759 w 213962"/>
              <a:gd name="connsiteY82" fmla="*/ 50881 h 2348117"/>
              <a:gd name="connsiteX83" fmla="*/ 60173 w 213962"/>
              <a:gd name="connsiteY83" fmla="*/ 50061 h 2348117"/>
              <a:gd name="connsiteX84" fmla="*/ 64740 w 213962"/>
              <a:gd name="connsiteY84" fmla="*/ 59079 h 2348117"/>
              <a:gd name="connsiteX85" fmla="*/ 64740 w 213962"/>
              <a:gd name="connsiteY85" fmla="*/ 58962 h 2348117"/>
              <a:gd name="connsiteX86" fmla="*/ 69191 w 213962"/>
              <a:gd name="connsiteY86" fmla="*/ 68565 h 2348117"/>
              <a:gd name="connsiteX87" fmla="*/ 69191 w 213962"/>
              <a:gd name="connsiteY87" fmla="*/ 68448 h 2348117"/>
              <a:gd name="connsiteX88" fmla="*/ 73524 w 213962"/>
              <a:gd name="connsiteY88" fmla="*/ 78988 h 2348117"/>
              <a:gd name="connsiteX89" fmla="*/ 73524 w 213962"/>
              <a:gd name="connsiteY89" fmla="*/ 78871 h 2348117"/>
              <a:gd name="connsiteX90" fmla="*/ 78091 w 213962"/>
              <a:gd name="connsiteY90" fmla="*/ 89880 h 2348117"/>
              <a:gd name="connsiteX91" fmla="*/ 77974 w 213962"/>
              <a:gd name="connsiteY91" fmla="*/ 89880 h 2348117"/>
              <a:gd name="connsiteX92" fmla="*/ 82424 w 213962"/>
              <a:gd name="connsiteY92" fmla="*/ 101474 h 2348117"/>
              <a:gd name="connsiteX93" fmla="*/ 82424 w 213962"/>
              <a:gd name="connsiteY93" fmla="*/ 101474 h 2348117"/>
              <a:gd name="connsiteX94" fmla="*/ 86640 w 213962"/>
              <a:gd name="connsiteY94" fmla="*/ 113771 h 2348117"/>
              <a:gd name="connsiteX95" fmla="*/ 86640 w 213962"/>
              <a:gd name="connsiteY95" fmla="*/ 113771 h 2348117"/>
              <a:gd name="connsiteX96" fmla="*/ 91090 w 213962"/>
              <a:gd name="connsiteY96" fmla="*/ 126770 h 2348117"/>
              <a:gd name="connsiteX97" fmla="*/ 91090 w 213962"/>
              <a:gd name="connsiteY97" fmla="*/ 126770 h 2348117"/>
              <a:gd name="connsiteX98" fmla="*/ 95307 w 213962"/>
              <a:gd name="connsiteY98" fmla="*/ 140238 h 2348117"/>
              <a:gd name="connsiteX99" fmla="*/ 95307 w 213962"/>
              <a:gd name="connsiteY99" fmla="*/ 140238 h 2348117"/>
              <a:gd name="connsiteX100" fmla="*/ 99522 w 213962"/>
              <a:gd name="connsiteY100" fmla="*/ 154409 h 2348117"/>
              <a:gd name="connsiteX101" fmla="*/ 99406 w 213962"/>
              <a:gd name="connsiteY101" fmla="*/ 154409 h 2348117"/>
              <a:gd name="connsiteX102" fmla="*/ 103621 w 213962"/>
              <a:gd name="connsiteY102" fmla="*/ 169165 h 2348117"/>
              <a:gd name="connsiteX103" fmla="*/ 103621 w 213962"/>
              <a:gd name="connsiteY103" fmla="*/ 169165 h 2348117"/>
              <a:gd name="connsiteX104" fmla="*/ 107838 w 213962"/>
              <a:gd name="connsiteY104" fmla="*/ 184507 h 2348117"/>
              <a:gd name="connsiteX105" fmla="*/ 107838 w 213962"/>
              <a:gd name="connsiteY105" fmla="*/ 184507 h 2348117"/>
              <a:gd name="connsiteX106" fmla="*/ 111936 w 213962"/>
              <a:gd name="connsiteY106" fmla="*/ 200434 h 2348117"/>
              <a:gd name="connsiteX107" fmla="*/ 111936 w 213962"/>
              <a:gd name="connsiteY107" fmla="*/ 200434 h 2348117"/>
              <a:gd name="connsiteX108" fmla="*/ 115918 w 213962"/>
              <a:gd name="connsiteY108" fmla="*/ 216830 h 2348117"/>
              <a:gd name="connsiteX109" fmla="*/ 115918 w 213962"/>
              <a:gd name="connsiteY109" fmla="*/ 216830 h 2348117"/>
              <a:gd name="connsiteX110" fmla="*/ 119900 w 213962"/>
              <a:gd name="connsiteY110" fmla="*/ 233812 h 2348117"/>
              <a:gd name="connsiteX111" fmla="*/ 119900 w 213962"/>
              <a:gd name="connsiteY111" fmla="*/ 233812 h 2348117"/>
              <a:gd name="connsiteX112" fmla="*/ 123882 w 213962"/>
              <a:gd name="connsiteY112" fmla="*/ 251379 h 2348117"/>
              <a:gd name="connsiteX113" fmla="*/ 123882 w 213962"/>
              <a:gd name="connsiteY113" fmla="*/ 251261 h 2348117"/>
              <a:gd name="connsiteX114" fmla="*/ 131494 w 213962"/>
              <a:gd name="connsiteY114" fmla="*/ 287918 h 2348117"/>
              <a:gd name="connsiteX115" fmla="*/ 131494 w 213962"/>
              <a:gd name="connsiteY115" fmla="*/ 287918 h 2348117"/>
              <a:gd name="connsiteX116" fmla="*/ 138872 w 213962"/>
              <a:gd name="connsiteY116" fmla="*/ 326448 h 2348117"/>
              <a:gd name="connsiteX117" fmla="*/ 138872 w 213962"/>
              <a:gd name="connsiteY117" fmla="*/ 326331 h 2348117"/>
              <a:gd name="connsiteX118" fmla="*/ 146016 w 213962"/>
              <a:gd name="connsiteY118" fmla="*/ 366735 h 2348117"/>
              <a:gd name="connsiteX119" fmla="*/ 146016 w 213962"/>
              <a:gd name="connsiteY119" fmla="*/ 366618 h 2348117"/>
              <a:gd name="connsiteX120" fmla="*/ 152925 w 213962"/>
              <a:gd name="connsiteY120" fmla="*/ 408778 h 2348117"/>
              <a:gd name="connsiteX121" fmla="*/ 152925 w 213962"/>
              <a:gd name="connsiteY121" fmla="*/ 408662 h 2348117"/>
              <a:gd name="connsiteX122" fmla="*/ 159367 w 213962"/>
              <a:gd name="connsiteY122" fmla="*/ 452345 h 2348117"/>
              <a:gd name="connsiteX123" fmla="*/ 159367 w 213962"/>
              <a:gd name="connsiteY123" fmla="*/ 452345 h 2348117"/>
              <a:gd name="connsiteX124" fmla="*/ 165574 w 213962"/>
              <a:gd name="connsiteY124" fmla="*/ 497433 h 2348117"/>
              <a:gd name="connsiteX125" fmla="*/ 165574 w 213962"/>
              <a:gd name="connsiteY125" fmla="*/ 497433 h 2348117"/>
              <a:gd name="connsiteX126" fmla="*/ 171429 w 213962"/>
              <a:gd name="connsiteY126" fmla="*/ 544045 h 2348117"/>
              <a:gd name="connsiteX127" fmla="*/ 171429 w 213962"/>
              <a:gd name="connsiteY127" fmla="*/ 544045 h 2348117"/>
              <a:gd name="connsiteX128" fmla="*/ 176933 w 213962"/>
              <a:gd name="connsiteY128" fmla="*/ 591943 h 2348117"/>
              <a:gd name="connsiteX129" fmla="*/ 176933 w 213962"/>
              <a:gd name="connsiteY129" fmla="*/ 591826 h 2348117"/>
              <a:gd name="connsiteX130" fmla="*/ 182086 w 213962"/>
              <a:gd name="connsiteY130" fmla="*/ 640897 h 2348117"/>
              <a:gd name="connsiteX131" fmla="*/ 182086 w 213962"/>
              <a:gd name="connsiteY131" fmla="*/ 640897 h 2348117"/>
              <a:gd name="connsiteX132" fmla="*/ 186771 w 213962"/>
              <a:gd name="connsiteY132" fmla="*/ 690904 h 2348117"/>
              <a:gd name="connsiteX133" fmla="*/ 186771 w 213962"/>
              <a:gd name="connsiteY133" fmla="*/ 690904 h 2348117"/>
              <a:gd name="connsiteX134" fmla="*/ 191104 w 213962"/>
              <a:gd name="connsiteY134" fmla="*/ 741965 h 2348117"/>
              <a:gd name="connsiteX135" fmla="*/ 191104 w 213962"/>
              <a:gd name="connsiteY135" fmla="*/ 741965 h 2348117"/>
              <a:gd name="connsiteX136" fmla="*/ 194968 w 213962"/>
              <a:gd name="connsiteY136" fmla="*/ 793846 h 2348117"/>
              <a:gd name="connsiteX137" fmla="*/ 194968 w 213962"/>
              <a:gd name="connsiteY137" fmla="*/ 793846 h 2348117"/>
              <a:gd name="connsiteX138" fmla="*/ 198365 w 213962"/>
              <a:gd name="connsiteY138" fmla="*/ 846547 h 2348117"/>
              <a:gd name="connsiteX139" fmla="*/ 198365 w 213962"/>
              <a:gd name="connsiteY139" fmla="*/ 846547 h 2348117"/>
              <a:gd name="connsiteX140" fmla="*/ 201292 w 213962"/>
              <a:gd name="connsiteY140" fmla="*/ 899951 h 2348117"/>
              <a:gd name="connsiteX141" fmla="*/ 201292 w 213962"/>
              <a:gd name="connsiteY141" fmla="*/ 899951 h 2348117"/>
              <a:gd name="connsiteX142" fmla="*/ 203752 w 213962"/>
              <a:gd name="connsiteY142" fmla="*/ 953706 h 2348117"/>
              <a:gd name="connsiteX143" fmla="*/ 203752 w 213962"/>
              <a:gd name="connsiteY143" fmla="*/ 953706 h 2348117"/>
              <a:gd name="connsiteX144" fmla="*/ 205625 w 213962"/>
              <a:gd name="connsiteY144" fmla="*/ 1008047 h 2348117"/>
              <a:gd name="connsiteX145" fmla="*/ 205625 w 213962"/>
              <a:gd name="connsiteY145" fmla="*/ 1007929 h 2348117"/>
              <a:gd name="connsiteX146" fmla="*/ 207031 w 213962"/>
              <a:gd name="connsiteY146" fmla="*/ 1062621 h 2348117"/>
              <a:gd name="connsiteX147" fmla="*/ 207031 w 213962"/>
              <a:gd name="connsiteY147" fmla="*/ 1062621 h 2348117"/>
              <a:gd name="connsiteX148" fmla="*/ 207968 w 213962"/>
              <a:gd name="connsiteY148" fmla="*/ 1117430 h 2348117"/>
              <a:gd name="connsiteX149" fmla="*/ 207968 w 213962"/>
              <a:gd name="connsiteY149" fmla="*/ 1117313 h 2348117"/>
              <a:gd name="connsiteX150" fmla="*/ 208202 w 213962"/>
              <a:gd name="connsiteY150" fmla="*/ 1172473 h 2348117"/>
              <a:gd name="connsiteX151" fmla="*/ 208202 w 213962"/>
              <a:gd name="connsiteY151" fmla="*/ 1172473 h 2348117"/>
              <a:gd name="connsiteX152" fmla="*/ 207968 w 213962"/>
              <a:gd name="connsiteY152" fmla="*/ 1227516 h 2348117"/>
              <a:gd name="connsiteX153" fmla="*/ 207968 w 213962"/>
              <a:gd name="connsiteY153" fmla="*/ 1227399 h 2348117"/>
              <a:gd name="connsiteX154" fmla="*/ 206914 w 213962"/>
              <a:gd name="connsiteY154" fmla="*/ 1282208 h 2348117"/>
              <a:gd name="connsiteX155" fmla="*/ 206914 w 213962"/>
              <a:gd name="connsiteY155" fmla="*/ 1282208 h 2348117"/>
              <a:gd name="connsiteX156" fmla="*/ 205509 w 213962"/>
              <a:gd name="connsiteY156" fmla="*/ 1336900 h 2348117"/>
              <a:gd name="connsiteX157" fmla="*/ 205509 w 213962"/>
              <a:gd name="connsiteY157" fmla="*/ 1336783 h 2348117"/>
              <a:gd name="connsiteX158" fmla="*/ 203400 w 213962"/>
              <a:gd name="connsiteY158" fmla="*/ 1391123 h 2348117"/>
              <a:gd name="connsiteX159" fmla="*/ 203400 w 213962"/>
              <a:gd name="connsiteY159" fmla="*/ 1391123 h 2348117"/>
              <a:gd name="connsiteX160" fmla="*/ 200941 w 213962"/>
              <a:gd name="connsiteY160" fmla="*/ 1444878 h 2348117"/>
              <a:gd name="connsiteX161" fmla="*/ 200941 w 213962"/>
              <a:gd name="connsiteY161" fmla="*/ 1444878 h 2348117"/>
              <a:gd name="connsiteX162" fmla="*/ 197779 w 213962"/>
              <a:gd name="connsiteY162" fmla="*/ 1498164 h 2348117"/>
              <a:gd name="connsiteX163" fmla="*/ 197779 w 213962"/>
              <a:gd name="connsiteY163" fmla="*/ 1498164 h 2348117"/>
              <a:gd name="connsiteX164" fmla="*/ 194149 w 213962"/>
              <a:gd name="connsiteY164" fmla="*/ 1550865 h 2348117"/>
              <a:gd name="connsiteX165" fmla="*/ 194149 w 213962"/>
              <a:gd name="connsiteY165" fmla="*/ 1550865 h 2348117"/>
              <a:gd name="connsiteX166" fmla="*/ 190050 w 213962"/>
              <a:gd name="connsiteY166" fmla="*/ 1602746 h 2348117"/>
              <a:gd name="connsiteX167" fmla="*/ 190050 w 213962"/>
              <a:gd name="connsiteY167" fmla="*/ 1602746 h 2348117"/>
              <a:gd name="connsiteX168" fmla="*/ 185482 w 213962"/>
              <a:gd name="connsiteY168" fmla="*/ 1653807 h 2348117"/>
              <a:gd name="connsiteX169" fmla="*/ 185482 w 213962"/>
              <a:gd name="connsiteY169" fmla="*/ 1653691 h 2348117"/>
              <a:gd name="connsiteX170" fmla="*/ 180564 w 213962"/>
              <a:gd name="connsiteY170" fmla="*/ 1703932 h 2348117"/>
              <a:gd name="connsiteX171" fmla="*/ 180564 w 213962"/>
              <a:gd name="connsiteY171" fmla="*/ 1703815 h 2348117"/>
              <a:gd name="connsiteX172" fmla="*/ 175060 w 213962"/>
              <a:gd name="connsiteY172" fmla="*/ 1752885 h 2348117"/>
              <a:gd name="connsiteX173" fmla="*/ 175060 w 213962"/>
              <a:gd name="connsiteY173" fmla="*/ 1752768 h 2348117"/>
              <a:gd name="connsiteX174" fmla="*/ 169321 w 213962"/>
              <a:gd name="connsiteY174" fmla="*/ 1800668 h 2348117"/>
              <a:gd name="connsiteX175" fmla="*/ 169321 w 213962"/>
              <a:gd name="connsiteY175" fmla="*/ 1800668 h 2348117"/>
              <a:gd name="connsiteX176" fmla="*/ 162997 w 213962"/>
              <a:gd name="connsiteY176" fmla="*/ 1847161 h 2348117"/>
              <a:gd name="connsiteX177" fmla="*/ 163114 w 213962"/>
              <a:gd name="connsiteY177" fmla="*/ 1847161 h 2348117"/>
              <a:gd name="connsiteX178" fmla="*/ 156439 w 213962"/>
              <a:gd name="connsiteY178" fmla="*/ 1892367 h 2348117"/>
              <a:gd name="connsiteX179" fmla="*/ 156439 w 213962"/>
              <a:gd name="connsiteY179" fmla="*/ 1892250 h 2348117"/>
              <a:gd name="connsiteX180" fmla="*/ 149646 w 213962"/>
              <a:gd name="connsiteY180" fmla="*/ 1936050 h 2348117"/>
              <a:gd name="connsiteX181" fmla="*/ 149646 w 213962"/>
              <a:gd name="connsiteY181" fmla="*/ 1935933 h 2348117"/>
              <a:gd name="connsiteX182" fmla="*/ 142385 w 213962"/>
              <a:gd name="connsiteY182" fmla="*/ 1977977 h 2348117"/>
              <a:gd name="connsiteX183" fmla="*/ 142385 w 213962"/>
              <a:gd name="connsiteY183" fmla="*/ 1977977 h 2348117"/>
              <a:gd name="connsiteX184" fmla="*/ 134773 w 213962"/>
              <a:gd name="connsiteY184" fmla="*/ 2018381 h 2348117"/>
              <a:gd name="connsiteX185" fmla="*/ 134773 w 213962"/>
              <a:gd name="connsiteY185" fmla="*/ 2018263 h 2348117"/>
              <a:gd name="connsiteX186" fmla="*/ 126927 w 213962"/>
              <a:gd name="connsiteY186" fmla="*/ 2056794 h 2348117"/>
              <a:gd name="connsiteX187" fmla="*/ 127044 w 213962"/>
              <a:gd name="connsiteY187" fmla="*/ 2056677 h 2348117"/>
              <a:gd name="connsiteX188" fmla="*/ 118846 w 213962"/>
              <a:gd name="connsiteY188" fmla="*/ 2093333 h 2348117"/>
              <a:gd name="connsiteX189" fmla="*/ 118846 w 213962"/>
              <a:gd name="connsiteY189" fmla="*/ 2093333 h 2348117"/>
              <a:gd name="connsiteX190" fmla="*/ 114747 w 213962"/>
              <a:gd name="connsiteY190" fmla="*/ 2110783 h 2348117"/>
              <a:gd name="connsiteX191" fmla="*/ 114747 w 213962"/>
              <a:gd name="connsiteY191" fmla="*/ 2110783 h 2348117"/>
              <a:gd name="connsiteX192" fmla="*/ 110531 w 213962"/>
              <a:gd name="connsiteY192" fmla="*/ 2127765 h 2348117"/>
              <a:gd name="connsiteX193" fmla="*/ 110531 w 213962"/>
              <a:gd name="connsiteY193" fmla="*/ 2127765 h 2348117"/>
              <a:gd name="connsiteX194" fmla="*/ 106198 w 213962"/>
              <a:gd name="connsiteY194" fmla="*/ 2144277 h 2348117"/>
              <a:gd name="connsiteX195" fmla="*/ 106198 w 213962"/>
              <a:gd name="connsiteY195" fmla="*/ 2144277 h 2348117"/>
              <a:gd name="connsiteX196" fmla="*/ 101865 w 213962"/>
              <a:gd name="connsiteY196" fmla="*/ 2160088 h 2348117"/>
              <a:gd name="connsiteX197" fmla="*/ 101865 w 213962"/>
              <a:gd name="connsiteY197" fmla="*/ 2160088 h 2348117"/>
              <a:gd name="connsiteX198" fmla="*/ 97532 w 213962"/>
              <a:gd name="connsiteY198" fmla="*/ 2175430 h 2348117"/>
              <a:gd name="connsiteX199" fmla="*/ 97532 w 213962"/>
              <a:gd name="connsiteY199" fmla="*/ 2175430 h 2348117"/>
              <a:gd name="connsiteX200" fmla="*/ 93081 w 213962"/>
              <a:gd name="connsiteY200" fmla="*/ 2190186 h 2348117"/>
              <a:gd name="connsiteX201" fmla="*/ 93081 w 213962"/>
              <a:gd name="connsiteY201" fmla="*/ 2190186 h 2348117"/>
              <a:gd name="connsiteX202" fmla="*/ 88631 w 213962"/>
              <a:gd name="connsiteY202" fmla="*/ 2204356 h 2348117"/>
              <a:gd name="connsiteX203" fmla="*/ 88631 w 213962"/>
              <a:gd name="connsiteY203" fmla="*/ 2204356 h 2348117"/>
              <a:gd name="connsiteX204" fmla="*/ 84181 w 213962"/>
              <a:gd name="connsiteY204" fmla="*/ 2217942 h 2348117"/>
              <a:gd name="connsiteX205" fmla="*/ 84181 w 213962"/>
              <a:gd name="connsiteY205" fmla="*/ 2217942 h 2348117"/>
              <a:gd name="connsiteX206" fmla="*/ 79614 w 213962"/>
              <a:gd name="connsiteY206" fmla="*/ 2230824 h 2348117"/>
              <a:gd name="connsiteX207" fmla="*/ 79614 w 213962"/>
              <a:gd name="connsiteY207" fmla="*/ 2230707 h 2348117"/>
              <a:gd name="connsiteX208" fmla="*/ 74929 w 213962"/>
              <a:gd name="connsiteY208" fmla="*/ 2243121 h 2348117"/>
              <a:gd name="connsiteX209" fmla="*/ 74929 w 213962"/>
              <a:gd name="connsiteY209" fmla="*/ 2243121 h 2348117"/>
              <a:gd name="connsiteX210" fmla="*/ 70362 w 213962"/>
              <a:gd name="connsiteY210" fmla="*/ 2254715 h 2348117"/>
              <a:gd name="connsiteX211" fmla="*/ 70362 w 213962"/>
              <a:gd name="connsiteY211" fmla="*/ 2254715 h 2348117"/>
              <a:gd name="connsiteX212" fmla="*/ 65677 w 213962"/>
              <a:gd name="connsiteY212" fmla="*/ 2265841 h 2348117"/>
              <a:gd name="connsiteX213" fmla="*/ 65677 w 213962"/>
              <a:gd name="connsiteY213" fmla="*/ 2265723 h 2348117"/>
              <a:gd name="connsiteX214" fmla="*/ 60993 w 213962"/>
              <a:gd name="connsiteY214" fmla="*/ 2276029 h 2348117"/>
              <a:gd name="connsiteX215" fmla="*/ 60993 w 213962"/>
              <a:gd name="connsiteY215" fmla="*/ 2276029 h 2348117"/>
              <a:gd name="connsiteX216" fmla="*/ 56308 w 213962"/>
              <a:gd name="connsiteY216" fmla="*/ 2285633 h 2348117"/>
              <a:gd name="connsiteX217" fmla="*/ 56308 w 213962"/>
              <a:gd name="connsiteY217" fmla="*/ 2285633 h 2348117"/>
              <a:gd name="connsiteX218" fmla="*/ 51507 w 213962"/>
              <a:gd name="connsiteY218" fmla="*/ 2294533 h 2348117"/>
              <a:gd name="connsiteX219" fmla="*/ 51624 w 213962"/>
              <a:gd name="connsiteY219" fmla="*/ 2294416 h 2348117"/>
              <a:gd name="connsiteX220" fmla="*/ 46822 w 213962"/>
              <a:gd name="connsiteY220" fmla="*/ 2302731 h 2348117"/>
              <a:gd name="connsiteX221" fmla="*/ 46822 w 213962"/>
              <a:gd name="connsiteY221" fmla="*/ 2302731 h 2348117"/>
              <a:gd name="connsiteX222" fmla="*/ 42021 w 213962"/>
              <a:gd name="connsiteY222" fmla="*/ 2310227 h 2348117"/>
              <a:gd name="connsiteX223" fmla="*/ 42138 w 213962"/>
              <a:gd name="connsiteY223" fmla="*/ 2310110 h 2348117"/>
              <a:gd name="connsiteX224" fmla="*/ 37219 w 213962"/>
              <a:gd name="connsiteY224" fmla="*/ 2316902 h 2348117"/>
              <a:gd name="connsiteX225" fmla="*/ 37336 w 213962"/>
              <a:gd name="connsiteY225" fmla="*/ 2316668 h 2348117"/>
              <a:gd name="connsiteX226" fmla="*/ 32418 w 213962"/>
              <a:gd name="connsiteY226" fmla="*/ 2322757 h 2348117"/>
              <a:gd name="connsiteX227" fmla="*/ 32535 w 213962"/>
              <a:gd name="connsiteY227" fmla="*/ 2322641 h 2348117"/>
              <a:gd name="connsiteX228" fmla="*/ 27733 w 213962"/>
              <a:gd name="connsiteY228" fmla="*/ 2328028 h 2348117"/>
              <a:gd name="connsiteX229" fmla="*/ 27968 w 213962"/>
              <a:gd name="connsiteY229" fmla="*/ 2327794 h 2348117"/>
              <a:gd name="connsiteX230" fmla="*/ 23049 w 213962"/>
              <a:gd name="connsiteY230" fmla="*/ 2332361 h 2348117"/>
              <a:gd name="connsiteX231" fmla="*/ 23283 w 213962"/>
              <a:gd name="connsiteY231" fmla="*/ 2332127 h 2348117"/>
              <a:gd name="connsiteX232" fmla="*/ 18364 w 213962"/>
              <a:gd name="connsiteY232" fmla="*/ 2335757 h 2348117"/>
              <a:gd name="connsiteX233" fmla="*/ 18598 w 213962"/>
              <a:gd name="connsiteY233" fmla="*/ 2335640 h 2348117"/>
              <a:gd name="connsiteX234" fmla="*/ 13680 w 213962"/>
              <a:gd name="connsiteY234" fmla="*/ 2338685 h 2348117"/>
              <a:gd name="connsiteX235" fmla="*/ 14031 w 213962"/>
              <a:gd name="connsiteY235" fmla="*/ 2338451 h 2348117"/>
              <a:gd name="connsiteX236" fmla="*/ 8996 w 213962"/>
              <a:gd name="connsiteY236" fmla="*/ 2340559 h 2348117"/>
              <a:gd name="connsiteX237" fmla="*/ 9464 w 213962"/>
              <a:gd name="connsiteY237" fmla="*/ 2340442 h 2348117"/>
              <a:gd name="connsiteX238" fmla="*/ 4545 w 213962"/>
              <a:gd name="connsiteY238" fmla="*/ 2341613 h 2348117"/>
              <a:gd name="connsiteX239" fmla="*/ 5014 w 213962"/>
              <a:gd name="connsiteY239" fmla="*/ 2341613 h 2348117"/>
              <a:gd name="connsiteX240" fmla="*/ 95 w 213962"/>
              <a:gd name="connsiteY240" fmla="*/ 2341964 h 2348117"/>
              <a:gd name="connsiteX241" fmla="*/ 87109 w 213962"/>
              <a:gd name="connsiteY241" fmla="*/ 23125 h 2348117"/>
              <a:gd name="connsiteX242" fmla="*/ 12040 w 213962"/>
              <a:gd name="connsiteY242" fmla="*/ -298 h 2348117"/>
              <a:gd name="connsiteX243" fmla="*/ 38273 w 213962"/>
              <a:gd name="connsiteY243" fmla="*/ 73835 h 2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</a:cxnLst>
            <a:rect l="l" t="t" r="r" b="b"/>
            <a:pathLst>
              <a:path w="213962" h="2348117">
                <a:moveTo>
                  <a:pt x="563" y="2347820"/>
                </a:moveTo>
                <a:lnTo>
                  <a:pt x="5716" y="2347352"/>
                </a:lnTo>
                <a:lnTo>
                  <a:pt x="11103" y="2346063"/>
                </a:lnTo>
                <a:lnTo>
                  <a:pt x="16490" y="2343721"/>
                </a:lnTo>
                <a:lnTo>
                  <a:pt x="21761" y="2340559"/>
                </a:lnTo>
                <a:lnTo>
                  <a:pt x="26796" y="2336694"/>
                </a:lnTo>
                <a:lnTo>
                  <a:pt x="31949" y="2332010"/>
                </a:lnTo>
                <a:lnTo>
                  <a:pt x="36985" y="2326505"/>
                </a:lnTo>
                <a:lnTo>
                  <a:pt x="42021" y="2320298"/>
                </a:lnTo>
                <a:lnTo>
                  <a:pt x="46940" y="2313506"/>
                </a:lnTo>
                <a:lnTo>
                  <a:pt x="51858" y="2305777"/>
                </a:lnTo>
                <a:lnTo>
                  <a:pt x="56660" y="2297344"/>
                </a:lnTo>
                <a:lnTo>
                  <a:pt x="61461" y="2288327"/>
                </a:lnTo>
                <a:lnTo>
                  <a:pt x="66263" y="2278489"/>
                </a:lnTo>
                <a:lnTo>
                  <a:pt x="71064" y="2268066"/>
                </a:lnTo>
                <a:lnTo>
                  <a:pt x="75749" y="2256940"/>
                </a:lnTo>
                <a:lnTo>
                  <a:pt x="80433" y="2245229"/>
                </a:lnTo>
                <a:lnTo>
                  <a:pt x="85118" y="2232815"/>
                </a:lnTo>
                <a:lnTo>
                  <a:pt x="89685" y="2219815"/>
                </a:lnTo>
                <a:lnTo>
                  <a:pt x="94135" y="2206113"/>
                </a:lnTo>
                <a:lnTo>
                  <a:pt x="98703" y="2191942"/>
                </a:lnTo>
                <a:lnTo>
                  <a:pt x="103153" y="2177069"/>
                </a:lnTo>
                <a:lnTo>
                  <a:pt x="107603" y="2161727"/>
                </a:lnTo>
                <a:lnTo>
                  <a:pt x="111819" y="2145800"/>
                </a:lnTo>
                <a:lnTo>
                  <a:pt x="116152" y="2129170"/>
                </a:lnTo>
                <a:lnTo>
                  <a:pt x="120368" y="2112188"/>
                </a:lnTo>
                <a:lnTo>
                  <a:pt x="124585" y="2094621"/>
                </a:lnTo>
                <a:lnTo>
                  <a:pt x="132665" y="2057965"/>
                </a:lnTo>
                <a:lnTo>
                  <a:pt x="140512" y="2019435"/>
                </a:lnTo>
                <a:lnTo>
                  <a:pt x="148124" y="1979031"/>
                </a:lnTo>
                <a:lnTo>
                  <a:pt x="155385" y="1936988"/>
                </a:lnTo>
                <a:lnTo>
                  <a:pt x="162294" y="1893187"/>
                </a:lnTo>
                <a:lnTo>
                  <a:pt x="168853" y="1847981"/>
                </a:lnTo>
                <a:lnTo>
                  <a:pt x="175060" y="1801370"/>
                </a:lnTo>
                <a:lnTo>
                  <a:pt x="180915" y="1753471"/>
                </a:lnTo>
                <a:lnTo>
                  <a:pt x="186302" y="1704518"/>
                </a:lnTo>
                <a:lnTo>
                  <a:pt x="191338" y="1654276"/>
                </a:lnTo>
                <a:lnTo>
                  <a:pt x="195905" y="1603215"/>
                </a:lnTo>
                <a:lnTo>
                  <a:pt x="200004" y="1551334"/>
                </a:lnTo>
                <a:lnTo>
                  <a:pt x="203518" y="1498516"/>
                </a:lnTo>
                <a:lnTo>
                  <a:pt x="206679" y="1445229"/>
                </a:lnTo>
                <a:lnTo>
                  <a:pt x="209256" y="1391357"/>
                </a:lnTo>
                <a:lnTo>
                  <a:pt x="211247" y="1337017"/>
                </a:lnTo>
                <a:lnTo>
                  <a:pt x="212769" y="1282325"/>
                </a:lnTo>
                <a:lnTo>
                  <a:pt x="213706" y="1227516"/>
                </a:lnTo>
                <a:lnTo>
                  <a:pt x="214057" y="1172473"/>
                </a:lnTo>
                <a:lnTo>
                  <a:pt x="213823" y="1117313"/>
                </a:lnTo>
                <a:lnTo>
                  <a:pt x="212887" y="1062504"/>
                </a:lnTo>
                <a:lnTo>
                  <a:pt x="211481" y="1007812"/>
                </a:lnTo>
                <a:lnTo>
                  <a:pt x="209490" y="953471"/>
                </a:lnTo>
                <a:lnTo>
                  <a:pt x="207031" y="899600"/>
                </a:lnTo>
                <a:lnTo>
                  <a:pt x="204220" y="846196"/>
                </a:lnTo>
                <a:lnTo>
                  <a:pt x="200707" y="793495"/>
                </a:lnTo>
                <a:lnTo>
                  <a:pt x="196842" y="741497"/>
                </a:lnTo>
                <a:lnTo>
                  <a:pt x="192626" y="690436"/>
                </a:lnTo>
                <a:lnTo>
                  <a:pt x="187942" y="640311"/>
                </a:lnTo>
                <a:lnTo>
                  <a:pt x="182789" y="591241"/>
                </a:lnTo>
                <a:lnTo>
                  <a:pt x="177285" y="543342"/>
                </a:lnTo>
                <a:lnTo>
                  <a:pt x="171429" y="496613"/>
                </a:lnTo>
                <a:lnTo>
                  <a:pt x="165105" y="451525"/>
                </a:lnTo>
                <a:lnTo>
                  <a:pt x="158664" y="407842"/>
                </a:lnTo>
                <a:lnTo>
                  <a:pt x="151754" y="365681"/>
                </a:lnTo>
                <a:lnTo>
                  <a:pt x="144728" y="325277"/>
                </a:lnTo>
                <a:lnTo>
                  <a:pt x="137232" y="286747"/>
                </a:lnTo>
                <a:lnTo>
                  <a:pt x="129503" y="250090"/>
                </a:lnTo>
                <a:lnTo>
                  <a:pt x="125638" y="232523"/>
                </a:lnTo>
                <a:lnTo>
                  <a:pt x="121657" y="215425"/>
                </a:lnTo>
                <a:lnTo>
                  <a:pt x="117558" y="199029"/>
                </a:lnTo>
                <a:lnTo>
                  <a:pt x="113459" y="182985"/>
                </a:lnTo>
                <a:lnTo>
                  <a:pt x="109360" y="167643"/>
                </a:lnTo>
                <a:lnTo>
                  <a:pt x="105144" y="152769"/>
                </a:lnTo>
                <a:lnTo>
                  <a:pt x="100811" y="138482"/>
                </a:lnTo>
                <a:lnTo>
                  <a:pt x="96595" y="125014"/>
                </a:lnTo>
                <a:lnTo>
                  <a:pt x="92262" y="111897"/>
                </a:lnTo>
                <a:lnTo>
                  <a:pt x="87929" y="99483"/>
                </a:lnTo>
                <a:lnTo>
                  <a:pt x="83478" y="87772"/>
                </a:lnTo>
                <a:lnTo>
                  <a:pt x="79028" y="76646"/>
                </a:lnTo>
                <a:lnTo>
                  <a:pt x="74578" y="66223"/>
                </a:lnTo>
                <a:lnTo>
                  <a:pt x="70011" y="56386"/>
                </a:lnTo>
                <a:lnTo>
                  <a:pt x="65209" y="47016"/>
                </a:lnTo>
                <a:lnTo>
                  <a:pt x="56308" y="38233"/>
                </a:lnTo>
                <a:lnTo>
                  <a:pt x="52210" y="42449"/>
                </a:lnTo>
                <a:lnTo>
                  <a:pt x="60759" y="50881"/>
                </a:lnTo>
                <a:lnTo>
                  <a:pt x="60173" y="50061"/>
                </a:lnTo>
                <a:lnTo>
                  <a:pt x="64740" y="59079"/>
                </a:lnTo>
                <a:lnTo>
                  <a:pt x="64740" y="58962"/>
                </a:lnTo>
                <a:lnTo>
                  <a:pt x="69191" y="68565"/>
                </a:lnTo>
                <a:lnTo>
                  <a:pt x="69191" y="68448"/>
                </a:lnTo>
                <a:lnTo>
                  <a:pt x="73524" y="78988"/>
                </a:lnTo>
                <a:lnTo>
                  <a:pt x="73524" y="78871"/>
                </a:lnTo>
                <a:lnTo>
                  <a:pt x="78091" y="89880"/>
                </a:lnTo>
                <a:lnTo>
                  <a:pt x="77974" y="89880"/>
                </a:lnTo>
                <a:lnTo>
                  <a:pt x="82424" y="101474"/>
                </a:lnTo>
                <a:lnTo>
                  <a:pt x="82424" y="101474"/>
                </a:lnTo>
                <a:lnTo>
                  <a:pt x="86640" y="113771"/>
                </a:lnTo>
                <a:lnTo>
                  <a:pt x="86640" y="113771"/>
                </a:lnTo>
                <a:lnTo>
                  <a:pt x="91090" y="126770"/>
                </a:lnTo>
                <a:lnTo>
                  <a:pt x="91090" y="126770"/>
                </a:lnTo>
                <a:lnTo>
                  <a:pt x="95307" y="140238"/>
                </a:lnTo>
                <a:lnTo>
                  <a:pt x="95307" y="140238"/>
                </a:lnTo>
                <a:lnTo>
                  <a:pt x="99522" y="154409"/>
                </a:lnTo>
                <a:lnTo>
                  <a:pt x="99406" y="154409"/>
                </a:lnTo>
                <a:lnTo>
                  <a:pt x="103621" y="169165"/>
                </a:lnTo>
                <a:lnTo>
                  <a:pt x="103621" y="169165"/>
                </a:lnTo>
                <a:lnTo>
                  <a:pt x="107838" y="184507"/>
                </a:lnTo>
                <a:lnTo>
                  <a:pt x="107838" y="184507"/>
                </a:lnTo>
                <a:lnTo>
                  <a:pt x="111936" y="200434"/>
                </a:lnTo>
                <a:lnTo>
                  <a:pt x="111936" y="200434"/>
                </a:lnTo>
                <a:lnTo>
                  <a:pt x="115918" y="216830"/>
                </a:lnTo>
                <a:lnTo>
                  <a:pt x="115918" y="216830"/>
                </a:lnTo>
                <a:lnTo>
                  <a:pt x="119900" y="233812"/>
                </a:lnTo>
                <a:lnTo>
                  <a:pt x="119900" y="233812"/>
                </a:lnTo>
                <a:lnTo>
                  <a:pt x="123882" y="251379"/>
                </a:lnTo>
                <a:lnTo>
                  <a:pt x="123882" y="251261"/>
                </a:lnTo>
                <a:lnTo>
                  <a:pt x="131494" y="287918"/>
                </a:lnTo>
                <a:lnTo>
                  <a:pt x="131494" y="287918"/>
                </a:lnTo>
                <a:lnTo>
                  <a:pt x="138872" y="326448"/>
                </a:lnTo>
                <a:lnTo>
                  <a:pt x="138872" y="326331"/>
                </a:lnTo>
                <a:lnTo>
                  <a:pt x="146016" y="366735"/>
                </a:lnTo>
                <a:lnTo>
                  <a:pt x="146016" y="366618"/>
                </a:lnTo>
                <a:lnTo>
                  <a:pt x="152925" y="408778"/>
                </a:lnTo>
                <a:lnTo>
                  <a:pt x="152925" y="408662"/>
                </a:lnTo>
                <a:lnTo>
                  <a:pt x="159367" y="452345"/>
                </a:lnTo>
                <a:lnTo>
                  <a:pt x="159367" y="452345"/>
                </a:lnTo>
                <a:lnTo>
                  <a:pt x="165574" y="497433"/>
                </a:lnTo>
                <a:lnTo>
                  <a:pt x="165574" y="497433"/>
                </a:lnTo>
                <a:lnTo>
                  <a:pt x="171429" y="544045"/>
                </a:lnTo>
                <a:lnTo>
                  <a:pt x="171429" y="544045"/>
                </a:lnTo>
                <a:lnTo>
                  <a:pt x="176933" y="591943"/>
                </a:lnTo>
                <a:lnTo>
                  <a:pt x="176933" y="591826"/>
                </a:lnTo>
                <a:lnTo>
                  <a:pt x="182086" y="640897"/>
                </a:lnTo>
                <a:lnTo>
                  <a:pt x="182086" y="640897"/>
                </a:lnTo>
                <a:lnTo>
                  <a:pt x="186771" y="690904"/>
                </a:lnTo>
                <a:lnTo>
                  <a:pt x="186771" y="690904"/>
                </a:lnTo>
                <a:lnTo>
                  <a:pt x="191104" y="741965"/>
                </a:lnTo>
                <a:lnTo>
                  <a:pt x="191104" y="741965"/>
                </a:lnTo>
                <a:lnTo>
                  <a:pt x="194968" y="793846"/>
                </a:lnTo>
                <a:lnTo>
                  <a:pt x="194968" y="793846"/>
                </a:lnTo>
                <a:lnTo>
                  <a:pt x="198365" y="846547"/>
                </a:lnTo>
                <a:lnTo>
                  <a:pt x="198365" y="846547"/>
                </a:lnTo>
                <a:lnTo>
                  <a:pt x="201292" y="899951"/>
                </a:lnTo>
                <a:lnTo>
                  <a:pt x="201292" y="899951"/>
                </a:lnTo>
                <a:lnTo>
                  <a:pt x="203752" y="953706"/>
                </a:lnTo>
                <a:lnTo>
                  <a:pt x="203752" y="953706"/>
                </a:lnTo>
                <a:lnTo>
                  <a:pt x="205625" y="1008047"/>
                </a:lnTo>
                <a:lnTo>
                  <a:pt x="205625" y="1007929"/>
                </a:lnTo>
                <a:lnTo>
                  <a:pt x="207031" y="1062621"/>
                </a:lnTo>
                <a:lnTo>
                  <a:pt x="207031" y="1062621"/>
                </a:lnTo>
                <a:lnTo>
                  <a:pt x="207968" y="1117430"/>
                </a:lnTo>
                <a:lnTo>
                  <a:pt x="207968" y="1117313"/>
                </a:lnTo>
                <a:lnTo>
                  <a:pt x="208202" y="1172473"/>
                </a:lnTo>
                <a:lnTo>
                  <a:pt x="208202" y="1172473"/>
                </a:lnTo>
                <a:lnTo>
                  <a:pt x="207968" y="1227516"/>
                </a:lnTo>
                <a:lnTo>
                  <a:pt x="207968" y="1227399"/>
                </a:lnTo>
                <a:lnTo>
                  <a:pt x="206914" y="1282208"/>
                </a:lnTo>
                <a:lnTo>
                  <a:pt x="206914" y="1282208"/>
                </a:lnTo>
                <a:lnTo>
                  <a:pt x="205509" y="1336900"/>
                </a:lnTo>
                <a:lnTo>
                  <a:pt x="205509" y="1336783"/>
                </a:lnTo>
                <a:lnTo>
                  <a:pt x="203400" y="1391123"/>
                </a:lnTo>
                <a:lnTo>
                  <a:pt x="203400" y="1391123"/>
                </a:lnTo>
                <a:lnTo>
                  <a:pt x="200941" y="1444878"/>
                </a:lnTo>
                <a:lnTo>
                  <a:pt x="200941" y="1444878"/>
                </a:lnTo>
                <a:lnTo>
                  <a:pt x="197779" y="1498164"/>
                </a:lnTo>
                <a:lnTo>
                  <a:pt x="197779" y="1498164"/>
                </a:lnTo>
                <a:lnTo>
                  <a:pt x="194149" y="1550865"/>
                </a:lnTo>
                <a:lnTo>
                  <a:pt x="194149" y="1550865"/>
                </a:lnTo>
                <a:lnTo>
                  <a:pt x="190050" y="1602746"/>
                </a:lnTo>
                <a:lnTo>
                  <a:pt x="190050" y="1602746"/>
                </a:lnTo>
                <a:lnTo>
                  <a:pt x="185482" y="1653807"/>
                </a:lnTo>
                <a:lnTo>
                  <a:pt x="185482" y="1653691"/>
                </a:lnTo>
                <a:lnTo>
                  <a:pt x="180564" y="1703932"/>
                </a:lnTo>
                <a:lnTo>
                  <a:pt x="180564" y="1703815"/>
                </a:lnTo>
                <a:lnTo>
                  <a:pt x="175060" y="1752885"/>
                </a:lnTo>
                <a:lnTo>
                  <a:pt x="175060" y="1752768"/>
                </a:lnTo>
                <a:lnTo>
                  <a:pt x="169321" y="1800668"/>
                </a:lnTo>
                <a:lnTo>
                  <a:pt x="169321" y="1800668"/>
                </a:lnTo>
                <a:lnTo>
                  <a:pt x="162997" y="1847161"/>
                </a:lnTo>
                <a:lnTo>
                  <a:pt x="163114" y="1847161"/>
                </a:lnTo>
                <a:lnTo>
                  <a:pt x="156439" y="1892367"/>
                </a:lnTo>
                <a:lnTo>
                  <a:pt x="156439" y="1892250"/>
                </a:lnTo>
                <a:lnTo>
                  <a:pt x="149646" y="1936050"/>
                </a:lnTo>
                <a:lnTo>
                  <a:pt x="149646" y="1935933"/>
                </a:lnTo>
                <a:lnTo>
                  <a:pt x="142385" y="1977977"/>
                </a:lnTo>
                <a:lnTo>
                  <a:pt x="142385" y="1977977"/>
                </a:lnTo>
                <a:lnTo>
                  <a:pt x="134773" y="2018381"/>
                </a:lnTo>
                <a:lnTo>
                  <a:pt x="134773" y="2018263"/>
                </a:lnTo>
                <a:lnTo>
                  <a:pt x="126927" y="2056794"/>
                </a:lnTo>
                <a:lnTo>
                  <a:pt x="127044" y="2056677"/>
                </a:lnTo>
                <a:lnTo>
                  <a:pt x="118846" y="2093333"/>
                </a:lnTo>
                <a:lnTo>
                  <a:pt x="118846" y="2093333"/>
                </a:lnTo>
                <a:lnTo>
                  <a:pt x="114747" y="2110783"/>
                </a:lnTo>
                <a:lnTo>
                  <a:pt x="114747" y="2110783"/>
                </a:lnTo>
                <a:lnTo>
                  <a:pt x="110531" y="2127765"/>
                </a:lnTo>
                <a:lnTo>
                  <a:pt x="110531" y="2127765"/>
                </a:lnTo>
                <a:lnTo>
                  <a:pt x="106198" y="2144277"/>
                </a:lnTo>
                <a:lnTo>
                  <a:pt x="106198" y="2144277"/>
                </a:lnTo>
                <a:lnTo>
                  <a:pt x="101865" y="2160088"/>
                </a:lnTo>
                <a:lnTo>
                  <a:pt x="101865" y="2160088"/>
                </a:lnTo>
                <a:lnTo>
                  <a:pt x="97532" y="2175430"/>
                </a:lnTo>
                <a:lnTo>
                  <a:pt x="97532" y="2175430"/>
                </a:lnTo>
                <a:lnTo>
                  <a:pt x="93081" y="2190186"/>
                </a:lnTo>
                <a:lnTo>
                  <a:pt x="93081" y="2190186"/>
                </a:lnTo>
                <a:lnTo>
                  <a:pt x="88631" y="2204356"/>
                </a:lnTo>
                <a:lnTo>
                  <a:pt x="88631" y="2204356"/>
                </a:lnTo>
                <a:lnTo>
                  <a:pt x="84181" y="2217942"/>
                </a:lnTo>
                <a:lnTo>
                  <a:pt x="84181" y="2217942"/>
                </a:lnTo>
                <a:lnTo>
                  <a:pt x="79614" y="2230824"/>
                </a:lnTo>
                <a:lnTo>
                  <a:pt x="79614" y="2230707"/>
                </a:lnTo>
                <a:lnTo>
                  <a:pt x="74929" y="2243121"/>
                </a:lnTo>
                <a:lnTo>
                  <a:pt x="74929" y="2243121"/>
                </a:lnTo>
                <a:lnTo>
                  <a:pt x="70362" y="2254715"/>
                </a:lnTo>
                <a:lnTo>
                  <a:pt x="70362" y="2254715"/>
                </a:lnTo>
                <a:lnTo>
                  <a:pt x="65677" y="2265841"/>
                </a:lnTo>
                <a:lnTo>
                  <a:pt x="65677" y="2265723"/>
                </a:lnTo>
                <a:lnTo>
                  <a:pt x="60993" y="2276029"/>
                </a:lnTo>
                <a:lnTo>
                  <a:pt x="60993" y="2276029"/>
                </a:lnTo>
                <a:lnTo>
                  <a:pt x="56308" y="2285633"/>
                </a:lnTo>
                <a:lnTo>
                  <a:pt x="56308" y="2285633"/>
                </a:lnTo>
                <a:lnTo>
                  <a:pt x="51507" y="2294533"/>
                </a:lnTo>
                <a:lnTo>
                  <a:pt x="51624" y="2294416"/>
                </a:lnTo>
                <a:lnTo>
                  <a:pt x="46822" y="2302731"/>
                </a:lnTo>
                <a:lnTo>
                  <a:pt x="46822" y="2302731"/>
                </a:lnTo>
                <a:lnTo>
                  <a:pt x="42021" y="2310227"/>
                </a:lnTo>
                <a:lnTo>
                  <a:pt x="42138" y="2310110"/>
                </a:lnTo>
                <a:lnTo>
                  <a:pt x="37219" y="2316902"/>
                </a:lnTo>
                <a:lnTo>
                  <a:pt x="37336" y="2316668"/>
                </a:lnTo>
                <a:lnTo>
                  <a:pt x="32418" y="2322757"/>
                </a:lnTo>
                <a:lnTo>
                  <a:pt x="32535" y="2322641"/>
                </a:lnTo>
                <a:lnTo>
                  <a:pt x="27733" y="2328028"/>
                </a:lnTo>
                <a:lnTo>
                  <a:pt x="27968" y="2327794"/>
                </a:lnTo>
                <a:lnTo>
                  <a:pt x="23049" y="2332361"/>
                </a:lnTo>
                <a:lnTo>
                  <a:pt x="23283" y="2332127"/>
                </a:lnTo>
                <a:lnTo>
                  <a:pt x="18364" y="2335757"/>
                </a:lnTo>
                <a:lnTo>
                  <a:pt x="18598" y="2335640"/>
                </a:lnTo>
                <a:lnTo>
                  <a:pt x="13680" y="2338685"/>
                </a:lnTo>
                <a:lnTo>
                  <a:pt x="14031" y="2338451"/>
                </a:lnTo>
                <a:lnTo>
                  <a:pt x="8996" y="2340559"/>
                </a:lnTo>
                <a:lnTo>
                  <a:pt x="9464" y="2340442"/>
                </a:lnTo>
                <a:lnTo>
                  <a:pt x="4545" y="2341613"/>
                </a:lnTo>
                <a:lnTo>
                  <a:pt x="5014" y="2341613"/>
                </a:lnTo>
                <a:lnTo>
                  <a:pt x="95" y="2341964"/>
                </a:lnTo>
                <a:close/>
                <a:moveTo>
                  <a:pt x="87109" y="23125"/>
                </a:moveTo>
                <a:lnTo>
                  <a:pt x="12040" y="-298"/>
                </a:lnTo>
                <a:lnTo>
                  <a:pt x="38273" y="73835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0E7F2F72-FFA4-EDF2-F19F-7EF0BC7CB1F7}"/>
              </a:ext>
            </a:extLst>
          </p:cNvPr>
          <p:cNvSpPr/>
          <p:nvPr/>
        </p:nvSpPr>
        <p:spPr>
          <a:xfrm flipV="1">
            <a:off x="6142208" y="2905268"/>
            <a:ext cx="214079" cy="2673105"/>
          </a:xfrm>
          <a:custGeom>
            <a:avLst/>
            <a:gdLst>
              <a:gd name="connsiteX0" fmla="*/ 681 w 214079"/>
              <a:gd name="connsiteY0" fmla="*/ 2672841 h 2673105"/>
              <a:gd name="connsiteX1" fmla="*/ 5951 w 214079"/>
              <a:gd name="connsiteY1" fmla="*/ 2672255 h 2673105"/>
              <a:gd name="connsiteX2" fmla="*/ 11338 w 214079"/>
              <a:gd name="connsiteY2" fmla="*/ 2670733 h 2673105"/>
              <a:gd name="connsiteX3" fmla="*/ 16725 w 214079"/>
              <a:gd name="connsiteY3" fmla="*/ 2668157 h 2673105"/>
              <a:gd name="connsiteX4" fmla="*/ 21995 w 214079"/>
              <a:gd name="connsiteY4" fmla="*/ 2664643 h 2673105"/>
              <a:gd name="connsiteX5" fmla="*/ 27148 w 214079"/>
              <a:gd name="connsiteY5" fmla="*/ 2660076 h 2673105"/>
              <a:gd name="connsiteX6" fmla="*/ 32184 w 214079"/>
              <a:gd name="connsiteY6" fmla="*/ 2654806 h 2673105"/>
              <a:gd name="connsiteX7" fmla="*/ 37219 w 214079"/>
              <a:gd name="connsiteY7" fmla="*/ 2648598 h 2673105"/>
              <a:gd name="connsiteX8" fmla="*/ 42255 w 214079"/>
              <a:gd name="connsiteY8" fmla="*/ 2641572 h 2673105"/>
              <a:gd name="connsiteX9" fmla="*/ 47174 w 214079"/>
              <a:gd name="connsiteY9" fmla="*/ 2633608 h 2673105"/>
              <a:gd name="connsiteX10" fmla="*/ 51976 w 214079"/>
              <a:gd name="connsiteY10" fmla="*/ 2624942 h 2673105"/>
              <a:gd name="connsiteX11" fmla="*/ 56894 w 214079"/>
              <a:gd name="connsiteY11" fmla="*/ 2615456 h 2673105"/>
              <a:gd name="connsiteX12" fmla="*/ 61696 w 214079"/>
              <a:gd name="connsiteY12" fmla="*/ 2605150 h 2673105"/>
              <a:gd name="connsiteX13" fmla="*/ 66497 w 214079"/>
              <a:gd name="connsiteY13" fmla="*/ 2594024 h 2673105"/>
              <a:gd name="connsiteX14" fmla="*/ 71182 w 214079"/>
              <a:gd name="connsiteY14" fmla="*/ 2582195 h 2673105"/>
              <a:gd name="connsiteX15" fmla="*/ 75866 w 214079"/>
              <a:gd name="connsiteY15" fmla="*/ 2569431 h 2673105"/>
              <a:gd name="connsiteX16" fmla="*/ 80550 w 214079"/>
              <a:gd name="connsiteY16" fmla="*/ 2556197 h 2673105"/>
              <a:gd name="connsiteX17" fmla="*/ 85235 w 214079"/>
              <a:gd name="connsiteY17" fmla="*/ 2542026 h 2673105"/>
              <a:gd name="connsiteX18" fmla="*/ 89802 w 214079"/>
              <a:gd name="connsiteY18" fmla="*/ 2527269 h 2673105"/>
              <a:gd name="connsiteX19" fmla="*/ 94370 w 214079"/>
              <a:gd name="connsiteY19" fmla="*/ 2511693 h 2673105"/>
              <a:gd name="connsiteX20" fmla="*/ 98820 w 214079"/>
              <a:gd name="connsiteY20" fmla="*/ 2495532 h 2673105"/>
              <a:gd name="connsiteX21" fmla="*/ 103270 w 214079"/>
              <a:gd name="connsiteY21" fmla="*/ 2478668 h 2673105"/>
              <a:gd name="connsiteX22" fmla="*/ 107720 w 214079"/>
              <a:gd name="connsiteY22" fmla="*/ 2461101 h 2673105"/>
              <a:gd name="connsiteX23" fmla="*/ 112053 w 214079"/>
              <a:gd name="connsiteY23" fmla="*/ 2442948 h 2673105"/>
              <a:gd name="connsiteX24" fmla="*/ 116270 w 214079"/>
              <a:gd name="connsiteY24" fmla="*/ 2424210 h 2673105"/>
              <a:gd name="connsiteX25" fmla="*/ 120486 w 214079"/>
              <a:gd name="connsiteY25" fmla="*/ 2404769 h 2673105"/>
              <a:gd name="connsiteX26" fmla="*/ 124702 w 214079"/>
              <a:gd name="connsiteY26" fmla="*/ 2384743 h 2673105"/>
              <a:gd name="connsiteX27" fmla="*/ 128801 w 214079"/>
              <a:gd name="connsiteY27" fmla="*/ 2364248 h 2673105"/>
              <a:gd name="connsiteX28" fmla="*/ 132899 w 214079"/>
              <a:gd name="connsiteY28" fmla="*/ 2343051 h 2673105"/>
              <a:gd name="connsiteX29" fmla="*/ 136764 w 214079"/>
              <a:gd name="connsiteY29" fmla="*/ 2321384 h 2673105"/>
              <a:gd name="connsiteX30" fmla="*/ 140629 w 214079"/>
              <a:gd name="connsiteY30" fmla="*/ 2299133 h 2673105"/>
              <a:gd name="connsiteX31" fmla="*/ 148241 w 214079"/>
              <a:gd name="connsiteY31" fmla="*/ 2253225 h 2673105"/>
              <a:gd name="connsiteX32" fmla="*/ 155502 w 214079"/>
              <a:gd name="connsiteY32" fmla="*/ 2205326 h 2673105"/>
              <a:gd name="connsiteX33" fmla="*/ 162412 w 214079"/>
              <a:gd name="connsiteY33" fmla="*/ 2155553 h 2673105"/>
              <a:gd name="connsiteX34" fmla="*/ 168970 w 214079"/>
              <a:gd name="connsiteY34" fmla="*/ 2104023 h 2673105"/>
              <a:gd name="connsiteX35" fmla="*/ 175177 w 214079"/>
              <a:gd name="connsiteY35" fmla="*/ 2050971 h 2673105"/>
              <a:gd name="connsiteX36" fmla="*/ 181032 w 214079"/>
              <a:gd name="connsiteY36" fmla="*/ 1996513 h 2673105"/>
              <a:gd name="connsiteX37" fmla="*/ 186419 w 214079"/>
              <a:gd name="connsiteY37" fmla="*/ 1940533 h 2673105"/>
              <a:gd name="connsiteX38" fmla="*/ 191455 w 214079"/>
              <a:gd name="connsiteY38" fmla="*/ 1883499 h 2673105"/>
              <a:gd name="connsiteX39" fmla="*/ 196023 w 214079"/>
              <a:gd name="connsiteY39" fmla="*/ 1825294 h 2673105"/>
              <a:gd name="connsiteX40" fmla="*/ 200122 w 214079"/>
              <a:gd name="connsiteY40" fmla="*/ 1766152 h 2673105"/>
              <a:gd name="connsiteX41" fmla="*/ 203635 w 214079"/>
              <a:gd name="connsiteY41" fmla="*/ 1706073 h 2673105"/>
              <a:gd name="connsiteX42" fmla="*/ 206797 w 214079"/>
              <a:gd name="connsiteY42" fmla="*/ 1645408 h 2673105"/>
              <a:gd name="connsiteX43" fmla="*/ 209373 w 214079"/>
              <a:gd name="connsiteY43" fmla="*/ 1583924 h 2673105"/>
              <a:gd name="connsiteX44" fmla="*/ 211364 w 214079"/>
              <a:gd name="connsiteY44" fmla="*/ 1522088 h 2673105"/>
              <a:gd name="connsiteX45" fmla="*/ 212887 w 214079"/>
              <a:gd name="connsiteY45" fmla="*/ 1459901 h 2673105"/>
              <a:gd name="connsiteX46" fmla="*/ 213941 w 214079"/>
              <a:gd name="connsiteY46" fmla="*/ 1397363 h 2673105"/>
              <a:gd name="connsiteX47" fmla="*/ 214175 w 214079"/>
              <a:gd name="connsiteY47" fmla="*/ 1334824 h 2673105"/>
              <a:gd name="connsiteX48" fmla="*/ 213941 w 214079"/>
              <a:gd name="connsiteY48" fmla="*/ 1272286 h 2673105"/>
              <a:gd name="connsiteX49" fmla="*/ 213004 w 214079"/>
              <a:gd name="connsiteY49" fmla="*/ 1209865 h 2673105"/>
              <a:gd name="connsiteX50" fmla="*/ 211598 w 214079"/>
              <a:gd name="connsiteY50" fmla="*/ 1147560 h 2673105"/>
              <a:gd name="connsiteX51" fmla="*/ 209608 w 214079"/>
              <a:gd name="connsiteY51" fmla="*/ 1085725 h 2673105"/>
              <a:gd name="connsiteX52" fmla="*/ 207148 w 214079"/>
              <a:gd name="connsiteY52" fmla="*/ 1024357 h 2673105"/>
              <a:gd name="connsiteX53" fmla="*/ 204337 w 214079"/>
              <a:gd name="connsiteY53" fmla="*/ 963575 h 2673105"/>
              <a:gd name="connsiteX54" fmla="*/ 200824 w 214079"/>
              <a:gd name="connsiteY54" fmla="*/ 903614 h 2673105"/>
              <a:gd name="connsiteX55" fmla="*/ 196959 w 214079"/>
              <a:gd name="connsiteY55" fmla="*/ 844472 h 2673105"/>
              <a:gd name="connsiteX56" fmla="*/ 192743 w 214079"/>
              <a:gd name="connsiteY56" fmla="*/ 786267 h 2673105"/>
              <a:gd name="connsiteX57" fmla="*/ 188059 w 214079"/>
              <a:gd name="connsiteY57" fmla="*/ 729115 h 2673105"/>
              <a:gd name="connsiteX58" fmla="*/ 182906 w 214079"/>
              <a:gd name="connsiteY58" fmla="*/ 673252 h 2673105"/>
              <a:gd name="connsiteX59" fmla="*/ 177402 w 214079"/>
              <a:gd name="connsiteY59" fmla="*/ 618795 h 2673105"/>
              <a:gd name="connsiteX60" fmla="*/ 171546 w 214079"/>
              <a:gd name="connsiteY60" fmla="*/ 565743 h 2673105"/>
              <a:gd name="connsiteX61" fmla="*/ 165339 w 214079"/>
              <a:gd name="connsiteY61" fmla="*/ 514213 h 2673105"/>
              <a:gd name="connsiteX62" fmla="*/ 158781 w 214079"/>
              <a:gd name="connsiteY62" fmla="*/ 464440 h 2673105"/>
              <a:gd name="connsiteX63" fmla="*/ 151872 w 214079"/>
              <a:gd name="connsiteY63" fmla="*/ 416541 h 2673105"/>
              <a:gd name="connsiteX64" fmla="*/ 144845 w 214079"/>
              <a:gd name="connsiteY64" fmla="*/ 370632 h 2673105"/>
              <a:gd name="connsiteX65" fmla="*/ 141097 w 214079"/>
              <a:gd name="connsiteY65" fmla="*/ 348381 h 2673105"/>
              <a:gd name="connsiteX66" fmla="*/ 137350 w 214079"/>
              <a:gd name="connsiteY66" fmla="*/ 326715 h 2673105"/>
              <a:gd name="connsiteX67" fmla="*/ 133602 w 214079"/>
              <a:gd name="connsiteY67" fmla="*/ 305517 h 2673105"/>
              <a:gd name="connsiteX68" fmla="*/ 129737 w 214079"/>
              <a:gd name="connsiteY68" fmla="*/ 284905 h 2673105"/>
              <a:gd name="connsiteX69" fmla="*/ 125756 w 214079"/>
              <a:gd name="connsiteY69" fmla="*/ 264996 h 2673105"/>
              <a:gd name="connsiteX70" fmla="*/ 121774 w 214079"/>
              <a:gd name="connsiteY70" fmla="*/ 245555 h 2673105"/>
              <a:gd name="connsiteX71" fmla="*/ 117675 w 214079"/>
              <a:gd name="connsiteY71" fmla="*/ 226817 h 2673105"/>
              <a:gd name="connsiteX72" fmla="*/ 113576 w 214079"/>
              <a:gd name="connsiteY72" fmla="*/ 208548 h 2673105"/>
              <a:gd name="connsiteX73" fmla="*/ 109477 w 214079"/>
              <a:gd name="connsiteY73" fmla="*/ 191098 h 2673105"/>
              <a:gd name="connsiteX74" fmla="*/ 105261 w 214079"/>
              <a:gd name="connsiteY74" fmla="*/ 174234 h 2673105"/>
              <a:gd name="connsiteX75" fmla="*/ 101045 w 214079"/>
              <a:gd name="connsiteY75" fmla="*/ 158072 h 2673105"/>
              <a:gd name="connsiteX76" fmla="*/ 96829 w 214079"/>
              <a:gd name="connsiteY76" fmla="*/ 142496 h 2673105"/>
              <a:gd name="connsiteX77" fmla="*/ 92496 w 214079"/>
              <a:gd name="connsiteY77" fmla="*/ 127740 h 2673105"/>
              <a:gd name="connsiteX78" fmla="*/ 88046 w 214079"/>
              <a:gd name="connsiteY78" fmla="*/ 113569 h 2673105"/>
              <a:gd name="connsiteX79" fmla="*/ 83595 w 214079"/>
              <a:gd name="connsiteY79" fmla="*/ 100218 h 2673105"/>
              <a:gd name="connsiteX80" fmla="*/ 79262 w 214079"/>
              <a:gd name="connsiteY80" fmla="*/ 87570 h 2673105"/>
              <a:gd name="connsiteX81" fmla="*/ 74695 w 214079"/>
              <a:gd name="connsiteY81" fmla="*/ 75741 h 2673105"/>
              <a:gd name="connsiteX82" fmla="*/ 70245 w 214079"/>
              <a:gd name="connsiteY82" fmla="*/ 64616 h 2673105"/>
              <a:gd name="connsiteX83" fmla="*/ 65443 w 214079"/>
              <a:gd name="connsiteY83" fmla="*/ 54075 h 2673105"/>
              <a:gd name="connsiteX84" fmla="*/ 54903 w 214079"/>
              <a:gd name="connsiteY84" fmla="*/ 40373 h 2673105"/>
              <a:gd name="connsiteX85" fmla="*/ 50219 w 214079"/>
              <a:gd name="connsiteY85" fmla="*/ 44004 h 2673105"/>
              <a:gd name="connsiteX86" fmla="*/ 60642 w 214079"/>
              <a:gd name="connsiteY86" fmla="*/ 57355 h 2673105"/>
              <a:gd name="connsiteX87" fmla="*/ 60290 w 214079"/>
              <a:gd name="connsiteY87" fmla="*/ 56769 h 2673105"/>
              <a:gd name="connsiteX88" fmla="*/ 64858 w 214079"/>
              <a:gd name="connsiteY88" fmla="*/ 66958 h 2673105"/>
              <a:gd name="connsiteX89" fmla="*/ 64858 w 214079"/>
              <a:gd name="connsiteY89" fmla="*/ 66841 h 2673105"/>
              <a:gd name="connsiteX90" fmla="*/ 69308 w 214079"/>
              <a:gd name="connsiteY90" fmla="*/ 77849 h 2673105"/>
              <a:gd name="connsiteX91" fmla="*/ 69308 w 214079"/>
              <a:gd name="connsiteY91" fmla="*/ 77849 h 2673105"/>
              <a:gd name="connsiteX92" fmla="*/ 73758 w 214079"/>
              <a:gd name="connsiteY92" fmla="*/ 89561 h 2673105"/>
              <a:gd name="connsiteX93" fmla="*/ 73758 w 214079"/>
              <a:gd name="connsiteY93" fmla="*/ 89561 h 2673105"/>
              <a:gd name="connsiteX94" fmla="*/ 78091 w 214079"/>
              <a:gd name="connsiteY94" fmla="*/ 102209 h 2673105"/>
              <a:gd name="connsiteX95" fmla="*/ 78091 w 214079"/>
              <a:gd name="connsiteY95" fmla="*/ 102092 h 2673105"/>
              <a:gd name="connsiteX96" fmla="*/ 82542 w 214079"/>
              <a:gd name="connsiteY96" fmla="*/ 115443 h 2673105"/>
              <a:gd name="connsiteX97" fmla="*/ 82424 w 214079"/>
              <a:gd name="connsiteY97" fmla="*/ 115326 h 2673105"/>
              <a:gd name="connsiteX98" fmla="*/ 86875 w 214079"/>
              <a:gd name="connsiteY98" fmla="*/ 129379 h 2673105"/>
              <a:gd name="connsiteX99" fmla="*/ 86875 w 214079"/>
              <a:gd name="connsiteY99" fmla="*/ 129379 h 2673105"/>
              <a:gd name="connsiteX100" fmla="*/ 91208 w 214079"/>
              <a:gd name="connsiteY100" fmla="*/ 144135 h 2673105"/>
              <a:gd name="connsiteX101" fmla="*/ 91091 w 214079"/>
              <a:gd name="connsiteY101" fmla="*/ 144018 h 2673105"/>
              <a:gd name="connsiteX102" fmla="*/ 95307 w 214079"/>
              <a:gd name="connsiteY102" fmla="*/ 159594 h 2673105"/>
              <a:gd name="connsiteX103" fmla="*/ 95307 w 214079"/>
              <a:gd name="connsiteY103" fmla="*/ 159594 h 2673105"/>
              <a:gd name="connsiteX104" fmla="*/ 99640 w 214079"/>
              <a:gd name="connsiteY104" fmla="*/ 175756 h 2673105"/>
              <a:gd name="connsiteX105" fmla="*/ 99640 w 214079"/>
              <a:gd name="connsiteY105" fmla="*/ 175639 h 2673105"/>
              <a:gd name="connsiteX106" fmla="*/ 103739 w 214079"/>
              <a:gd name="connsiteY106" fmla="*/ 192503 h 2673105"/>
              <a:gd name="connsiteX107" fmla="*/ 103739 w 214079"/>
              <a:gd name="connsiteY107" fmla="*/ 192503 h 2673105"/>
              <a:gd name="connsiteX108" fmla="*/ 107838 w 214079"/>
              <a:gd name="connsiteY108" fmla="*/ 209953 h 2673105"/>
              <a:gd name="connsiteX109" fmla="*/ 107838 w 214079"/>
              <a:gd name="connsiteY109" fmla="*/ 209953 h 2673105"/>
              <a:gd name="connsiteX110" fmla="*/ 112053 w 214079"/>
              <a:gd name="connsiteY110" fmla="*/ 228105 h 2673105"/>
              <a:gd name="connsiteX111" fmla="*/ 112053 w 214079"/>
              <a:gd name="connsiteY111" fmla="*/ 228105 h 2673105"/>
              <a:gd name="connsiteX112" fmla="*/ 116035 w 214079"/>
              <a:gd name="connsiteY112" fmla="*/ 246727 h 2673105"/>
              <a:gd name="connsiteX113" fmla="*/ 116035 w 214079"/>
              <a:gd name="connsiteY113" fmla="*/ 246727 h 2673105"/>
              <a:gd name="connsiteX114" fmla="*/ 120017 w 214079"/>
              <a:gd name="connsiteY114" fmla="*/ 266167 h 2673105"/>
              <a:gd name="connsiteX115" fmla="*/ 120017 w 214079"/>
              <a:gd name="connsiteY115" fmla="*/ 266167 h 2673105"/>
              <a:gd name="connsiteX116" fmla="*/ 123882 w 214079"/>
              <a:gd name="connsiteY116" fmla="*/ 286076 h 2673105"/>
              <a:gd name="connsiteX117" fmla="*/ 123882 w 214079"/>
              <a:gd name="connsiteY117" fmla="*/ 286076 h 2673105"/>
              <a:gd name="connsiteX118" fmla="*/ 127746 w 214079"/>
              <a:gd name="connsiteY118" fmla="*/ 306571 h 2673105"/>
              <a:gd name="connsiteX119" fmla="*/ 127746 w 214079"/>
              <a:gd name="connsiteY119" fmla="*/ 306571 h 2673105"/>
              <a:gd name="connsiteX120" fmla="*/ 131611 w 214079"/>
              <a:gd name="connsiteY120" fmla="*/ 327769 h 2673105"/>
              <a:gd name="connsiteX121" fmla="*/ 131611 w 214079"/>
              <a:gd name="connsiteY121" fmla="*/ 327769 h 2673105"/>
              <a:gd name="connsiteX122" fmla="*/ 135359 w 214079"/>
              <a:gd name="connsiteY122" fmla="*/ 349317 h 2673105"/>
              <a:gd name="connsiteX123" fmla="*/ 135359 w 214079"/>
              <a:gd name="connsiteY123" fmla="*/ 349317 h 2673105"/>
              <a:gd name="connsiteX124" fmla="*/ 138989 w 214079"/>
              <a:gd name="connsiteY124" fmla="*/ 371569 h 2673105"/>
              <a:gd name="connsiteX125" fmla="*/ 138989 w 214079"/>
              <a:gd name="connsiteY125" fmla="*/ 371452 h 2673105"/>
              <a:gd name="connsiteX126" fmla="*/ 146133 w 214079"/>
              <a:gd name="connsiteY126" fmla="*/ 417477 h 2673105"/>
              <a:gd name="connsiteX127" fmla="*/ 146133 w 214079"/>
              <a:gd name="connsiteY127" fmla="*/ 417360 h 2673105"/>
              <a:gd name="connsiteX128" fmla="*/ 153043 w 214079"/>
              <a:gd name="connsiteY128" fmla="*/ 465259 h 2673105"/>
              <a:gd name="connsiteX129" fmla="*/ 152926 w 214079"/>
              <a:gd name="connsiteY129" fmla="*/ 465259 h 2673105"/>
              <a:gd name="connsiteX130" fmla="*/ 159484 w 214079"/>
              <a:gd name="connsiteY130" fmla="*/ 514916 h 2673105"/>
              <a:gd name="connsiteX131" fmla="*/ 159484 w 214079"/>
              <a:gd name="connsiteY131" fmla="*/ 514916 h 2673105"/>
              <a:gd name="connsiteX132" fmla="*/ 165691 w 214079"/>
              <a:gd name="connsiteY132" fmla="*/ 566445 h 2673105"/>
              <a:gd name="connsiteX133" fmla="*/ 165691 w 214079"/>
              <a:gd name="connsiteY133" fmla="*/ 566328 h 2673105"/>
              <a:gd name="connsiteX134" fmla="*/ 171546 w 214079"/>
              <a:gd name="connsiteY134" fmla="*/ 619380 h 2673105"/>
              <a:gd name="connsiteX135" fmla="*/ 171546 w 214079"/>
              <a:gd name="connsiteY135" fmla="*/ 619380 h 2673105"/>
              <a:gd name="connsiteX136" fmla="*/ 177051 w 214079"/>
              <a:gd name="connsiteY136" fmla="*/ 673838 h 2673105"/>
              <a:gd name="connsiteX137" fmla="*/ 177051 w 214079"/>
              <a:gd name="connsiteY137" fmla="*/ 673838 h 2673105"/>
              <a:gd name="connsiteX138" fmla="*/ 182204 w 214079"/>
              <a:gd name="connsiteY138" fmla="*/ 729701 h 2673105"/>
              <a:gd name="connsiteX139" fmla="*/ 182204 w 214079"/>
              <a:gd name="connsiteY139" fmla="*/ 729701 h 2673105"/>
              <a:gd name="connsiteX140" fmla="*/ 186888 w 214079"/>
              <a:gd name="connsiteY140" fmla="*/ 786735 h 2673105"/>
              <a:gd name="connsiteX141" fmla="*/ 186888 w 214079"/>
              <a:gd name="connsiteY141" fmla="*/ 786735 h 2673105"/>
              <a:gd name="connsiteX142" fmla="*/ 191221 w 214079"/>
              <a:gd name="connsiteY142" fmla="*/ 844823 h 2673105"/>
              <a:gd name="connsiteX143" fmla="*/ 191221 w 214079"/>
              <a:gd name="connsiteY143" fmla="*/ 844823 h 2673105"/>
              <a:gd name="connsiteX144" fmla="*/ 195085 w 214079"/>
              <a:gd name="connsiteY144" fmla="*/ 903965 h 2673105"/>
              <a:gd name="connsiteX145" fmla="*/ 195085 w 214079"/>
              <a:gd name="connsiteY145" fmla="*/ 903965 h 2673105"/>
              <a:gd name="connsiteX146" fmla="*/ 198482 w 214079"/>
              <a:gd name="connsiteY146" fmla="*/ 963927 h 2673105"/>
              <a:gd name="connsiteX147" fmla="*/ 198482 w 214079"/>
              <a:gd name="connsiteY147" fmla="*/ 963927 h 2673105"/>
              <a:gd name="connsiteX148" fmla="*/ 201410 w 214079"/>
              <a:gd name="connsiteY148" fmla="*/ 1024592 h 2673105"/>
              <a:gd name="connsiteX149" fmla="*/ 201410 w 214079"/>
              <a:gd name="connsiteY149" fmla="*/ 1024592 h 2673105"/>
              <a:gd name="connsiteX150" fmla="*/ 203869 w 214079"/>
              <a:gd name="connsiteY150" fmla="*/ 1085959 h 2673105"/>
              <a:gd name="connsiteX151" fmla="*/ 203869 w 214079"/>
              <a:gd name="connsiteY151" fmla="*/ 1085959 h 2673105"/>
              <a:gd name="connsiteX152" fmla="*/ 205743 w 214079"/>
              <a:gd name="connsiteY152" fmla="*/ 1147795 h 2673105"/>
              <a:gd name="connsiteX153" fmla="*/ 205743 w 214079"/>
              <a:gd name="connsiteY153" fmla="*/ 1147795 h 2673105"/>
              <a:gd name="connsiteX154" fmla="*/ 207148 w 214079"/>
              <a:gd name="connsiteY154" fmla="*/ 1209982 h 2673105"/>
              <a:gd name="connsiteX155" fmla="*/ 207148 w 214079"/>
              <a:gd name="connsiteY155" fmla="*/ 1209865 h 2673105"/>
              <a:gd name="connsiteX156" fmla="*/ 208085 w 214079"/>
              <a:gd name="connsiteY156" fmla="*/ 1272403 h 2673105"/>
              <a:gd name="connsiteX157" fmla="*/ 208085 w 214079"/>
              <a:gd name="connsiteY157" fmla="*/ 1272286 h 2673105"/>
              <a:gd name="connsiteX158" fmla="*/ 208319 w 214079"/>
              <a:gd name="connsiteY158" fmla="*/ 1334824 h 2673105"/>
              <a:gd name="connsiteX159" fmla="*/ 208319 w 214079"/>
              <a:gd name="connsiteY159" fmla="*/ 1334824 h 2673105"/>
              <a:gd name="connsiteX160" fmla="*/ 208085 w 214079"/>
              <a:gd name="connsiteY160" fmla="*/ 1397363 h 2673105"/>
              <a:gd name="connsiteX161" fmla="*/ 208085 w 214079"/>
              <a:gd name="connsiteY161" fmla="*/ 1397363 h 2673105"/>
              <a:gd name="connsiteX162" fmla="*/ 207031 w 214079"/>
              <a:gd name="connsiteY162" fmla="*/ 1459784 h 2673105"/>
              <a:gd name="connsiteX163" fmla="*/ 207031 w 214079"/>
              <a:gd name="connsiteY163" fmla="*/ 1459784 h 2673105"/>
              <a:gd name="connsiteX164" fmla="*/ 205626 w 214079"/>
              <a:gd name="connsiteY164" fmla="*/ 1521971 h 2673105"/>
              <a:gd name="connsiteX165" fmla="*/ 205626 w 214079"/>
              <a:gd name="connsiteY165" fmla="*/ 1521971 h 2673105"/>
              <a:gd name="connsiteX166" fmla="*/ 203518 w 214079"/>
              <a:gd name="connsiteY166" fmla="*/ 1583806 h 2673105"/>
              <a:gd name="connsiteX167" fmla="*/ 203518 w 214079"/>
              <a:gd name="connsiteY167" fmla="*/ 1583689 h 2673105"/>
              <a:gd name="connsiteX168" fmla="*/ 201058 w 214079"/>
              <a:gd name="connsiteY168" fmla="*/ 1645174 h 2673105"/>
              <a:gd name="connsiteX169" fmla="*/ 201058 w 214079"/>
              <a:gd name="connsiteY169" fmla="*/ 1645056 h 2673105"/>
              <a:gd name="connsiteX170" fmla="*/ 197896 w 214079"/>
              <a:gd name="connsiteY170" fmla="*/ 1705838 h 2673105"/>
              <a:gd name="connsiteX171" fmla="*/ 197896 w 214079"/>
              <a:gd name="connsiteY171" fmla="*/ 1705838 h 2673105"/>
              <a:gd name="connsiteX172" fmla="*/ 194266 w 214079"/>
              <a:gd name="connsiteY172" fmla="*/ 1765800 h 2673105"/>
              <a:gd name="connsiteX173" fmla="*/ 194266 w 214079"/>
              <a:gd name="connsiteY173" fmla="*/ 1765800 h 2673105"/>
              <a:gd name="connsiteX174" fmla="*/ 190167 w 214079"/>
              <a:gd name="connsiteY174" fmla="*/ 1824825 h 2673105"/>
              <a:gd name="connsiteX175" fmla="*/ 190167 w 214079"/>
              <a:gd name="connsiteY175" fmla="*/ 1824825 h 2673105"/>
              <a:gd name="connsiteX176" fmla="*/ 185599 w 214079"/>
              <a:gd name="connsiteY176" fmla="*/ 1883030 h 2673105"/>
              <a:gd name="connsiteX177" fmla="*/ 185599 w 214079"/>
              <a:gd name="connsiteY177" fmla="*/ 1882913 h 2673105"/>
              <a:gd name="connsiteX178" fmla="*/ 180681 w 214079"/>
              <a:gd name="connsiteY178" fmla="*/ 1940064 h 2673105"/>
              <a:gd name="connsiteX179" fmla="*/ 180681 w 214079"/>
              <a:gd name="connsiteY179" fmla="*/ 1940064 h 2673105"/>
              <a:gd name="connsiteX180" fmla="*/ 175177 w 214079"/>
              <a:gd name="connsiteY180" fmla="*/ 1995927 h 2673105"/>
              <a:gd name="connsiteX181" fmla="*/ 175177 w 214079"/>
              <a:gd name="connsiteY181" fmla="*/ 1995810 h 2673105"/>
              <a:gd name="connsiteX182" fmla="*/ 169438 w 214079"/>
              <a:gd name="connsiteY182" fmla="*/ 2050268 h 2673105"/>
              <a:gd name="connsiteX183" fmla="*/ 169438 w 214079"/>
              <a:gd name="connsiteY183" fmla="*/ 2050268 h 2673105"/>
              <a:gd name="connsiteX184" fmla="*/ 163114 w 214079"/>
              <a:gd name="connsiteY184" fmla="*/ 2103320 h 2673105"/>
              <a:gd name="connsiteX185" fmla="*/ 163114 w 214079"/>
              <a:gd name="connsiteY185" fmla="*/ 2103320 h 2673105"/>
              <a:gd name="connsiteX186" fmla="*/ 156556 w 214079"/>
              <a:gd name="connsiteY186" fmla="*/ 2154733 h 2673105"/>
              <a:gd name="connsiteX187" fmla="*/ 156556 w 214079"/>
              <a:gd name="connsiteY187" fmla="*/ 2154733 h 2673105"/>
              <a:gd name="connsiteX188" fmla="*/ 149763 w 214079"/>
              <a:gd name="connsiteY188" fmla="*/ 2204506 h 2673105"/>
              <a:gd name="connsiteX189" fmla="*/ 149763 w 214079"/>
              <a:gd name="connsiteY189" fmla="*/ 2204389 h 2673105"/>
              <a:gd name="connsiteX190" fmla="*/ 142503 w 214079"/>
              <a:gd name="connsiteY190" fmla="*/ 2252288 h 2673105"/>
              <a:gd name="connsiteX191" fmla="*/ 142503 w 214079"/>
              <a:gd name="connsiteY191" fmla="*/ 2252288 h 2673105"/>
              <a:gd name="connsiteX192" fmla="*/ 134890 w 214079"/>
              <a:gd name="connsiteY192" fmla="*/ 2298196 h 2673105"/>
              <a:gd name="connsiteX193" fmla="*/ 134890 w 214079"/>
              <a:gd name="connsiteY193" fmla="*/ 2298196 h 2673105"/>
              <a:gd name="connsiteX194" fmla="*/ 131026 w 214079"/>
              <a:gd name="connsiteY194" fmla="*/ 2320331 h 2673105"/>
              <a:gd name="connsiteX195" fmla="*/ 131026 w 214079"/>
              <a:gd name="connsiteY195" fmla="*/ 2320331 h 2673105"/>
              <a:gd name="connsiteX196" fmla="*/ 127044 w 214079"/>
              <a:gd name="connsiteY196" fmla="*/ 2341996 h 2673105"/>
              <a:gd name="connsiteX197" fmla="*/ 127044 w 214079"/>
              <a:gd name="connsiteY197" fmla="*/ 2341996 h 2673105"/>
              <a:gd name="connsiteX198" fmla="*/ 123062 w 214079"/>
              <a:gd name="connsiteY198" fmla="*/ 2363077 h 2673105"/>
              <a:gd name="connsiteX199" fmla="*/ 123062 w 214079"/>
              <a:gd name="connsiteY199" fmla="*/ 2363077 h 2673105"/>
              <a:gd name="connsiteX200" fmla="*/ 118963 w 214079"/>
              <a:gd name="connsiteY200" fmla="*/ 2383689 h 2673105"/>
              <a:gd name="connsiteX201" fmla="*/ 118963 w 214079"/>
              <a:gd name="connsiteY201" fmla="*/ 2383571 h 2673105"/>
              <a:gd name="connsiteX202" fmla="*/ 114864 w 214079"/>
              <a:gd name="connsiteY202" fmla="*/ 2403598 h 2673105"/>
              <a:gd name="connsiteX203" fmla="*/ 114864 w 214079"/>
              <a:gd name="connsiteY203" fmla="*/ 2403481 h 2673105"/>
              <a:gd name="connsiteX204" fmla="*/ 110648 w 214079"/>
              <a:gd name="connsiteY204" fmla="*/ 2422922 h 2673105"/>
              <a:gd name="connsiteX205" fmla="*/ 110648 w 214079"/>
              <a:gd name="connsiteY205" fmla="*/ 2422922 h 2673105"/>
              <a:gd name="connsiteX206" fmla="*/ 106315 w 214079"/>
              <a:gd name="connsiteY206" fmla="*/ 2441660 h 2673105"/>
              <a:gd name="connsiteX207" fmla="*/ 106315 w 214079"/>
              <a:gd name="connsiteY207" fmla="*/ 2441543 h 2673105"/>
              <a:gd name="connsiteX208" fmla="*/ 101982 w 214079"/>
              <a:gd name="connsiteY208" fmla="*/ 2459812 h 2673105"/>
              <a:gd name="connsiteX209" fmla="*/ 101982 w 214079"/>
              <a:gd name="connsiteY209" fmla="*/ 2459695 h 2673105"/>
              <a:gd name="connsiteX210" fmla="*/ 97649 w 214079"/>
              <a:gd name="connsiteY210" fmla="*/ 2477262 h 2673105"/>
              <a:gd name="connsiteX211" fmla="*/ 97649 w 214079"/>
              <a:gd name="connsiteY211" fmla="*/ 2477145 h 2673105"/>
              <a:gd name="connsiteX212" fmla="*/ 93199 w 214079"/>
              <a:gd name="connsiteY212" fmla="*/ 2494010 h 2673105"/>
              <a:gd name="connsiteX213" fmla="*/ 93199 w 214079"/>
              <a:gd name="connsiteY213" fmla="*/ 2493892 h 2673105"/>
              <a:gd name="connsiteX214" fmla="*/ 88631 w 214079"/>
              <a:gd name="connsiteY214" fmla="*/ 2510054 h 2673105"/>
              <a:gd name="connsiteX215" fmla="*/ 88631 w 214079"/>
              <a:gd name="connsiteY215" fmla="*/ 2510054 h 2673105"/>
              <a:gd name="connsiteX216" fmla="*/ 84181 w 214079"/>
              <a:gd name="connsiteY216" fmla="*/ 2525630 h 2673105"/>
              <a:gd name="connsiteX217" fmla="*/ 84181 w 214079"/>
              <a:gd name="connsiteY217" fmla="*/ 2525513 h 2673105"/>
              <a:gd name="connsiteX218" fmla="*/ 79614 w 214079"/>
              <a:gd name="connsiteY218" fmla="*/ 2540269 h 2673105"/>
              <a:gd name="connsiteX219" fmla="*/ 79731 w 214079"/>
              <a:gd name="connsiteY219" fmla="*/ 2540269 h 2673105"/>
              <a:gd name="connsiteX220" fmla="*/ 75046 w 214079"/>
              <a:gd name="connsiteY220" fmla="*/ 2554323 h 2673105"/>
              <a:gd name="connsiteX221" fmla="*/ 75046 w 214079"/>
              <a:gd name="connsiteY221" fmla="*/ 2554205 h 2673105"/>
              <a:gd name="connsiteX222" fmla="*/ 70362 w 214079"/>
              <a:gd name="connsiteY222" fmla="*/ 2567556 h 2673105"/>
              <a:gd name="connsiteX223" fmla="*/ 70362 w 214079"/>
              <a:gd name="connsiteY223" fmla="*/ 2567439 h 2673105"/>
              <a:gd name="connsiteX224" fmla="*/ 65795 w 214079"/>
              <a:gd name="connsiteY224" fmla="*/ 2580088 h 2673105"/>
              <a:gd name="connsiteX225" fmla="*/ 65795 w 214079"/>
              <a:gd name="connsiteY225" fmla="*/ 2580088 h 2673105"/>
              <a:gd name="connsiteX226" fmla="*/ 60993 w 214079"/>
              <a:gd name="connsiteY226" fmla="*/ 2591799 h 2673105"/>
              <a:gd name="connsiteX227" fmla="*/ 61110 w 214079"/>
              <a:gd name="connsiteY227" fmla="*/ 2591799 h 2673105"/>
              <a:gd name="connsiteX228" fmla="*/ 56309 w 214079"/>
              <a:gd name="connsiteY228" fmla="*/ 2602808 h 2673105"/>
              <a:gd name="connsiteX229" fmla="*/ 56309 w 214079"/>
              <a:gd name="connsiteY229" fmla="*/ 2602690 h 2673105"/>
              <a:gd name="connsiteX230" fmla="*/ 51624 w 214079"/>
              <a:gd name="connsiteY230" fmla="*/ 2612879 h 2673105"/>
              <a:gd name="connsiteX231" fmla="*/ 51624 w 214079"/>
              <a:gd name="connsiteY231" fmla="*/ 2612879 h 2673105"/>
              <a:gd name="connsiteX232" fmla="*/ 46823 w 214079"/>
              <a:gd name="connsiteY232" fmla="*/ 2622248 h 2673105"/>
              <a:gd name="connsiteX233" fmla="*/ 46823 w 214079"/>
              <a:gd name="connsiteY233" fmla="*/ 2622131 h 2673105"/>
              <a:gd name="connsiteX234" fmla="*/ 42021 w 214079"/>
              <a:gd name="connsiteY234" fmla="*/ 2630798 h 2673105"/>
              <a:gd name="connsiteX235" fmla="*/ 42138 w 214079"/>
              <a:gd name="connsiteY235" fmla="*/ 2630680 h 2673105"/>
              <a:gd name="connsiteX236" fmla="*/ 37219 w 214079"/>
              <a:gd name="connsiteY236" fmla="*/ 2638410 h 2673105"/>
              <a:gd name="connsiteX237" fmla="*/ 37337 w 214079"/>
              <a:gd name="connsiteY237" fmla="*/ 2638292 h 2673105"/>
              <a:gd name="connsiteX238" fmla="*/ 32418 w 214079"/>
              <a:gd name="connsiteY238" fmla="*/ 2645085 h 2673105"/>
              <a:gd name="connsiteX239" fmla="*/ 32535 w 214079"/>
              <a:gd name="connsiteY239" fmla="*/ 2644968 h 2673105"/>
              <a:gd name="connsiteX240" fmla="*/ 27733 w 214079"/>
              <a:gd name="connsiteY240" fmla="*/ 2651058 h 2673105"/>
              <a:gd name="connsiteX241" fmla="*/ 27968 w 214079"/>
              <a:gd name="connsiteY241" fmla="*/ 2650824 h 2673105"/>
              <a:gd name="connsiteX242" fmla="*/ 23049 w 214079"/>
              <a:gd name="connsiteY242" fmla="*/ 2655977 h 2673105"/>
              <a:gd name="connsiteX243" fmla="*/ 23166 w 214079"/>
              <a:gd name="connsiteY243" fmla="*/ 2655743 h 2673105"/>
              <a:gd name="connsiteX244" fmla="*/ 18247 w 214079"/>
              <a:gd name="connsiteY244" fmla="*/ 2660076 h 2673105"/>
              <a:gd name="connsiteX245" fmla="*/ 18482 w 214079"/>
              <a:gd name="connsiteY245" fmla="*/ 2659842 h 2673105"/>
              <a:gd name="connsiteX246" fmla="*/ 13563 w 214079"/>
              <a:gd name="connsiteY246" fmla="*/ 2663238 h 2673105"/>
              <a:gd name="connsiteX247" fmla="*/ 14031 w 214079"/>
              <a:gd name="connsiteY247" fmla="*/ 2663004 h 2673105"/>
              <a:gd name="connsiteX248" fmla="*/ 8996 w 214079"/>
              <a:gd name="connsiteY248" fmla="*/ 2665345 h 2673105"/>
              <a:gd name="connsiteX249" fmla="*/ 9464 w 214079"/>
              <a:gd name="connsiteY249" fmla="*/ 2665229 h 2673105"/>
              <a:gd name="connsiteX250" fmla="*/ 4545 w 214079"/>
              <a:gd name="connsiteY250" fmla="*/ 2666634 h 2673105"/>
              <a:gd name="connsiteX251" fmla="*/ 5014 w 214079"/>
              <a:gd name="connsiteY251" fmla="*/ 2666517 h 2673105"/>
              <a:gd name="connsiteX252" fmla="*/ 95 w 214079"/>
              <a:gd name="connsiteY252" fmla="*/ 2666985 h 2673105"/>
              <a:gd name="connsiteX253" fmla="*/ 86055 w 214079"/>
              <a:gd name="connsiteY253" fmla="*/ 26437 h 2673105"/>
              <a:gd name="connsiteX254" fmla="*/ 12157 w 214079"/>
              <a:gd name="connsiteY254" fmla="*/ -265 h 2673105"/>
              <a:gd name="connsiteX255" fmla="*/ 35228 w 214079"/>
              <a:gd name="connsiteY255" fmla="*/ 74922 h 2673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214079" h="2673105">
                <a:moveTo>
                  <a:pt x="681" y="2672841"/>
                </a:moveTo>
                <a:lnTo>
                  <a:pt x="5951" y="2672255"/>
                </a:lnTo>
                <a:lnTo>
                  <a:pt x="11338" y="2670733"/>
                </a:lnTo>
                <a:lnTo>
                  <a:pt x="16725" y="2668157"/>
                </a:lnTo>
                <a:lnTo>
                  <a:pt x="21995" y="2664643"/>
                </a:lnTo>
                <a:lnTo>
                  <a:pt x="27148" y="2660076"/>
                </a:lnTo>
                <a:lnTo>
                  <a:pt x="32184" y="2654806"/>
                </a:lnTo>
                <a:lnTo>
                  <a:pt x="37219" y="2648598"/>
                </a:lnTo>
                <a:lnTo>
                  <a:pt x="42255" y="2641572"/>
                </a:lnTo>
                <a:lnTo>
                  <a:pt x="47174" y="2633608"/>
                </a:lnTo>
                <a:lnTo>
                  <a:pt x="51976" y="2624942"/>
                </a:lnTo>
                <a:lnTo>
                  <a:pt x="56894" y="2615456"/>
                </a:lnTo>
                <a:lnTo>
                  <a:pt x="61696" y="2605150"/>
                </a:lnTo>
                <a:lnTo>
                  <a:pt x="66497" y="2594024"/>
                </a:lnTo>
                <a:lnTo>
                  <a:pt x="71182" y="2582195"/>
                </a:lnTo>
                <a:lnTo>
                  <a:pt x="75866" y="2569431"/>
                </a:lnTo>
                <a:lnTo>
                  <a:pt x="80550" y="2556197"/>
                </a:lnTo>
                <a:lnTo>
                  <a:pt x="85235" y="2542026"/>
                </a:lnTo>
                <a:lnTo>
                  <a:pt x="89802" y="2527269"/>
                </a:lnTo>
                <a:lnTo>
                  <a:pt x="94370" y="2511693"/>
                </a:lnTo>
                <a:lnTo>
                  <a:pt x="98820" y="2495532"/>
                </a:lnTo>
                <a:lnTo>
                  <a:pt x="103270" y="2478668"/>
                </a:lnTo>
                <a:lnTo>
                  <a:pt x="107720" y="2461101"/>
                </a:lnTo>
                <a:lnTo>
                  <a:pt x="112053" y="2442948"/>
                </a:lnTo>
                <a:lnTo>
                  <a:pt x="116270" y="2424210"/>
                </a:lnTo>
                <a:lnTo>
                  <a:pt x="120486" y="2404769"/>
                </a:lnTo>
                <a:lnTo>
                  <a:pt x="124702" y="2384743"/>
                </a:lnTo>
                <a:lnTo>
                  <a:pt x="128801" y="2364248"/>
                </a:lnTo>
                <a:lnTo>
                  <a:pt x="132899" y="2343051"/>
                </a:lnTo>
                <a:lnTo>
                  <a:pt x="136764" y="2321384"/>
                </a:lnTo>
                <a:lnTo>
                  <a:pt x="140629" y="2299133"/>
                </a:lnTo>
                <a:lnTo>
                  <a:pt x="148241" y="2253225"/>
                </a:lnTo>
                <a:lnTo>
                  <a:pt x="155502" y="2205326"/>
                </a:lnTo>
                <a:lnTo>
                  <a:pt x="162412" y="2155553"/>
                </a:lnTo>
                <a:lnTo>
                  <a:pt x="168970" y="2104023"/>
                </a:lnTo>
                <a:lnTo>
                  <a:pt x="175177" y="2050971"/>
                </a:lnTo>
                <a:lnTo>
                  <a:pt x="181032" y="1996513"/>
                </a:lnTo>
                <a:lnTo>
                  <a:pt x="186419" y="1940533"/>
                </a:lnTo>
                <a:lnTo>
                  <a:pt x="191455" y="1883499"/>
                </a:lnTo>
                <a:lnTo>
                  <a:pt x="196023" y="1825294"/>
                </a:lnTo>
                <a:lnTo>
                  <a:pt x="200122" y="1766152"/>
                </a:lnTo>
                <a:lnTo>
                  <a:pt x="203635" y="1706073"/>
                </a:lnTo>
                <a:lnTo>
                  <a:pt x="206797" y="1645408"/>
                </a:lnTo>
                <a:lnTo>
                  <a:pt x="209373" y="1583924"/>
                </a:lnTo>
                <a:lnTo>
                  <a:pt x="211364" y="1522088"/>
                </a:lnTo>
                <a:lnTo>
                  <a:pt x="212887" y="1459901"/>
                </a:lnTo>
                <a:lnTo>
                  <a:pt x="213941" y="1397363"/>
                </a:lnTo>
                <a:lnTo>
                  <a:pt x="214175" y="1334824"/>
                </a:lnTo>
                <a:lnTo>
                  <a:pt x="213941" y="1272286"/>
                </a:lnTo>
                <a:lnTo>
                  <a:pt x="213004" y="1209865"/>
                </a:lnTo>
                <a:lnTo>
                  <a:pt x="211598" y="1147560"/>
                </a:lnTo>
                <a:lnTo>
                  <a:pt x="209608" y="1085725"/>
                </a:lnTo>
                <a:lnTo>
                  <a:pt x="207148" y="1024357"/>
                </a:lnTo>
                <a:lnTo>
                  <a:pt x="204337" y="963575"/>
                </a:lnTo>
                <a:lnTo>
                  <a:pt x="200824" y="903614"/>
                </a:lnTo>
                <a:lnTo>
                  <a:pt x="196959" y="844472"/>
                </a:lnTo>
                <a:lnTo>
                  <a:pt x="192743" y="786267"/>
                </a:lnTo>
                <a:lnTo>
                  <a:pt x="188059" y="729115"/>
                </a:lnTo>
                <a:lnTo>
                  <a:pt x="182906" y="673252"/>
                </a:lnTo>
                <a:lnTo>
                  <a:pt x="177402" y="618795"/>
                </a:lnTo>
                <a:lnTo>
                  <a:pt x="171546" y="565743"/>
                </a:lnTo>
                <a:lnTo>
                  <a:pt x="165339" y="514213"/>
                </a:lnTo>
                <a:lnTo>
                  <a:pt x="158781" y="464440"/>
                </a:lnTo>
                <a:lnTo>
                  <a:pt x="151872" y="416541"/>
                </a:lnTo>
                <a:lnTo>
                  <a:pt x="144845" y="370632"/>
                </a:lnTo>
                <a:lnTo>
                  <a:pt x="141097" y="348381"/>
                </a:lnTo>
                <a:lnTo>
                  <a:pt x="137350" y="326715"/>
                </a:lnTo>
                <a:lnTo>
                  <a:pt x="133602" y="305517"/>
                </a:lnTo>
                <a:lnTo>
                  <a:pt x="129737" y="284905"/>
                </a:lnTo>
                <a:lnTo>
                  <a:pt x="125756" y="264996"/>
                </a:lnTo>
                <a:lnTo>
                  <a:pt x="121774" y="245555"/>
                </a:lnTo>
                <a:lnTo>
                  <a:pt x="117675" y="226817"/>
                </a:lnTo>
                <a:lnTo>
                  <a:pt x="113576" y="208548"/>
                </a:lnTo>
                <a:lnTo>
                  <a:pt x="109477" y="191098"/>
                </a:lnTo>
                <a:lnTo>
                  <a:pt x="105261" y="174234"/>
                </a:lnTo>
                <a:lnTo>
                  <a:pt x="101045" y="158072"/>
                </a:lnTo>
                <a:lnTo>
                  <a:pt x="96829" y="142496"/>
                </a:lnTo>
                <a:lnTo>
                  <a:pt x="92496" y="127740"/>
                </a:lnTo>
                <a:lnTo>
                  <a:pt x="88046" y="113569"/>
                </a:lnTo>
                <a:lnTo>
                  <a:pt x="83595" y="100218"/>
                </a:lnTo>
                <a:lnTo>
                  <a:pt x="79262" y="87570"/>
                </a:lnTo>
                <a:lnTo>
                  <a:pt x="74695" y="75741"/>
                </a:lnTo>
                <a:lnTo>
                  <a:pt x="70245" y="64616"/>
                </a:lnTo>
                <a:lnTo>
                  <a:pt x="65443" y="54075"/>
                </a:lnTo>
                <a:lnTo>
                  <a:pt x="54903" y="40373"/>
                </a:lnTo>
                <a:lnTo>
                  <a:pt x="50219" y="44004"/>
                </a:lnTo>
                <a:lnTo>
                  <a:pt x="60642" y="57355"/>
                </a:lnTo>
                <a:lnTo>
                  <a:pt x="60290" y="56769"/>
                </a:lnTo>
                <a:lnTo>
                  <a:pt x="64858" y="66958"/>
                </a:lnTo>
                <a:lnTo>
                  <a:pt x="64858" y="66841"/>
                </a:lnTo>
                <a:lnTo>
                  <a:pt x="69308" y="77849"/>
                </a:lnTo>
                <a:lnTo>
                  <a:pt x="69308" y="77849"/>
                </a:lnTo>
                <a:lnTo>
                  <a:pt x="73758" y="89561"/>
                </a:lnTo>
                <a:lnTo>
                  <a:pt x="73758" y="89561"/>
                </a:lnTo>
                <a:lnTo>
                  <a:pt x="78091" y="102209"/>
                </a:lnTo>
                <a:lnTo>
                  <a:pt x="78091" y="102092"/>
                </a:lnTo>
                <a:lnTo>
                  <a:pt x="82542" y="115443"/>
                </a:lnTo>
                <a:lnTo>
                  <a:pt x="82424" y="115326"/>
                </a:lnTo>
                <a:lnTo>
                  <a:pt x="86875" y="129379"/>
                </a:lnTo>
                <a:lnTo>
                  <a:pt x="86875" y="129379"/>
                </a:lnTo>
                <a:lnTo>
                  <a:pt x="91208" y="144135"/>
                </a:lnTo>
                <a:lnTo>
                  <a:pt x="91091" y="144018"/>
                </a:lnTo>
                <a:lnTo>
                  <a:pt x="95307" y="159594"/>
                </a:lnTo>
                <a:lnTo>
                  <a:pt x="95307" y="159594"/>
                </a:lnTo>
                <a:lnTo>
                  <a:pt x="99640" y="175756"/>
                </a:lnTo>
                <a:lnTo>
                  <a:pt x="99640" y="175639"/>
                </a:lnTo>
                <a:lnTo>
                  <a:pt x="103739" y="192503"/>
                </a:lnTo>
                <a:lnTo>
                  <a:pt x="103739" y="192503"/>
                </a:lnTo>
                <a:lnTo>
                  <a:pt x="107838" y="209953"/>
                </a:lnTo>
                <a:lnTo>
                  <a:pt x="107838" y="209953"/>
                </a:lnTo>
                <a:lnTo>
                  <a:pt x="112053" y="228105"/>
                </a:lnTo>
                <a:lnTo>
                  <a:pt x="112053" y="228105"/>
                </a:lnTo>
                <a:lnTo>
                  <a:pt x="116035" y="246727"/>
                </a:lnTo>
                <a:lnTo>
                  <a:pt x="116035" y="246727"/>
                </a:lnTo>
                <a:lnTo>
                  <a:pt x="120017" y="266167"/>
                </a:lnTo>
                <a:lnTo>
                  <a:pt x="120017" y="266167"/>
                </a:lnTo>
                <a:lnTo>
                  <a:pt x="123882" y="286076"/>
                </a:lnTo>
                <a:lnTo>
                  <a:pt x="123882" y="286076"/>
                </a:lnTo>
                <a:lnTo>
                  <a:pt x="127746" y="306571"/>
                </a:lnTo>
                <a:lnTo>
                  <a:pt x="127746" y="306571"/>
                </a:lnTo>
                <a:lnTo>
                  <a:pt x="131611" y="327769"/>
                </a:lnTo>
                <a:lnTo>
                  <a:pt x="131611" y="327769"/>
                </a:lnTo>
                <a:lnTo>
                  <a:pt x="135359" y="349317"/>
                </a:lnTo>
                <a:lnTo>
                  <a:pt x="135359" y="349317"/>
                </a:lnTo>
                <a:lnTo>
                  <a:pt x="138989" y="371569"/>
                </a:lnTo>
                <a:lnTo>
                  <a:pt x="138989" y="371452"/>
                </a:lnTo>
                <a:lnTo>
                  <a:pt x="146133" y="417477"/>
                </a:lnTo>
                <a:lnTo>
                  <a:pt x="146133" y="417360"/>
                </a:lnTo>
                <a:lnTo>
                  <a:pt x="153043" y="465259"/>
                </a:lnTo>
                <a:lnTo>
                  <a:pt x="152926" y="465259"/>
                </a:lnTo>
                <a:lnTo>
                  <a:pt x="159484" y="514916"/>
                </a:lnTo>
                <a:lnTo>
                  <a:pt x="159484" y="514916"/>
                </a:lnTo>
                <a:lnTo>
                  <a:pt x="165691" y="566445"/>
                </a:lnTo>
                <a:lnTo>
                  <a:pt x="165691" y="566328"/>
                </a:lnTo>
                <a:lnTo>
                  <a:pt x="171546" y="619380"/>
                </a:lnTo>
                <a:lnTo>
                  <a:pt x="171546" y="619380"/>
                </a:lnTo>
                <a:lnTo>
                  <a:pt x="177051" y="673838"/>
                </a:lnTo>
                <a:lnTo>
                  <a:pt x="177051" y="673838"/>
                </a:lnTo>
                <a:lnTo>
                  <a:pt x="182204" y="729701"/>
                </a:lnTo>
                <a:lnTo>
                  <a:pt x="182204" y="729701"/>
                </a:lnTo>
                <a:lnTo>
                  <a:pt x="186888" y="786735"/>
                </a:lnTo>
                <a:lnTo>
                  <a:pt x="186888" y="786735"/>
                </a:lnTo>
                <a:lnTo>
                  <a:pt x="191221" y="844823"/>
                </a:lnTo>
                <a:lnTo>
                  <a:pt x="191221" y="844823"/>
                </a:lnTo>
                <a:lnTo>
                  <a:pt x="195085" y="903965"/>
                </a:lnTo>
                <a:lnTo>
                  <a:pt x="195085" y="903965"/>
                </a:lnTo>
                <a:lnTo>
                  <a:pt x="198482" y="963927"/>
                </a:lnTo>
                <a:lnTo>
                  <a:pt x="198482" y="963927"/>
                </a:lnTo>
                <a:lnTo>
                  <a:pt x="201410" y="1024592"/>
                </a:lnTo>
                <a:lnTo>
                  <a:pt x="201410" y="1024592"/>
                </a:lnTo>
                <a:lnTo>
                  <a:pt x="203869" y="1085959"/>
                </a:lnTo>
                <a:lnTo>
                  <a:pt x="203869" y="1085959"/>
                </a:lnTo>
                <a:lnTo>
                  <a:pt x="205743" y="1147795"/>
                </a:lnTo>
                <a:lnTo>
                  <a:pt x="205743" y="1147795"/>
                </a:lnTo>
                <a:lnTo>
                  <a:pt x="207148" y="1209982"/>
                </a:lnTo>
                <a:lnTo>
                  <a:pt x="207148" y="1209865"/>
                </a:lnTo>
                <a:lnTo>
                  <a:pt x="208085" y="1272403"/>
                </a:lnTo>
                <a:lnTo>
                  <a:pt x="208085" y="1272286"/>
                </a:lnTo>
                <a:lnTo>
                  <a:pt x="208319" y="1334824"/>
                </a:lnTo>
                <a:lnTo>
                  <a:pt x="208319" y="1334824"/>
                </a:lnTo>
                <a:lnTo>
                  <a:pt x="208085" y="1397363"/>
                </a:lnTo>
                <a:lnTo>
                  <a:pt x="208085" y="1397363"/>
                </a:lnTo>
                <a:lnTo>
                  <a:pt x="207031" y="1459784"/>
                </a:lnTo>
                <a:lnTo>
                  <a:pt x="207031" y="1459784"/>
                </a:lnTo>
                <a:lnTo>
                  <a:pt x="205626" y="1521971"/>
                </a:lnTo>
                <a:lnTo>
                  <a:pt x="205626" y="1521971"/>
                </a:lnTo>
                <a:lnTo>
                  <a:pt x="203518" y="1583806"/>
                </a:lnTo>
                <a:lnTo>
                  <a:pt x="203518" y="1583689"/>
                </a:lnTo>
                <a:lnTo>
                  <a:pt x="201058" y="1645174"/>
                </a:lnTo>
                <a:lnTo>
                  <a:pt x="201058" y="1645056"/>
                </a:lnTo>
                <a:lnTo>
                  <a:pt x="197896" y="1705838"/>
                </a:lnTo>
                <a:lnTo>
                  <a:pt x="197896" y="1705838"/>
                </a:lnTo>
                <a:lnTo>
                  <a:pt x="194266" y="1765800"/>
                </a:lnTo>
                <a:lnTo>
                  <a:pt x="194266" y="1765800"/>
                </a:lnTo>
                <a:lnTo>
                  <a:pt x="190167" y="1824825"/>
                </a:lnTo>
                <a:lnTo>
                  <a:pt x="190167" y="1824825"/>
                </a:lnTo>
                <a:lnTo>
                  <a:pt x="185599" y="1883030"/>
                </a:lnTo>
                <a:lnTo>
                  <a:pt x="185599" y="1882913"/>
                </a:lnTo>
                <a:lnTo>
                  <a:pt x="180681" y="1940064"/>
                </a:lnTo>
                <a:lnTo>
                  <a:pt x="180681" y="1940064"/>
                </a:lnTo>
                <a:lnTo>
                  <a:pt x="175177" y="1995927"/>
                </a:lnTo>
                <a:lnTo>
                  <a:pt x="175177" y="1995810"/>
                </a:lnTo>
                <a:lnTo>
                  <a:pt x="169438" y="2050268"/>
                </a:lnTo>
                <a:lnTo>
                  <a:pt x="169438" y="2050268"/>
                </a:lnTo>
                <a:lnTo>
                  <a:pt x="163114" y="2103320"/>
                </a:lnTo>
                <a:lnTo>
                  <a:pt x="163114" y="2103320"/>
                </a:lnTo>
                <a:lnTo>
                  <a:pt x="156556" y="2154733"/>
                </a:lnTo>
                <a:lnTo>
                  <a:pt x="156556" y="2154733"/>
                </a:lnTo>
                <a:lnTo>
                  <a:pt x="149763" y="2204506"/>
                </a:lnTo>
                <a:lnTo>
                  <a:pt x="149763" y="2204389"/>
                </a:lnTo>
                <a:lnTo>
                  <a:pt x="142503" y="2252288"/>
                </a:lnTo>
                <a:lnTo>
                  <a:pt x="142503" y="2252288"/>
                </a:lnTo>
                <a:lnTo>
                  <a:pt x="134890" y="2298196"/>
                </a:lnTo>
                <a:lnTo>
                  <a:pt x="134890" y="2298196"/>
                </a:lnTo>
                <a:lnTo>
                  <a:pt x="131026" y="2320331"/>
                </a:lnTo>
                <a:lnTo>
                  <a:pt x="131026" y="2320331"/>
                </a:lnTo>
                <a:lnTo>
                  <a:pt x="127044" y="2341996"/>
                </a:lnTo>
                <a:lnTo>
                  <a:pt x="127044" y="2341996"/>
                </a:lnTo>
                <a:lnTo>
                  <a:pt x="123062" y="2363077"/>
                </a:lnTo>
                <a:lnTo>
                  <a:pt x="123062" y="2363077"/>
                </a:lnTo>
                <a:lnTo>
                  <a:pt x="118963" y="2383689"/>
                </a:lnTo>
                <a:lnTo>
                  <a:pt x="118963" y="2383571"/>
                </a:lnTo>
                <a:lnTo>
                  <a:pt x="114864" y="2403598"/>
                </a:lnTo>
                <a:lnTo>
                  <a:pt x="114864" y="2403481"/>
                </a:lnTo>
                <a:lnTo>
                  <a:pt x="110648" y="2422922"/>
                </a:lnTo>
                <a:lnTo>
                  <a:pt x="110648" y="2422922"/>
                </a:lnTo>
                <a:lnTo>
                  <a:pt x="106315" y="2441660"/>
                </a:lnTo>
                <a:lnTo>
                  <a:pt x="106315" y="2441543"/>
                </a:lnTo>
                <a:lnTo>
                  <a:pt x="101982" y="2459812"/>
                </a:lnTo>
                <a:lnTo>
                  <a:pt x="101982" y="2459695"/>
                </a:lnTo>
                <a:lnTo>
                  <a:pt x="97649" y="2477262"/>
                </a:lnTo>
                <a:lnTo>
                  <a:pt x="97649" y="2477145"/>
                </a:lnTo>
                <a:lnTo>
                  <a:pt x="93199" y="2494010"/>
                </a:lnTo>
                <a:lnTo>
                  <a:pt x="93199" y="2493892"/>
                </a:lnTo>
                <a:lnTo>
                  <a:pt x="88631" y="2510054"/>
                </a:lnTo>
                <a:lnTo>
                  <a:pt x="88631" y="2510054"/>
                </a:lnTo>
                <a:lnTo>
                  <a:pt x="84181" y="2525630"/>
                </a:lnTo>
                <a:lnTo>
                  <a:pt x="84181" y="2525513"/>
                </a:lnTo>
                <a:lnTo>
                  <a:pt x="79614" y="2540269"/>
                </a:lnTo>
                <a:lnTo>
                  <a:pt x="79731" y="2540269"/>
                </a:lnTo>
                <a:lnTo>
                  <a:pt x="75046" y="2554323"/>
                </a:lnTo>
                <a:lnTo>
                  <a:pt x="75046" y="2554205"/>
                </a:lnTo>
                <a:lnTo>
                  <a:pt x="70362" y="2567556"/>
                </a:lnTo>
                <a:lnTo>
                  <a:pt x="70362" y="2567439"/>
                </a:lnTo>
                <a:lnTo>
                  <a:pt x="65795" y="2580088"/>
                </a:lnTo>
                <a:lnTo>
                  <a:pt x="65795" y="2580088"/>
                </a:lnTo>
                <a:lnTo>
                  <a:pt x="60993" y="2591799"/>
                </a:lnTo>
                <a:lnTo>
                  <a:pt x="61110" y="2591799"/>
                </a:lnTo>
                <a:lnTo>
                  <a:pt x="56309" y="2602808"/>
                </a:lnTo>
                <a:lnTo>
                  <a:pt x="56309" y="2602690"/>
                </a:lnTo>
                <a:lnTo>
                  <a:pt x="51624" y="2612879"/>
                </a:lnTo>
                <a:lnTo>
                  <a:pt x="51624" y="2612879"/>
                </a:lnTo>
                <a:lnTo>
                  <a:pt x="46823" y="2622248"/>
                </a:lnTo>
                <a:lnTo>
                  <a:pt x="46823" y="2622131"/>
                </a:lnTo>
                <a:lnTo>
                  <a:pt x="42021" y="2630798"/>
                </a:lnTo>
                <a:lnTo>
                  <a:pt x="42138" y="2630680"/>
                </a:lnTo>
                <a:lnTo>
                  <a:pt x="37219" y="2638410"/>
                </a:lnTo>
                <a:lnTo>
                  <a:pt x="37337" y="2638292"/>
                </a:lnTo>
                <a:lnTo>
                  <a:pt x="32418" y="2645085"/>
                </a:lnTo>
                <a:lnTo>
                  <a:pt x="32535" y="2644968"/>
                </a:lnTo>
                <a:lnTo>
                  <a:pt x="27733" y="2651058"/>
                </a:lnTo>
                <a:lnTo>
                  <a:pt x="27968" y="2650824"/>
                </a:lnTo>
                <a:lnTo>
                  <a:pt x="23049" y="2655977"/>
                </a:lnTo>
                <a:lnTo>
                  <a:pt x="23166" y="2655743"/>
                </a:lnTo>
                <a:lnTo>
                  <a:pt x="18247" y="2660076"/>
                </a:lnTo>
                <a:lnTo>
                  <a:pt x="18482" y="2659842"/>
                </a:lnTo>
                <a:lnTo>
                  <a:pt x="13563" y="2663238"/>
                </a:lnTo>
                <a:lnTo>
                  <a:pt x="14031" y="2663004"/>
                </a:lnTo>
                <a:lnTo>
                  <a:pt x="8996" y="2665345"/>
                </a:lnTo>
                <a:lnTo>
                  <a:pt x="9464" y="2665229"/>
                </a:lnTo>
                <a:lnTo>
                  <a:pt x="4545" y="2666634"/>
                </a:lnTo>
                <a:lnTo>
                  <a:pt x="5014" y="2666517"/>
                </a:lnTo>
                <a:lnTo>
                  <a:pt x="95" y="2666985"/>
                </a:lnTo>
                <a:close/>
                <a:moveTo>
                  <a:pt x="86055" y="26437"/>
                </a:moveTo>
                <a:lnTo>
                  <a:pt x="12157" y="-265"/>
                </a:lnTo>
                <a:lnTo>
                  <a:pt x="35228" y="74922"/>
                </a:lnTo>
                <a:close/>
              </a:path>
            </a:pathLst>
          </a:custGeom>
          <a:solidFill>
            <a:srgbClr val="C00000"/>
          </a:solidFill>
          <a:ln w="11705" cap="flat">
            <a:noFill/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2F3063B-D267-8993-491B-AB2BFB30363D}"/>
              </a:ext>
            </a:extLst>
          </p:cNvPr>
          <p:cNvSpPr txBox="1"/>
          <p:nvPr/>
        </p:nvSpPr>
        <p:spPr>
          <a:xfrm>
            <a:off x="8703811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95D71E-5AE5-9D5F-AA16-C65742F9F2AC}"/>
              </a:ext>
            </a:extLst>
          </p:cNvPr>
          <p:cNvSpPr txBox="1"/>
          <p:nvPr/>
        </p:nvSpPr>
        <p:spPr>
          <a:xfrm>
            <a:off x="8774134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1244EA6-D455-C428-9926-C6D33978A765}"/>
              </a:ext>
            </a:extLst>
          </p:cNvPr>
          <p:cNvSpPr txBox="1"/>
          <p:nvPr/>
        </p:nvSpPr>
        <p:spPr>
          <a:xfrm>
            <a:off x="8844458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AA35B1B-89C8-808E-4573-3FCA537E03F2}"/>
              </a:ext>
            </a:extLst>
          </p:cNvPr>
          <p:cNvSpPr txBox="1"/>
          <p:nvPr/>
        </p:nvSpPr>
        <p:spPr>
          <a:xfrm>
            <a:off x="8914781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B549328-60F7-ABDE-BCCB-7253F489E244}"/>
              </a:ext>
            </a:extLst>
          </p:cNvPr>
          <p:cNvSpPr txBox="1"/>
          <p:nvPr/>
        </p:nvSpPr>
        <p:spPr>
          <a:xfrm>
            <a:off x="8985104" y="3258120"/>
            <a:ext cx="210979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1680E7F-D374-9C92-D8EA-239615DBCCA1}"/>
              </a:ext>
            </a:extLst>
          </p:cNvPr>
          <p:cNvSpPr txBox="1"/>
          <p:nvPr/>
        </p:nvSpPr>
        <p:spPr>
          <a:xfrm>
            <a:off x="9013182" y="3258120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36E172C-1276-3D76-69BB-FDACD2F5F398}"/>
              </a:ext>
            </a:extLst>
          </p:cNvPr>
          <p:cNvSpPr txBox="1"/>
          <p:nvPr/>
        </p:nvSpPr>
        <p:spPr>
          <a:xfrm>
            <a:off x="9055047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B6E81C2-EF2C-1887-E774-6E8D8039E083}"/>
              </a:ext>
            </a:extLst>
          </p:cNvPr>
          <p:cNvSpPr txBox="1"/>
          <p:nvPr/>
        </p:nvSpPr>
        <p:spPr>
          <a:xfrm>
            <a:off x="9125370" y="3258120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FF989E-49E9-A7E2-B0E6-04D3FCB219F2}"/>
              </a:ext>
            </a:extLst>
          </p:cNvPr>
          <p:cNvSpPr txBox="1"/>
          <p:nvPr/>
        </p:nvSpPr>
        <p:spPr>
          <a:xfrm>
            <a:off x="9160532" y="3258120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064E01-2E90-FA12-196A-2D3030B6DB9C}"/>
              </a:ext>
            </a:extLst>
          </p:cNvPr>
          <p:cNvSpPr txBox="1"/>
          <p:nvPr/>
        </p:nvSpPr>
        <p:spPr>
          <a:xfrm>
            <a:off x="9195694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2AD049D-491F-2E72-0E9E-77CCD98C6940}"/>
              </a:ext>
            </a:extLst>
          </p:cNvPr>
          <p:cNvSpPr txBox="1"/>
          <p:nvPr/>
        </p:nvSpPr>
        <p:spPr>
          <a:xfrm>
            <a:off x="9266017" y="3258120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1F667D4-F907-0F37-AFE7-D686AC9800F8}"/>
              </a:ext>
            </a:extLst>
          </p:cNvPr>
          <p:cNvSpPr txBox="1"/>
          <p:nvPr/>
        </p:nvSpPr>
        <p:spPr>
          <a:xfrm>
            <a:off x="9301178" y="3258120"/>
            <a:ext cx="2461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4C1E0EA-1685-6453-7E08-B72E7B9BE031}"/>
              </a:ext>
            </a:extLst>
          </p:cNvPr>
          <p:cNvSpPr txBox="1"/>
          <p:nvPr/>
        </p:nvSpPr>
        <p:spPr>
          <a:xfrm>
            <a:off x="9364418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5761E9C-7811-C4AB-EEBD-AF9EB0F81EC2}"/>
              </a:ext>
            </a:extLst>
          </p:cNvPr>
          <p:cNvSpPr txBox="1"/>
          <p:nvPr/>
        </p:nvSpPr>
        <p:spPr>
          <a:xfrm>
            <a:off x="9434742" y="3258120"/>
            <a:ext cx="210979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9051910-E639-DFCE-B245-DDDF0C272709}"/>
              </a:ext>
            </a:extLst>
          </p:cNvPr>
          <p:cNvSpPr txBox="1"/>
          <p:nvPr/>
        </p:nvSpPr>
        <p:spPr>
          <a:xfrm>
            <a:off x="9462820" y="3258120"/>
            <a:ext cx="2461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k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2617A40-C089-7EC5-CD10-265B094A996D}"/>
              </a:ext>
            </a:extLst>
          </p:cNvPr>
          <p:cNvSpPr txBox="1"/>
          <p:nvPr/>
        </p:nvSpPr>
        <p:spPr>
          <a:xfrm>
            <a:off x="9526060" y="3258120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3A0695D-D1BA-333A-ED73-125D35E64541}"/>
              </a:ext>
            </a:extLst>
          </p:cNvPr>
          <p:cNvSpPr txBox="1"/>
          <p:nvPr/>
        </p:nvSpPr>
        <p:spPr>
          <a:xfrm>
            <a:off x="9596383" y="3258120"/>
            <a:ext cx="2461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96FEFC4-F3F5-17C3-47B1-2BD5E167A0B1}"/>
              </a:ext>
            </a:extLst>
          </p:cNvPr>
          <p:cNvSpPr txBox="1"/>
          <p:nvPr/>
        </p:nvSpPr>
        <p:spPr>
          <a:xfrm>
            <a:off x="8703811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F5B7222-FC0B-F1F5-72ED-EDB7359511DC}"/>
              </a:ext>
            </a:extLst>
          </p:cNvPr>
          <p:cNvSpPr txBox="1"/>
          <p:nvPr/>
        </p:nvSpPr>
        <p:spPr>
          <a:xfrm>
            <a:off x="8774297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7D5C87A-17EA-B076-9DC8-77B8CD158378}"/>
              </a:ext>
            </a:extLst>
          </p:cNvPr>
          <p:cNvSpPr txBox="1"/>
          <p:nvPr/>
        </p:nvSpPr>
        <p:spPr>
          <a:xfrm>
            <a:off x="8844402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EBD25DC-2F64-376A-90A7-064A7540F9F0}"/>
              </a:ext>
            </a:extLst>
          </p:cNvPr>
          <p:cNvSpPr txBox="1"/>
          <p:nvPr/>
        </p:nvSpPr>
        <p:spPr>
          <a:xfrm>
            <a:off x="8914888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DF8D428-48AE-EE32-6C9B-E17ECA2FA5C0}"/>
              </a:ext>
            </a:extLst>
          </p:cNvPr>
          <p:cNvSpPr txBox="1"/>
          <p:nvPr/>
        </p:nvSpPr>
        <p:spPr>
          <a:xfrm>
            <a:off x="8984995" y="3412444"/>
            <a:ext cx="211044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E6F1B8A-F7F1-FBA3-2E56-0F444708A2C5}"/>
              </a:ext>
            </a:extLst>
          </p:cNvPr>
          <p:cNvSpPr txBox="1"/>
          <p:nvPr/>
        </p:nvSpPr>
        <p:spPr>
          <a:xfrm>
            <a:off x="9013138" y="3412444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E153A4E-E091-A930-857B-C5C697F52585}"/>
              </a:ext>
            </a:extLst>
          </p:cNvPr>
          <p:cNvSpPr txBox="1"/>
          <p:nvPr/>
        </p:nvSpPr>
        <p:spPr>
          <a:xfrm>
            <a:off x="9055100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91DCEB4-C46A-FEE0-5ECB-3BADB16E8C98}"/>
              </a:ext>
            </a:extLst>
          </p:cNvPr>
          <p:cNvSpPr txBox="1"/>
          <p:nvPr/>
        </p:nvSpPr>
        <p:spPr>
          <a:xfrm>
            <a:off x="9125586" y="3412444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: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66BEAD8-E240-360D-1AFA-CE4C8E14F9E0}"/>
              </a:ext>
            </a:extLst>
          </p:cNvPr>
          <p:cNvSpPr txBox="1"/>
          <p:nvPr/>
        </p:nvSpPr>
        <p:spPr>
          <a:xfrm>
            <a:off x="9160828" y="3412444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B00BDA7-A595-A6A2-C789-C266AA147C9B}"/>
              </a:ext>
            </a:extLst>
          </p:cNvPr>
          <p:cNvSpPr txBox="1"/>
          <p:nvPr/>
        </p:nvSpPr>
        <p:spPr>
          <a:xfrm>
            <a:off x="9195691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3285EFB-8822-48BB-7D93-20848ABACAF7}"/>
              </a:ext>
            </a:extLst>
          </p:cNvPr>
          <p:cNvSpPr txBox="1"/>
          <p:nvPr/>
        </p:nvSpPr>
        <p:spPr>
          <a:xfrm>
            <a:off x="9266177" y="3412444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303F59F-522D-1AF3-D131-3CCA57E6C555}"/>
              </a:ext>
            </a:extLst>
          </p:cNvPr>
          <p:cNvSpPr txBox="1"/>
          <p:nvPr/>
        </p:nvSpPr>
        <p:spPr>
          <a:xfrm>
            <a:off x="9301419" y="3412444"/>
            <a:ext cx="246266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DEA3CB6-9356-0832-B830-15195F9DF5AB}"/>
              </a:ext>
            </a:extLst>
          </p:cNvPr>
          <p:cNvSpPr txBox="1"/>
          <p:nvPr/>
        </p:nvSpPr>
        <p:spPr>
          <a:xfrm>
            <a:off x="9364300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07D1F1E-C649-AF63-1A71-D1FC79EE9E74}"/>
              </a:ext>
            </a:extLst>
          </p:cNvPr>
          <p:cNvSpPr txBox="1"/>
          <p:nvPr/>
        </p:nvSpPr>
        <p:spPr>
          <a:xfrm>
            <a:off x="9434785" y="3412444"/>
            <a:ext cx="211044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966BF8-079E-76FC-65EA-D897CF7F4B88}"/>
              </a:ext>
            </a:extLst>
          </p:cNvPr>
          <p:cNvSpPr txBox="1"/>
          <p:nvPr/>
        </p:nvSpPr>
        <p:spPr>
          <a:xfrm>
            <a:off x="9462929" y="3412444"/>
            <a:ext cx="246266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k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3480745-B106-0A51-37D0-BDA232B74261}"/>
              </a:ext>
            </a:extLst>
          </p:cNvPr>
          <p:cNvSpPr txBox="1"/>
          <p:nvPr/>
        </p:nvSpPr>
        <p:spPr>
          <a:xfrm>
            <a:off x="9525935" y="3412444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C274811-D49C-9514-9825-C31289513BB4}"/>
              </a:ext>
            </a:extLst>
          </p:cNvPr>
          <p:cNvSpPr txBox="1"/>
          <p:nvPr/>
        </p:nvSpPr>
        <p:spPr>
          <a:xfrm>
            <a:off x="9596421" y="3412444"/>
            <a:ext cx="246266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994AD0F-DBB5-E481-4DF8-1B5873C35FD8}"/>
              </a:ext>
            </a:extLst>
          </p:cNvPr>
          <p:cNvSpPr txBox="1"/>
          <p:nvPr/>
        </p:nvSpPr>
        <p:spPr>
          <a:xfrm>
            <a:off x="8703811" y="3567532"/>
            <a:ext cx="260139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F603292-58CF-2E81-BA8A-B02BED31F076}"/>
              </a:ext>
            </a:extLst>
          </p:cNvPr>
          <p:cNvSpPr txBox="1"/>
          <p:nvPr/>
        </p:nvSpPr>
        <p:spPr>
          <a:xfrm>
            <a:off x="8781091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5922073-DEC2-D06F-0067-2BC1106BDF7B}"/>
              </a:ext>
            </a:extLst>
          </p:cNvPr>
          <p:cNvSpPr txBox="1"/>
          <p:nvPr/>
        </p:nvSpPr>
        <p:spPr>
          <a:xfrm>
            <a:off x="8851414" y="3567532"/>
            <a:ext cx="260139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45E6503-5668-2FA1-35E6-E8F47AC29231}"/>
              </a:ext>
            </a:extLst>
          </p:cNvPr>
          <p:cNvSpPr txBox="1"/>
          <p:nvPr/>
        </p:nvSpPr>
        <p:spPr>
          <a:xfrm>
            <a:off x="8928693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40862A1-46BE-1ECA-8989-CF3E71C1D11C}"/>
              </a:ext>
            </a:extLst>
          </p:cNvPr>
          <p:cNvSpPr txBox="1"/>
          <p:nvPr/>
        </p:nvSpPr>
        <p:spPr>
          <a:xfrm>
            <a:off x="9005847" y="3567532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1FAD5F-AD18-EBEC-4BB9-0245F065EEDD}"/>
              </a:ext>
            </a:extLst>
          </p:cNvPr>
          <p:cNvSpPr txBox="1"/>
          <p:nvPr/>
        </p:nvSpPr>
        <p:spPr>
          <a:xfrm>
            <a:off x="9041008" y="3567532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79B7B7D-8B29-173B-4CF5-C1FC698E3C5D}"/>
              </a:ext>
            </a:extLst>
          </p:cNvPr>
          <p:cNvSpPr txBox="1"/>
          <p:nvPr/>
        </p:nvSpPr>
        <p:spPr>
          <a:xfrm>
            <a:off x="9076170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E3A0AC4-5C53-7541-C11F-8EE05E04C3A4}"/>
              </a:ext>
            </a:extLst>
          </p:cNvPr>
          <p:cNvSpPr txBox="1"/>
          <p:nvPr/>
        </p:nvSpPr>
        <p:spPr>
          <a:xfrm>
            <a:off x="9146493" y="3567532"/>
            <a:ext cx="224998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: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8B3C957-09F2-CA87-005D-0D489C22F216}"/>
              </a:ext>
            </a:extLst>
          </p:cNvPr>
          <p:cNvSpPr txBox="1"/>
          <p:nvPr/>
        </p:nvSpPr>
        <p:spPr>
          <a:xfrm>
            <a:off x="9195441" y="3567532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13EC9C4-22CA-FD9A-2160-42BCAC7488AC}"/>
              </a:ext>
            </a:extLst>
          </p:cNvPr>
          <p:cNvSpPr txBox="1"/>
          <p:nvPr/>
        </p:nvSpPr>
        <p:spPr>
          <a:xfrm>
            <a:off x="9223519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43D8A9F-D7A0-E3C4-614C-D2412482A2F1}"/>
              </a:ext>
            </a:extLst>
          </p:cNvPr>
          <p:cNvSpPr txBox="1"/>
          <p:nvPr/>
        </p:nvSpPr>
        <p:spPr>
          <a:xfrm>
            <a:off x="9293842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947F481-0D29-CF6A-6847-2DD87A89936B}"/>
              </a:ext>
            </a:extLst>
          </p:cNvPr>
          <p:cNvSpPr txBox="1"/>
          <p:nvPr/>
        </p:nvSpPr>
        <p:spPr>
          <a:xfrm>
            <a:off x="9364165" y="3567532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C13F6BB-F866-DDF5-D749-CBB0B4F4D496}"/>
              </a:ext>
            </a:extLst>
          </p:cNvPr>
          <p:cNvSpPr txBox="1"/>
          <p:nvPr/>
        </p:nvSpPr>
        <p:spPr>
          <a:xfrm>
            <a:off x="9406030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0CE192D-AFB0-6A0F-163A-B2DEB24DFA84}"/>
              </a:ext>
            </a:extLst>
          </p:cNvPr>
          <p:cNvSpPr txBox="1"/>
          <p:nvPr/>
        </p:nvSpPr>
        <p:spPr>
          <a:xfrm>
            <a:off x="9476354" y="3567532"/>
            <a:ext cx="260139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5E7B43F-EB3B-A6B4-6BD4-00110F7AFD34}"/>
              </a:ext>
            </a:extLst>
          </p:cNvPr>
          <p:cNvSpPr txBox="1"/>
          <p:nvPr/>
        </p:nvSpPr>
        <p:spPr>
          <a:xfrm>
            <a:off x="9553633" y="3567532"/>
            <a:ext cx="21802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05DF21E-2242-9A09-AD38-D90B69845E7D}"/>
              </a:ext>
            </a:extLst>
          </p:cNvPr>
          <p:cNvSpPr txBox="1"/>
          <p:nvPr/>
        </p:nvSpPr>
        <p:spPr>
          <a:xfrm>
            <a:off x="9588795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k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D6DBE9B-7A7A-968B-B208-C0604D4CC681}"/>
              </a:ext>
            </a:extLst>
          </p:cNvPr>
          <p:cNvSpPr txBox="1"/>
          <p:nvPr/>
        </p:nvSpPr>
        <p:spPr>
          <a:xfrm>
            <a:off x="9659118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81E772E-1CCC-F140-DF58-97AACCFFBF2D}"/>
              </a:ext>
            </a:extLst>
          </p:cNvPr>
          <p:cNvSpPr txBox="1"/>
          <p:nvPr/>
        </p:nvSpPr>
        <p:spPr>
          <a:xfrm>
            <a:off x="9736144" y="3567532"/>
            <a:ext cx="253222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b="1" spc="0" baseline="0">
                <a:ln/>
                <a:solidFill>
                  <a:srgbClr val="2F5597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65461C-2695-6D65-1782-8139379706ED}"/>
              </a:ext>
            </a:extLst>
          </p:cNvPr>
          <p:cNvSpPr txBox="1"/>
          <p:nvPr/>
        </p:nvSpPr>
        <p:spPr>
          <a:xfrm>
            <a:off x="8703811" y="3722239"/>
            <a:ext cx="309360" cy="23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…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4C508DF-B01D-5B82-094A-B967B71F445F}"/>
              </a:ext>
            </a:extLst>
          </p:cNvPr>
          <p:cNvSpPr txBox="1"/>
          <p:nvPr/>
        </p:nvSpPr>
        <p:spPr>
          <a:xfrm>
            <a:off x="8703811" y="3876563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C60F090-6FA4-9A15-30AF-A3EA86E10F75}"/>
              </a:ext>
            </a:extLst>
          </p:cNvPr>
          <p:cNvSpPr txBox="1"/>
          <p:nvPr/>
        </p:nvSpPr>
        <p:spPr>
          <a:xfrm>
            <a:off x="8774297" y="3876563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840CE46-54DD-4343-B3B1-13730A0073FA}"/>
              </a:ext>
            </a:extLst>
          </p:cNvPr>
          <p:cNvSpPr txBox="1"/>
          <p:nvPr/>
        </p:nvSpPr>
        <p:spPr>
          <a:xfrm>
            <a:off x="8844402" y="3876563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F97D07D-BECF-D31B-D58F-B19F567F6970}"/>
              </a:ext>
            </a:extLst>
          </p:cNvPr>
          <p:cNvSpPr txBox="1"/>
          <p:nvPr/>
        </p:nvSpPr>
        <p:spPr>
          <a:xfrm>
            <a:off x="8914888" y="3876563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880220B-CF25-82C7-33DF-608E4D11E840}"/>
              </a:ext>
            </a:extLst>
          </p:cNvPr>
          <p:cNvSpPr txBox="1"/>
          <p:nvPr/>
        </p:nvSpPr>
        <p:spPr>
          <a:xfrm>
            <a:off x="8984995" y="3876563"/>
            <a:ext cx="211044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9DF9683-DF03-B83E-BF39-3A4A3FC65895}"/>
              </a:ext>
            </a:extLst>
          </p:cNvPr>
          <p:cNvSpPr txBox="1"/>
          <p:nvPr/>
        </p:nvSpPr>
        <p:spPr>
          <a:xfrm>
            <a:off x="9013138" y="3876563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CC4EBC4-A80D-AAC9-72F5-D4D098ACA32C}"/>
              </a:ext>
            </a:extLst>
          </p:cNvPr>
          <p:cNvSpPr txBox="1"/>
          <p:nvPr/>
        </p:nvSpPr>
        <p:spPr>
          <a:xfrm>
            <a:off x="9055100" y="3876563"/>
            <a:ext cx="27443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7D93515-2047-8BEB-983F-8E40A86E597A}"/>
              </a:ext>
            </a:extLst>
          </p:cNvPr>
          <p:cNvSpPr txBox="1"/>
          <p:nvPr/>
        </p:nvSpPr>
        <p:spPr>
          <a:xfrm>
            <a:off x="9146630" y="3876563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: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12A9927-78DD-8318-10AE-2C7B3BFCBA49}"/>
              </a:ext>
            </a:extLst>
          </p:cNvPr>
          <p:cNvSpPr txBox="1"/>
          <p:nvPr/>
        </p:nvSpPr>
        <p:spPr>
          <a:xfrm>
            <a:off x="9181873" y="3876563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4E778C9-E10C-31D1-C312-2A44C2A0D2D9}"/>
              </a:ext>
            </a:extLst>
          </p:cNvPr>
          <p:cNvSpPr txBox="1"/>
          <p:nvPr/>
        </p:nvSpPr>
        <p:spPr>
          <a:xfrm>
            <a:off x="9216736" y="3876563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2CE1D37-BBCF-F2EF-46EA-884A405179CA}"/>
              </a:ext>
            </a:extLst>
          </p:cNvPr>
          <p:cNvSpPr txBox="1"/>
          <p:nvPr/>
        </p:nvSpPr>
        <p:spPr>
          <a:xfrm>
            <a:off x="9287222" y="3876563"/>
            <a:ext cx="218101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93655EF-A6EF-7E9A-E525-814900494B60}"/>
              </a:ext>
            </a:extLst>
          </p:cNvPr>
          <p:cNvSpPr txBox="1"/>
          <p:nvPr/>
        </p:nvSpPr>
        <p:spPr>
          <a:xfrm>
            <a:off x="9329057" y="3876563"/>
            <a:ext cx="246266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917ACF3-762A-0921-8560-91968F84159B}"/>
              </a:ext>
            </a:extLst>
          </p:cNvPr>
          <p:cNvSpPr txBox="1"/>
          <p:nvPr/>
        </p:nvSpPr>
        <p:spPr>
          <a:xfrm>
            <a:off x="9392443" y="3876563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4135466-7BB9-090F-4FD2-C3ACA5393196}"/>
              </a:ext>
            </a:extLst>
          </p:cNvPr>
          <p:cNvSpPr txBox="1"/>
          <p:nvPr/>
        </p:nvSpPr>
        <p:spPr>
          <a:xfrm>
            <a:off x="9462929" y="3876563"/>
            <a:ext cx="211044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2368A3A-B06F-86DC-4347-66D3F90C3B97}"/>
              </a:ext>
            </a:extLst>
          </p:cNvPr>
          <p:cNvSpPr txBox="1"/>
          <p:nvPr/>
        </p:nvSpPr>
        <p:spPr>
          <a:xfrm>
            <a:off x="9490693" y="3876563"/>
            <a:ext cx="246266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k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E1DD0D3-923C-66F5-EA7A-E4FF7C42B05C}"/>
              </a:ext>
            </a:extLst>
          </p:cNvPr>
          <p:cNvSpPr txBox="1"/>
          <p:nvPr/>
        </p:nvSpPr>
        <p:spPr>
          <a:xfrm>
            <a:off x="9554079" y="3876563"/>
            <a:ext cx="253385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FD7DAB1-3C19-03DD-AE4F-D550D1435ACD}"/>
              </a:ext>
            </a:extLst>
          </p:cNvPr>
          <p:cNvSpPr txBox="1"/>
          <p:nvPr/>
        </p:nvSpPr>
        <p:spPr>
          <a:xfrm>
            <a:off x="9624565" y="3876563"/>
            <a:ext cx="246266" cy="2330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2" spc="0" baseline="0">
                <a:ln/>
                <a:solidFill>
                  <a:srgbClr val="40404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E761525-4391-927B-33F9-DA075931C8C2}"/>
              </a:ext>
            </a:extLst>
          </p:cNvPr>
          <p:cNvSpPr txBox="1"/>
          <p:nvPr/>
        </p:nvSpPr>
        <p:spPr>
          <a:xfrm>
            <a:off x="4312457" y="2243139"/>
            <a:ext cx="702436" cy="21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810" dirty="0">
                <a:ln/>
                <a:solidFill>
                  <a:srgbClr val="4472C4"/>
                </a:solidFill>
                <a:latin typeface="Arial"/>
                <a:cs typeface="Arial"/>
                <a:sym typeface="Arial"/>
                <a:rtl val="0"/>
              </a:rPr>
              <a:t>Input Spike</a:t>
            </a: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398DC9D3-2242-AA06-0CEF-32C54874C5BD}"/>
              </a:ext>
            </a:extLst>
          </p:cNvPr>
          <p:cNvSpPr/>
          <p:nvPr/>
        </p:nvSpPr>
        <p:spPr>
          <a:xfrm flipV="1">
            <a:off x="4723520" y="2427564"/>
            <a:ext cx="313741" cy="349348"/>
          </a:xfrm>
          <a:custGeom>
            <a:avLst/>
            <a:gdLst>
              <a:gd name="connsiteX0" fmla="*/ 313798 w 313741"/>
              <a:gd name="connsiteY0" fmla="*/ -592 h 349348"/>
              <a:gd name="connsiteX1" fmla="*/ 56 w 313741"/>
              <a:gd name="connsiteY1" fmla="*/ 348757 h 34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3741" h="349348">
                <a:moveTo>
                  <a:pt x="313798" y="-592"/>
                </a:moveTo>
                <a:lnTo>
                  <a:pt x="56" y="348757"/>
                </a:lnTo>
              </a:path>
            </a:pathLst>
          </a:custGeom>
          <a:noFill/>
          <a:ln w="5853" cap="flat">
            <a:solidFill>
              <a:srgbClr val="4472C4"/>
            </a:solidFill>
            <a:prstDash val="dash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D1F54045-3E1B-C8A9-97F7-5BF3758E4BFE}"/>
              </a:ext>
            </a:extLst>
          </p:cNvPr>
          <p:cNvSpPr/>
          <p:nvPr/>
        </p:nvSpPr>
        <p:spPr>
          <a:xfrm flipV="1">
            <a:off x="7050056" y="3652215"/>
            <a:ext cx="201197" cy="201083"/>
          </a:xfrm>
          <a:custGeom>
            <a:avLst/>
            <a:gdLst>
              <a:gd name="connsiteX0" fmla="*/ 121 w 201197"/>
              <a:gd name="connsiteY0" fmla="*/ -363 h 201083"/>
              <a:gd name="connsiteX1" fmla="*/ 201318 w 201197"/>
              <a:gd name="connsiteY1" fmla="*/ 200721 h 201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1197" h="201083">
                <a:moveTo>
                  <a:pt x="121" y="-363"/>
                </a:moveTo>
                <a:lnTo>
                  <a:pt x="201318" y="200721"/>
                </a:lnTo>
              </a:path>
            </a:pathLst>
          </a:custGeom>
          <a:noFill/>
          <a:ln w="5853" cap="flat">
            <a:solidFill>
              <a:schemeClr val="accent6">
                <a:lumMod val="75000"/>
              </a:schemeClr>
            </a:solidFill>
            <a:prstDash val="dash"/>
            <a:miter/>
          </a:ln>
        </p:spPr>
        <p:txBody>
          <a:bodyPr rtlCol="0" anchor="ctr"/>
          <a:lstStyle/>
          <a:p>
            <a:endParaRPr lang="en-S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731C2F8-4C4B-3507-8CF4-0B9BE180954F}"/>
              </a:ext>
            </a:extLst>
          </p:cNvPr>
          <p:cNvSpPr txBox="1"/>
          <p:nvPr/>
        </p:nvSpPr>
        <p:spPr>
          <a:xfrm>
            <a:off x="6814452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9FF1B58-9548-88BF-D016-37671FF54F71}"/>
              </a:ext>
            </a:extLst>
          </p:cNvPr>
          <p:cNvSpPr txBox="1"/>
          <p:nvPr/>
        </p:nvSpPr>
        <p:spPr>
          <a:xfrm>
            <a:off x="6884775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256360C-F5D7-D707-01A2-493E90925480}"/>
              </a:ext>
            </a:extLst>
          </p:cNvPr>
          <p:cNvSpPr txBox="1"/>
          <p:nvPr/>
        </p:nvSpPr>
        <p:spPr>
          <a:xfrm>
            <a:off x="6955478" y="2082656"/>
            <a:ext cx="213520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F254B2D-FFD6-206E-EA5B-07CCD0C50EF9}"/>
              </a:ext>
            </a:extLst>
          </p:cNvPr>
          <p:cNvSpPr txBox="1"/>
          <p:nvPr/>
        </p:nvSpPr>
        <p:spPr>
          <a:xfrm>
            <a:off x="6990639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e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E6A06B9-4FEC-5562-6C70-33CE83839C72}"/>
              </a:ext>
            </a:extLst>
          </p:cNvPr>
          <p:cNvSpPr txBox="1"/>
          <p:nvPr/>
        </p:nvSpPr>
        <p:spPr>
          <a:xfrm>
            <a:off x="7060962" y="2082656"/>
            <a:ext cx="219932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r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280361D-5F2C-296B-3A25-03C7DC9CCB86}"/>
              </a:ext>
            </a:extLst>
          </p:cNvPr>
          <p:cNvSpPr txBox="1"/>
          <p:nvPr/>
        </p:nvSpPr>
        <p:spPr>
          <a:xfrm>
            <a:off x="7103080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489FE4D-4104-91EF-DE83-1E95305537D7}"/>
              </a:ext>
            </a:extLst>
          </p:cNvPr>
          <p:cNvSpPr txBox="1"/>
          <p:nvPr/>
        </p:nvSpPr>
        <p:spPr>
          <a:xfrm>
            <a:off x="7173783" y="2082656"/>
            <a:ext cx="207108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FA0BEA9-B259-725A-F5F9-AEB0D8BDA93F}"/>
              </a:ext>
            </a:extLst>
          </p:cNvPr>
          <p:cNvSpPr txBox="1"/>
          <p:nvPr/>
        </p:nvSpPr>
        <p:spPr>
          <a:xfrm>
            <a:off x="7201861" y="2082656"/>
            <a:ext cx="213520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F948167-08D0-0C06-93D1-EFFE205DF147}"/>
              </a:ext>
            </a:extLst>
          </p:cNvPr>
          <p:cNvSpPr txBox="1"/>
          <p:nvPr/>
        </p:nvSpPr>
        <p:spPr>
          <a:xfrm>
            <a:off x="7243979" y="2082656"/>
            <a:ext cx="213520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C7CC5A1-F367-72D6-5977-35239261FF5E}"/>
              </a:ext>
            </a:extLst>
          </p:cNvPr>
          <p:cNvSpPr txBox="1"/>
          <p:nvPr/>
        </p:nvSpPr>
        <p:spPr>
          <a:xfrm>
            <a:off x="7272058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B3E5858-B6EA-4A88-9E4A-D51495DEBEF0}"/>
              </a:ext>
            </a:extLst>
          </p:cNvPr>
          <p:cNvSpPr txBox="1"/>
          <p:nvPr/>
        </p:nvSpPr>
        <p:spPr>
          <a:xfrm>
            <a:off x="7342381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h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4ED42C9-7A0A-E8F7-1C97-4EB9DCF4A56C}"/>
              </a:ext>
            </a:extLst>
          </p:cNvPr>
          <p:cNvSpPr txBox="1"/>
          <p:nvPr/>
        </p:nvSpPr>
        <p:spPr>
          <a:xfrm>
            <a:off x="7413084" y="2082656"/>
            <a:ext cx="207108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B4F1A86-5030-AD76-8359-D6E7800048AA}"/>
              </a:ext>
            </a:extLst>
          </p:cNvPr>
          <p:cNvSpPr txBox="1"/>
          <p:nvPr/>
        </p:nvSpPr>
        <p:spPr>
          <a:xfrm>
            <a:off x="7441162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550D64F-8929-520E-6DA2-601EFB5497B3}"/>
              </a:ext>
            </a:extLst>
          </p:cNvPr>
          <p:cNvSpPr txBox="1"/>
          <p:nvPr/>
        </p:nvSpPr>
        <p:spPr>
          <a:xfrm>
            <a:off x="7511485" y="2082656"/>
            <a:ext cx="207108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8ECE887-2396-33CD-C7B6-6979F301B73A}"/>
              </a:ext>
            </a:extLst>
          </p:cNvPr>
          <p:cNvSpPr txBox="1"/>
          <p:nvPr/>
        </p:nvSpPr>
        <p:spPr>
          <a:xfrm>
            <a:off x="7539564" y="2082656"/>
            <a:ext cx="213520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1669E86-99F8-BD74-0B10-A6FEE3E2A099}"/>
              </a:ext>
            </a:extLst>
          </p:cNvPr>
          <p:cNvSpPr txBox="1"/>
          <p:nvPr/>
        </p:nvSpPr>
        <p:spPr>
          <a:xfrm>
            <a:off x="7574726" y="2082656"/>
            <a:ext cx="242374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o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B08A6B8-39DA-6CEB-DF25-A6C44D09069C}"/>
              </a:ext>
            </a:extLst>
          </p:cNvPr>
          <p:cNvSpPr txBox="1"/>
          <p:nvPr/>
        </p:nvSpPr>
        <p:spPr>
          <a:xfrm>
            <a:off x="7645428" y="2082656"/>
            <a:ext cx="219932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r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449119F-0D7D-5F02-4FE6-5D7B365D71BD}"/>
              </a:ext>
            </a:extLst>
          </p:cNvPr>
          <p:cNvSpPr txBox="1"/>
          <p:nvPr/>
        </p:nvSpPr>
        <p:spPr>
          <a:xfrm>
            <a:off x="7687546" y="2082656"/>
            <a:ext cx="235962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>
                <a:ln/>
                <a:solidFill>
                  <a:srgbClr val="C00000"/>
                </a:solidFill>
                <a:latin typeface="Arial"/>
                <a:cs typeface="Arial"/>
                <a:sym typeface="Arial"/>
                <a:rtl val="0"/>
              </a:rPr>
              <a:t>y</a:t>
            </a: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DCDDBEFF-EA69-5449-11F9-3A82B50DCCFA}"/>
              </a:ext>
            </a:extLst>
          </p:cNvPr>
          <p:cNvSpPr/>
          <p:nvPr/>
        </p:nvSpPr>
        <p:spPr>
          <a:xfrm flipV="1">
            <a:off x="6357693" y="2194275"/>
            <a:ext cx="446194" cy="120626"/>
          </a:xfrm>
          <a:custGeom>
            <a:avLst/>
            <a:gdLst>
              <a:gd name="connsiteX0" fmla="*/ 104 w 446194"/>
              <a:gd name="connsiteY0" fmla="*/ -661 h 120626"/>
              <a:gd name="connsiteX1" fmla="*/ 446299 w 446194"/>
              <a:gd name="connsiteY1" fmla="*/ 119965 h 12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6194" h="120626">
                <a:moveTo>
                  <a:pt x="104" y="-661"/>
                </a:moveTo>
                <a:lnTo>
                  <a:pt x="446299" y="119965"/>
                </a:lnTo>
              </a:path>
            </a:pathLst>
          </a:custGeom>
          <a:noFill/>
          <a:ln w="5853" cap="flat">
            <a:solidFill>
              <a:srgbClr val="C00000"/>
            </a:solidFill>
            <a:prstDash val="dash"/>
            <a:miter/>
          </a:ln>
        </p:spPr>
        <p:txBody>
          <a:bodyPr rtlCol="0" anchor="ctr"/>
          <a:lstStyle/>
          <a:p>
            <a:endParaRPr lang="en-SG">
              <a:solidFill>
                <a:srgbClr val="C00000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3B0A03B-4F98-0513-8A53-2C9320587BDC}"/>
              </a:ext>
            </a:extLst>
          </p:cNvPr>
          <p:cNvSpPr txBox="1"/>
          <p:nvPr/>
        </p:nvSpPr>
        <p:spPr>
          <a:xfrm>
            <a:off x="5851913" y="5453910"/>
            <a:ext cx="269145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AB5A049-9BAD-2FFC-D254-B563CD4CDC5D}"/>
              </a:ext>
            </a:extLst>
          </p:cNvPr>
          <p:cNvSpPr txBox="1"/>
          <p:nvPr/>
        </p:nvSpPr>
        <p:spPr>
          <a:xfrm>
            <a:off x="5929206" y="5453910"/>
            <a:ext cx="222659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-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8CFAF40-5A60-2456-8C6C-95B50B595730}"/>
              </a:ext>
            </a:extLst>
          </p:cNvPr>
          <p:cNvSpPr txBox="1"/>
          <p:nvPr/>
        </p:nvSpPr>
        <p:spPr>
          <a:xfrm>
            <a:off x="5971366" y="5453910"/>
            <a:ext cx="249314" cy="21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B3501DA-D7BD-C629-F17B-04AC3C02BE63}"/>
              </a:ext>
            </a:extLst>
          </p:cNvPr>
          <p:cNvSpPr txBox="1"/>
          <p:nvPr/>
        </p:nvSpPr>
        <p:spPr>
          <a:xfrm>
            <a:off x="5849453" y="5132200"/>
            <a:ext cx="269145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8CE5D78-D32B-4464-C827-50683D5B8CE1}"/>
              </a:ext>
            </a:extLst>
          </p:cNvPr>
          <p:cNvSpPr txBox="1"/>
          <p:nvPr/>
        </p:nvSpPr>
        <p:spPr>
          <a:xfrm>
            <a:off x="5927098" y="5132200"/>
            <a:ext cx="222659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-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EA1027C-B6E2-4FE4-C7F6-1223F74B3D8D}"/>
              </a:ext>
            </a:extLst>
          </p:cNvPr>
          <p:cNvSpPr txBox="1"/>
          <p:nvPr/>
        </p:nvSpPr>
        <p:spPr>
          <a:xfrm>
            <a:off x="5969258" y="5132200"/>
            <a:ext cx="249314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AAFA01E-B6D4-8305-8DBF-F7CDE520F202}"/>
              </a:ext>
            </a:extLst>
          </p:cNvPr>
          <p:cNvSpPr txBox="1"/>
          <p:nvPr/>
        </p:nvSpPr>
        <p:spPr>
          <a:xfrm>
            <a:off x="5849453" y="4808968"/>
            <a:ext cx="269145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C48949B-D7C6-8B4F-4C6D-6F88359A6EE9}"/>
              </a:ext>
            </a:extLst>
          </p:cNvPr>
          <p:cNvSpPr txBox="1"/>
          <p:nvPr/>
        </p:nvSpPr>
        <p:spPr>
          <a:xfrm>
            <a:off x="5927098" y="4808968"/>
            <a:ext cx="222659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-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28D0DCD-F9D9-C7C6-BA94-FBBA26EBD13E}"/>
              </a:ext>
            </a:extLst>
          </p:cNvPr>
          <p:cNvSpPr txBox="1"/>
          <p:nvPr/>
        </p:nvSpPr>
        <p:spPr>
          <a:xfrm>
            <a:off x="5969258" y="4808968"/>
            <a:ext cx="249314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3CAA189-4ED1-9DE0-AA38-2608F5D95033}"/>
              </a:ext>
            </a:extLst>
          </p:cNvPr>
          <p:cNvSpPr txBox="1"/>
          <p:nvPr/>
        </p:nvSpPr>
        <p:spPr>
          <a:xfrm>
            <a:off x="5846291" y="4473673"/>
            <a:ext cx="269145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DA4A822-1CCA-0AD1-B724-BDA8D593F717}"/>
              </a:ext>
            </a:extLst>
          </p:cNvPr>
          <p:cNvSpPr txBox="1"/>
          <p:nvPr/>
        </p:nvSpPr>
        <p:spPr>
          <a:xfrm>
            <a:off x="5923585" y="4473673"/>
            <a:ext cx="222659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-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163B187-A9D3-E881-69DF-9BA4A3BAB3DC}"/>
              </a:ext>
            </a:extLst>
          </p:cNvPr>
          <p:cNvSpPr txBox="1"/>
          <p:nvPr/>
        </p:nvSpPr>
        <p:spPr>
          <a:xfrm>
            <a:off x="5966096" y="4473673"/>
            <a:ext cx="249314" cy="22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765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4</a:t>
            </a:r>
          </a:p>
        </p:txBody>
      </p: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2AAB2665-4243-AC7E-7631-0BF40F079042}"/>
              </a:ext>
            </a:extLst>
          </p:cNvPr>
          <p:cNvSpPr/>
          <p:nvPr/>
        </p:nvSpPr>
        <p:spPr>
          <a:xfrm flipV="1">
            <a:off x="6801311" y="3505472"/>
            <a:ext cx="210683" cy="92684"/>
          </a:xfrm>
          <a:custGeom>
            <a:avLst/>
            <a:gdLst>
              <a:gd name="connsiteX0" fmla="*/ 114 w 210683"/>
              <a:gd name="connsiteY0" fmla="*/ 13582 h 92684"/>
              <a:gd name="connsiteX1" fmla="*/ 79281 w 210683"/>
              <a:gd name="connsiteY1" fmla="*/ 5735 h 92684"/>
              <a:gd name="connsiteX2" fmla="*/ 126828 w 210683"/>
              <a:gd name="connsiteY2" fmla="*/ 92282 h 92684"/>
              <a:gd name="connsiteX3" fmla="*/ 134675 w 210683"/>
              <a:gd name="connsiteY3" fmla="*/ 7024 h 92684"/>
              <a:gd name="connsiteX4" fmla="*/ 210797 w 210683"/>
              <a:gd name="connsiteY4" fmla="*/ 3042 h 9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683" h="92684">
                <a:moveTo>
                  <a:pt x="114" y="13582"/>
                </a:moveTo>
                <a:cubicBezTo>
                  <a:pt x="29157" y="3042"/>
                  <a:pt x="58201" y="-7382"/>
                  <a:pt x="79281" y="5735"/>
                </a:cubicBezTo>
                <a:cubicBezTo>
                  <a:pt x="100361" y="18852"/>
                  <a:pt x="117576" y="92048"/>
                  <a:pt x="126828" y="92282"/>
                </a:cubicBezTo>
                <a:cubicBezTo>
                  <a:pt x="136080" y="92516"/>
                  <a:pt x="120739" y="21897"/>
                  <a:pt x="134675" y="7024"/>
                </a:cubicBezTo>
                <a:cubicBezTo>
                  <a:pt x="148728" y="-7850"/>
                  <a:pt x="198032" y="5032"/>
                  <a:pt x="210797" y="3042"/>
                </a:cubicBezTo>
              </a:path>
            </a:pathLst>
          </a:custGeom>
          <a:noFill/>
          <a:ln w="5853" cap="flat">
            <a:solidFill>
              <a:schemeClr val="accent6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S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8CE6216-1A19-1A39-B638-4CDDA7530693}"/>
              </a:ext>
            </a:extLst>
          </p:cNvPr>
          <p:cNvSpPr txBox="1"/>
          <p:nvPr/>
        </p:nvSpPr>
        <p:spPr>
          <a:xfrm>
            <a:off x="7918930" y="4226429"/>
            <a:ext cx="299803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6383361-83F8-67CB-CB96-D69249020741}"/>
              </a:ext>
            </a:extLst>
          </p:cNvPr>
          <p:cNvSpPr txBox="1"/>
          <p:nvPr/>
        </p:nvSpPr>
        <p:spPr>
          <a:xfrm>
            <a:off x="8038255" y="4226429"/>
            <a:ext cx="218850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E642213-FFD6-DC64-7D5F-5168C82550F7}"/>
              </a:ext>
            </a:extLst>
          </p:cNvPr>
          <p:cNvSpPr txBox="1"/>
          <p:nvPr/>
        </p:nvSpPr>
        <p:spPr>
          <a:xfrm>
            <a:off x="8066427" y="4226429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616BDF3-7D34-4A45-01A5-D39D131B1BA9}"/>
              </a:ext>
            </a:extLst>
          </p:cNvPr>
          <p:cNvSpPr txBox="1"/>
          <p:nvPr/>
        </p:nvSpPr>
        <p:spPr>
          <a:xfrm>
            <a:off x="8157581" y="4226429"/>
            <a:ext cx="263833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47A1F5C-4603-C469-2F62-509D54D08660}"/>
              </a:ext>
            </a:extLst>
          </p:cNvPr>
          <p:cNvSpPr txBox="1"/>
          <p:nvPr/>
        </p:nvSpPr>
        <p:spPr>
          <a:xfrm>
            <a:off x="8241773" y="4226429"/>
            <a:ext cx="263833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E6D94B1-72BE-34E5-9B7F-4AA05486F9E0}"/>
              </a:ext>
            </a:extLst>
          </p:cNvPr>
          <p:cNvSpPr txBox="1"/>
          <p:nvPr/>
        </p:nvSpPr>
        <p:spPr>
          <a:xfrm>
            <a:off x="8325964" y="4226429"/>
            <a:ext cx="218850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FD07042-899E-B73E-51B2-2AD560095432}"/>
              </a:ext>
            </a:extLst>
          </p:cNvPr>
          <p:cNvSpPr txBox="1"/>
          <p:nvPr/>
        </p:nvSpPr>
        <p:spPr>
          <a:xfrm>
            <a:off x="8361097" y="4226429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f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8C9D5464-15B1-27A4-C19C-D4EA11F63E26}"/>
              </a:ext>
            </a:extLst>
          </p:cNvPr>
          <p:cNvSpPr txBox="1"/>
          <p:nvPr/>
        </p:nvSpPr>
        <p:spPr>
          <a:xfrm>
            <a:off x="8410154" y="4226429"/>
            <a:ext cx="218850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EDDFBA9-C06B-04B7-2AF9-DB9A7E2D6AF4}"/>
              </a:ext>
            </a:extLst>
          </p:cNvPr>
          <p:cNvSpPr txBox="1"/>
          <p:nvPr/>
        </p:nvSpPr>
        <p:spPr>
          <a:xfrm>
            <a:off x="8445289" y="4226429"/>
            <a:ext cx="263833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9792A6C-BB2D-4FED-8D92-E8BABAA31006}"/>
              </a:ext>
            </a:extLst>
          </p:cNvPr>
          <p:cNvSpPr txBox="1"/>
          <p:nvPr/>
        </p:nvSpPr>
        <p:spPr>
          <a:xfrm>
            <a:off x="8529480" y="4226429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F5547D1-004A-8236-585D-3EAAA37A1056}"/>
              </a:ext>
            </a:extLst>
          </p:cNvPr>
          <p:cNvSpPr txBox="1"/>
          <p:nvPr/>
        </p:nvSpPr>
        <p:spPr>
          <a:xfrm>
            <a:off x="8620633" y="4226429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E6F2A01-C15D-8856-DA66-F8EF9E36F7F4}"/>
              </a:ext>
            </a:extLst>
          </p:cNvPr>
          <p:cNvSpPr txBox="1"/>
          <p:nvPr/>
        </p:nvSpPr>
        <p:spPr>
          <a:xfrm>
            <a:off x="8662730" y="4226429"/>
            <a:ext cx="218850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5D67C31-E201-FD6B-9A7E-7C37B4648691}"/>
              </a:ext>
            </a:extLst>
          </p:cNvPr>
          <p:cNvSpPr txBox="1"/>
          <p:nvPr/>
        </p:nvSpPr>
        <p:spPr>
          <a:xfrm>
            <a:off x="8697863" y="4226429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o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5ECC792-6183-A737-7977-7ED4EFB2D6D4}"/>
              </a:ext>
            </a:extLst>
          </p:cNvPr>
          <p:cNvSpPr txBox="1"/>
          <p:nvPr/>
        </p:nvSpPr>
        <p:spPr>
          <a:xfrm>
            <a:off x="8789016" y="4226429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AD29BBCC-E322-73A9-A7C5-A5C5B575E3CB}"/>
              </a:ext>
            </a:extLst>
          </p:cNvPr>
          <p:cNvSpPr txBox="1"/>
          <p:nvPr/>
        </p:nvSpPr>
        <p:spPr>
          <a:xfrm>
            <a:off x="8873370" y="4226429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0CE8181-41DE-7EED-3033-D125719E5F97}"/>
              </a:ext>
            </a:extLst>
          </p:cNvPr>
          <p:cNvSpPr txBox="1"/>
          <p:nvPr/>
        </p:nvSpPr>
        <p:spPr>
          <a:xfrm>
            <a:off x="8929389" y="4226429"/>
            <a:ext cx="308816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O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2C0D18-39EB-98ED-A36F-4E499B076F41}"/>
              </a:ext>
            </a:extLst>
          </p:cNvPr>
          <p:cNvSpPr txBox="1"/>
          <p:nvPr/>
        </p:nvSpPr>
        <p:spPr>
          <a:xfrm>
            <a:off x="9055676" y="4226429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u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DB83FD7-81EB-15B3-075E-08C006EF40DB}"/>
              </a:ext>
            </a:extLst>
          </p:cNvPr>
          <p:cNvSpPr txBox="1"/>
          <p:nvPr/>
        </p:nvSpPr>
        <p:spPr>
          <a:xfrm>
            <a:off x="9140028" y="4226429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A6BE891-6B9A-B5D1-FC7A-623C7C7B4662}"/>
              </a:ext>
            </a:extLst>
          </p:cNvPr>
          <p:cNvSpPr txBox="1"/>
          <p:nvPr/>
        </p:nvSpPr>
        <p:spPr>
          <a:xfrm>
            <a:off x="9182130" y="4226429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7080A42-63AB-8D69-D25E-3DF7425EE1A6}"/>
              </a:ext>
            </a:extLst>
          </p:cNvPr>
          <p:cNvSpPr txBox="1"/>
          <p:nvPr/>
        </p:nvSpPr>
        <p:spPr>
          <a:xfrm>
            <a:off x="9266473" y="4226429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u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CC688D96-840F-7106-3B28-23CA689B7A03}"/>
              </a:ext>
            </a:extLst>
          </p:cNvPr>
          <p:cNvSpPr txBox="1"/>
          <p:nvPr/>
        </p:nvSpPr>
        <p:spPr>
          <a:xfrm>
            <a:off x="9350829" y="4226429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6EB7665-7F08-3532-69AB-87D39C1A861B}"/>
              </a:ext>
            </a:extLst>
          </p:cNvPr>
          <p:cNvSpPr txBox="1"/>
          <p:nvPr/>
        </p:nvSpPr>
        <p:spPr>
          <a:xfrm>
            <a:off x="3194009" y="4266887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333ED83-B155-76FC-B4FB-F346FEBAFCE1}"/>
              </a:ext>
            </a:extLst>
          </p:cNvPr>
          <p:cNvSpPr txBox="1"/>
          <p:nvPr/>
        </p:nvSpPr>
        <p:spPr>
          <a:xfrm>
            <a:off x="3236105" y="4266887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D991D47B-4E04-679D-BF7A-CE2B2461A9DA}"/>
              </a:ext>
            </a:extLst>
          </p:cNvPr>
          <p:cNvSpPr txBox="1"/>
          <p:nvPr/>
        </p:nvSpPr>
        <p:spPr>
          <a:xfrm>
            <a:off x="3320458" y="4266887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271493BD-8005-BA09-7F81-85D3B38E2391}"/>
              </a:ext>
            </a:extLst>
          </p:cNvPr>
          <p:cNvSpPr txBox="1"/>
          <p:nvPr/>
        </p:nvSpPr>
        <p:spPr>
          <a:xfrm>
            <a:off x="3404812" y="4266887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u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8F5A209-6194-3BAA-DDE9-AD4B337BE7FB}"/>
              </a:ext>
            </a:extLst>
          </p:cNvPr>
          <p:cNvSpPr txBox="1"/>
          <p:nvPr/>
        </p:nvSpPr>
        <p:spPr>
          <a:xfrm>
            <a:off x="3489165" y="4266887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A9D455F2-E951-0C2C-FBCF-3F7326082499}"/>
              </a:ext>
            </a:extLst>
          </p:cNvPr>
          <p:cNvSpPr txBox="1"/>
          <p:nvPr/>
        </p:nvSpPr>
        <p:spPr>
          <a:xfrm>
            <a:off x="3531261" y="4266887"/>
            <a:ext cx="227862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F363B24-AD5B-DE9B-A963-DF18CF212FD5}"/>
              </a:ext>
            </a:extLst>
          </p:cNvPr>
          <p:cNvSpPr txBox="1"/>
          <p:nvPr/>
        </p:nvSpPr>
        <p:spPr>
          <a:xfrm>
            <a:off x="3601366" y="4266887"/>
            <a:ext cx="263833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9C988FF-4D5C-25F5-785D-ADA9ECD249E6}"/>
              </a:ext>
            </a:extLst>
          </p:cNvPr>
          <p:cNvSpPr txBox="1"/>
          <p:nvPr/>
        </p:nvSpPr>
        <p:spPr>
          <a:xfrm>
            <a:off x="3685558" y="4266887"/>
            <a:ext cx="218850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A40CCBD-ABB2-AC96-E7B2-E980C921B6B7}"/>
              </a:ext>
            </a:extLst>
          </p:cNvPr>
          <p:cNvSpPr txBox="1"/>
          <p:nvPr/>
        </p:nvSpPr>
        <p:spPr>
          <a:xfrm>
            <a:off x="3720691" y="4266887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g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1D72AEC-41C0-D19E-8984-F0FF2D824AF2}"/>
              </a:ext>
            </a:extLst>
          </p:cNvPr>
          <p:cNvSpPr txBox="1"/>
          <p:nvPr/>
        </p:nvSpPr>
        <p:spPr>
          <a:xfrm>
            <a:off x="3805044" y="4266887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n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110DCDB-1442-379D-560E-E2B6DA5CD211}"/>
              </a:ext>
            </a:extLst>
          </p:cNvPr>
          <p:cNvSpPr txBox="1"/>
          <p:nvPr/>
        </p:nvSpPr>
        <p:spPr>
          <a:xfrm>
            <a:off x="3889398" y="4266887"/>
            <a:ext cx="272924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EBAEC17-6C2F-0D81-3D72-B4C9FBBFCD97}"/>
              </a:ext>
            </a:extLst>
          </p:cNvPr>
          <p:cNvSpPr txBox="1"/>
          <p:nvPr/>
        </p:nvSpPr>
        <p:spPr>
          <a:xfrm>
            <a:off x="3980552" y="4266887"/>
            <a:ext cx="218850" cy="27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037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l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3C1EFB4-ECF8-A552-E176-DB88EEB4A0C4}"/>
              </a:ext>
            </a:extLst>
          </p:cNvPr>
          <p:cNvSpPr txBox="1"/>
          <p:nvPr/>
        </p:nvSpPr>
        <p:spPr>
          <a:xfrm>
            <a:off x="7056201" y="2541287"/>
            <a:ext cx="782587" cy="21698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 dirty="0">
                <a:ln/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Output Spike</a:t>
            </a: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DE44826A-BB39-F179-9D85-8BB808326EBE}"/>
              </a:ext>
            </a:extLst>
          </p:cNvPr>
          <p:cNvSpPr/>
          <p:nvPr/>
        </p:nvSpPr>
        <p:spPr>
          <a:xfrm flipV="1">
            <a:off x="6938332" y="2737680"/>
            <a:ext cx="400404" cy="424300"/>
          </a:xfrm>
          <a:custGeom>
            <a:avLst/>
            <a:gdLst>
              <a:gd name="connsiteX0" fmla="*/ 120 w 400404"/>
              <a:gd name="connsiteY0" fmla="*/ -523 h 424300"/>
              <a:gd name="connsiteX1" fmla="*/ 400524 w 400404"/>
              <a:gd name="connsiteY1" fmla="*/ 423778 h 42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0404" h="424300">
                <a:moveTo>
                  <a:pt x="120" y="-523"/>
                </a:moveTo>
                <a:lnTo>
                  <a:pt x="400524" y="423778"/>
                </a:lnTo>
              </a:path>
            </a:pathLst>
          </a:custGeom>
          <a:noFill/>
          <a:ln w="5853" cap="flat">
            <a:solidFill>
              <a:schemeClr val="accent6">
                <a:lumMod val="75000"/>
              </a:schemeClr>
            </a:solidFill>
            <a:prstDash val="dash"/>
            <a:miter/>
          </a:ln>
        </p:spPr>
        <p:txBody>
          <a:bodyPr rtlCol="0" anchor="ctr"/>
          <a:lstStyle/>
          <a:p>
            <a:endParaRPr lang="en-SG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2" name="Freeform: Shape 231">
            <a:extLst>
              <a:ext uri="{FF2B5EF4-FFF2-40B4-BE49-F238E27FC236}">
                <a16:creationId xmlns:a16="http://schemas.microsoft.com/office/drawing/2014/main" id="{14E0AF7D-80F9-CD3C-C7FD-62F42D20C2F6}"/>
              </a:ext>
            </a:extLst>
          </p:cNvPr>
          <p:cNvSpPr/>
          <p:nvPr/>
        </p:nvSpPr>
        <p:spPr>
          <a:xfrm flipV="1">
            <a:off x="6382254" y="2672330"/>
            <a:ext cx="97593" cy="210920"/>
          </a:xfrm>
          <a:custGeom>
            <a:avLst/>
            <a:gdLst>
              <a:gd name="connsiteX0" fmla="*/ 10321 w 97593"/>
              <a:gd name="connsiteY0" fmla="*/ 210364 h 210920"/>
              <a:gd name="connsiteX1" fmla="*/ 7979 w 97593"/>
              <a:gd name="connsiteY1" fmla="*/ 130844 h 210920"/>
              <a:gd name="connsiteX2" fmla="*/ 97687 w 97593"/>
              <a:gd name="connsiteY2" fmla="*/ 89503 h 210920"/>
              <a:gd name="connsiteX3" fmla="*/ 13132 w 97593"/>
              <a:gd name="connsiteY3" fmla="*/ 75567 h 210920"/>
              <a:gd name="connsiteX4" fmla="*/ 14537 w 97593"/>
              <a:gd name="connsiteY4" fmla="*/ -557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593" h="210920">
                <a:moveTo>
                  <a:pt x="10321" y="210364"/>
                </a:moveTo>
                <a:cubicBezTo>
                  <a:pt x="1889" y="180734"/>
                  <a:pt x="-6543" y="150988"/>
                  <a:pt x="7979" y="130844"/>
                </a:cubicBezTo>
                <a:cubicBezTo>
                  <a:pt x="22501" y="110701"/>
                  <a:pt x="96867" y="98638"/>
                  <a:pt x="97687" y="89503"/>
                </a:cubicBezTo>
                <a:cubicBezTo>
                  <a:pt x="98506" y="80251"/>
                  <a:pt x="27068" y="90557"/>
                  <a:pt x="13132" y="75567"/>
                </a:cubicBezTo>
                <a:cubicBezTo>
                  <a:pt x="-687" y="60577"/>
                  <a:pt x="15591" y="12209"/>
                  <a:pt x="14537" y="-557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A0E5FB76-8410-1307-1FDE-98A36C154654}"/>
              </a:ext>
            </a:extLst>
          </p:cNvPr>
          <p:cNvSpPr/>
          <p:nvPr/>
        </p:nvSpPr>
        <p:spPr>
          <a:xfrm flipV="1">
            <a:off x="6389632" y="2448058"/>
            <a:ext cx="97593" cy="210920"/>
          </a:xfrm>
          <a:custGeom>
            <a:avLst/>
            <a:gdLst>
              <a:gd name="connsiteX0" fmla="*/ 10321 w 97593"/>
              <a:gd name="connsiteY0" fmla="*/ 210319 h 210920"/>
              <a:gd name="connsiteX1" fmla="*/ 7979 w 97593"/>
              <a:gd name="connsiteY1" fmla="*/ 130682 h 210920"/>
              <a:gd name="connsiteX2" fmla="*/ 97687 w 97593"/>
              <a:gd name="connsiteY2" fmla="*/ 89341 h 210920"/>
              <a:gd name="connsiteX3" fmla="*/ 13132 w 97593"/>
              <a:gd name="connsiteY3" fmla="*/ 75522 h 210920"/>
              <a:gd name="connsiteX4" fmla="*/ 14538 w 97593"/>
              <a:gd name="connsiteY4" fmla="*/ -602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593" h="210920">
                <a:moveTo>
                  <a:pt x="10321" y="210319"/>
                </a:moveTo>
                <a:cubicBezTo>
                  <a:pt x="1889" y="180572"/>
                  <a:pt x="-6543" y="150826"/>
                  <a:pt x="7979" y="130682"/>
                </a:cubicBezTo>
                <a:cubicBezTo>
                  <a:pt x="22501" y="110539"/>
                  <a:pt x="96867" y="98593"/>
                  <a:pt x="97687" y="89341"/>
                </a:cubicBezTo>
                <a:cubicBezTo>
                  <a:pt x="98506" y="80206"/>
                  <a:pt x="27069" y="90512"/>
                  <a:pt x="13132" y="75522"/>
                </a:cubicBezTo>
                <a:cubicBezTo>
                  <a:pt x="-687" y="60531"/>
                  <a:pt x="15592" y="12163"/>
                  <a:pt x="14538" y="-602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34" name="Freeform: Shape 233">
            <a:extLst>
              <a:ext uri="{FF2B5EF4-FFF2-40B4-BE49-F238E27FC236}">
                <a16:creationId xmlns:a16="http://schemas.microsoft.com/office/drawing/2014/main" id="{9512A4F4-77F7-3FB3-A5F3-4BCEADE4CFFF}"/>
              </a:ext>
            </a:extLst>
          </p:cNvPr>
          <p:cNvSpPr/>
          <p:nvPr/>
        </p:nvSpPr>
        <p:spPr>
          <a:xfrm flipV="1">
            <a:off x="6396926" y="2223905"/>
            <a:ext cx="97677" cy="210920"/>
          </a:xfrm>
          <a:custGeom>
            <a:avLst/>
            <a:gdLst>
              <a:gd name="connsiteX0" fmla="*/ 10406 w 97677"/>
              <a:gd name="connsiteY0" fmla="*/ 210274 h 210920"/>
              <a:gd name="connsiteX1" fmla="*/ 8063 w 97677"/>
              <a:gd name="connsiteY1" fmla="*/ 130754 h 210920"/>
              <a:gd name="connsiteX2" fmla="*/ 97771 w 97677"/>
              <a:gd name="connsiteY2" fmla="*/ 89413 h 210920"/>
              <a:gd name="connsiteX3" fmla="*/ 13216 w 97677"/>
              <a:gd name="connsiteY3" fmla="*/ 75594 h 210920"/>
              <a:gd name="connsiteX4" fmla="*/ 14622 w 97677"/>
              <a:gd name="connsiteY4" fmla="*/ -646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77" h="210920">
                <a:moveTo>
                  <a:pt x="10406" y="210274"/>
                </a:moveTo>
                <a:cubicBezTo>
                  <a:pt x="1856" y="180645"/>
                  <a:pt x="-6575" y="150897"/>
                  <a:pt x="8063" y="130754"/>
                </a:cubicBezTo>
                <a:cubicBezTo>
                  <a:pt x="22585" y="110611"/>
                  <a:pt x="96834" y="98665"/>
                  <a:pt x="97771" y="89413"/>
                </a:cubicBezTo>
                <a:cubicBezTo>
                  <a:pt x="98590" y="80161"/>
                  <a:pt x="27035" y="90585"/>
                  <a:pt x="13216" y="75594"/>
                </a:cubicBezTo>
                <a:cubicBezTo>
                  <a:pt x="-603" y="60487"/>
                  <a:pt x="15676" y="12236"/>
                  <a:pt x="14622" y="-646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D4653568-0EA9-A4BD-6945-C6DE75B55627}"/>
              </a:ext>
            </a:extLst>
          </p:cNvPr>
          <p:cNvSpPr/>
          <p:nvPr/>
        </p:nvSpPr>
        <p:spPr>
          <a:xfrm flipV="1">
            <a:off x="6380530" y="2997436"/>
            <a:ext cx="97677" cy="210920"/>
          </a:xfrm>
          <a:custGeom>
            <a:avLst/>
            <a:gdLst>
              <a:gd name="connsiteX0" fmla="*/ 10405 w 97677"/>
              <a:gd name="connsiteY0" fmla="*/ 210429 h 210920"/>
              <a:gd name="connsiteX1" fmla="*/ 8063 w 97677"/>
              <a:gd name="connsiteY1" fmla="*/ 130792 h 210920"/>
              <a:gd name="connsiteX2" fmla="*/ 97770 w 97677"/>
              <a:gd name="connsiteY2" fmla="*/ 89451 h 210920"/>
              <a:gd name="connsiteX3" fmla="*/ 13216 w 97677"/>
              <a:gd name="connsiteY3" fmla="*/ 75631 h 210920"/>
              <a:gd name="connsiteX4" fmla="*/ 14621 w 97677"/>
              <a:gd name="connsiteY4" fmla="*/ -492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77" h="210920">
                <a:moveTo>
                  <a:pt x="10405" y="210429"/>
                </a:moveTo>
                <a:cubicBezTo>
                  <a:pt x="1856" y="180682"/>
                  <a:pt x="-6576" y="150935"/>
                  <a:pt x="8063" y="130792"/>
                </a:cubicBezTo>
                <a:cubicBezTo>
                  <a:pt x="22585" y="110648"/>
                  <a:pt x="96834" y="98703"/>
                  <a:pt x="97770" y="89451"/>
                </a:cubicBezTo>
                <a:cubicBezTo>
                  <a:pt x="98590" y="80316"/>
                  <a:pt x="27035" y="90622"/>
                  <a:pt x="13216" y="75631"/>
                </a:cubicBezTo>
                <a:cubicBezTo>
                  <a:pt x="-603" y="60641"/>
                  <a:pt x="15675" y="12274"/>
                  <a:pt x="14621" y="-492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364D5AFB-9F7E-21A3-8532-0BDB1809F67A}"/>
              </a:ext>
            </a:extLst>
          </p:cNvPr>
          <p:cNvSpPr/>
          <p:nvPr/>
        </p:nvSpPr>
        <p:spPr>
          <a:xfrm flipV="1">
            <a:off x="6378884" y="3322659"/>
            <a:ext cx="97684" cy="210920"/>
          </a:xfrm>
          <a:custGeom>
            <a:avLst/>
            <a:gdLst>
              <a:gd name="connsiteX0" fmla="*/ 10295 w 97684"/>
              <a:gd name="connsiteY0" fmla="*/ 210493 h 210920"/>
              <a:gd name="connsiteX1" fmla="*/ 8070 w 97684"/>
              <a:gd name="connsiteY1" fmla="*/ 130973 h 210920"/>
              <a:gd name="connsiteX2" fmla="*/ 97778 w 97684"/>
              <a:gd name="connsiteY2" fmla="*/ 89633 h 210920"/>
              <a:gd name="connsiteX3" fmla="*/ 13223 w 97684"/>
              <a:gd name="connsiteY3" fmla="*/ 75696 h 210920"/>
              <a:gd name="connsiteX4" fmla="*/ 14628 w 97684"/>
              <a:gd name="connsiteY4" fmla="*/ -427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84" h="210920">
                <a:moveTo>
                  <a:pt x="10295" y="210493"/>
                </a:moveTo>
                <a:cubicBezTo>
                  <a:pt x="1863" y="180746"/>
                  <a:pt x="-6569" y="151117"/>
                  <a:pt x="8070" y="130973"/>
                </a:cubicBezTo>
                <a:cubicBezTo>
                  <a:pt x="22592" y="110830"/>
                  <a:pt x="96840" y="98767"/>
                  <a:pt x="97778" y="89633"/>
                </a:cubicBezTo>
                <a:cubicBezTo>
                  <a:pt x="98597" y="80380"/>
                  <a:pt x="27042" y="90686"/>
                  <a:pt x="13223" y="75696"/>
                </a:cubicBezTo>
                <a:cubicBezTo>
                  <a:pt x="-596" y="60705"/>
                  <a:pt x="15682" y="12338"/>
                  <a:pt x="14628" y="-427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8A102BCC-2152-14A7-9018-78022F7A39D4}"/>
              </a:ext>
            </a:extLst>
          </p:cNvPr>
          <p:cNvSpPr/>
          <p:nvPr/>
        </p:nvSpPr>
        <p:spPr>
          <a:xfrm flipV="1">
            <a:off x="6377218" y="3647765"/>
            <a:ext cx="97595" cy="210920"/>
          </a:xfrm>
          <a:custGeom>
            <a:avLst/>
            <a:gdLst>
              <a:gd name="connsiteX0" fmla="*/ 10321 w 97595"/>
              <a:gd name="connsiteY0" fmla="*/ 210558 h 210920"/>
              <a:gd name="connsiteX1" fmla="*/ 7979 w 97595"/>
              <a:gd name="connsiteY1" fmla="*/ 130921 h 210920"/>
              <a:gd name="connsiteX2" fmla="*/ 97686 w 97595"/>
              <a:gd name="connsiteY2" fmla="*/ 89580 h 210920"/>
              <a:gd name="connsiteX3" fmla="*/ 13249 w 97595"/>
              <a:gd name="connsiteY3" fmla="*/ 75761 h 210920"/>
              <a:gd name="connsiteX4" fmla="*/ 14654 w 97595"/>
              <a:gd name="connsiteY4" fmla="*/ -362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595" h="210920">
                <a:moveTo>
                  <a:pt x="10321" y="210558"/>
                </a:moveTo>
                <a:cubicBezTo>
                  <a:pt x="1889" y="180811"/>
                  <a:pt x="-6543" y="151065"/>
                  <a:pt x="7979" y="130921"/>
                </a:cubicBezTo>
                <a:cubicBezTo>
                  <a:pt x="22618" y="110778"/>
                  <a:pt x="96867" y="98832"/>
                  <a:pt x="97686" y="89580"/>
                </a:cubicBezTo>
                <a:cubicBezTo>
                  <a:pt x="98623" y="80445"/>
                  <a:pt x="27068" y="90751"/>
                  <a:pt x="13249" y="75761"/>
                </a:cubicBezTo>
                <a:cubicBezTo>
                  <a:pt x="-687" y="60770"/>
                  <a:pt x="15708" y="12402"/>
                  <a:pt x="14654" y="-362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A6BCD4D1-EDE7-3882-6F0A-8238292201B8}"/>
              </a:ext>
            </a:extLst>
          </p:cNvPr>
          <p:cNvSpPr/>
          <p:nvPr/>
        </p:nvSpPr>
        <p:spPr>
          <a:xfrm flipV="1">
            <a:off x="6375579" y="3972988"/>
            <a:ext cx="97595" cy="210920"/>
          </a:xfrm>
          <a:custGeom>
            <a:avLst/>
            <a:gdLst>
              <a:gd name="connsiteX0" fmla="*/ 10321 w 97595"/>
              <a:gd name="connsiteY0" fmla="*/ 210623 h 210920"/>
              <a:gd name="connsiteX1" fmla="*/ 7979 w 97595"/>
              <a:gd name="connsiteY1" fmla="*/ 131104 h 210920"/>
              <a:gd name="connsiteX2" fmla="*/ 97686 w 97595"/>
              <a:gd name="connsiteY2" fmla="*/ 89762 h 210920"/>
              <a:gd name="connsiteX3" fmla="*/ 13249 w 97595"/>
              <a:gd name="connsiteY3" fmla="*/ 75826 h 210920"/>
              <a:gd name="connsiteX4" fmla="*/ 14537 w 97595"/>
              <a:gd name="connsiteY4" fmla="*/ -298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595" h="210920">
                <a:moveTo>
                  <a:pt x="10321" y="210623"/>
                </a:moveTo>
                <a:cubicBezTo>
                  <a:pt x="1889" y="180877"/>
                  <a:pt x="-6543" y="151247"/>
                  <a:pt x="7979" y="131104"/>
                </a:cubicBezTo>
                <a:cubicBezTo>
                  <a:pt x="22618" y="110960"/>
                  <a:pt x="96866" y="98897"/>
                  <a:pt x="97686" y="89762"/>
                </a:cubicBezTo>
                <a:cubicBezTo>
                  <a:pt x="98623" y="80511"/>
                  <a:pt x="27068" y="90817"/>
                  <a:pt x="13249" y="75826"/>
                </a:cubicBezTo>
                <a:cubicBezTo>
                  <a:pt x="-687" y="60836"/>
                  <a:pt x="15708" y="12468"/>
                  <a:pt x="14537" y="-298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9B51B96F-E996-C90B-C1F2-F22C7382BE08}"/>
              </a:ext>
            </a:extLst>
          </p:cNvPr>
          <p:cNvSpPr/>
          <p:nvPr/>
        </p:nvSpPr>
        <p:spPr>
          <a:xfrm rot="2682460" flipV="1">
            <a:off x="5016544" y="4154053"/>
            <a:ext cx="190540" cy="129508"/>
          </a:xfrm>
          <a:custGeom>
            <a:avLst/>
            <a:gdLst>
              <a:gd name="connsiteX0" fmla="*/ 63 w 190540"/>
              <a:gd name="connsiteY0" fmla="*/ -385 h 129508"/>
              <a:gd name="connsiteX1" fmla="*/ 73609 w 190540"/>
              <a:gd name="connsiteY1" fmla="*/ 30181 h 129508"/>
              <a:gd name="connsiteX2" fmla="*/ 74428 w 190540"/>
              <a:gd name="connsiteY2" fmla="*/ 128908 h 129508"/>
              <a:gd name="connsiteX3" fmla="*/ 121741 w 190540"/>
              <a:gd name="connsiteY3" fmla="*/ 57469 h 129508"/>
              <a:gd name="connsiteX4" fmla="*/ 190603 w 190540"/>
              <a:gd name="connsiteY4" fmla="*/ 90027 h 129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0" h="129508">
                <a:moveTo>
                  <a:pt x="63" y="-385"/>
                </a:moveTo>
                <a:cubicBezTo>
                  <a:pt x="30629" y="4065"/>
                  <a:pt x="61195" y="8633"/>
                  <a:pt x="73609" y="30181"/>
                </a:cubicBezTo>
                <a:cubicBezTo>
                  <a:pt x="86022" y="51730"/>
                  <a:pt x="66465" y="124341"/>
                  <a:pt x="74428" y="128908"/>
                </a:cubicBezTo>
                <a:cubicBezTo>
                  <a:pt x="82509" y="133475"/>
                  <a:pt x="102418" y="64027"/>
                  <a:pt x="121741" y="57469"/>
                </a:cubicBezTo>
                <a:cubicBezTo>
                  <a:pt x="141182" y="51028"/>
                  <a:pt x="178540" y="85810"/>
                  <a:pt x="190603" y="90027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377EADE5-9561-209C-31AE-307057E7A4BB}"/>
              </a:ext>
            </a:extLst>
          </p:cNvPr>
          <p:cNvSpPr/>
          <p:nvPr/>
        </p:nvSpPr>
        <p:spPr>
          <a:xfrm rot="2682460" flipV="1">
            <a:off x="4990944" y="4323442"/>
            <a:ext cx="190540" cy="129508"/>
          </a:xfrm>
          <a:custGeom>
            <a:avLst/>
            <a:gdLst>
              <a:gd name="connsiteX0" fmla="*/ 63 w 190540"/>
              <a:gd name="connsiteY0" fmla="*/ -385 h 129508"/>
              <a:gd name="connsiteX1" fmla="*/ 73609 w 190540"/>
              <a:gd name="connsiteY1" fmla="*/ 30181 h 129508"/>
              <a:gd name="connsiteX2" fmla="*/ 74428 w 190540"/>
              <a:gd name="connsiteY2" fmla="*/ 128908 h 129508"/>
              <a:gd name="connsiteX3" fmla="*/ 121741 w 190540"/>
              <a:gd name="connsiteY3" fmla="*/ 57469 h 129508"/>
              <a:gd name="connsiteX4" fmla="*/ 190603 w 190540"/>
              <a:gd name="connsiteY4" fmla="*/ 90027 h 129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0" h="129508">
                <a:moveTo>
                  <a:pt x="63" y="-385"/>
                </a:moveTo>
                <a:cubicBezTo>
                  <a:pt x="30629" y="4065"/>
                  <a:pt x="61195" y="8633"/>
                  <a:pt x="73609" y="30181"/>
                </a:cubicBezTo>
                <a:cubicBezTo>
                  <a:pt x="86022" y="51730"/>
                  <a:pt x="66465" y="124341"/>
                  <a:pt x="74428" y="128908"/>
                </a:cubicBezTo>
                <a:cubicBezTo>
                  <a:pt x="82509" y="133475"/>
                  <a:pt x="102418" y="64027"/>
                  <a:pt x="121741" y="57469"/>
                </a:cubicBezTo>
                <a:cubicBezTo>
                  <a:pt x="141182" y="51028"/>
                  <a:pt x="178540" y="85810"/>
                  <a:pt x="190603" y="90027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68714246-8F99-0B3E-37FE-37362B243C3D}"/>
              </a:ext>
            </a:extLst>
          </p:cNvPr>
          <p:cNvSpPr/>
          <p:nvPr/>
        </p:nvSpPr>
        <p:spPr>
          <a:xfrm rot="3744887" flipV="1">
            <a:off x="4976183" y="4467915"/>
            <a:ext cx="190540" cy="129508"/>
          </a:xfrm>
          <a:custGeom>
            <a:avLst/>
            <a:gdLst>
              <a:gd name="connsiteX0" fmla="*/ 63 w 190540"/>
              <a:gd name="connsiteY0" fmla="*/ -385 h 129508"/>
              <a:gd name="connsiteX1" fmla="*/ 73609 w 190540"/>
              <a:gd name="connsiteY1" fmla="*/ 30181 h 129508"/>
              <a:gd name="connsiteX2" fmla="*/ 74428 w 190540"/>
              <a:gd name="connsiteY2" fmla="*/ 128908 h 129508"/>
              <a:gd name="connsiteX3" fmla="*/ 121741 w 190540"/>
              <a:gd name="connsiteY3" fmla="*/ 57469 h 129508"/>
              <a:gd name="connsiteX4" fmla="*/ 190603 w 190540"/>
              <a:gd name="connsiteY4" fmla="*/ 90027 h 129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0" h="129508">
                <a:moveTo>
                  <a:pt x="63" y="-385"/>
                </a:moveTo>
                <a:cubicBezTo>
                  <a:pt x="30629" y="4065"/>
                  <a:pt x="61195" y="8633"/>
                  <a:pt x="73609" y="30181"/>
                </a:cubicBezTo>
                <a:cubicBezTo>
                  <a:pt x="86022" y="51730"/>
                  <a:pt x="66465" y="124341"/>
                  <a:pt x="74428" y="128908"/>
                </a:cubicBezTo>
                <a:cubicBezTo>
                  <a:pt x="82509" y="133475"/>
                  <a:pt x="102418" y="64027"/>
                  <a:pt x="121741" y="57469"/>
                </a:cubicBezTo>
                <a:cubicBezTo>
                  <a:pt x="141182" y="51028"/>
                  <a:pt x="178540" y="85810"/>
                  <a:pt x="190603" y="90027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B78D9880-9ED4-DA81-A7BA-984AC9D6A6E4}"/>
              </a:ext>
            </a:extLst>
          </p:cNvPr>
          <p:cNvSpPr/>
          <p:nvPr/>
        </p:nvSpPr>
        <p:spPr>
          <a:xfrm rot="4078842" flipV="1">
            <a:off x="4937476" y="4583039"/>
            <a:ext cx="190540" cy="129508"/>
          </a:xfrm>
          <a:custGeom>
            <a:avLst/>
            <a:gdLst>
              <a:gd name="connsiteX0" fmla="*/ 63 w 190540"/>
              <a:gd name="connsiteY0" fmla="*/ -385 h 129508"/>
              <a:gd name="connsiteX1" fmla="*/ 73609 w 190540"/>
              <a:gd name="connsiteY1" fmla="*/ 30181 h 129508"/>
              <a:gd name="connsiteX2" fmla="*/ 74428 w 190540"/>
              <a:gd name="connsiteY2" fmla="*/ 128908 h 129508"/>
              <a:gd name="connsiteX3" fmla="*/ 121741 w 190540"/>
              <a:gd name="connsiteY3" fmla="*/ 57469 h 129508"/>
              <a:gd name="connsiteX4" fmla="*/ 190603 w 190540"/>
              <a:gd name="connsiteY4" fmla="*/ 90027 h 129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540" h="129508">
                <a:moveTo>
                  <a:pt x="63" y="-385"/>
                </a:moveTo>
                <a:cubicBezTo>
                  <a:pt x="30629" y="4065"/>
                  <a:pt x="61195" y="8633"/>
                  <a:pt x="73609" y="30181"/>
                </a:cubicBezTo>
                <a:cubicBezTo>
                  <a:pt x="86022" y="51730"/>
                  <a:pt x="66465" y="124341"/>
                  <a:pt x="74428" y="128908"/>
                </a:cubicBezTo>
                <a:cubicBezTo>
                  <a:pt x="82509" y="133475"/>
                  <a:pt x="102418" y="64027"/>
                  <a:pt x="121741" y="57469"/>
                </a:cubicBezTo>
                <a:cubicBezTo>
                  <a:pt x="141182" y="51028"/>
                  <a:pt x="178540" y="85810"/>
                  <a:pt x="190603" y="90027"/>
                </a:cubicBezTo>
              </a:path>
            </a:pathLst>
          </a:custGeom>
          <a:noFill/>
          <a:ln w="5853" cap="flat">
            <a:solidFill>
              <a:srgbClr val="4472C4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1014441E-CDD5-F511-4A4F-70F33D75E539}"/>
              </a:ext>
            </a:extLst>
          </p:cNvPr>
          <p:cNvSpPr txBox="1"/>
          <p:nvPr/>
        </p:nvSpPr>
        <p:spPr>
          <a:xfrm>
            <a:off x="6690491" y="3832011"/>
            <a:ext cx="638316" cy="21698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SG" sz="810" spc="0" baseline="0" dirty="0">
                <a:ln/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  <a:sym typeface="Arial"/>
                <a:rtl val="0"/>
              </a:rPr>
              <a:t>Excitatory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E90BB49-1DF9-4F59-E19F-4F694770AE8A}"/>
              </a:ext>
            </a:extLst>
          </p:cNvPr>
          <p:cNvSpPr txBox="1"/>
          <p:nvPr/>
        </p:nvSpPr>
        <p:spPr>
          <a:xfrm>
            <a:off x="1895475" y="5858499"/>
            <a:ext cx="8818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Spiking Neural Network (SNN) topology employing On–Chip Spike-Timing Dependent Plasticity (STDP) </a:t>
            </a:r>
            <a:endParaRPr lang="en-SG" sz="1400" dirty="0"/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7511A0BC-607A-8F78-4B4F-8727594ADA32}"/>
              </a:ext>
            </a:extLst>
          </p:cNvPr>
          <p:cNvSpPr/>
          <p:nvPr/>
        </p:nvSpPr>
        <p:spPr>
          <a:xfrm flipV="1">
            <a:off x="6383416" y="4368479"/>
            <a:ext cx="97595" cy="210920"/>
          </a:xfrm>
          <a:custGeom>
            <a:avLst/>
            <a:gdLst>
              <a:gd name="connsiteX0" fmla="*/ 10321 w 97595"/>
              <a:gd name="connsiteY0" fmla="*/ 210623 h 210920"/>
              <a:gd name="connsiteX1" fmla="*/ 7979 w 97595"/>
              <a:gd name="connsiteY1" fmla="*/ 131104 h 210920"/>
              <a:gd name="connsiteX2" fmla="*/ 97686 w 97595"/>
              <a:gd name="connsiteY2" fmla="*/ 89762 h 210920"/>
              <a:gd name="connsiteX3" fmla="*/ 13249 w 97595"/>
              <a:gd name="connsiteY3" fmla="*/ 75826 h 210920"/>
              <a:gd name="connsiteX4" fmla="*/ 14537 w 97595"/>
              <a:gd name="connsiteY4" fmla="*/ -298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595" h="210920">
                <a:moveTo>
                  <a:pt x="10321" y="210623"/>
                </a:moveTo>
                <a:cubicBezTo>
                  <a:pt x="1889" y="180877"/>
                  <a:pt x="-6543" y="151247"/>
                  <a:pt x="7979" y="131104"/>
                </a:cubicBezTo>
                <a:cubicBezTo>
                  <a:pt x="22618" y="110960"/>
                  <a:pt x="96866" y="98897"/>
                  <a:pt x="97686" y="89762"/>
                </a:cubicBezTo>
                <a:cubicBezTo>
                  <a:pt x="98623" y="80511"/>
                  <a:pt x="27068" y="90817"/>
                  <a:pt x="13249" y="75826"/>
                </a:cubicBezTo>
                <a:cubicBezTo>
                  <a:pt x="-687" y="60836"/>
                  <a:pt x="15708" y="12468"/>
                  <a:pt x="14537" y="-298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A7F03346-D370-8BCB-6B79-1F998D1581F7}"/>
              </a:ext>
            </a:extLst>
          </p:cNvPr>
          <p:cNvSpPr/>
          <p:nvPr/>
        </p:nvSpPr>
        <p:spPr>
          <a:xfrm flipV="1">
            <a:off x="6386296" y="4783881"/>
            <a:ext cx="97595" cy="210920"/>
          </a:xfrm>
          <a:custGeom>
            <a:avLst/>
            <a:gdLst>
              <a:gd name="connsiteX0" fmla="*/ 10321 w 97595"/>
              <a:gd name="connsiteY0" fmla="*/ 210623 h 210920"/>
              <a:gd name="connsiteX1" fmla="*/ 7979 w 97595"/>
              <a:gd name="connsiteY1" fmla="*/ 131104 h 210920"/>
              <a:gd name="connsiteX2" fmla="*/ 97686 w 97595"/>
              <a:gd name="connsiteY2" fmla="*/ 89762 h 210920"/>
              <a:gd name="connsiteX3" fmla="*/ 13249 w 97595"/>
              <a:gd name="connsiteY3" fmla="*/ 75826 h 210920"/>
              <a:gd name="connsiteX4" fmla="*/ 14537 w 97595"/>
              <a:gd name="connsiteY4" fmla="*/ -298 h 210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595" h="210920">
                <a:moveTo>
                  <a:pt x="10321" y="210623"/>
                </a:moveTo>
                <a:cubicBezTo>
                  <a:pt x="1889" y="180877"/>
                  <a:pt x="-6543" y="151247"/>
                  <a:pt x="7979" y="131104"/>
                </a:cubicBezTo>
                <a:cubicBezTo>
                  <a:pt x="22618" y="110960"/>
                  <a:pt x="96866" y="98897"/>
                  <a:pt x="97686" y="89762"/>
                </a:cubicBezTo>
                <a:cubicBezTo>
                  <a:pt x="98623" y="80511"/>
                  <a:pt x="27068" y="90817"/>
                  <a:pt x="13249" y="75826"/>
                </a:cubicBezTo>
                <a:cubicBezTo>
                  <a:pt x="-687" y="60836"/>
                  <a:pt x="15708" y="12468"/>
                  <a:pt x="14537" y="-298"/>
                </a:cubicBezTo>
              </a:path>
            </a:pathLst>
          </a:custGeom>
          <a:noFill/>
          <a:ln w="5853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EAFF4-767B-09CD-FD14-D5983911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09B09-D7DA-A9D2-EF20-F8D909BBC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2307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77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5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0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7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80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162" grpId="0"/>
      <p:bldP spid="163" grpId="0" animBg="1"/>
      <p:bldP spid="164" grpId="0" animBg="1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 animBg="1"/>
      <p:bldP spid="196" grpId="0" animBg="1"/>
      <p:bldP spid="230" grpId="0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/>
      <p:bldP spid="250" grpId="0" animBg="1"/>
      <p:bldP spid="2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F295-3D27-F39D-42E7-63C2803B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10558" cy="1325563"/>
          </a:xfrm>
        </p:spPr>
        <p:txBody>
          <a:bodyPr/>
          <a:lstStyle/>
          <a:p>
            <a:r>
              <a:rPr lang="en-SG" dirty="0"/>
              <a:t>Leaky Integrate and Fire (LIF) Neuron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63AA6-DEDE-7A37-421E-A7490E8C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8A3F62-E231-DAE4-9C94-10CF0B55446B}"/>
              </a:ext>
            </a:extLst>
          </p:cNvPr>
          <p:cNvGrpSpPr/>
          <p:nvPr/>
        </p:nvGrpSpPr>
        <p:grpSpPr>
          <a:xfrm>
            <a:off x="5410307" y="1866951"/>
            <a:ext cx="4438604" cy="3165076"/>
            <a:chOff x="2808718" y="1340715"/>
            <a:chExt cx="4438604" cy="316507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4AEEC6F-F8BA-6D03-C533-D1E741704554}"/>
                </a:ext>
              </a:extLst>
            </p:cNvPr>
            <p:cNvCxnSpPr>
              <a:cxnSpLocks/>
            </p:cNvCxnSpPr>
            <p:nvPr/>
          </p:nvCxnSpPr>
          <p:spPr>
            <a:xfrm>
              <a:off x="3490081" y="4002569"/>
              <a:ext cx="2929646" cy="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6E3D4D3-74A3-B610-7DB4-CA759E1F7156}"/>
                </a:ext>
              </a:extLst>
            </p:cNvPr>
            <p:cNvCxnSpPr>
              <a:cxnSpLocks/>
            </p:cNvCxnSpPr>
            <p:nvPr/>
          </p:nvCxnSpPr>
          <p:spPr>
            <a:xfrm>
              <a:off x="3490081" y="1340715"/>
              <a:ext cx="0" cy="2661855"/>
            </a:xfrm>
            <a:prstGeom prst="line">
              <a:avLst/>
            </a:prstGeom>
            <a:ln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70AF6F9-6E84-B250-8055-9287F5944155}"/>
                </a:ext>
              </a:extLst>
            </p:cNvPr>
            <p:cNvSpPr txBox="1"/>
            <p:nvPr/>
          </p:nvSpPr>
          <p:spPr>
            <a:xfrm>
              <a:off x="2983673" y="2555753"/>
              <a:ext cx="903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V(t)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4D8E6B1-D2B3-C71A-1E5B-07B8D85F344E}"/>
                    </a:ext>
                  </a:extLst>
                </p:cNvPr>
                <p:cNvSpPr txBox="1"/>
                <p:nvPr/>
              </p:nvSpPr>
              <p:spPr>
                <a:xfrm>
                  <a:off x="6059750" y="2215080"/>
                  <a:ext cx="11875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𝑟𝑒𝑠</m:t>
                            </m:r>
                          </m:sub>
                        </m:sSub>
                      </m:oMath>
                    </m:oMathPara>
                  </a14:m>
                  <a:endParaRPr lang="en-SG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4D8E6B1-D2B3-C71A-1E5B-07B8D85F3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9750" y="2215080"/>
                  <a:ext cx="1187572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46D857-72C0-F722-CEC3-64662AD51982}"/>
                    </a:ext>
                  </a:extLst>
                </p:cNvPr>
                <p:cNvSpPr txBox="1"/>
                <p:nvPr/>
              </p:nvSpPr>
              <p:spPr>
                <a:xfrm>
                  <a:off x="6059750" y="2798635"/>
                  <a:ext cx="11875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𝑟𝑒𝑠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SG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46D857-72C0-F722-CEC3-64662AD51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9750" y="2798635"/>
                  <a:ext cx="118757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C42EB6-5EC1-04E7-797D-F8C6B7BC945F}"/>
                </a:ext>
              </a:extLst>
            </p:cNvPr>
            <p:cNvCxnSpPr>
              <a:cxnSpLocks/>
            </p:cNvCxnSpPr>
            <p:nvPr/>
          </p:nvCxnSpPr>
          <p:spPr>
            <a:xfrm>
              <a:off x="3490081" y="3052460"/>
              <a:ext cx="2821808" cy="0"/>
            </a:xfrm>
            <a:prstGeom prst="line">
              <a:avLst/>
            </a:prstGeom>
            <a:ln w="22225" cap="flat" cmpd="sng" algn="ctr">
              <a:solidFill>
                <a:srgbClr val="92D050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C516CFB-1D0E-F984-27C6-02EB6E21F439}"/>
                </a:ext>
              </a:extLst>
            </p:cNvPr>
            <p:cNvCxnSpPr>
              <a:cxnSpLocks/>
            </p:cNvCxnSpPr>
            <p:nvPr/>
          </p:nvCxnSpPr>
          <p:spPr>
            <a:xfrm>
              <a:off x="3887481" y="1636334"/>
              <a:ext cx="0" cy="47215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D867B24-2854-30F9-2A72-98C4AD0937BC}"/>
                    </a:ext>
                  </a:extLst>
                </p:cNvPr>
                <p:cNvSpPr txBox="1"/>
                <p:nvPr/>
              </p:nvSpPr>
              <p:spPr>
                <a:xfrm>
                  <a:off x="2808718" y="1534059"/>
                  <a:ext cx="90380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SG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en-SG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D867B24-2854-30F9-2A72-98C4AD0937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8718" y="1534059"/>
                  <a:ext cx="903808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C2515A5-2777-7F5D-3D9C-7C80F30C120F}"/>
                    </a:ext>
                  </a:extLst>
                </p:cNvPr>
                <p:cNvSpPr txBox="1"/>
                <p:nvPr/>
              </p:nvSpPr>
              <p:spPr>
                <a:xfrm>
                  <a:off x="2808718" y="3379401"/>
                  <a:ext cx="90380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SG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en-SG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C2515A5-2777-7F5D-3D9C-7C80F30C12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8718" y="3379401"/>
                  <a:ext cx="903808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A5D7807-7765-848A-546B-B64F545B4E74}"/>
                </a:ext>
              </a:extLst>
            </p:cNvPr>
            <p:cNvCxnSpPr>
              <a:cxnSpLocks/>
            </p:cNvCxnSpPr>
            <p:nvPr/>
          </p:nvCxnSpPr>
          <p:spPr>
            <a:xfrm>
              <a:off x="3490081" y="3111029"/>
              <a:ext cx="2929646" cy="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E102138-A36C-701C-9641-D1865684AD31}"/>
                </a:ext>
              </a:extLst>
            </p:cNvPr>
            <p:cNvCxnSpPr>
              <a:cxnSpLocks/>
            </p:cNvCxnSpPr>
            <p:nvPr/>
          </p:nvCxnSpPr>
          <p:spPr>
            <a:xfrm>
              <a:off x="3490081" y="2108484"/>
              <a:ext cx="2929646" cy="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3E0789-B595-45D8-5A6B-A6D8139477DE}"/>
                </a:ext>
              </a:extLst>
            </p:cNvPr>
            <p:cNvCxnSpPr>
              <a:cxnSpLocks/>
            </p:cNvCxnSpPr>
            <p:nvPr/>
          </p:nvCxnSpPr>
          <p:spPr>
            <a:xfrm>
              <a:off x="3490081" y="2447038"/>
              <a:ext cx="2821808" cy="0"/>
            </a:xfrm>
            <a:prstGeom prst="line">
              <a:avLst/>
            </a:prstGeom>
            <a:ln w="22225" cap="flat" cmpd="sng" algn="ctr">
              <a:solidFill>
                <a:srgbClr val="92D050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744D4F-05A3-22D1-FF9F-1F94E0CAB184}"/>
                </a:ext>
              </a:extLst>
            </p:cNvPr>
            <p:cNvCxnSpPr>
              <a:cxnSpLocks/>
            </p:cNvCxnSpPr>
            <p:nvPr/>
          </p:nvCxnSpPr>
          <p:spPr>
            <a:xfrm>
              <a:off x="4337061" y="1636334"/>
              <a:ext cx="0" cy="47215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24FE02-B732-C9AB-8C46-2DB02ADF18E8}"/>
                </a:ext>
              </a:extLst>
            </p:cNvPr>
            <p:cNvCxnSpPr>
              <a:cxnSpLocks/>
            </p:cNvCxnSpPr>
            <p:nvPr/>
          </p:nvCxnSpPr>
          <p:spPr>
            <a:xfrm>
              <a:off x="4789689" y="1636334"/>
              <a:ext cx="0" cy="47215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B4C32CC-7963-74A8-EB9E-4A4C19419387}"/>
                </a:ext>
              </a:extLst>
            </p:cNvPr>
            <p:cNvCxnSpPr>
              <a:cxnSpLocks/>
            </p:cNvCxnSpPr>
            <p:nvPr/>
          </p:nvCxnSpPr>
          <p:spPr>
            <a:xfrm>
              <a:off x="5371857" y="1636334"/>
              <a:ext cx="0" cy="47215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333F40A-B6EA-D2CD-753C-C3AF3CB0769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481" y="2638881"/>
              <a:ext cx="0" cy="41358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05350BC-4D73-17ED-861A-6AD922CE41D5}"/>
                </a:ext>
              </a:extLst>
            </p:cNvPr>
            <p:cNvCxnSpPr>
              <a:cxnSpLocks/>
            </p:cNvCxnSpPr>
            <p:nvPr/>
          </p:nvCxnSpPr>
          <p:spPr>
            <a:xfrm>
              <a:off x="5379238" y="3531389"/>
              <a:ext cx="0" cy="47215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D37F5FA-8178-ACA8-4B06-EAFF567BBBB7}"/>
                </a:ext>
              </a:extLst>
            </p:cNvPr>
            <p:cNvSpPr/>
            <p:nvPr/>
          </p:nvSpPr>
          <p:spPr>
            <a:xfrm>
              <a:off x="3889295" y="2643545"/>
              <a:ext cx="448331" cy="359295"/>
            </a:xfrm>
            <a:custGeom>
              <a:avLst/>
              <a:gdLst>
                <a:gd name="connsiteX0" fmla="*/ 0 w 431800"/>
                <a:gd name="connsiteY0" fmla="*/ 0 h 365760"/>
                <a:gd name="connsiteX1" fmla="*/ 91440 w 431800"/>
                <a:gd name="connsiteY1" fmla="*/ 299720 h 365760"/>
                <a:gd name="connsiteX2" fmla="*/ 431800 w 431800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365760">
                  <a:moveTo>
                    <a:pt x="0" y="0"/>
                  </a:moveTo>
                  <a:cubicBezTo>
                    <a:pt x="9736" y="119380"/>
                    <a:pt x="19473" y="238760"/>
                    <a:pt x="91440" y="299720"/>
                  </a:cubicBezTo>
                  <a:cubicBezTo>
                    <a:pt x="163407" y="360680"/>
                    <a:pt x="297603" y="363220"/>
                    <a:pt x="431800" y="365760"/>
                  </a:cubicBezTo>
                </a:path>
              </a:pathLst>
            </a:cu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8A6DC8-1BF6-32AE-1370-412E0058DCE6}"/>
                </a:ext>
              </a:extLst>
            </p:cNvPr>
            <p:cNvCxnSpPr>
              <a:cxnSpLocks/>
            </p:cNvCxnSpPr>
            <p:nvPr/>
          </p:nvCxnSpPr>
          <p:spPr>
            <a:xfrm>
              <a:off x="4335813" y="2594594"/>
              <a:ext cx="0" cy="41358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CD5F44-62A0-C2B3-8EAE-5FB52BA31581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>
              <a:off x="4803953" y="2469958"/>
              <a:ext cx="810" cy="49680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C06F3D9-0A50-B3AE-A03C-5C4A83FDFC51}"/>
                </a:ext>
              </a:extLst>
            </p:cNvPr>
            <p:cNvSpPr/>
            <p:nvPr/>
          </p:nvSpPr>
          <p:spPr>
            <a:xfrm>
              <a:off x="4803910" y="2467676"/>
              <a:ext cx="569232" cy="359295"/>
            </a:xfrm>
            <a:custGeom>
              <a:avLst/>
              <a:gdLst>
                <a:gd name="connsiteX0" fmla="*/ 0 w 431800"/>
                <a:gd name="connsiteY0" fmla="*/ 0 h 365760"/>
                <a:gd name="connsiteX1" fmla="*/ 91440 w 431800"/>
                <a:gd name="connsiteY1" fmla="*/ 299720 h 365760"/>
                <a:gd name="connsiteX2" fmla="*/ 431800 w 431800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365760">
                  <a:moveTo>
                    <a:pt x="0" y="0"/>
                  </a:moveTo>
                  <a:cubicBezTo>
                    <a:pt x="9736" y="119380"/>
                    <a:pt x="19473" y="238760"/>
                    <a:pt x="91440" y="299720"/>
                  </a:cubicBezTo>
                  <a:cubicBezTo>
                    <a:pt x="163407" y="360680"/>
                    <a:pt x="297603" y="363220"/>
                    <a:pt x="431800" y="365760"/>
                  </a:cubicBezTo>
                </a:path>
              </a:pathLst>
            </a:cu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AC00F5C-7895-7699-5E67-965CB5C7E0C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238" y="2449047"/>
              <a:ext cx="0" cy="59400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F3301AF-0985-9CF0-5C01-6A90E879AC54}"/>
                </a:ext>
              </a:extLst>
            </p:cNvPr>
            <p:cNvSpPr/>
            <p:nvPr/>
          </p:nvSpPr>
          <p:spPr>
            <a:xfrm>
              <a:off x="4340668" y="2599258"/>
              <a:ext cx="464097" cy="359295"/>
            </a:xfrm>
            <a:custGeom>
              <a:avLst/>
              <a:gdLst>
                <a:gd name="connsiteX0" fmla="*/ 0 w 431800"/>
                <a:gd name="connsiteY0" fmla="*/ 0 h 365760"/>
                <a:gd name="connsiteX1" fmla="*/ 91440 w 431800"/>
                <a:gd name="connsiteY1" fmla="*/ 299720 h 365760"/>
                <a:gd name="connsiteX2" fmla="*/ 431800 w 431800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365760">
                  <a:moveTo>
                    <a:pt x="0" y="0"/>
                  </a:moveTo>
                  <a:cubicBezTo>
                    <a:pt x="9736" y="119380"/>
                    <a:pt x="19473" y="238760"/>
                    <a:pt x="91440" y="299720"/>
                  </a:cubicBezTo>
                  <a:cubicBezTo>
                    <a:pt x="163407" y="360680"/>
                    <a:pt x="297603" y="363220"/>
                    <a:pt x="431800" y="365760"/>
                  </a:cubicBezTo>
                </a:path>
              </a:pathLst>
            </a:cu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0BAB5C-AAEA-F3EE-B463-C790B859EAD8}"/>
                </a:ext>
              </a:extLst>
            </p:cNvPr>
            <p:cNvSpPr txBox="1"/>
            <p:nvPr/>
          </p:nvSpPr>
          <p:spPr>
            <a:xfrm>
              <a:off x="3887481" y="4198014"/>
              <a:ext cx="28218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(b) LIF Potential dynamics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580198-4BA0-00F1-4A0D-911330FF5BF0}"/>
                </a:ext>
              </a:extLst>
            </p:cNvPr>
            <p:cNvSpPr txBox="1"/>
            <p:nvPr/>
          </p:nvSpPr>
          <p:spPr>
            <a:xfrm>
              <a:off x="6365808" y="3664015"/>
              <a:ext cx="5749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SG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DAF25A1-ACF7-3A92-7F1F-3C18645CB759}"/>
              </a:ext>
            </a:extLst>
          </p:cNvPr>
          <p:cNvSpPr txBox="1"/>
          <p:nvPr/>
        </p:nvSpPr>
        <p:spPr>
          <a:xfrm>
            <a:off x="1830548" y="4673214"/>
            <a:ext cx="2134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>
                <a:latin typeface="Arial" panose="020B0604020202020204" pitchFamily="34" charset="0"/>
                <a:cs typeface="Arial" panose="020B0604020202020204" pitchFamily="34" charset="0"/>
              </a:rPr>
              <a:t>(a) Typical SNN Neuron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19CC86F-22B1-46C1-A29A-A1D4A49AEAF9}"/>
              </a:ext>
            </a:extLst>
          </p:cNvPr>
          <p:cNvSpPr txBox="1"/>
          <p:nvPr/>
        </p:nvSpPr>
        <p:spPr>
          <a:xfrm>
            <a:off x="2545594" y="5663818"/>
            <a:ext cx="1693807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latin typeface="Arial" panose="020B0604020202020204" pitchFamily="34" charset="0"/>
                <a:cs typeface="Arial" panose="020B0604020202020204" pitchFamily="34" charset="0"/>
              </a:rPr>
              <a:t>LIF equation: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1238F3A-C095-2BB7-424A-A851E7AD56C0}"/>
                  </a:ext>
                </a:extLst>
              </p:cNvPr>
              <p:cNvSpPr txBox="1"/>
              <p:nvPr/>
            </p:nvSpPr>
            <p:spPr>
              <a:xfrm>
                <a:off x="9575087" y="191005"/>
                <a:ext cx="2755801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SG" sz="1400" dirty="0"/>
                  <a:t>: Time constant</a:t>
                </a:r>
              </a:p>
              <a:p>
                <a:r>
                  <a:rPr lang="en-SG" sz="1400" dirty="0"/>
                  <a:t>V: Membrane potential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𝑟𝑒𝑠𝑡</m:t>
                        </m:r>
                      </m:sub>
                    </m:sSub>
                  </m:oMath>
                </a14:m>
                <a:r>
                  <a:rPr lang="en-SG" sz="1400" dirty="0"/>
                  <a:t>: Resting potential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𝑒𝑥𝑐</m:t>
                        </m:r>
                      </m:sub>
                    </m:sSub>
                  </m:oMath>
                </a14:m>
                <a:r>
                  <a:rPr lang="en-SG" sz="1400" dirty="0"/>
                  <a:t>: Excitatory potential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SG" sz="1400" dirty="0"/>
                  <a:t>: Inhibitory potential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SG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SG" sz="1400" dirty="0"/>
                  <a:t>: Dynamic Conductance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SG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SG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SG" sz="1400" dirty="0"/>
                  <a:t>: Input current</a:t>
                </a:r>
              </a:p>
              <a:p>
                <a:endParaRPr lang="en-SG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SG" sz="1400" dirty="0"/>
                  <a:t>: Output spike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lang="en-SG" sz="1400" dirty="0"/>
                  <a:t>: Threshold potential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SG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𝑟𝑒𝑠𝑒𝑡</m:t>
                        </m:r>
                      </m:sub>
                    </m:sSub>
                  </m:oMath>
                </a14:m>
                <a:r>
                  <a:rPr lang="en-SG" sz="1400" dirty="0"/>
                  <a:t>: Reset potential</a:t>
                </a:r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1238F3A-C095-2BB7-424A-A851E7AD5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087" y="191005"/>
                <a:ext cx="2755801" cy="2462213"/>
              </a:xfrm>
              <a:prstGeom prst="rect">
                <a:avLst/>
              </a:prstGeom>
              <a:blipFill>
                <a:blip r:embed="rId7"/>
                <a:stretch>
                  <a:fillRect l="-664" t="-248" b="-17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6031DF-E07C-D9D7-1400-18370225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4728BF-E9F9-2076-8A2B-9952FEF3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7</a:t>
            </a:fld>
            <a:endParaRPr lang="en-JP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F321EDB-413D-F60A-08E8-C90A668EC61B}"/>
              </a:ext>
            </a:extLst>
          </p:cNvPr>
          <p:cNvGrpSpPr/>
          <p:nvPr/>
        </p:nvGrpSpPr>
        <p:grpSpPr>
          <a:xfrm>
            <a:off x="1225404" y="2389041"/>
            <a:ext cx="3344714" cy="1774873"/>
            <a:chOff x="7608274" y="2684751"/>
            <a:chExt cx="3344714" cy="177487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A4FA527-2ADF-9BEF-4BF1-81F32667C7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95231" y="3547457"/>
              <a:ext cx="370800" cy="3693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9BDA15-697E-2844-4B86-35C57307ECE7}"/>
                </a:ext>
              </a:extLst>
            </p:cNvPr>
            <p:cNvCxnSpPr>
              <a:cxnSpLocks/>
            </p:cNvCxnSpPr>
            <p:nvPr/>
          </p:nvCxnSpPr>
          <p:spPr>
            <a:xfrm>
              <a:off x="9466031" y="3727105"/>
              <a:ext cx="646471" cy="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1EDC77-7F9E-EB00-620B-9203DF02D79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2502" y="3727105"/>
              <a:ext cx="840486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9AF8D7-CF94-4BC3-244C-71195C3DCA3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2187" y="3521944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E801609-4A8A-3B9A-EF43-9E721F6EE6A4}"/>
                </a:ext>
              </a:extLst>
            </p:cNvPr>
            <p:cNvCxnSpPr>
              <a:cxnSpLocks/>
            </p:cNvCxnSpPr>
            <p:nvPr/>
          </p:nvCxnSpPr>
          <p:spPr>
            <a:xfrm>
              <a:off x="10546927" y="3521944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5D48EDA-8167-1F54-E13F-D74C65B194C3}"/>
                </a:ext>
              </a:extLst>
            </p:cNvPr>
            <p:cNvCxnSpPr>
              <a:cxnSpLocks/>
            </p:cNvCxnSpPr>
            <p:nvPr/>
          </p:nvCxnSpPr>
          <p:spPr>
            <a:xfrm>
              <a:off x="10329757" y="3521944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0C30477-EAB7-26C4-939B-39B05219AA41}"/>
                </a:ext>
              </a:extLst>
            </p:cNvPr>
            <p:cNvCxnSpPr>
              <a:cxnSpLocks/>
            </p:cNvCxnSpPr>
            <p:nvPr/>
          </p:nvCxnSpPr>
          <p:spPr>
            <a:xfrm>
              <a:off x="7608274" y="3739944"/>
              <a:ext cx="840486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F3AC0FE-8361-D310-FB2E-47739354B3A6}"/>
                </a:ext>
              </a:extLst>
            </p:cNvPr>
            <p:cNvCxnSpPr>
              <a:cxnSpLocks/>
            </p:cNvCxnSpPr>
            <p:nvPr/>
          </p:nvCxnSpPr>
          <p:spPr>
            <a:xfrm>
              <a:off x="7939829" y="353478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BBB606F-15AF-63CC-1DD1-CE8B7098DCEF}"/>
                </a:ext>
              </a:extLst>
            </p:cNvPr>
            <p:cNvCxnSpPr>
              <a:cxnSpLocks/>
            </p:cNvCxnSpPr>
            <p:nvPr/>
          </p:nvCxnSpPr>
          <p:spPr>
            <a:xfrm>
              <a:off x="7859819" y="353478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9C8F5BB-A25B-C51C-C979-D417FE6CCDA4}"/>
                </a:ext>
              </a:extLst>
            </p:cNvPr>
            <p:cNvCxnSpPr>
              <a:cxnSpLocks/>
            </p:cNvCxnSpPr>
            <p:nvPr/>
          </p:nvCxnSpPr>
          <p:spPr>
            <a:xfrm>
              <a:off x="7760759" y="353478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BF946FF-669E-6F36-4C32-C81745623F9B}"/>
                </a:ext>
              </a:extLst>
            </p:cNvPr>
            <p:cNvCxnSpPr>
              <a:cxnSpLocks/>
            </p:cNvCxnSpPr>
            <p:nvPr/>
          </p:nvCxnSpPr>
          <p:spPr>
            <a:xfrm>
              <a:off x="8448760" y="3740751"/>
              <a:ext cx="646471" cy="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6F273F-74B0-C67B-4FBF-BAE47FFA4418}"/>
                </a:ext>
              </a:extLst>
            </p:cNvPr>
            <p:cNvCxnSpPr>
              <a:cxnSpLocks/>
            </p:cNvCxnSpPr>
            <p:nvPr/>
          </p:nvCxnSpPr>
          <p:spPr>
            <a:xfrm>
              <a:off x="8065559" y="353097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96F84D8-4182-AE10-84AA-19EFA1B82E61}"/>
                </a:ext>
              </a:extLst>
            </p:cNvPr>
            <p:cNvCxnSpPr>
              <a:cxnSpLocks/>
            </p:cNvCxnSpPr>
            <p:nvPr/>
          </p:nvCxnSpPr>
          <p:spPr>
            <a:xfrm>
              <a:off x="7618731" y="353097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C02DA83-6A9F-24E5-4A63-4B3F2FE97E01}"/>
                </a:ext>
              </a:extLst>
            </p:cNvPr>
            <p:cNvCxnSpPr>
              <a:cxnSpLocks/>
            </p:cNvCxnSpPr>
            <p:nvPr/>
          </p:nvCxnSpPr>
          <p:spPr>
            <a:xfrm>
              <a:off x="7775914" y="4235244"/>
              <a:ext cx="840486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0FB8B01-E15C-DE1D-DA57-033A4B0663E9}"/>
                </a:ext>
              </a:extLst>
            </p:cNvPr>
            <p:cNvCxnSpPr>
              <a:cxnSpLocks/>
            </p:cNvCxnSpPr>
            <p:nvPr/>
          </p:nvCxnSpPr>
          <p:spPr>
            <a:xfrm>
              <a:off x="8027459" y="403008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820FD64-7ED8-B65D-301A-11F9FD06C9DA}"/>
                </a:ext>
              </a:extLst>
            </p:cNvPr>
            <p:cNvCxnSpPr>
              <a:cxnSpLocks/>
            </p:cNvCxnSpPr>
            <p:nvPr/>
          </p:nvCxnSpPr>
          <p:spPr>
            <a:xfrm>
              <a:off x="7993169" y="403008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2589413-7002-0A04-ADAD-F4B4BEF3CF0B}"/>
                </a:ext>
              </a:extLst>
            </p:cNvPr>
            <p:cNvCxnSpPr>
              <a:cxnSpLocks/>
              <a:endCxn id="31" idx="3"/>
            </p:cNvCxnSpPr>
            <p:nvPr/>
          </p:nvCxnSpPr>
          <p:spPr>
            <a:xfrm flipV="1">
              <a:off x="8616400" y="3862702"/>
              <a:ext cx="533133" cy="373349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780A637-963D-87A2-AC87-712384B90859}"/>
                </a:ext>
              </a:extLst>
            </p:cNvPr>
            <p:cNvCxnSpPr>
              <a:cxnSpLocks/>
            </p:cNvCxnSpPr>
            <p:nvPr/>
          </p:nvCxnSpPr>
          <p:spPr>
            <a:xfrm>
              <a:off x="7786371" y="4026273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EEAB33B-6214-9654-CF69-0A64470B7118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8616400" y="3177013"/>
              <a:ext cx="533133" cy="424531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3B62006-69BF-CFF0-AEB7-71CD03C3CE69}"/>
                </a:ext>
              </a:extLst>
            </p:cNvPr>
            <p:cNvCxnSpPr>
              <a:cxnSpLocks/>
            </p:cNvCxnSpPr>
            <p:nvPr/>
          </p:nvCxnSpPr>
          <p:spPr>
            <a:xfrm>
              <a:off x="7775914" y="3177013"/>
              <a:ext cx="840486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CBD0BCB-0878-A67B-A2E8-DC94446C295F}"/>
                </a:ext>
              </a:extLst>
            </p:cNvPr>
            <p:cNvCxnSpPr>
              <a:cxnSpLocks/>
            </p:cNvCxnSpPr>
            <p:nvPr/>
          </p:nvCxnSpPr>
          <p:spPr>
            <a:xfrm>
              <a:off x="8358929" y="2971852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FA35FB9-0794-6BE0-481B-E930AD807C2D}"/>
                </a:ext>
              </a:extLst>
            </p:cNvPr>
            <p:cNvCxnSpPr>
              <a:cxnSpLocks/>
            </p:cNvCxnSpPr>
            <p:nvPr/>
          </p:nvCxnSpPr>
          <p:spPr>
            <a:xfrm>
              <a:off x="8027459" y="2971852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F53BF7A-A9E9-6CA0-277B-947D50FDB2A3}"/>
                </a:ext>
              </a:extLst>
            </p:cNvPr>
            <p:cNvCxnSpPr>
              <a:cxnSpLocks/>
            </p:cNvCxnSpPr>
            <p:nvPr/>
          </p:nvCxnSpPr>
          <p:spPr>
            <a:xfrm>
              <a:off x="7993169" y="2971852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CB0E75A-8318-5C82-8350-D08F618C9854}"/>
                </a:ext>
              </a:extLst>
            </p:cNvPr>
            <p:cNvCxnSpPr>
              <a:cxnSpLocks/>
            </p:cNvCxnSpPr>
            <p:nvPr/>
          </p:nvCxnSpPr>
          <p:spPr>
            <a:xfrm>
              <a:off x="8389409" y="2971852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0C30E1F-9E40-E595-D3C9-ADC37E5C2AE5}"/>
                </a:ext>
              </a:extLst>
            </p:cNvPr>
            <p:cNvCxnSpPr>
              <a:cxnSpLocks/>
            </p:cNvCxnSpPr>
            <p:nvPr/>
          </p:nvCxnSpPr>
          <p:spPr>
            <a:xfrm>
              <a:off x="7786371" y="2968042"/>
              <a:ext cx="0" cy="20230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03BBF2D-791C-7D0D-E970-2794C62D65FB}"/>
                </a:ext>
              </a:extLst>
            </p:cNvPr>
            <p:cNvSpPr txBox="1"/>
            <p:nvPr/>
          </p:nvSpPr>
          <p:spPr>
            <a:xfrm>
              <a:off x="8381174" y="3135228"/>
              <a:ext cx="2504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SG" sz="11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4379799-02DD-D5BA-8C89-7C75F5DC5417}"/>
                </a:ext>
              </a:extLst>
            </p:cNvPr>
            <p:cNvSpPr txBox="1"/>
            <p:nvPr/>
          </p:nvSpPr>
          <p:spPr>
            <a:xfrm>
              <a:off x="8213418" y="3690207"/>
              <a:ext cx="2504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SG" sz="11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7A5B2CE-25DB-91A9-3DB6-84D3E4AB0EEC}"/>
                </a:ext>
              </a:extLst>
            </p:cNvPr>
            <p:cNvSpPr txBox="1"/>
            <p:nvPr/>
          </p:nvSpPr>
          <p:spPr>
            <a:xfrm>
              <a:off x="8391633" y="4198014"/>
              <a:ext cx="2504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SG" sz="11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0FFC7C8-A938-8D85-83A3-C8D9F33D3640}"/>
                </a:ext>
              </a:extLst>
            </p:cNvPr>
            <p:cNvSpPr txBox="1"/>
            <p:nvPr/>
          </p:nvSpPr>
          <p:spPr>
            <a:xfrm>
              <a:off x="10702523" y="3683133"/>
              <a:ext cx="2504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 i="1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SG" sz="11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B9B007B-B81B-1079-2E26-1EC7B896609F}"/>
                </a:ext>
              </a:extLst>
            </p:cNvPr>
            <p:cNvSpPr txBox="1"/>
            <p:nvPr/>
          </p:nvSpPr>
          <p:spPr>
            <a:xfrm>
              <a:off x="7855364" y="2684751"/>
              <a:ext cx="60851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 dirty="0">
                  <a:latin typeface="Arial" panose="020B0604020202020204" pitchFamily="34" charset="0"/>
                  <a:cs typeface="Arial" panose="020B0604020202020204" pitchFamily="34" charset="0"/>
                </a:rPr>
                <a:t>Inputs</a:t>
              </a:r>
              <a:endParaRPr lang="en-SG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DD65529-6EAA-A360-98BC-1B0F125131F9}"/>
                </a:ext>
              </a:extLst>
            </p:cNvPr>
            <p:cNvSpPr txBox="1"/>
            <p:nvPr/>
          </p:nvSpPr>
          <p:spPr>
            <a:xfrm>
              <a:off x="10242667" y="3914456"/>
              <a:ext cx="60851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  <a:endParaRPr lang="en-SG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51D421D-4935-0545-A32E-61E414A8AE87}"/>
                </a:ext>
              </a:extLst>
            </p:cNvPr>
            <p:cNvSpPr txBox="1"/>
            <p:nvPr/>
          </p:nvSpPr>
          <p:spPr>
            <a:xfrm>
              <a:off x="8969998" y="3944743"/>
              <a:ext cx="70035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50" dirty="0">
                  <a:latin typeface="Arial" panose="020B0604020202020204" pitchFamily="34" charset="0"/>
                  <a:cs typeface="Arial" panose="020B0604020202020204" pitchFamily="34" charset="0"/>
                </a:rPr>
                <a:t>Neuron Body</a:t>
              </a:r>
              <a:endParaRPr lang="en-SG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8F074A3-8CE7-E57A-8F97-CA7B2287B4FA}"/>
                </a:ext>
              </a:extLst>
            </p:cNvPr>
            <p:cNvCxnSpPr>
              <a:cxnSpLocks/>
            </p:cNvCxnSpPr>
            <p:nvPr/>
          </p:nvCxnSpPr>
          <p:spPr>
            <a:xfrm>
              <a:off x="9789266" y="3559567"/>
              <a:ext cx="0" cy="166564"/>
            </a:xfrm>
            <a:prstGeom prst="line">
              <a:avLst/>
            </a:prstGeom>
            <a:ln>
              <a:tailEnd type="triangle" w="med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F3CA1D5-205B-C081-977E-CE045FB60DCD}"/>
                </a:ext>
              </a:extLst>
            </p:cNvPr>
            <p:cNvCxnSpPr>
              <a:cxnSpLocks/>
            </p:cNvCxnSpPr>
            <p:nvPr/>
          </p:nvCxnSpPr>
          <p:spPr>
            <a:xfrm>
              <a:off x="8642432" y="3502256"/>
              <a:ext cx="0" cy="718929"/>
            </a:xfrm>
            <a:prstGeom prst="line">
              <a:avLst/>
            </a:prstGeom>
            <a:ln>
              <a:tailEnd type="triangle" w="med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C3FADC6-B09B-E8BF-D7A8-EE760C96F8CB}"/>
                </a:ext>
              </a:extLst>
            </p:cNvPr>
            <p:cNvCxnSpPr>
              <a:cxnSpLocks/>
            </p:cNvCxnSpPr>
            <p:nvPr/>
          </p:nvCxnSpPr>
          <p:spPr>
            <a:xfrm>
              <a:off x="8737706" y="3396838"/>
              <a:ext cx="0" cy="336913"/>
            </a:xfrm>
            <a:prstGeom prst="line">
              <a:avLst/>
            </a:prstGeom>
            <a:ln>
              <a:tailEnd type="triangle" w="med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D85402F-C0C3-BA1D-B3E2-4FF93C133A71}"/>
                </a:ext>
              </a:extLst>
            </p:cNvPr>
            <p:cNvCxnSpPr>
              <a:cxnSpLocks/>
            </p:cNvCxnSpPr>
            <p:nvPr/>
          </p:nvCxnSpPr>
          <p:spPr>
            <a:xfrm>
              <a:off x="9210626" y="2971289"/>
              <a:ext cx="0" cy="530967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A5241D1-8CEB-B62E-F41F-45A052715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7706" y="3389278"/>
              <a:ext cx="472920" cy="756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C1535DA-7121-FDD6-A49A-476F8510CF5E}"/>
                </a:ext>
              </a:extLst>
            </p:cNvPr>
            <p:cNvCxnSpPr>
              <a:cxnSpLocks/>
            </p:cNvCxnSpPr>
            <p:nvPr/>
          </p:nvCxnSpPr>
          <p:spPr>
            <a:xfrm>
              <a:off x="8642098" y="3499394"/>
              <a:ext cx="56852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60E74EB-3929-2D57-18BA-B0EAA48986C0}"/>
                </a:ext>
              </a:extLst>
            </p:cNvPr>
            <p:cNvSpPr txBox="1"/>
            <p:nvPr/>
          </p:nvSpPr>
          <p:spPr>
            <a:xfrm>
              <a:off x="9405780" y="3337264"/>
              <a:ext cx="7683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00" dirty="0">
                  <a:latin typeface="Arial" panose="020B0604020202020204" pitchFamily="34" charset="0"/>
                  <a:cs typeface="Arial" panose="020B0604020202020204" pitchFamily="34" charset="0"/>
                </a:rPr>
                <a:t>Axon</a:t>
              </a:r>
              <a:endParaRPr lang="en-SG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F033AC7-8F7B-8023-B8B7-1DB6A2DF6F10}"/>
                </a:ext>
              </a:extLst>
            </p:cNvPr>
            <p:cNvSpPr txBox="1"/>
            <p:nvPr/>
          </p:nvSpPr>
          <p:spPr>
            <a:xfrm>
              <a:off x="8777531" y="2746893"/>
              <a:ext cx="88182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50" dirty="0">
                  <a:latin typeface="Arial" panose="020B0604020202020204" pitchFamily="34" charset="0"/>
                  <a:cs typeface="Arial" panose="020B0604020202020204" pitchFamily="34" charset="0"/>
                </a:rPr>
                <a:t>Dendrites</a:t>
              </a:r>
              <a:endParaRPr lang="en-SG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1C060A5-78A9-BA2A-8D55-58B1A67164A7}"/>
                </a:ext>
              </a:extLst>
            </p:cNvPr>
            <p:cNvCxnSpPr>
              <a:cxnSpLocks/>
            </p:cNvCxnSpPr>
            <p:nvPr/>
          </p:nvCxnSpPr>
          <p:spPr>
            <a:xfrm>
              <a:off x="8790968" y="3177013"/>
              <a:ext cx="0" cy="137358"/>
            </a:xfrm>
            <a:prstGeom prst="line">
              <a:avLst/>
            </a:prstGeom>
            <a:ln>
              <a:tailEnd type="triangle" w="med" len="sm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FEC0288-B96F-7D97-E4FF-921772421EF5}"/>
                </a:ext>
              </a:extLst>
            </p:cNvPr>
            <p:cNvCxnSpPr>
              <a:cxnSpLocks/>
            </p:cNvCxnSpPr>
            <p:nvPr/>
          </p:nvCxnSpPr>
          <p:spPr>
            <a:xfrm>
              <a:off x="8790968" y="3177013"/>
              <a:ext cx="41965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AF9C01C-C2E7-7EC4-17D9-4D2E3715EC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8536" y="5493252"/>
            <a:ext cx="5377244" cy="7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87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2211-78F3-5164-E566-9AAC756E3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On-Chip STDP Learning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FD17E-E274-9FF0-9226-1F320BAC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49B0DE-D325-6540-6453-BBEDE11A324D}"/>
                  </a:ext>
                </a:extLst>
              </p:cNvPr>
              <p:cNvSpPr txBox="1"/>
              <p:nvPr/>
            </p:nvSpPr>
            <p:spPr>
              <a:xfrm>
                <a:off x="4245733" y="5949334"/>
                <a:ext cx="4789601" cy="707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SG" sz="1600" dirty="0"/>
                  <a:t>Equation:</a:t>
                </a:r>
                <a:r>
                  <a:rPr lang="el-GR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6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l-GR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600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  <m:r>
                          <a:rPr lang="ar-AE" sz="16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𝑡𝑎𝑟</m:t>
                            </m:r>
                          </m:sub>
                        </m:sSub>
                      </m:e>
                    </m:d>
                    <m:d>
                      <m:dPr>
                        <m:endChr m:val="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ar-AE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𝑤</m:t>
                        </m:r>
                        <m:sSup>
                          <m:sSup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600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e>
                    </m:d>
                  </m:oMath>
                </a14:m>
                <a:endParaRPr lang="ar-AE" sz="1600" dirty="0">
                  <a:latin typeface="Courier New" panose="02070309020205020404" pitchFamily="49" charset="0"/>
                </a:endParaRPr>
              </a:p>
              <a:p>
                <a:pPr>
                  <a:buNone/>
                </a:pPr>
                <a:r>
                  <a:rPr lang="ar-AE" sz="1600" dirty="0">
                    <a:latin typeface="Courier New" panose="02070309020205020404" pitchFamily="49" charset="0"/>
                  </a:rPr>
                  <a:t>      </a:t>
                </a:r>
                <a:endParaRPr lang="en-SG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49B0DE-D325-6540-6453-BBEDE11A3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733" y="5949334"/>
                <a:ext cx="4789601" cy="707053"/>
              </a:xfrm>
              <a:prstGeom prst="rect">
                <a:avLst/>
              </a:prstGeom>
              <a:blipFill>
                <a:blip r:embed="rId3"/>
                <a:stretch>
                  <a:fillRect l="-763" t="-106897" b="-12586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5B651-5F75-407D-3EE0-61F524E6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18C9B-BB38-892F-6D8B-85A174AF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8</a:t>
            </a:fld>
            <a:endParaRPr lang="en-JP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B7F234-769F-FE60-B7B8-E87F912C3DDD}"/>
              </a:ext>
            </a:extLst>
          </p:cNvPr>
          <p:cNvGrpSpPr/>
          <p:nvPr/>
        </p:nvGrpSpPr>
        <p:grpSpPr>
          <a:xfrm>
            <a:off x="924542" y="1861579"/>
            <a:ext cx="1916281" cy="2042673"/>
            <a:chOff x="497735" y="1848362"/>
            <a:chExt cx="1916281" cy="204267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0BD3A40-7D81-39A3-191D-A8DE0466E6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6183" y="2494092"/>
              <a:ext cx="295200" cy="29395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500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B49B074-CBEC-EC74-8E50-53A99757689D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838200" y="2641068"/>
              <a:ext cx="457983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6A78C3-986C-8690-6BE8-EDC2024AD6BE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1059571" y="2273479"/>
              <a:ext cx="279843" cy="26366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C2AD373-AE58-5F3B-3A11-4AC2FC5DA1A1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V="1">
              <a:off x="1026759" y="2744996"/>
              <a:ext cx="312655" cy="30418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C24D7CE-530A-3D02-297A-860DE1B58647}"/>
                </a:ext>
              </a:extLst>
            </p:cNvPr>
            <p:cNvCxnSpPr>
              <a:cxnSpLocks/>
            </p:cNvCxnSpPr>
            <p:nvPr/>
          </p:nvCxnSpPr>
          <p:spPr>
            <a:xfrm>
              <a:off x="782955" y="2098797"/>
              <a:ext cx="639265" cy="0"/>
            </a:xfrm>
            <a:prstGeom prst="line">
              <a:avLst/>
            </a:prstGeom>
            <a:ln w="63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ACA6144-7B74-D41E-AFFC-5898BE067168}"/>
                </a:ext>
              </a:extLst>
            </p:cNvPr>
            <p:cNvCxnSpPr>
              <a:cxnSpLocks/>
            </p:cNvCxnSpPr>
            <p:nvPr/>
          </p:nvCxnSpPr>
          <p:spPr>
            <a:xfrm>
              <a:off x="903478" y="1848362"/>
              <a:ext cx="0" cy="25043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591012E-DCB8-B6DD-081B-ED49A60E2EDC}"/>
                    </a:ext>
                  </a:extLst>
                </p:cNvPr>
                <p:cNvSpPr txBox="1"/>
                <p:nvPr/>
              </p:nvSpPr>
              <p:spPr>
                <a:xfrm>
                  <a:off x="904791" y="2028564"/>
                  <a:ext cx="345187" cy="2746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05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SG" sz="105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G" sz="105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en-SG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591012E-DCB8-B6DD-081B-ED49A60E2E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791" y="2028564"/>
                  <a:ext cx="345187" cy="274627"/>
                </a:xfrm>
                <a:prstGeom prst="rect">
                  <a:avLst/>
                </a:prstGeom>
                <a:blipFill>
                  <a:blip r:embed="rId5"/>
                  <a:stretch>
                    <a:fillRect r="-178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C6C9815-906D-5DCF-21B8-19E31D0D5A8B}"/>
                </a:ext>
              </a:extLst>
            </p:cNvPr>
            <p:cNvCxnSpPr>
              <a:cxnSpLocks/>
            </p:cNvCxnSpPr>
            <p:nvPr/>
          </p:nvCxnSpPr>
          <p:spPr>
            <a:xfrm>
              <a:off x="2255680" y="2183841"/>
              <a:ext cx="0" cy="250435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F07259A-00AD-8F77-EED1-8A83D59BB837}"/>
                    </a:ext>
                  </a:extLst>
                </p:cNvPr>
                <p:cNvSpPr txBox="1"/>
                <p:nvPr/>
              </p:nvSpPr>
              <p:spPr>
                <a:xfrm>
                  <a:off x="1803920" y="2399826"/>
                  <a:ext cx="554110" cy="2746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05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SG" sz="105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G" sz="105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r>
                              <a:rPr lang="en-SG" sz="105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𝑜𝑠𝑡</m:t>
                            </m:r>
                          </m:sub>
                        </m:sSub>
                      </m:oMath>
                    </m:oMathPara>
                  </a14:m>
                  <a:endParaRPr lang="en-SG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F07259A-00AD-8F77-EED1-8A83D59BB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3920" y="2399826"/>
                  <a:ext cx="554110" cy="27462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0F6F2F2-6FB9-8EF1-978E-FB79B58F5A0D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>
              <a:off x="1591383" y="2641068"/>
              <a:ext cx="822633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924F337-E1AD-D944-0D11-8F7D40979CDB}"/>
                </a:ext>
              </a:extLst>
            </p:cNvPr>
            <p:cNvSpPr txBox="1"/>
            <p:nvPr/>
          </p:nvSpPr>
          <p:spPr>
            <a:xfrm>
              <a:off x="1265513" y="2510263"/>
              <a:ext cx="42275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100" dirty="0">
                  <a:solidFill>
                    <a:schemeClr val="bg1"/>
                  </a:solidFill>
                </a:rPr>
                <a:t>LIF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7737493-B01E-F81E-5AA0-47EBD792123F}"/>
                </a:ext>
              </a:extLst>
            </p:cNvPr>
            <p:cNvCxnSpPr>
              <a:cxnSpLocks/>
            </p:cNvCxnSpPr>
            <p:nvPr/>
          </p:nvCxnSpPr>
          <p:spPr>
            <a:xfrm>
              <a:off x="1738770" y="2434276"/>
              <a:ext cx="639265" cy="0"/>
            </a:xfrm>
            <a:prstGeom prst="line">
              <a:avLst/>
            </a:prstGeom>
            <a:ln w="63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FC089DB-7F01-A63B-41A5-FB82C7C6D0F3}"/>
                    </a:ext>
                  </a:extLst>
                </p:cNvPr>
                <p:cNvSpPr txBox="1"/>
                <p:nvPr/>
              </p:nvSpPr>
              <p:spPr>
                <a:xfrm>
                  <a:off x="497735" y="2504292"/>
                  <a:ext cx="554110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05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SG" sz="105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G" sz="105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SG" sz="10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FC089DB-7F01-A63B-41A5-FB82C7C6D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35" y="2504292"/>
                  <a:ext cx="554110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486D527-B266-A074-5C65-7895D7C1F002}"/>
                    </a:ext>
                  </a:extLst>
                </p:cNvPr>
                <p:cNvSpPr txBox="1"/>
                <p:nvPr/>
              </p:nvSpPr>
              <p:spPr>
                <a:xfrm>
                  <a:off x="678304" y="3041059"/>
                  <a:ext cx="1487832" cy="849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sz="16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G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SG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SG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G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𝑝𝑜𝑠𝑡</m:t>
                            </m:r>
                          </m:sub>
                        </m:sSub>
                        <m:r>
                          <a:rPr lang="en-SG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SG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SG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SG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  <m:r>
                              <a:rPr lang="en-SG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𝑟𝑒</m:t>
                            </m:r>
                          </m:sub>
                        </m:sSub>
                      </m:oMath>
                    </m:oMathPara>
                  </a14:m>
                  <a:endParaRPr lang="en-SG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en-SG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en-SG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486D527-B266-A074-5C65-7895D7C1F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304" y="3041059"/>
                  <a:ext cx="1487832" cy="84997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3B457E0A-A11F-D974-18E9-C115351A21A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312" t="7652" r="2827" b="1632"/>
          <a:stretch>
            <a:fillRect/>
          </a:stretch>
        </p:blipFill>
        <p:spPr>
          <a:xfrm>
            <a:off x="3697049" y="1709317"/>
            <a:ext cx="8346883" cy="416856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F7BBB4D0-2B4A-0C80-3376-2B23BEF5282C}"/>
              </a:ext>
            </a:extLst>
          </p:cNvPr>
          <p:cNvSpPr txBox="1"/>
          <p:nvPr/>
        </p:nvSpPr>
        <p:spPr>
          <a:xfrm>
            <a:off x="532099" y="3429000"/>
            <a:ext cx="27432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300" dirty="0">
                <a:latin typeface="Arial" panose="020B0604020202020204" pitchFamily="34" charset="0"/>
                <a:cs typeface="Arial" panose="020B0604020202020204" pitchFamily="34" charset="0"/>
              </a:rPr>
              <a:t>(a) LIF neuron and spike timings</a:t>
            </a:r>
          </a:p>
        </p:txBody>
      </p:sp>
    </p:spTree>
    <p:extLst>
      <p:ext uri="{BB962C8B-B14F-4D97-AF65-F5344CB8AC3E}">
        <p14:creationId xmlns:p14="http://schemas.microsoft.com/office/powerpoint/2010/main" val="2739983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FD9C-8B2A-B731-802E-1F924449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Overall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F3401-C08B-B6B8-595D-163DE811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D19C9D9-CB14-5440-8A40-689BB8C4B5A4}"/>
              </a:ext>
            </a:extLst>
          </p:cNvPr>
          <p:cNvGrpSpPr/>
          <p:nvPr/>
        </p:nvGrpSpPr>
        <p:grpSpPr>
          <a:xfrm>
            <a:off x="3581400" y="1513195"/>
            <a:ext cx="5849313" cy="4249803"/>
            <a:chOff x="3008503" y="1915933"/>
            <a:chExt cx="5849313" cy="4249803"/>
          </a:xfrm>
        </p:grpSpPr>
        <p:sp>
          <p:nvSpPr>
            <p:cNvPr id="122" name="Cylinder 121">
              <a:extLst>
                <a:ext uri="{FF2B5EF4-FFF2-40B4-BE49-F238E27FC236}">
                  <a16:creationId xmlns:a16="http://schemas.microsoft.com/office/drawing/2014/main" id="{40B84FA8-1A3D-B2A8-4387-439263A27453}"/>
                </a:ext>
              </a:extLst>
            </p:cNvPr>
            <p:cNvSpPr/>
            <p:nvPr/>
          </p:nvSpPr>
          <p:spPr>
            <a:xfrm>
              <a:off x="3272446" y="4716765"/>
              <a:ext cx="45719" cy="984252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0" name="Cylinder 119">
              <a:extLst>
                <a:ext uri="{FF2B5EF4-FFF2-40B4-BE49-F238E27FC236}">
                  <a16:creationId xmlns:a16="http://schemas.microsoft.com/office/drawing/2014/main" id="{AC5DDD1D-6F93-FD1F-10E1-6FAFA29A45AA}"/>
                </a:ext>
              </a:extLst>
            </p:cNvPr>
            <p:cNvSpPr/>
            <p:nvPr/>
          </p:nvSpPr>
          <p:spPr>
            <a:xfrm>
              <a:off x="8248833" y="3284283"/>
              <a:ext cx="45719" cy="1432735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2CA8FB0-210E-0025-8BE2-FEE4F024668B}"/>
                </a:ext>
              </a:extLst>
            </p:cNvPr>
            <p:cNvSpPr>
              <a:spLocks/>
            </p:cNvSpPr>
            <p:nvPr/>
          </p:nvSpPr>
          <p:spPr>
            <a:xfrm>
              <a:off x="5645822" y="3195942"/>
              <a:ext cx="100978" cy="88341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rgbClr val="ABC7FF">
                  <a:alpha val="65000"/>
                </a:srgbClr>
              </a:solidFill>
            </a:ln>
            <a:effectLst>
              <a:glow>
                <a:schemeClr val="accent1"/>
              </a:glow>
            </a:effectLst>
            <a:scene3d>
              <a:camera prst="perspectiveRelaxed"/>
              <a:lightRig rig="threePt" dir="t"/>
            </a:scene3d>
            <a:sp3d extrusionH="412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grpSp>
          <p:nvGrpSpPr>
            <p:cNvPr id="65" name="Google Shape;1794;p19">
              <a:extLst>
                <a:ext uri="{FF2B5EF4-FFF2-40B4-BE49-F238E27FC236}">
                  <a16:creationId xmlns:a16="http://schemas.microsoft.com/office/drawing/2014/main" id="{09562C25-11CB-CB69-1F30-F880E50DA3C0}"/>
                </a:ext>
              </a:extLst>
            </p:cNvPr>
            <p:cNvGrpSpPr>
              <a:grpSpLocks/>
            </p:cNvGrpSpPr>
            <p:nvPr/>
          </p:nvGrpSpPr>
          <p:grpSpPr>
            <a:xfrm>
              <a:off x="3008503" y="2766384"/>
              <a:ext cx="5849313" cy="3399352"/>
              <a:chOff x="3825" y="3187"/>
              <a:chExt cx="5165" cy="3694"/>
            </a:xfrm>
          </p:grpSpPr>
          <p:sp>
            <p:nvSpPr>
              <p:cNvPr id="67" name="Google Shape;1795;p19">
                <a:extLst>
                  <a:ext uri="{FF2B5EF4-FFF2-40B4-BE49-F238E27FC236}">
                    <a16:creationId xmlns:a16="http://schemas.microsoft.com/office/drawing/2014/main" id="{99723D46-615E-0304-80DB-9CD0CEE0A736}"/>
                  </a:ext>
                </a:extLst>
              </p:cNvPr>
              <p:cNvSpPr/>
              <p:nvPr/>
            </p:nvSpPr>
            <p:spPr>
              <a:xfrm>
                <a:off x="3829" y="5233"/>
                <a:ext cx="5161" cy="1648"/>
              </a:xfrm>
              <a:prstGeom prst="cube">
                <a:avLst>
                  <a:gd name="adj" fmla="val 85633"/>
                </a:avLst>
              </a:prstGeom>
              <a:solidFill>
                <a:srgbClr val="B3F7C0"/>
              </a:solidFill>
              <a:ln w="25400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1796;p19">
                <a:extLst>
                  <a:ext uri="{FF2B5EF4-FFF2-40B4-BE49-F238E27FC236}">
                    <a16:creationId xmlns:a16="http://schemas.microsoft.com/office/drawing/2014/main" id="{E25A7D3B-B810-0897-6413-078DDF6FB03B}"/>
                  </a:ext>
                </a:extLst>
              </p:cNvPr>
              <p:cNvSpPr/>
              <p:nvPr/>
            </p:nvSpPr>
            <p:spPr>
              <a:xfrm>
                <a:off x="3968" y="5134"/>
                <a:ext cx="4800" cy="1500"/>
              </a:xfrm>
              <a:prstGeom prst="cube">
                <a:avLst>
                  <a:gd name="adj" fmla="val 84693"/>
                </a:avLst>
              </a:prstGeom>
              <a:solidFill>
                <a:srgbClr val="B3F7C0"/>
              </a:solidFill>
              <a:ln w="25400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1797;p19">
                <a:extLst>
                  <a:ext uri="{FF2B5EF4-FFF2-40B4-BE49-F238E27FC236}">
                    <a16:creationId xmlns:a16="http://schemas.microsoft.com/office/drawing/2014/main" id="{151C7B06-A676-9655-32D0-080C078AEDD2}"/>
                  </a:ext>
                </a:extLst>
              </p:cNvPr>
              <p:cNvSpPr/>
              <p:nvPr/>
            </p:nvSpPr>
            <p:spPr>
              <a:xfrm>
                <a:off x="3975" y="6412"/>
                <a:ext cx="3759" cy="219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 sz="105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Logic Die</a:t>
                </a:r>
                <a:endParaRPr sz="1600" dirty="0"/>
              </a:p>
            </p:txBody>
          </p:sp>
          <p:sp>
            <p:nvSpPr>
              <p:cNvPr id="70" name="Google Shape;1798;p19">
                <a:extLst>
                  <a:ext uri="{FF2B5EF4-FFF2-40B4-BE49-F238E27FC236}">
                    <a16:creationId xmlns:a16="http://schemas.microsoft.com/office/drawing/2014/main" id="{C7B7ABC0-9022-B03B-82C9-6DBE26FC8531}"/>
                  </a:ext>
                </a:extLst>
              </p:cNvPr>
              <p:cNvSpPr/>
              <p:nvPr/>
            </p:nvSpPr>
            <p:spPr>
              <a:xfrm>
                <a:off x="3825" y="6657"/>
                <a:ext cx="4024" cy="213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 sz="1050" b="1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Package Substrate</a:t>
                </a:r>
                <a:endParaRPr sz="1600" b="1" dirty="0"/>
              </a:p>
            </p:txBody>
          </p:sp>
          <p:sp>
            <p:nvSpPr>
              <p:cNvPr id="74" name="Google Shape;1805;p19">
                <a:extLst>
                  <a:ext uri="{FF2B5EF4-FFF2-40B4-BE49-F238E27FC236}">
                    <a16:creationId xmlns:a16="http://schemas.microsoft.com/office/drawing/2014/main" id="{6A6A4EAF-82F1-BD27-6550-A716FCE23D61}"/>
                  </a:ext>
                </a:extLst>
              </p:cNvPr>
              <p:cNvSpPr/>
              <p:nvPr/>
            </p:nvSpPr>
            <p:spPr>
              <a:xfrm>
                <a:off x="3968" y="3888"/>
                <a:ext cx="4800" cy="1500"/>
              </a:xfrm>
              <a:prstGeom prst="cube">
                <a:avLst>
                  <a:gd name="adj" fmla="val 84693"/>
                </a:avLst>
              </a:prstGeom>
              <a:solidFill>
                <a:srgbClr val="B9BBFD"/>
              </a:solidFill>
              <a:ln w="25400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1806;p19">
                <a:extLst>
                  <a:ext uri="{FF2B5EF4-FFF2-40B4-BE49-F238E27FC236}">
                    <a16:creationId xmlns:a16="http://schemas.microsoft.com/office/drawing/2014/main" id="{008272E9-7BC0-7451-462E-FBD71A8FCAF3}"/>
                  </a:ext>
                </a:extLst>
              </p:cNvPr>
              <p:cNvSpPr/>
              <p:nvPr/>
            </p:nvSpPr>
            <p:spPr>
              <a:xfrm>
                <a:off x="3968" y="3541"/>
                <a:ext cx="4800" cy="1500"/>
              </a:xfrm>
              <a:prstGeom prst="cube">
                <a:avLst>
                  <a:gd name="adj" fmla="val 84693"/>
                </a:avLst>
              </a:prstGeom>
              <a:solidFill>
                <a:srgbClr val="B9BBFD"/>
              </a:solidFill>
              <a:ln w="25400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1807;p19">
                <a:extLst>
                  <a:ext uri="{FF2B5EF4-FFF2-40B4-BE49-F238E27FC236}">
                    <a16:creationId xmlns:a16="http://schemas.microsoft.com/office/drawing/2014/main" id="{EC312F52-6315-3968-0E13-FE53BE2E14E0}"/>
                  </a:ext>
                </a:extLst>
              </p:cNvPr>
              <p:cNvSpPr/>
              <p:nvPr/>
            </p:nvSpPr>
            <p:spPr>
              <a:xfrm>
                <a:off x="4663" y="5004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1808;p19">
                <a:extLst>
                  <a:ext uri="{FF2B5EF4-FFF2-40B4-BE49-F238E27FC236}">
                    <a16:creationId xmlns:a16="http://schemas.microsoft.com/office/drawing/2014/main" id="{2FA1E3EB-571B-BD90-5F07-969FC432BA31}"/>
                  </a:ext>
                </a:extLst>
              </p:cNvPr>
              <p:cNvSpPr/>
              <p:nvPr/>
            </p:nvSpPr>
            <p:spPr>
              <a:xfrm>
                <a:off x="5178" y="5004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1809;p19">
                <a:extLst>
                  <a:ext uri="{FF2B5EF4-FFF2-40B4-BE49-F238E27FC236}">
                    <a16:creationId xmlns:a16="http://schemas.microsoft.com/office/drawing/2014/main" id="{EBEAEF57-0CC1-EC58-3F8A-BC4805138444}"/>
                  </a:ext>
                </a:extLst>
              </p:cNvPr>
              <p:cNvSpPr/>
              <p:nvPr/>
            </p:nvSpPr>
            <p:spPr>
              <a:xfrm>
                <a:off x="5693" y="5004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1810;p19">
                <a:extLst>
                  <a:ext uri="{FF2B5EF4-FFF2-40B4-BE49-F238E27FC236}">
                    <a16:creationId xmlns:a16="http://schemas.microsoft.com/office/drawing/2014/main" id="{32323B1E-1AFB-0F63-9C3D-CA8A7DD8FFAB}"/>
                  </a:ext>
                </a:extLst>
              </p:cNvPr>
              <p:cNvSpPr/>
              <p:nvPr/>
            </p:nvSpPr>
            <p:spPr>
              <a:xfrm>
                <a:off x="6203" y="5004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1811;p19">
                <a:extLst>
                  <a:ext uri="{FF2B5EF4-FFF2-40B4-BE49-F238E27FC236}">
                    <a16:creationId xmlns:a16="http://schemas.microsoft.com/office/drawing/2014/main" id="{500BEB57-F361-023E-0809-7BADC0A0A9CB}"/>
                  </a:ext>
                </a:extLst>
              </p:cNvPr>
              <p:cNvSpPr/>
              <p:nvPr/>
            </p:nvSpPr>
            <p:spPr>
              <a:xfrm>
                <a:off x="6718" y="5004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1812;p19">
                <a:extLst>
                  <a:ext uri="{FF2B5EF4-FFF2-40B4-BE49-F238E27FC236}">
                    <a16:creationId xmlns:a16="http://schemas.microsoft.com/office/drawing/2014/main" id="{0AD58D86-D74C-1A61-6257-0E23AFA8B4EF}"/>
                  </a:ext>
                </a:extLst>
              </p:cNvPr>
              <p:cNvSpPr/>
              <p:nvPr/>
            </p:nvSpPr>
            <p:spPr>
              <a:xfrm>
                <a:off x="7228" y="5004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1815;p19">
                <a:extLst>
                  <a:ext uri="{FF2B5EF4-FFF2-40B4-BE49-F238E27FC236}">
                    <a16:creationId xmlns:a16="http://schemas.microsoft.com/office/drawing/2014/main" id="{38E3E324-04C9-FA98-A822-59F686B99F6D}"/>
                  </a:ext>
                </a:extLst>
              </p:cNvPr>
              <p:cNvSpPr/>
              <p:nvPr/>
            </p:nvSpPr>
            <p:spPr>
              <a:xfrm>
                <a:off x="3968" y="3187"/>
                <a:ext cx="4800" cy="1500"/>
              </a:xfrm>
              <a:prstGeom prst="cube">
                <a:avLst>
                  <a:gd name="adj" fmla="val 84693"/>
                </a:avLst>
              </a:prstGeom>
              <a:solidFill>
                <a:srgbClr val="B9BBFD"/>
              </a:solidFill>
              <a:ln w="25400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1816;p19">
                <a:extLst>
                  <a:ext uri="{FF2B5EF4-FFF2-40B4-BE49-F238E27FC236}">
                    <a16:creationId xmlns:a16="http://schemas.microsoft.com/office/drawing/2014/main" id="{C4BC4521-5598-B091-30A2-D1DDA3BCB6CC}"/>
                  </a:ext>
                </a:extLst>
              </p:cNvPr>
              <p:cNvSpPr/>
              <p:nvPr/>
            </p:nvSpPr>
            <p:spPr>
              <a:xfrm>
                <a:off x="4963" y="4650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1817;p19">
                <a:extLst>
                  <a:ext uri="{FF2B5EF4-FFF2-40B4-BE49-F238E27FC236}">
                    <a16:creationId xmlns:a16="http://schemas.microsoft.com/office/drawing/2014/main" id="{D29F1DD7-5E92-8009-0FC1-EDED58241F19}"/>
                  </a:ext>
                </a:extLst>
              </p:cNvPr>
              <p:cNvSpPr/>
              <p:nvPr/>
            </p:nvSpPr>
            <p:spPr>
              <a:xfrm>
                <a:off x="5478" y="4650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1818;p19">
                <a:extLst>
                  <a:ext uri="{FF2B5EF4-FFF2-40B4-BE49-F238E27FC236}">
                    <a16:creationId xmlns:a16="http://schemas.microsoft.com/office/drawing/2014/main" id="{70890AC9-63D0-9B5B-5DC2-88A71FAB9C6B}"/>
                  </a:ext>
                </a:extLst>
              </p:cNvPr>
              <p:cNvSpPr/>
              <p:nvPr/>
            </p:nvSpPr>
            <p:spPr>
              <a:xfrm>
                <a:off x="5988" y="4650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1819;p19">
                <a:extLst>
                  <a:ext uri="{FF2B5EF4-FFF2-40B4-BE49-F238E27FC236}">
                    <a16:creationId xmlns:a16="http://schemas.microsoft.com/office/drawing/2014/main" id="{2BD5A42A-DCFE-92BF-24A9-E72CE510B34B}"/>
                  </a:ext>
                </a:extLst>
              </p:cNvPr>
              <p:cNvSpPr/>
              <p:nvPr/>
            </p:nvSpPr>
            <p:spPr>
              <a:xfrm>
                <a:off x="6503" y="4650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1820;p19">
                <a:extLst>
                  <a:ext uri="{FF2B5EF4-FFF2-40B4-BE49-F238E27FC236}">
                    <a16:creationId xmlns:a16="http://schemas.microsoft.com/office/drawing/2014/main" id="{D7D56090-6F1E-0D10-2110-A6296E367B45}"/>
                  </a:ext>
                </a:extLst>
              </p:cNvPr>
              <p:cNvSpPr/>
              <p:nvPr/>
            </p:nvSpPr>
            <p:spPr>
              <a:xfrm>
                <a:off x="7018" y="4650"/>
                <a:ext cx="0" cy="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1831;p19">
                <a:extLst>
                  <a:ext uri="{FF2B5EF4-FFF2-40B4-BE49-F238E27FC236}">
                    <a16:creationId xmlns:a16="http://schemas.microsoft.com/office/drawing/2014/main" id="{F746BCEB-ECFE-C972-9591-3B3D466DE5AE}"/>
                  </a:ext>
                </a:extLst>
              </p:cNvPr>
              <p:cNvSpPr txBox="1"/>
              <p:nvPr/>
            </p:nvSpPr>
            <p:spPr>
              <a:xfrm rot="-5400000">
                <a:off x="5800" y="5440"/>
                <a:ext cx="18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1833;p19">
                <a:extLst>
                  <a:ext uri="{FF2B5EF4-FFF2-40B4-BE49-F238E27FC236}">
                    <a16:creationId xmlns:a16="http://schemas.microsoft.com/office/drawing/2014/main" id="{FEFF330B-CC2C-6297-8B2C-4D94DE88B48E}"/>
                  </a:ext>
                </a:extLst>
              </p:cNvPr>
              <p:cNvSpPr txBox="1"/>
              <p:nvPr/>
            </p:nvSpPr>
            <p:spPr>
              <a:xfrm rot="-5400000">
                <a:off x="3900" y="5611"/>
                <a:ext cx="15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1835;p19">
                <a:extLst>
                  <a:ext uri="{FF2B5EF4-FFF2-40B4-BE49-F238E27FC236}">
                    <a16:creationId xmlns:a16="http://schemas.microsoft.com/office/drawing/2014/main" id="{7EBDB31E-E469-D1DD-C897-6AD409D83EFD}"/>
                  </a:ext>
                </a:extLst>
              </p:cNvPr>
              <p:cNvSpPr txBox="1"/>
              <p:nvPr/>
            </p:nvSpPr>
            <p:spPr>
              <a:xfrm rot="-5400000">
                <a:off x="3550" y="5764"/>
                <a:ext cx="12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1836;p19">
                <a:extLst>
                  <a:ext uri="{FF2B5EF4-FFF2-40B4-BE49-F238E27FC236}">
                    <a16:creationId xmlns:a16="http://schemas.microsoft.com/office/drawing/2014/main" id="{5E5FB098-9616-1F76-D29C-0D6807E36C78}"/>
                  </a:ext>
                </a:extLst>
              </p:cNvPr>
              <p:cNvSpPr txBox="1"/>
              <p:nvPr/>
            </p:nvSpPr>
            <p:spPr>
              <a:xfrm rot="16200000">
                <a:off x="3958" y="5430"/>
                <a:ext cx="600" cy="8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t" anchorCtr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TSV</a:t>
                </a:r>
                <a:endParaRPr sz="1200"/>
              </a:p>
            </p:txBody>
          </p:sp>
          <p:sp>
            <p:nvSpPr>
              <p:cNvPr id="93" name="Google Shape;1837;p19">
                <a:extLst>
                  <a:ext uri="{FF2B5EF4-FFF2-40B4-BE49-F238E27FC236}">
                    <a16:creationId xmlns:a16="http://schemas.microsoft.com/office/drawing/2014/main" id="{1E19B1ED-1C34-3853-E4E6-F92D394BB9B9}"/>
                  </a:ext>
                </a:extLst>
              </p:cNvPr>
              <p:cNvSpPr txBox="1"/>
              <p:nvPr/>
            </p:nvSpPr>
            <p:spPr>
              <a:xfrm rot="16200000">
                <a:off x="7314" y="5356"/>
                <a:ext cx="600" cy="8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t" anchorCtr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 sz="900" b="1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TSV</a:t>
                </a:r>
                <a:endParaRPr sz="1200" dirty="0"/>
              </a:p>
            </p:txBody>
          </p:sp>
          <p:sp>
            <p:nvSpPr>
              <p:cNvPr id="98" name="Google Shape;1847;p19">
                <a:extLst>
                  <a:ext uri="{FF2B5EF4-FFF2-40B4-BE49-F238E27FC236}">
                    <a16:creationId xmlns:a16="http://schemas.microsoft.com/office/drawing/2014/main" id="{D61168D2-AA0F-4355-8A79-FBCCDFF6F786}"/>
                  </a:ext>
                </a:extLst>
              </p:cNvPr>
              <p:cNvSpPr txBox="1"/>
              <p:nvPr/>
            </p:nvSpPr>
            <p:spPr>
              <a:xfrm rot="-5400000">
                <a:off x="5725" y="4844"/>
                <a:ext cx="30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sz="4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849;p19">
                <a:extLst>
                  <a:ext uri="{FF2B5EF4-FFF2-40B4-BE49-F238E27FC236}">
                    <a16:creationId xmlns:a16="http://schemas.microsoft.com/office/drawing/2014/main" id="{0F1C8298-C34D-1072-79C1-951590550948}"/>
                  </a:ext>
                </a:extLst>
              </p:cNvPr>
              <p:cNvSpPr txBox="1"/>
              <p:nvPr/>
            </p:nvSpPr>
            <p:spPr>
              <a:xfrm rot="16200000">
                <a:off x="7465" y="3587"/>
                <a:ext cx="600" cy="8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t" anchorCtr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 sz="900" b="1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TSV</a:t>
                </a:r>
                <a:endParaRPr sz="1200" dirty="0"/>
              </a:p>
            </p:txBody>
          </p:sp>
          <p:sp>
            <p:nvSpPr>
              <p:cNvPr id="101" name="Google Shape;1850;p19">
                <a:extLst>
                  <a:ext uri="{FF2B5EF4-FFF2-40B4-BE49-F238E27FC236}">
                    <a16:creationId xmlns:a16="http://schemas.microsoft.com/office/drawing/2014/main" id="{563A3FE4-3896-888E-B274-D1D3956527B5}"/>
                  </a:ext>
                </a:extLst>
              </p:cNvPr>
              <p:cNvSpPr txBox="1"/>
              <p:nvPr/>
            </p:nvSpPr>
            <p:spPr>
              <a:xfrm rot="16200000">
                <a:off x="4161" y="3471"/>
                <a:ext cx="600" cy="8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9125" tIns="39550" rIns="79125" bIns="39550" anchor="t" anchorCtr="0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" sz="900" b="1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TSV</a:t>
                </a:r>
                <a:endParaRPr sz="1200" dirty="0"/>
              </a:p>
            </p:txBody>
          </p:sp>
        </p:grpSp>
        <p:sp>
          <p:nvSpPr>
            <p:cNvPr id="119" name="Cylinder 118">
              <a:extLst>
                <a:ext uri="{FF2B5EF4-FFF2-40B4-BE49-F238E27FC236}">
                  <a16:creationId xmlns:a16="http://schemas.microsoft.com/office/drawing/2014/main" id="{D0B641B0-BA6B-603C-B196-CA09A34E5239}"/>
                </a:ext>
              </a:extLst>
            </p:cNvPr>
            <p:cNvSpPr/>
            <p:nvPr/>
          </p:nvSpPr>
          <p:spPr>
            <a:xfrm flipH="1">
              <a:off x="6993850" y="4367470"/>
              <a:ext cx="45719" cy="1210497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4" name="Google Shape;1879;p19">
              <a:extLst>
                <a:ext uri="{FF2B5EF4-FFF2-40B4-BE49-F238E27FC236}">
                  <a16:creationId xmlns:a16="http://schemas.microsoft.com/office/drawing/2014/main" id="{98742A2B-0DE7-6A14-E261-4E7544DA1D03}"/>
                </a:ext>
              </a:extLst>
            </p:cNvPr>
            <p:cNvSpPr txBox="1">
              <a:spLocks/>
            </p:cNvSpPr>
            <p:nvPr/>
          </p:nvSpPr>
          <p:spPr>
            <a:xfrm rot="8512020">
              <a:off x="5083492" y="2740848"/>
              <a:ext cx="846764" cy="2645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9125" tIns="39550" rIns="79125" bIns="3955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200" b="1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.....</a:t>
              </a:r>
              <a:endParaRPr sz="1200" dirty="0"/>
            </a:p>
          </p:txBody>
        </p:sp>
        <p:sp>
          <p:nvSpPr>
            <p:cNvPr id="118" name="Cylinder 117">
              <a:extLst>
                <a:ext uri="{FF2B5EF4-FFF2-40B4-BE49-F238E27FC236}">
                  <a16:creationId xmlns:a16="http://schemas.microsoft.com/office/drawing/2014/main" id="{FCD38406-6121-8D9C-7BE9-6A66651759E3}"/>
                </a:ext>
              </a:extLst>
            </p:cNvPr>
            <p:cNvSpPr/>
            <p:nvPr/>
          </p:nvSpPr>
          <p:spPr>
            <a:xfrm flipH="1">
              <a:off x="3821406" y="4066032"/>
              <a:ext cx="53371" cy="1477499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452A359B-2FEE-7CB1-F712-2D4B672C5E07}"/>
                </a:ext>
              </a:extLst>
            </p:cNvPr>
            <p:cNvSpPr>
              <a:spLocks/>
            </p:cNvSpPr>
            <p:nvPr/>
          </p:nvSpPr>
          <p:spPr>
            <a:xfrm>
              <a:off x="5652363" y="2318662"/>
              <a:ext cx="88340" cy="88340"/>
            </a:xfrm>
            <a:prstGeom prst="ellipse">
              <a:avLst/>
            </a:prstGeom>
            <a:solidFill>
              <a:schemeClr val="tx1"/>
            </a:solidFill>
            <a:ln w="3175" cap="flat">
              <a:solidFill>
                <a:srgbClr val="ABC7FF">
                  <a:alpha val="65000"/>
                </a:srgbClr>
              </a:solidFill>
            </a:ln>
            <a:effectLst>
              <a:glow>
                <a:schemeClr val="accent1"/>
              </a:glow>
            </a:effectLst>
            <a:scene3d>
              <a:camera prst="perspectiveRelaxed"/>
              <a:lightRig rig="threePt" dir="t"/>
            </a:scene3d>
            <a:sp3d extrusionH="4508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21" name="Cylinder 120">
              <a:extLst>
                <a:ext uri="{FF2B5EF4-FFF2-40B4-BE49-F238E27FC236}">
                  <a16:creationId xmlns:a16="http://schemas.microsoft.com/office/drawing/2014/main" id="{AE2F8DBF-DEA3-16FB-254A-093BBB91D9EB}"/>
                </a:ext>
              </a:extLst>
            </p:cNvPr>
            <p:cNvSpPr/>
            <p:nvPr/>
          </p:nvSpPr>
          <p:spPr>
            <a:xfrm>
              <a:off x="7204957" y="4738076"/>
              <a:ext cx="45719" cy="915548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3" name="Google Shape;1827;p19">
              <a:extLst>
                <a:ext uri="{FF2B5EF4-FFF2-40B4-BE49-F238E27FC236}">
                  <a16:creationId xmlns:a16="http://schemas.microsoft.com/office/drawing/2014/main" id="{65BF0D89-F06C-07C0-58F0-D1005DE85E2A}"/>
                </a:ext>
              </a:extLst>
            </p:cNvPr>
            <p:cNvSpPr>
              <a:spLocks/>
            </p:cNvSpPr>
            <p:nvPr/>
          </p:nvSpPr>
          <p:spPr>
            <a:xfrm>
              <a:off x="3170449" y="3943485"/>
              <a:ext cx="4264958" cy="209695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125" tIns="39550" rIns="79125" bIns="39550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lang="en" sz="105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Memory Die</a:t>
              </a:r>
              <a:endParaRPr sz="1600" dirty="0"/>
            </a:p>
          </p:txBody>
        </p:sp>
        <p:sp>
          <p:nvSpPr>
            <p:cNvPr id="115" name="Google Shape;1829;p19">
              <a:extLst>
                <a:ext uri="{FF2B5EF4-FFF2-40B4-BE49-F238E27FC236}">
                  <a16:creationId xmlns:a16="http://schemas.microsoft.com/office/drawing/2014/main" id="{A5BB971D-4045-65DE-FFA9-6B5271A38B69}"/>
                </a:ext>
              </a:extLst>
            </p:cNvPr>
            <p:cNvSpPr>
              <a:spLocks/>
            </p:cNvSpPr>
            <p:nvPr/>
          </p:nvSpPr>
          <p:spPr>
            <a:xfrm>
              <a:off x="3176113" y="4589285"/>
              <a:ext cx="4259296" cy="206133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125" tIns="39550" rIns="79125" bIns="39550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" sz="105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</a:t>
              </a: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Memory Die</a:t>
              </a:r>
              <a:endParaRPr sz="1600" dirty="0"/>
            </a:p>
          </p:txBody>
        </p:sp>
        <p:sp>
          <p:nvSpPr>
            <p:cNvPr id="116" name="Cylinder 115">
              <a:extLst>
                <a:ext uri="{FF2B5EF4-FFF2-40B4-BE49-F238E27FC236}">
                  <a16:creationId xmlns:a16="http://schemas.microsoft.com/office/drawing/2014/main" id="{71F69080-34E3-5473-D91A-FDD1AC8800EF}"/>
                </a:ext>
              </a:extLst>
            </p:cNvPr>
            <p:cNvSpPr/>
            <p:nvPr/>
          </p:nvSpPr>
          <p:spPr>
            <a:xfrm>
              <a:off x="3441678" y="3092148"/>
              <a:ext cx="46370" cy="2605557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" name="Google Shape;1826;p19">
              <a:extLst>
                <a:ext uri="{FF2B5EF4-FFF2-40B4-BE49-F238E27FC236}">
                  <a16:creationId xmlns:a16="http://schemas.microsoft.com/office/drawing/2014/main" id="{0E4042CE-A10E-3F5B-3579-98912BE7027C}"/>
                </a:ext>
              </a:extLst>
            </p:cNvPr>
            <p:cNvSpPr>
              <a:spLocks/>
            </p:cNvSpPr>
            <p:nvPr/>
          </p:nvSpPr>
          <p:spPr>
            <a:xfrm>
              <a:off x="3171017" y="4268789"/>
              <a:ext cx="4269488" cy="19601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125" tIns="39550" rIns="79125" bIns="39550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" sz="105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nd </a:t>
              </a: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Memory Die</a:t>
              </a:r>
              <a:endParaRPr sz="1600" dirty="0"/>
            </a:p>
          </p:txBody>
        </p:sp>
        <p:sp>
          <p:nvSpPr>
            <p:cNvPr id="123" name="Cylinder 122">
              <a:extLst>
                <a:ext uri="{FF2B5EF4-FFF2-40B4-BE49-F238E27FC236}">
                  <a16:creationId xmlns:a16="http://schemas.microsoft.com/office/drawing/2014/main" id="{C4CBC2E1-1B2C-BED1-FFED-5B969DAFF47F}"/>
                </a:ext>
              </a:extLst>
            </p:cNvPr>
            <p:cNvSpPr/>
            <p:nvPr/>
          </p:nvSpPr>
          <p:spPr>
            <a:xfrm>
              <a:off x="8243682" y="2216150"/>
              <a:ext cx="45719" cy="730948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1" name="Google Shape;1844;p19">
              <a:extLst>
                <a:ext uri="{FF2B5EF4-FFF2-40B4-BE49-F238E27FC236}">
                  <a16:creationId xmlns:a16="http://schemas.microsoft.com/office/drawing/2014/main" id="{545C75D4-B231-7294-EF3B-4D60073FB8B9}"/>
                </a:ext>
              </a:extLst>
            </p:cNvPr>
            <p:cNvSpPr>
              <a:spLocks/>
            </p:cNvSpPr>
            <p:nvPr/>
          </p:nvSpPr>
          <p:spPr>
            <a:xfrm>
              <a:off x="3073053" y="1915933"/>
              <a:ext cx="5425761" cy="1377593"/>
            </a:xfrm>
            <a:prstGeom prst="cube">
              <a:avLst>
                <a:gd name="adj" fmla="val 84693"/>
              </a:avLst>
            </a:prstGeom>
            <a:solidFill>
              <a:srgbClr val="B9BBFD"/>
            </a:solidFill>
            <a:ln w="25400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125" tIns="39550" rIns="79125" bIns="39550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Cylinder 123">
              <a:extLst>
                <a:ext uri="{FF2B5EF4-FFF2-40B4-BE49-F238E27FC236}">
                  <a16:creationId xmlns:a16="http://schemas.microsoft.com/office/drawing/2014/main" id="{AA010127-F536-050E-0C0E-6EACA3473BB0}"/>
                </a:ext>
              </a:extLst>
            </p:cNvPr>
            <p:cNvSpPr/>
            <p:nvPr/>
          </p:nvSpPr>
          <p:spPr>
            <a:xfrm>
              <a:off x="7196985" y="3184171"/>
              <a:ext cx="53674" cy="636343"/>
            </a:xfrm>
            <a:prstGeom prst="can">
              <a:avLst>
                <a:gd name="adj" fmla="val 104519"/>
              </a:avLst>
            </a:prstGeom>
            <a:solidFill>
              <a:srgbClr val="002060">
                <a:alpha val="53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2" name="Google Shape;1845;p19">
              <a:extLst>
                <a:ext uri="{FF2B5EF4-FFF2-40B4-BE49-F238E27FC236}">
                  <a16:creationId xmlns:a16="http://schemas.microsoft.com/office/drawing/2014/main" id="{2D53B3D9-664D-1309-D1A5-5A03896AB8A2}"/>
                </a:ext>
              </a:extLst>
            </p:cNvPr>
            <p:cNvSpPr>
              <a:spLocks/>
            </p:cNvSpPr>
            <p:nvPr/>
          </p:nvSpPr>
          <p:spPr>
            <a:xfrm>
              <a:off x="3073053" y="3085707"/>
              <a:ext cx="4257375" cy="20947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tx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9125" tIns="39550" rIns="79125" bIns="39550" anchor="ctr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en" sz="1050" b="1" baseline="300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 </a:t>
              </a:r>
              <a:r>
                <a:rPr lang="en" sz="105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Memory Die</a:t>
              </a:r>
              <a:endParaRPr sz="1600" dirty="0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0B2D4DA5-4AAA-65CB-EE5E-F73A4F5F7019}"/>
              </a:ext>
            </a:extLst>
          </p:cNvPr>
          <p:cNvSpPr txBox="1"/>
          <p:nvPr/>
        </p:nvSpPr>
        <p:spPr>
          <a:xfrm>
            <a:off x="4602184" y="5743095"/>
            <a:ext cx="32330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Architecture of proposed system</a:t>
            </a:r>
            <a:endParaRPr lang="en-SG" sz="1600" dirty="0"/>
          </a:p>
        </p:txBody>
      </p:sp>
      <p:sp>
        <p:nvSpPr>
          <p:cNvPr id="130" name="Google Shape;1796;p19">
            <a:extLst>
              <a:ext uri="{FF2B5EF4-FFF2-40B4-BE49-F238E27FC236}">
                <a16:creationId xmlns:a16="http://schemas.microsoft.com/office/drawing/2014/main" id="{660FB3BE-5FC2-1B85-B0B4-881A5C2C9155}"/>
              </a:ext>
            </a:extLst>
          </p:cNvPr>
          <p:cNvSpPr/>
          <p:nvPr/>
        </p:nvSpPr>
        <p:spPr>
          <a:xfrm>
            <a:off x="4485611" y="4479148"/>
            <a:ext cx="1331279" cy="387715"/>
          </a:xfrm>
          <a:prstGeom prst="cube">
            <a:avLst>
              <a:gd name="adj" fmla="val 94948"/>
            </a:avLst>
          </a:prstGeom>
          <a:solidFill>
            <a:srgbClr val="00B0F0"/>
          </a:solidFill>
          <a:ln w="317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125" tIns="39550" rIns="79125" bIns="3955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1200" b="1" dirty="0">
                <a:latin typeface="Arial"/>
                <a:ea typeface="Arial"/>
                <a:cs typeface="Arial"/>
                <a:sym typeface="Arial"/>
              </a:rPr>
              <a:t> LIF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1200" b="1" dirty="0">
                <a:latin typeface="Arial"/>
                <a:ea typeface="Arial"/>
                <a:cs typeface="Arial"/>
                <a:sym typeface="Arial"/>
              </a:rPr>
              <a:t>Neurons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SG" sz="1200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SG" sz="12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796;p19">
            <a:extLst>
              <a:ext uri="{FF2B5EF4-FFF2-40B4-BE49-F238E27FC236}">
                <a16:creationId xmlns:a16="http://schemas.microsoft.com/office/drawing/2014/main" id="{0882E5EA-F298-3642-5603-3190C6D29FD2}"/>
              </a:ext>
            </a:extLst>
          </p:cNvPr>
          <p:cNvSpPr/>
          <p:nvPr/>
        </p:nvSpPr>
        <p:spPr>
          <a:xfrm>
            <a:off x="5570659" y="4479148"/>
            <a:ext cx="1955782" cy="387715"/>
          </a:xfrm>
          <a:prstGeom prst="cube">
            <a:avLst>
              <a:gd name="adj" fmla="val 94268"/>
            </a:avLst>
          </a:prstGeom>
          <a:solidFill>
            <a:srgbClr val="00B0F0"/>
          </a:solidFill>
          <a:ln w="317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125" tIns="39550" rIns="79125" bIns="3955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1200" b="1" dirty="0">
                <a:latin typeface="Arial"/>
                <a:ea typeface="Arial"/>
                <a:cs typeface="Arial"/>
                <a:sym typeface="Arial"/>
              </a:rPr>
              <a:t>    STDP Learning Controller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SG" sz="1200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SG" sz="12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796;p19">
            <a:extLst>
              <a:ext uri="{FF2B5EF4-FFF2-40B4-BE49-F238E27FC236}">
                <a16:creationId xmlns:a16="http://schemas.microsoft.com/office/drawing/2014/main" id="{174F4D34-893D-DB30-CED0-B4CF7BB95F7A}"/>
              </a:ext>
            </a:extLst>
          </p:cNvPr>
          <p:cNvSpPr/>
          <p:nvPr/>
        </p:nvSpPr>
        <p:spPr>
          <a:xfrm>
            <a:off x="4394303" y="4947384"/>
            <a:ext cx="2999625" cy="317767"/>
          </a:xfrm>
          <a:prstGeom prst="cube">
            <a:avLst>
              <a:gd name="adj" fmla="val 91516"/>
            </a:avLst>
          </a:prstGeom>
          <a:solidFill>
            <a:srgbClr val="FF6161"/>
          </a:solidFill>
          <a:ln w="317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125" tIns="39550" rIns="79125" bIns="3955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1200" b="1" dirty="0">
                <a:latin typeface="Arial"/>
                <a:ea typeface="Arial"/>
                <a:cs typeface="Arial"/>
                <a:sym typeface="Arial"/>
              </a:rPr>
              <a:t>STDP-DIP Boot-Time BIST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SG" sz="1200" b="1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SG" sz="12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13E7B17-48AF-F2B5-11EB-CA67114F219C}"/>
              </a:ext>
            </a:extLst>
          </p:cNvPr>
          <p:cNvSpPr txBox="1"/>
          <p:nvPr/>
        </p:nvSpPr>
        <p:spPr>
          <a:xfrm>
            <a:off x="9613980" y="2133182"/>
            <a:ext cx="1810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/>
              <a:t>Our Thesis/Research focus</a:t>
            </a:r>
          </a:p>
        </p:txBody>
      </p:sp>
      <p:sp>
        <p:nvSpPr>
          <p:cNvPr id="137" name="Left Brace 136">
            <a:extLst>
              <a:ext uri="{FF2B5EF4-FFF2-40B4-BE49-F238E27FC236}">
                <a16:creationId xmlns:a16="http://schemas.microsoft.com/office/drawing/2014/main" id="{A3830D4F-367A-7084-4717-4283313C353F}"/>
              </a:ext>
            </a:extLst>
          </p:cNvPr>
          <p:cNvSpPr/>
          <p:nvPr/>
        </p:nvSpPr>
        <p:spPr>
          <a:xfrm flipH="1">
            <a:off x="9276658" y="1494490"/>
            <a:ext cx="337322" cy="1738312"/>
          </a:xfrm>
          <a:prstGeom prst="leftBrace">
            <a:avLst>
              <a:gd name="adj1" fmla="val 38687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06635-45A0-023E-58B9-5FF43744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AE0E3-2A98-EB3C-F160-92FCEEFB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9</a:t>
            </a:fld>
            <a:endParaRPr lang="en-JP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9596BB-C566-0050-BB18-19B28E3CE869}"/>
              </a:ext>
            </a:extLst>
          </p:cNvPr>
          <p:cNvSpPr txBox="1"/>
          <p:nvPr/>
        </p:nvSpPr>
        <p:spPr>
          <a:xfrm>
            <a:off x="838200" y="6111675"/>
            <a:ext cx="1124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i="1" dirty="0"/>
              <a:t>Part of "Y. Hanyu, R. Kobayashi, S. R. Hariprakash, S. Ganesh, N.-D. Nguyen, D.-A. Nguyen, M. </a:t>
            </a:r>
            <a:r>
              <a:rPr lang="en-SG" sz="900" i="1" dirty="0" err="1"/>
              <a:t>Maatar</a:t>
            </a:r>
            <a:r>
              <a:rPr lang="en-SG" sz="900" i="1" dirty="0"/>
              <a:t>, A. Ben Abdallah, Z. Wang, and K. N. Dang, 'E3STDP: Energy-Efficient Ensemble Spike-Timing-Dependent Plasticity for Carbon-Aware Neuromorphic Computation.’” </a:t>
            </a:r>
            <a:r>
              <a:rPr lang="en-SG" sz="900" dirty="0"/>
              <a:t>IEEE Transactions on Sustainable Computing (</a:t>
            </a:r>
            <a:r>
              <a:rPr lang="en-SG" sz="900" i="1" u="sng" dirty="0"/>
              <a:t>under major revision) </a:t>
            </a:r>
          </a:p>
        </p:txBody>
      </p:sp>
    </p:spTree>
    <p:extLst>
      <p:ext uri="{BB962C8B-B14F-4D97-AF65-F5344CB8AC3E}">
        <p14:creationId xmlns:p14="http://schemas.microsoft.com/office/powerpoint/2010/main" val="140541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3411-77E8-A89C-6CBD-5ACFA645D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Undervolting DRAM</a:t>
            </a:r>
          </a:p>
        </p:txBody>
      </p:sp>
      <p:pic>
        <p:nvPicPr>
          <p:cNvPr id="69" name="Content Placeholder 68">
            <a:extLst>
              <a:ext uri="{FF2B5EF4-FFF2-40B4-BE49-F238E27FC236}">
                <a16:creationId xmlns:a16="http://schemas.microsoft.com/office/drawing/2014/main" id="{F8C00CD3-5246-D4C6-1DAF-804C84269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5401" y="1320800"/>
            <a:ext cx="9601198" cy="5400675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56A04-938C-2620-B9C6-BDEF1CA2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306631-8A54-70DB-2CD8-2744A801A5F5}"/>
              </a:ext>
            </a:extLst>
          </p:cNvPr>
          <p:cNvSpPr txBox="1"/>
          <p:nvPr/>
        </p:nvSpPr>
        <p:spPr>
          <a:xfrm>
            <a:off x="4946849" y="1666842"/>
            <a:ext cx="4528456" cy="5847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Trade-off: Triggers an exponential increase in memory retention errors (up to ~35% BER)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90737F-D282-A0B6-D6E6-249E5E25BC80}"/>
                  </a:ext>
                </a:extLst>
              </p:cNvPr>
              <p:cNvSpPr txBox="1"/>
              <p:nvPr/>
            </p:nvSpPr>
            <p:spPr>
              <a:xfrm>
                <a:off x="7618580" y="4292060"/>
                <a:ext cx="4437586" cy="626454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SG" sz="1600" dirty="0"/>
                  <a:t>Scaling down supply voltage (1.30V to 1.00V) saves dynamic power quadratically </a:t>
                </a:r>
                <a14:m>
                  <m:oMath xmlns:m="http://schemas.openxmlformats.org/officeDocument/2006/math">
                    <m:r>
                      <a:rPr lang="en-SG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>
                        <a:latin typeface="Cambria Math" panose="02040503050406030204" pitchFamily="18" charset="0"/>
                      </a:rPr>
                      <m:t>∝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90737F-D282-A0B6-D6E6-249E5E25B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580" y="4292060"/>
                <a:ext cx="4437586" cy="626454"/>
              </a:xfrm>
              <a:prstGeom prst="rect">
                <a:avLst/>
              </a:prstGeom>
              <a:blipFill>
                <a:blip r:embed="rId4"/>
                <a:stretch>
                  <a:fillRect l="-685" t="-1905" b="-952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C8415-4617-8576-0F31-910B8B93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2FAF0-3956-499E-F416-FCFDECE5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10</a:t>
            </a:fld>
            <a:endParaRPr lang="en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A650BE-9211-EC46-D03C-4BF7EE5C4D44}"/>
              </a:ext>
            </a:extLst>
          </p:cNvPr>
          <p:cNvSpPr/>
          <p:nvPr/>
        </p:nvSpPr>
        <p:spPr>
          <a:xfrm>
            <a:off x="5848351" y="5874189"/>
            <a:ext cx="4437586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0FC30-15DA-2EDA-F6E5-020F2CC42BEC}"/>
              </a:ext>
            </a:extLst>
          </p:cNvPr>
          <p:cNvSpPr txBox="1"/>
          <p:nvPr/>
        </p:nvSpPr>
        <p:spPr>
          <a:xfrm>
            <a:off x="5391150" y="5833130"/>
            <a:ext cx="4814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(c) Graph showing Voltage vs Error obtained from HSPICE simulations using a 45 nm CMOS technology</a:t>
            </a:r>
            <a:endParaRPr lang="en-SG" sz="1400" u="sng" dirty="0"/>
          </a:p>
        </p:txBody>
      </p:sp>
    </p:spTree>
    <p:extLst>
      <p:ext uri="{BB962C8B-B14F-4D97-AF65-F5344CB8AC3E}">
        <p14:creationId xmlns:p14="http://schemas.microsoft.com/office/powerpoint/2010/main" val="4242322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4E5C-70BB-2DB2-CCBB-D002E11B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Memory Fault </a:t>
            </a:r>
            <a:r>
              <a:rPr lang="en-US" sz="4000" dirty="0" err="1"/>
              <a:t>Behaviours</a:t>
            </a:r>
            <a:r>
              <a:rPr lang="en-US" sz="4000" dirty="0"/>
              <a:t> Under Undervolting</a:t>
            </a:r>
            <a:endParaRPr lang="en-SG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6B282-FD77-89AB-748D-BF9C969F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Soft Errors (Bit-Flips):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Temporary data glitches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Permanent Errors: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Caused by manufacturing defects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Exposed due to aggressive </a:t>
            </a:r>
            <a:r>
              <a:rPr lang="en-SG" sz="2000" dirty="0" err="1"/>
              <a:t>undervolting</a:t>
            </a:r>
            <a:endParaRPr lang="en-SG" sz="2000" dirty="0"/>
          </a:p>
          <a:p>
            <a:pPr lvl="1">
              <a:lnSpc>
                <a:spcPct val="100000"/>
              </a:lnSpc>
            </a:pPr>
            <a:r>
              <a:rPr lang="en-SG" sz="2000" dirty="0"/>
              <a:t>This research focuses on Stuck-at Faults</a:t>
            </a:r>
          </a:p>
          <a:p>
            <a:pPr lvl="1">
              <a:lnSpc>
                <a:spcPct val="100000"/>
              </a:lnSpc>
            </a:pPr>
            <a:r>
              <a:rPr lang="en-SG" sz="2000" dirty="0"/>
              <a:t>Weak cells leak charge, </a:t>
            </a:r>
            <a:r>
              <a:rPr lang="en-US" sz="2000" dirty="0"/>
              <a:t>permanently locks physical cell to ground (0) or supply voltage (1)</a:t>
            </a:r>
            <a:endParaRPr lang="en-SG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81C32-A663-E5FD-6E6B-4D3C2D5B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F0E2A-458F-7F47-5E49-97152B3C2D5D}"/>
              </a:ext>
            </a:extLst>
          </p:cNvPr>
          <p:cNvSpPr>
            <a:spLocks/>
          </p:cNvSpPr>
          <p:nvPr/>
        </p:nvSpPr>
        <p:spPr>
          <a:xfrm>
            <a:off x="1580609" y="5124015"/>
            <a:ext cx="354149" cy="391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7E758F-5220-0BAF-A860-D4B9DFCC7A26}"/>
              </a:ext>
            </a:extLst>
          </p:cNvPr>
          <p:cNvSpPr>
            <a:spLocks/>
          </p:cNvSpPr>
          <p:nvPr/>
        </p:nvSpPr>
        <p:spPr>
          <a:xfrm>
            <a:off x="2513878" y="512401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CEED99-3508-1F24-C755-CE768F4C27DD}"/>
              </a:ext>
            </a:extLst>
          </p:cNvPr>
          <p:cNvCxnSpPr/>
          <p:nvPr/>
        </p:nvCxnSpPr>
        <p:spPr>
          <a:xfrm>
            <a:off x="1985558" y="5319958"/>
            <a:ext cx="477520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867E3CB-F427-8035-76C6-99ABDE3C9B14}"/>
              </a:ext>
            </a:extLst>
          </p:cNvPr>
          <p:cNvSpPr txBox="1"/>
          <p:nvPr/>
        </p:nvSpPr>
        <p:spPr>
          <a:xfrm>
            <a:off x="1144225" y="5633980"/>
            <a:ext cx="2405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(a) Normal bit update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EF2EEE-9121-6A1F-9948-A351418EBFD0}"/>
              </a:ext>
            </a:extLst>
          </p:cNvPr>
          <p:cNvSpPr>
            <a:spLocks/>
          </p:cNvSpPr>
          <p:nvPr/>
        </p:nvSpPr>
        <p:spPr>
          <a:xfrm>
            <a:off x="5670483" y="5124015"/>
            <a:ext cx="354149" cy="391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3874B1-B885-5C3C-B8D0-F0F669B6E890}"/>
              </a:ext>
            </a:extLst>
          </p:cNvPr>
          <p:cNvSpPr>
            <a:spLocks/>
          </p:cNvSpPr>
          <p:nvPr/>
        </p:nvSpPr>
        <p:spPr>
          <a:xfrm>
            <a:off x="6603752" y="512401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2D89C25-07F6-A7FC-6110-EFC49877DD7A}"/>
              </a:ext>
            </a:extLst>
          </p:cNvPr>
          <p:cNvCxnSpPr/>
          <p:nvPr/>
        </p:nvCxnSpPr>
        <p:spPr>
          <a:xfrm>
            <a:off x="6075432" y="5319958"/>
            <a:ext cx="477520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5A311CC-3EB3-3E22-9A67-3EDA00F19378}"/>
              </a:ext>
            </a:extLst>
          </p:cNvPr>
          <p:cNvSpPr txBox="1"/>
          <p:nvPr/>
        </p:nvSpPr>
        <p:spPr>
          <a:xfrm>
            <a:off x="5729381" y="5633980"/>
            <a:ext cx="11696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(b) Bit flip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55A9BB-E04C-ED0F-5E66-E443B8D4EF9D}"/>
              </a:ext>
            </a:extLst>
          </p:cNvPr>
          <p:cNvSpPr>
            <a:spLocks/>
          </p:cNvSpPr>
          <p:nvPr/>
        </p:nvSpPr>
        <p:spPr>
          <a:xfrm>
            <a:off x="9760357" y="5124015"/>
            <a:ext cx="354149" cy="391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4C6C8A-8A4C-B42C-5EFD-B4EDF627F9C6}"/>
              </a:ext>
            </a:extLst>
          </p:cNvPr>
          <p:cNvSpPr>
            <a:spLocks/>
          </p:cNvSpPr>
          <p:nvPr/>
        </p:nvSpPr>
        <p:spPr>
          <a:xfrm>
            <a:off x="10693626" y="5124015"/>
            <a:ext cx="354149" cy="391886"/>
          </a:xfrm>
          <a:prstGeom prst="rect">
            <a:avLst/>
          </a:prstGeom>
          <a:solidFill>
            <a:srgbClr val="EC5A5A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4C3A89-82C5-772B-B221-BC0D334C3E2B}"/>
              </a:ext>
            </a:extLst>
          </p:cNvPr>
          <p:cNvCxnSpPr/>
          <p:nvPr/>
        </p:nvCxnSpPr>
        <p:spPr>
          <a:xfrm>
            <a:off x="10165306" y="5319958"/>
            <a:ext cx="477520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174512C-E3CB-B8A1-B1B5-2ED94D1C79C5}"/>
              </a:ext>
            </a:extLst>
          </p:cNvPr>
          <p:cNvSpPr txBox="1"/>
          <p:nvPr/>
        </p:nvSpPr>
        <p:spPr>
          <a:xfrm>
            <a:off x="9653982" y="5633980"/>
            <a:ext cx="1534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(c) Bit stuck-at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A9FDEF-BA31-EB8C-367C-3F8FCB68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243DE-8876-E8FF-5349-7F5BA3C7A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65430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73FA-F6CC-99CC-4FAD-CCA69E74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Impact of SA0 vs SA1 Faults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22842-6DA9-C989-8055-71ABB5FE4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099" y="1825625"/>
            <a:ext cx="583970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Stuck-at-0 (SA0): 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Weight locked to minimum conductance 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Easily absorbed, accuracy remains stable (&gt;90%).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Stuck-at-1 (SA1):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Weight locked to maximum conductance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Neuron fires continuously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Suppresses all healthy neurons</a:t>
            </a:r>
          </a:p>
          <a:p>
            <a:pPr lvl="1">
              <a:lnSpc>
                <a:spcPct val="100000"/>
              </a:lnSpc>
            </a:pPr>
            <a:r>
              <a:rPr lang="en-US" sz="1600" dirty="0"/>
              <a:t>Accuracy collapses from </a:t>
            </a:r>
            <a:r>
              <a:rPr lang="en-US" sz="1600" b="1" dirty="0"/>
              <a:t>92.0% to 10.9%*</a:t>
            </a:r>
          </a:p>
          <a:p>
            <a:pPr lvl="1"/>
            <a:endParaRPr lang="en-SG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CBA50-7AEB-DA61-DB0B-CDA749CA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DAAF5-A967-83B9-30E3-C4DAAFA2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84" t="16064" r="14578" b="4384"/>
          <a:stretch>
            <a:fillRect/>
          </a:stretch>
        </p:blipFill>
        <p:spPr>
          <a:xfrm>
            <a:off x="838200" y="1485216"/>
            <a:ext cx="4675899" cy="48711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470991-19C0-D0A2-D9D2-1B9D5BE4984F}"/>
              </a:ext>
            </a:extLst>
          </p:cNvPr>
          <p:cNvSpPr/>
          <p:nvPr/>
        </p:nvSpPr>
        <p:spPr>
          <a:xfrm>
            <a:off x="8491326" y="4773895"/>
            <a:ext cx="625826" cy="824348"/>
          </a:xfrm>
          <a:prstGeom prst="rect">
            <a:avLst/>
          </a:prstGeom>
          <a:blipFill dpi="0" rotWithShape="1">
            <a:blip r:embed="rId4">
              <a:alphaModFix amt="30000"/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B683AD-714F-6A51-7BE2-9128EF141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16" t="68407" r="39435" b="27427"/>
          <a:stretch>
            <a:fillRect/>
          </a:stretch>
        </p:blipFill>
        <p:spPr>
          <a:xfrm>
            <a:off x="6492630" y="4773869"/>
            <a:ext cx="682240" cy="8243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BCB22D-383C-38BF-BC30-AE3814BE32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42" t="40244" r="1155" b="37289"/>
          <a:stretch>
            <a:fillRect/>
          </a:stretch>
        </p:blipFill>
        <p:spPr>
          <a:xfrm>
            <a:off x="10300639" y="4749739"/>
            <a:ext cx="789400" cy="824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D5211E-E873-149E-F2D2-0BB719369D1B}"/>
              </a:ext>
            </a:extLst>
          </p:cNvPr>
          <p:cNvSpPr txBox="1"/>
          <p:nvPr/>
        </p:nvSpPr>
        <p:spPr>
          <a:xfrm>
            <a:off x="5990028" y="5759619"/>
            <a:ext cx="1687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(e) Normal Field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329E5-27ED-221C-F7A0-0E9988783FA4}"/>
              </a:ext>
            </a:extLst>
          </p:cNvPr>
          <p:cNvSpPr txBox="1"/>
          <p:nvPr/>
        </p:nvSpPr>
        <p:spPr>
          <a:xfrm>
            <a:off x="8153400" y="5759619"/>
            <a:ext cx="1377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(f) SA0 Field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A5E89-7492-7487-F1DF-0C471460A09C}"/>
              </a:ext>
            </a:extLst>
          </p:cNvPr>
          <p:cNvSpPr txBox="1"/>
          <p:nvPr/>
        </p:nvSpPr>
        <p:spPr>
          <a:xfrm>
            <a:off x="10006669" y="5735489"/>
            <a:ext cx="1377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(g) SA1 Field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C7CC989-E3CB-DD01-0D1B-358F3344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B987EA1-6AD0-7886-8F80-B7C65956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12</a:t>
            </a:fld>
            <a:endParaRPr lang="en-JP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510923-B856-0B3A-552D-2991E1A7A609}"/>
              </a:ext>
            </a:extLst>
          </p:cNvPr>
          <p:cNvSpPr txBox="1"/>
          <p:nvPr/>
        </p:nvSpPr>
        <p:spPr>
          <a:xfrm>
            <a:off x="5668802" y="6181095"/>
            <a:ext cx="68966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*Data obtained from STDP Learning model with 784 weights per 1000 neuron network, MNIST dataset</a:t>
            </a:r>
            <a:endParaRPr lang="en-SG" sz="1100" i="1" u="sng" dirty="0"/>
          </a:p>
        </p:txBody>
      </p:sp>
    </p:spTree>
    <p:extLst>
      <p:ext uri="{BB962C8B-B14F-4D97-AF65-F5344CB8AC3E}">
        <p14:creationId xmlns:p14="http://schemas.microsoft.com/office/powerpoint/2010/main" val="1027734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4BBA-8815-8F20-F28E-0557513B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Related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741F7-23E8-0EAA-9FEF-FA54115C8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400" dirty="0"/>
                  <a:t>Error Correction Codes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SG" sz="200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en-US" sz="2000" dirty="0"/>
                  <a:t>:</a:t>
                </a:r>
                <a:endParaRPr lang="en-US" sz="2000" i="1" dirty="0"/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/>
                  <a:t>Requires 12.5% to 37.5% storage area overhead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SG" sz="2000" dirty="0"/>
                  <a:t>Encoding/decoding negates 40% energy saved</a:t>
                </a:r>
                <a:endParaRPr 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Checkpointing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SG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/>
                  <a:t>Milliseconds of latency per save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/>
                  <a:t>Incurs &gt;100% to 200% power overhead</a:t>
                </a:r>
                <a:endParaRPr 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Inference Mitigations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SG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: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/>
                  <a:t>Protects only pre-trained networks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/>
                  <a:t>Energy overhead 15% to 30%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Memory Checking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SG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: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/>
                  <a:t>Can check for MSB and LSB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/>
                  <a:t>Energy overhead 30% to 50% 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741F7-23E8-0EAA-9FEF-FA54115C8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1541" b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93B90-6693-0916-20DA-3122D5BD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6AAE1-31AB-08B9-3B58-D7BDFAA8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11CE-3D35-5C24-C6A0-1A27876E3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13</a:t>
            </a:fld>
            <a:endParaRPr lang="en-JP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D28195-E9D9-16AE-2591-36DA0C424C7B}"/>
              </a:ext>
            </a:extLst>
          </p:cNvPr>
          <p:cNvGrpSpPr/>
          <p:nvPr/>
        </p:nvGrpSpPr>
        <p:grpSpPr>
          <a:xfrm>
            <a:off x="6800849" y="1825625"/>
            <a:ext cx="3677285" cy="4270375"/>
            <a:chOff x="6800849" y="1825625"/>
            <a:chExt cx="3677285" cy="42703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2AA6EC-9114-EDB8-A325-6E57A2072404}"/>
                </a:ext>
              </a:extLst>
            </p:cNvPr>
            <p:cNvSpPr txBox="1"/>
            <p:nvPr/>
          </p:nvSpPr>
          <p:spPr>
            <a:xfrm>
              <a:off x="7324724" y="3773036"/>
              <a:ext cx="3153410" cy="37555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marR="0" lvl="0" fontAlgn="base">
                <a:lnSpc>
                  <a:spcPct val="15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SG" sz="1400" dirty="0"/>
                <a:t>Unsuitable for On-chip STDP learning</a:t>
              </a:r>
              <a:endParaRPr lang="en-US" altLang="en-US" sz="1400" dirty="0"/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4B8A23B9-033C-572D-DF83-44A91D3F48EB}"/>
                </a:ext>
              </a:extLst>
            </p:cNvPr>
            <p:cNvSpPr/>
            <p:nvPr/>
          </p:nvSpPr>
          <p:spPr>
            <a:xfrm>
              <a:off x="6800849" y="1825625"/>
              <a:ext cx="523875" cy="4270375"/>
            </a:xfrm>
            <a:prstGeom prst="rightBrace">
              <a:avLst>
                <a:gd name="adj1" fmla="val 89215"/>
                <a:gd name="adj2" fmla="val 50000"/>
              </a:avLst>
            </a:prstGeom>
            <a:ln>
              <a:solidFill>
                <a:srgbClr val="01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60525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AA08-F454-A9A0-D819-F9CAB76D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Problem Statement and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D9E64-E3AB-53AB-6410-3896CE332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Problem: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Near-threshold </a:t>
            </a:r>
            <a:r>
              <a:rPr lang="en-US" sz="2000" dirty="0" err="1"/>
              <a:t>undervolting</a:t>
            </a:r>
            <a:r>
              <a:rPr lang="en-US" sz="2000" dirty="0"/>
              <a:t> to lower consumption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Low voltages cause stuck-faults and flip bits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SA1 destroys STDP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Contributions: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Characterized SA1 behavior under </a:t>
            </a:r>
            <a:r>
              <a:rPr lang="en-US" sz="2000" dirty="0" err="1"/>
              <a:t>eDRAM</a:t>
            </a:r>
            <a:r>
              <a:rPr lang="en-US" sz="2000" dirty="0"/>
              <a:t> voltage scaling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Proposed </a:t>
            </a:r>
            <a:r>
              <a:rPr lang="en-US" sz="2000" b="1" dirty="0"/>
              <a:t>STDP-DIP </a:t>
            </a:r>
            <a:r>
              <a:rPr lang="en-US" sz="2000" dirty="0"/>
              <a:t>to identify, isolate and prune faulty neurons</a:t>
            </a:r>
            <a:endParaRPr lang="en-SG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6151AA-560D-BCA2-2970-913B74F6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E0E4E-D49A-AB66-BBBF-1C587B4E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C6169-7DDB-45BD-0B62-E57EC614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71731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8FBCB-0068-9498-0BE9-E24C4CAC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9358-292E-62F4-942D-A7CD57E0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Conten</a:t>
            </a:r>
            <a:r>
              <a:rPr lang="en-SG" dirty="0"/>
              <a:t>t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1B13B-BBEA-4A59-E4E8-7D8728902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1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10000"/>
              </a:lnSpc>
            </a:pPr>
            <a:r>
              <a:rPr lang="en-IN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10000"/>
              </a:lnSpc>
            </a:pPr>
            <a:r>
              <a:rPr lang="en-IN" sz="3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25957-6C41-B554-A6D2-CB0FE5B6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AA54-6C78-E354-D704-E26A8BD7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F7802-BA8E-7656-17A6-D43572C4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420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7D3FC-03AF-2C3C-1EEE-E865B4C8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STDP-DIP: Diagnostic Isolation Pruning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F2950-C5AB-4BBD-9D82-7663130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234" name="Content Placeholder 2">
            <a:extLst>
              <a:ext uri="{FF2B5EF4-FFF2-40B4-BE49-F238E27FC236}">
                <a16:creationId xmlns:a16="http://schemas.microsoft.com/office/drawing/2014/main" id="{9BE1E8D5-98C8-594B-BA83-1B7F83BA9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Phase 1:</a:t>
            </a:r>
            <a:r>
              <a:rPr lang="en-US" sz="2400" dirty="0"/>
              <a:t> Detects SA1 at MSB in the weight matrix</a:t>
            </a:r>
            <a:endParaRPr lang="en-SG" sz="2400" b="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Phase 2: </a:t>
            </a:r>
            <a:r>
              <a:rPr lang="en-US" sz="2400" dirty="0"/>
              <a:t>Faulty neuron is structurally severed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Phase 3: </a:t>
            </a:r>
            <a:r>
              <a:rPr lang="en-US" sz="2400" dirty="0"/>
              <a:t>Output of faulty neuron unlabeled</a:t>
            </a:r>
            <a:endParaRPr lang="en-SG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1BBD-89F7-DDFF-9F48-4A18F8EA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F560C-F644-838D-32E5-6C85F620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63183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47AC5-28A9-87C0-B05F-E02EFD89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79A1-B439-4352-032C-D9B64328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STDP-DIP: Proposal Overview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7EF15-B8EF-6E66-C58E-82DBEBFB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048B9A-2203-F563-FD75-79791F5D65CF}"/>
              </a:ext>
            </a:extLst>
          </p:cNvPr>
          <p:cNvGrpSpPr/>
          <p:nvPr/>
        </p:nvGrpSpPr>
        <p:grpSpPr>
          <a:xfrm>
            <a:off x="2967698" y="1690688"/>
            <a:ext cx="7014502" cy="4131750"/>
            <a:chOff x="2253949" y="1297694"/>
            <a:chExt cx="6978786" cy="413174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E3D523-71C0-3E9A-827E-E8AA1A56817C}"/>
                </a:ext>
              </a:extLst>
            </p:cNvPr>
            <p:cNvSpPr/>
            <p:nvPr/>
          </p:nvSpPr>
          <p:spPr>
            <a:xfrm>
              <a:off x="7169149" y="4425850"/>
              <a:ext cx="418249" cy="222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156"/>
            </a:p>
          </p:txBody>
        </p:sp>
        <p:cxnSp>
          <p:nvCxnSpPr>
            <p:cNvPr id="12" name="Google Shape;1855;p19">
              <a:extLst>
                <a:ext uri="{FF2B5EF4-FFF2-40B4-BE49-F238E27FC236}">
                  <a16:creationId xmlns:a16="http://schemas.microsoft.com/office/drawing/2014/main" id="{174F3AE6-B738-97FF-5CC2-9525D32C711F}"/>
                </a:ext>
              </a:extLst>
            </p:cNvPr>
            <p:cNvCxnSpPr>
              <a:cxnSpLocks/>
            </p:cNvCxnSpPr>
            <p:nvPr/>
          </p:nvCxnSpPr>
          <p:spPr>
            <a:xfrm>
              <a:off x="7894122" y="3677412"/>
              <a:ext cx="0" cy="0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Google Shape;1855;p19">
              <a:extLst>
                <a:ext uri="{FF2B5EF4-FFF2-40B4-BE49-F238E27FC236}">
                  <a16:creationId xmlns:a16="http://schemas.microsoft.com/office/drawing/2014/main" id="{D160FCCB-0239-71EB-69CD-EB15E6C4D712}"/>
                </a:ext>
              </a:extLst>
            </p:cNvPr>
            <p:cNvCxnSpPr>
              <a:cxnSpLocks/>
            </p:cNvCxnSpPr>
            <p:nvPr/>
          </p:nvCxnSpPr>
          <p:spPr>
            <a:xfrm>
              <a:off x="8462785" y="4242499"/>
              <a:ext cx="0" cy="0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5FF5CAD-28F1-649A-23B1-0A0C4F7044D7}"/>
                </a:ext>
              </a:extLst>
            </p:cNvPr>
            <p:cNvSpPr/>
            <p:nvPr/>
          </p:nvSpPr>
          <p:spPr>
            <a:xfrm flipV="1">
              <a:off x="2253949" y="2946646"/>
              <a:ext cx="1351587" cy="1308153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solidFill>
              <a:srgbClr val="FFFFFF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D5D8F3-8657-24EB-6A3A-248A69D2EB0A}"/>
                </a:ext>
              </a:extLst>
            </p:cNvPr>
            <p:cNvSpPr/>
            <p:nvPr/>
          </p:nvSpPr>
          <p:spPr>
            <a:xfrm flipV="1">
              <a:off x="2253949" y="3171386"/>
              <a:ext cx="1351587" cy="915942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069036-9EF5-A19E-E188-32D45BA649C5}"/>
                </a:ext>
              </a:extLst>
            </p:cNvPr>
            <p:cNvSpPr/>
            <p:nvPr/>
          </p:nvSpPr>
          <p:spPr>
            <a:xfrm flipV="1">
              <a:off x="6842697" y="2605145"/>
              <a:ext cx="2337778" cy="1482183"/>
            </a:xfrm>
            <a:custGeom>
              <a:avLst/>
              <a:gdLst>
                <a:gd name="connsiteX0" fmla="*/ 166 w 2337778"/>
                <a:gd name="connsiteY0" fmla="*/ -365 h 1482183"/>
                <a:gd name="connsiteX1" fmla="*/ 2337945 w 2337778"/>
                <a:gd name="connsiteY1" fmla="*/ -365 h 1482183"/>
                <a:gd name="connsiteX2" fmla="*/ 2337945 w 2337778"/>
                <a:gd name="connsiteY2" fmla="*/ 1481818 h 1482183"/>
                <a:gd name="connsiteX3" fmla="*/ 166 w 2337778"/>
                <a:gd name="connsiteY3" fmla="*/ 1481818 h 14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7778" h="1482183">
                  <a:moveTo>
                    <a:pt x="166" y="-365"/>
                  </a:moveTo>
                  <a:lnTo>
                    <a:pt x="2337945" y="-365"/>
                  </a:lnTo>
                  <a:lnTo>
                    <a:pt x="2337945" y="1481818"/>
                  </a:lnTo>
                  <a:lnTo>
                    <a:pt x="166" y="1481818"/>
                  </a:lnTo>
                  <a:close/>
                </a:path>
              </a:pathLst>
            </a:custGeom>
            <a:solidFill>
              <a:srgbClr val="FFFFFF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0BAB04-817B-4328-7EB5-C63C78A69CED}"/>
                </a:ext>
              </a:extLst>
            </p:cNvPr>
            <p:cNvSpPr/>
            <p:nvPr/>
          </p:nvSpPr>
          <p:spPr>
            <a:xfrm flipV="1">
              <a:off x="6842697" y="2605145"/>
              <a:ext cx="2337778" cy="1482183"/>
            </a:xfrm>
            <a:custGeom>
              <a:avLst/>
              <a:gdLst>
                <a:gd name="connsiteX0" fmla="*/ 166 w 2337778"/>
                <a:gd name="connsiteY0" fmla="*/ -365 h 1482183"/>
                <a:gd name="connsiteX1" fmla="*/ 2337945 w 2337778"/>
                <a:gd name="connsiteY1" fmla="*/ -365 h 1482183"/>
                <a:gd name="connsiteX2" fmla="*/ 2337945 w 2337778"/>
                <a:gd name="connsiteY2" fmla="*/ 1481818 h 1482183"/>
                <a:gd name="connsiteX3" fmla="*/ 166 w 2337778"/>
                <a:gd name="connsiteY3" fmla="*/ 1481818 h 14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7778" h="1482183">
                  <a:moveTo>
                    <a:pt x="166" y="-365"/>
                  </a:moveTo>
                  <a:lnTo>
                    <a:pt x="2337945" y="-365"/>
                  </a:lnTo>
                  <a:lnTo>
                    <a:pt x="2337945" y="1481818"/>
                  </a:lnTo>
                  <a:lnTo>
                    <a:pt x="166" y="148181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F175B56-EAA7-889C-0ACD-6319ED7E2C91}"/>
                </a:ext>
              </a:extLst>
            </p:cNvPr>
            <p:cNvSpPr/>
            <p:nvPr/>
          </p:nvSpPr>
          <p:spPr>
            <a:xfrm flipV="1">
              <a:off x="4633857" y="1297694"/>
              <a:ext cx="1335070" cy="4131749"/>
            </a:xfrm>
            <a:custGeom>
              <a:avLst/>
              <a:gdLst>
                <a:gd name="connsiteX0" fmla="*/ 89 w 1335070"/>
                <a:gd name="connsiteY0" fmla="*/ -362 h 4131749"/>
                <a:gd name="connsiteX1" fmla="*/ 1335160 w 1335070"/>
                <a:gd name="connsiteY1" fmla="*/ -362 h 4131749"/>
                <a:gd name="connsiteX2" fmla="*/ 1335160 w 1335070"/>
                <a:gd name="connsiteY2" fmla="*/ 4131388 h 4131749"/>
                <a:gd name="connsiteX3" fmla="*/ 89 w 1335070"/>
                <a:gd name="connsiteY3" fmla="*/ 4131388 h 4131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070" h="4131749">
                  <a:moveTo>
                    <a:pt x="89" y="-362"/>
                  </a:moveTo>
                  <a:lnTo>
                    <a:pt x="1335160" y="-362"/>
                  </a:lnTo>
                  <a:lnTo>
                    <a:pt x="1335160" y="4131388"/>
                  </a:lnTo>
                  <a:lnTo>
                    <a:pt x="89" y="4131388"/>
                  </a:lnTo>
                  <a:close/>
                </a:path>
              </a:pathLst>
            </a:custGeom>
            <a:solidFill>
              <a:srgbClr val="FFFFFF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3F927CB-A7B6-6977-7E03-5958549014A0}"/>
                </a:ext>
              </a:extLst>
            </p:cNvPr>
            <p:cNvSpPr/>
            <p:nvPr/>
          </p:nvSpPr>
          <p:spPr>
            <a:xfrm flipV="1">
              <a:off x="4633857" y="1297694"/>
              <a:ext cx="1335070" cy="4131749"/>
            </a:xfrm>
            <a:custGeom>
              <a:avLst/>
              <a:gdLst>
                <a:gd name="connsiteX0" fmla="*/ 89 w 1335070"/>
                <a:gd name="connsiteY0" fmla="*/ -362 h 4131749"/>
                <a:gd name="connsiteX1" fmla="*/ 1335160 w 1335070"/>
                <a:gd name="connsiteY1" fmla="*/ -362 h 4131749"/>
                <a:gd name="connsiteX2" fmla="*/ 1335160 w 1335070"/>
                <a:gd name="connsiteY2" fmla="*/ 4131388 h 4131749"/>
                <a:gd name="connsiteX3" fmla="*/ 89 w 1335070"/>
                <a:gd name="connsiteY3" fmla="*/ 4131388 h 4131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070" h="4131749">
                  <a:moveTo>
                    <a:pt x="89" y="-362"/>
                  </a:moveTo>
                  <a:lnTo>
                    <a:pt x="1335160" y="-362"/>
                  </a:lnTo>
                  <a:lnTo>
                    <a:pt x="1335160" y="4131388"/>
                  </a:lnTo>
                  <a:lnTo>
                    <a:pt x="89" y="413138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466547-C71F-F333-791F-A1116375FE1F}"/>
                </a:ext>
              </a:extLst>
            </p:cNvPr>
            <p:cNvSpPr/>
            <p:nvPr/>
          </p:nvSpPr>
          <p:spPr>
            <a:xfrm flipV="1">
              <a:off x="5152075" y="1417150"/>
              <a:ext cx="245933" cy="245937"/>
            </a:xfrm>
            <a:custGeom>
              <a:avLst/>
              <a:gdLst>
                <a:gd name="connsiteX0" fmla="*/ 88 w 245933"/>
                <a:gd name="connsiteY0" fmla="*/ 122244 h 245937"/>
                <a:gd name="connsiteX1" fmla="*/ 123055 w 245933"/>
                <a:gd name="connsiteY1" fmla="*/ 245212 h 245937"/>
                <a:gd name="connsiteX2" fmla="*/ 246022 w 245933"/>
                <a:gd name="connsiteY2" fmla="*/ 122244 h 245937"/>
                <a:gd name="connsiteX3" fmla="*/ 123055 w 245933"/>
                <a:gd name="connsiteY3" fmla="*/ -725 h 245937"/>
                <a:gd name="connsiteX4" fmla="*/ 88 w 245933"/>
                <a:gd name="connsiteY4" fmla="*/ 122244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244"/>
                  </a:moveTo>
                  <a:cubicBezTo>
                    <a:pt x="88" y="190169"/>
                    <a:pt x="55131" y="245212"/>
                    <a:pt x="123055" y="245212"/>
                  </a:cubicBezTo>
                  <a:cubicBezTo>
                    <a:pt x="190863" y="245212"/>
                    <a:pt x="246022" y="190169"/>
                    <a:pt x="246022" y="122244"/>
                  </a:cubicBezTo>
                  <a:cubicBezTo>
                    <a:pt x="246022" y="54318"/>
                    <a:pt x="190863" y="-725"/>
                    <a:pt x="123055" y="-725"/>
                  </a:cubicBezTo>
                  <a:cubicBezTo>
                    <a:pt x="55131" y="-725"/>
                    <a:pt x="88" y="54318"/>
                    <a:pt x="88" y="122244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02BE89-C107-3C35-7761-A921F5AB126D}"/>
                </a:ext>
              </a:extLst>
            </p:cNvPr>
            <p:cNvSpPr txBox="1"/>
            <p:nvPr/>
          </p:nvSpPr>
          <p:spPr>
            <a:xfrm>
              <a:off x="5150343" y="1429054"/>
              <a:ext cx="253385" cy="217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SG" sz="813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74A653-D53B-D961-092A-5056C75AC993}"/>
                </a:ext>
              </a:extLst>
            </p:cNvPr>
            <p:cNvSpPr/>
            <p:nvPr/>
          </p:nvSpPr>
          <p:spPr>
            <a:xfrm flipV="1">
              <a:off x="5152075" y="1742139"/>
              <a:ext cx="245933" cy="245937"/>
            </a:xfrm>
            <a:custGeom>
              <a:avLst/>
              <a:gdLst>
                <a:gd name="connsiteX0" fmla="*/ 88 w 245933"/>
                <a:gd name="connsiteY0" fmla="*/ 122308 h 245937"/>
                <a:gd name="connsiteX1" fmla="*/ 123055 w 245933"/>
                <a:gd name="connsiteY1" fmla="*/ 245277 h 245937"/>
                <a:gd name="connsiteX2" fmla="*/ 246022 w 245933"/>
                <a:gd name="connsiteY2" fmla="*/ 122308 h 245937"/>
                <a:gd name="connsiteX3" fmla="*/ 123055 w 245933"/>
                <a:gd name="connsiteY3" fmla="*/ -660 h 245937"/>
                <a:gd name="connsiteX4" fmla="*/ 88 w 245933"/>
                <a:gd name="connsiteY4" fmla="*/ 122308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08"/>
                  </a:moveTo>
                  <a:cubicBezTo>
                    <a:pt x="88" y="190234"/>
                    <a:pt x="55131" y="245277"/>
                    <a:pt x="123055" y="245277"/>
                  </a:cubicBezTo>
                  <a:cubicBezTo>
                    <a:pt x="190863" y="245277"/>
                    <a:pt x="246022" y="190234"/>
                    <a:pt x="246022" y="122308"/>
                  </a:cubicBezTo>
                  <a:cubicBezTo>
                    <a:pt x="246022" y="54383"/>
                    <a:pt x="190863" y="-660"/>
                    <a:pt x="123055" y="-660"/>
                  </a:cubicBezTo>
                  <a:cubicBezTo>
                    <a:pt x="55131" y="-660"/>
                    <a:pt x="88" y="54383"/>
                    <a:pt x="88" y="122308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8E4766-2171-0D3D-72D7-6BF3319AF0AC}"/>
                </a:ext>
              </a:extLst>
            </p:cNvPr>
            <p:cNvSpPr txBox="1"/>
            <p:nvPr/>
          </p:nvSpPr>
          <p:spPr>
            <a:xfrm>
              <a:off x="5150343" y="1754277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D627613-5B5B-6480-3D26-6083FFE03283}"/>
                </a:ext>
              </a:extLst>
            </p:cNvPr>
            <p:cNvSpPr/>
            <p:nvPr/>
          </p:nvSpPr>
          <p:spPr>
            <a:xfrm flipV="1">
              <a:off x="5152075" y="2067127"/>
              <a:ext cx="245933" cy="245937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B05424-5FA1-7135-0381-E959B1D2217B}"/>
                </a:ext>
              </a:extLst>
            </p:cNvPr>
            <p:cNvSpPr txBox="1"/>
            <p:nvPr/>
          </p:nvSpPr>
          <p:spPr>
            <a:xfrm>
              <a:off x="5150343" y="2079881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FCD0DB-E517-36AD-12CE-ECA41E586E0D}"/>
                </a:ext>
              </a:extLst>
            </p:cNvPr>
            <p:cNvSpPr/>
            <p:nvPr/>
          </p:nvSpPr>
          <p:spPr>
            <a:xfrm flipV="1">
              <a:off x="5152075" y="2392116"/>
              <a:ext cx="245933" cy="245937"/>
            </a:xfrm>
            <a:custGeom>
              <a:avLst/>
              <a:gdLst>
                <a:gd name="connsiteX0" fmla="*/ 88 w 245933"/>
                <a:gd name="connsiteY0" fmla="*/ 122438 h 245937"/>
                <a:gd name="connsiteX1" fmla="*/ 123055 w 245933"/>
                <a:gd name="connsiteY1" fmla="*/ 245407 h 245937"/>
                <a:gd name="connsiteX2" fmla="*/ 246022 w 245933"/>
                <a:gd name="connsiteY2" fmla="*/ 122438 h 245937"/>
                <a:gd name="connsiteX3" fmla="*/ 123055 w 245933"/>
                <a:gd name="connsiteY3" fmla="*/ -531 h 245937"/>
                <a:gd name="connsiteX4" fmla="*/ 88 w 245933"/>
                <a:gd name="connsiteY4" fmla="*/ 122438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438"/>
                  </a:moveTo>
                  <a:cubicBezTo>
                    <a:pt x="88" y="190363"/>
                    <a:pt x="55131" y="245407"/>
                    <a:pt x="123055" y="245407"/>
                  </a:cubicBezTo>
                  <a:cubicBezTo>
                    <a:pt x="190863" y="245407"/>
                    <a:pt x="246022" y="190363"/>
                    <a:pt x="246022" y="122438"/>
                  </a:cubicBezTo>
                  <a:cubicBezTo>
                    <a:pt x="246022" y="54512"/>
                    <a:pt x="190863" y="-531"/>
                    <a:pt x="123055" y="-531"/>
                  </a:cubicBezTo>
                  <a:cubicBezTo>
                    <a:pt x="55131" y="-531"/>
                    <a:pt x="88" y="54512"/>
                    <a:pt x="88" y="122438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3595EF1-2F06-F51C-B732-FCF455BF5B17}"/>
                </a:ext>
              </a:extLst>
            </p:cNvPr>
            <p:cNvSpPr txBox="1"/>
            <p:nvPr/>
          </p:nvSpPr>
          <p:spPr>
            <a:xfrm>
              <a:off x="5150343" y="2405106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548668-E402-5935-3B31-7CE46846537D}"/>
                </a:ext>
              </a:extLst>
            </p:cNvPr>
            <p:cNvSpPr/>
            <p:nvPr/>
          </p:nvSpPr>
          <p:spPr>
            <a:xfrm flipV="1">
              <a:off x="5152075" y="2717105"/>
              <a:ext cx="245933" cy="245937"/>
            </a:xfrm>
            <a:custGeom>
              <a:avLst/>
              <a:gdLst>
                <a:gd name="connsiteX0" fmla="*/ 88 w 245933"/>
                <a:gd name="connsiteY0" fmla="*/ 122503 h 245937"/>
                <a:gd name="connsiteX1" fmla="*/ 123055 w 245933"/>
                <a:gd name="connsiteY1" fmla="*/ 245471 h 245937"/>
                <a:gd name="connsiteX2" fmla="*/ 246022 w 245933"/>
                <a:gd name="connsiteY2" fmla="*/ 122503 h 245937"/>
                <a:gd name="connsiteX3" fmla="*/ 123055 w 245933"/>
                <a:gd name="connsiteY3" fmla="*/ -466 h 245937"/>
                <a:gd name="connsiteX4" fmla="*/ 88 w 245933"/>
                <a:gd name="connsiteY4" fmla="*/ 12250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503"/>
                  </a:moveTo>
                  <a:cubicBezTo>
                    <a:pt x="88" y="190428"/>
                    <a:pt x="55131" y="245471"/>
                    <a:pt x="123055" y="245471"/>
                  </a:cubicBezTo>
                  <a:cubicBezTo>
                    <a:pt x="190863" y="245471"/>
                    <a:pt x="246022" y="190428"/>
                    <a:pt x="246022" y="122503"/>
                  </a:cubicBezTo>
                  <a:cubicBezTo>
                    <a:pt x="246022" y="54577"/>
                    <a:pt x="190863" y="-466"/>
                    <a:pt x="123055" y="-466"/>
                  </a:cubicBezTo>
                  <a:cubicBezTo>
                    <a:pt x="55131" y="-466"/>
                    <a:pt x="88" y="54577"/>
                    <a:pt x="88" y="12250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41D64BE-867A-FAF3-261B-BDDD5001147E}"/>
                </a:ext>
              </a:extLst>
            </p:cNvPr>
            <p:cNvSpPr txBox="1"/>
            <p:nvPr/>
          </p:nvSpPr>
          <p:spPr>
            <a:xfrm>
              <a:off x="5150343" y="2730446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82FAF00-F9C2-D517-7DD1-6967F74D2BB0}"/>
                </a:ext>
              </a:extLst>
            </p:cNvPr>
            <p:cNvSpPr/>
            <p:nvPr/>
          </p:nvSpPr>
          <p:spPr>
            <a:xfrm flipV="1">
              <a:off x="5152075" y="3042094"/>
              <a:ext cx="245933" cy="245937"/>
            </a:xfrm>
            <a:custGeom>
              <a:avLst/>
              <a:gdLst>
                <a:gd name="connsiteX0" fmla="*/ 88 w 245933"/>
                <a:gd name="connsiteY0" fmla="*/ 122567 h 245937"/>
                <a:gd name="connsiteX1" fmla="*/ 123055 w 245933"/>
                <a:gd name="connsiteY1" fmla="*/ 245536 h 245937"/>
                <a:gd name="connsiteX2" fmla="*/ 246022 w 245933"/>
                <a:gd name="connsiteY2" fmla="*/ 122567 h 245937"/>
                <a:gd name="connsiteX3" fmla="*/ 123055 w 245933"/>
                <a:gd name="connsiteY3" fmla="*/ -401 h 245937"/>
                <a:gd name="connsiteX4" fmla="*/ 88 w 245933"/>
                <a:gd name="connsiteY4" fmla="*/ 122567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567"/>
                  </a:moveTo>
                  <a:cubicBezTo>
                    <a:pt x="88" y="190493"/>
                    <a:pt x="55131" y="245536"/>
                    <a:pt x="123055" y="245536"/>
                  </a:cubicBezTo>
                  <a:cubicBezTo>
                    <a:pt x="190863" y="245536"/>
                    <a:pt x="246022" y="190493"/>
                    <a:pt x="246022" y="122567"/>
                  </a:cubicBezTo>
                  <a:cubicBezTo>
                    <a:pt x="246022" y="54642"/>
                    <a:pt x="190863" y="-401"/>
                    <a:pt x="123055" y="-401"/>
                  </a:cubicBezTo>
                  <a:cubicBezTo>
                    <a:pt x="55131" y="-401"/>
                    <a:pt x="88" y="54642"/>
                    <a:pt x="88" y="122567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6157CDC-62BE-3A2D-BD3F-0ACEC99CBAF2}"/>
                </a:ext>
              </a:extLst>
            </p:cNvPr>
            <p:cNvSpPr txBox="1"/>
            <p:nvPr/>
          </p:nvSpPr>
          <p:spPr>
            <a:xfrm>
              <a:off x="5150343" y="3055786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5</a:t>
              </a: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91C5B12-3161-F51B-9A58-809C568E6A08}"/>
                </a:ext>
              </a:extLst>
            </p:cNvPr>
            <p:cNvSpPr/>
            <p:nvPr/>
          </p:nvSpPr>
          <p:spPr>
            <a:xfrm flipV="1">
              <a:off x="5152075" y="4087328"/>
              <a:ext cx="245933" cy="245937"/>
            </a:xfrm>
            <a:custGeom>
              <a:avLst/>
              <a:gdLst>
                <a:gd name="connsiteX0" fmla="*/ 88 w 245933"/>
                <a:gd name="connsiteY0" fmla="*/ 122776 h 245937"/>
                <a:gd name="connsiteX1" fmla="*/ 123055 w 245933"/>
                <a:gd name="connsiteY1" fmla="*/ 245744 h 245937"/>
                <a:gd name="connsiteX2" fmla="*/ 246022 w 245933"/>
                <a:gd name="connsiteY2" fmla="*/ 122776 h 245937"/>
                <a:gd name="connsiteX3" fmla="*/ 123055 w 245933"/>
                <a:gd name="connsiteY3" fmla="*/ -193 h 245937"/>
                <a:gd name="connsiteX4" fmla="*/ 88 w 245933"/>
                <a:gd name="connsiteY4" fmla="*/ 122776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776"/>
                  </a:moveTo>
                  <a:cubicBezTo>
                    <a:pt x="88" y="190701"/>
                    <a:pt x="55131" y="245744"/>
                    <a:pt x="123055" y="245744"/>
                  </a:cubicBezTo>
                  <a:cubicBezTo>
                    <a:pt x="190863" y="245744"/>
                    <a:pt x="246022" y="190701"/>
                    <a:pt x="246022" y="122776"/>
                  </a:cubicBezTo>
                  <a:cubicBezTo>
                    <a:pt x="246022" y="54850"/>
                    <a:pt x="190863" y="-193"/>
                    <a:pt x="123055" y="-193"/>
                  </a:cubicBezTo>
                  <a:cubicBezTo>
                    <a:pt x="55131" y="-193"/>
                    <a:pt x="88" y="54850"/>
                    <a:pt x="88" y="122776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03BF0CC-0371-B00A-AC71-BBA75733EA6B}"/>
                </a:ext>
              </a:extLst>
            </p:cNvPr>
            <p:cNvSpPr/>
            <p:nvPr/>
          </p:nvSpPr>
          <p:spPr>
            <a:xfrm flipV="1">
              <a:off x="5152075" y="4412317"/>
              <a:ext cx="245933" cy="245937"/>
            </a:xfrm>
            <a:custGeom>
              <a:avLst/>
              <a:gdLst>
                <a:gd name="connsiteX0" fmla="*/ 88 w 245933"/>
                <a:gd name="connsiteY0" fmla="*/ 122840 h 245937"/>
                <a:gd name="connsiteX1" fmla="*/ 123055 w 245933"/>
                <a:gd name="connsiteY1" fmla="*/ 245809 h 245937"/>
                <a:gd name="connsiteX2" fmla="*/ 246022 w 245933"/>
                <a:gd name="connsiteY2" fmla="*/ 122840 h 245937"/>
                <a:gd name="connsiteX3" fmla="*/ 123055 w 245933"/>
                <a:gd name="connsiteY3" fmla="*/ -128 h 245937"/>
                <a:gd name="connsiteX4" fmla="*/ 88 w 245933"/>
                <a:gd name="connsiteY4" fmla="*/ 122840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840"/>
                  </a:moveTo>
                  <a:cubicBezTo>
                    <a:pt x="88" y="190766"/>
                    <a:pt x="55131" y="245809"/>
                    <a:pt x="123055" y="245809"/>
                  </a:cubicBezTo>
                  <a:cubicBezTo>
                    <a:pt x="190863" y="245809"/>
                    <a:pt x="246022" y="190766"/>
                    <a:pt x="246022" y="122840"/>
                  </a:cubicBezTo>
                  <a:cubicBezTo>
                    <a:pt x="246022" y="54915"/>
                    <a:pt x="190863" y="-128"/>
                    <a:pt x="123055" y="-128"/>
                  </a:cubicBezTo>
                  <a:cubicBezTo>
                    <a:pt x="55131" y="-128"/>
                    <a:pt x="88" y="54915"/>
                    <a:pt x="88" y="122840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6B00FE9-043A-D4C2-5D27-1F93ED174FB3}"/>
                </a:ext>
              </a:extLst>
            </p:cNvPr>
            <p:cNvSpPr/>
            <p:nvPr/>
          </p:nvSpPr>
          <p:spPr>
            <a:xfrm flipV="1">
              <a:off x="5152075" y="4737306"/>
              <a:ext cx="245933" cy="245937"/>
            </a:xfrm>
            <a:custGeom>
              <a:avLst/>
              <a:gdLst>
                <a:gd name="connsiteX0" fmla="*/ 88 w 245933"/>
                <a:gd name="connsiteY0" fmla="*/ 122905 h 245937"/>
                <a:gd name="connsiteX1" fmla="*/ 123055 w 245933"/>
                <a:gd name="connsiteY1" fmla="*/ 245874 h 245937"/>
                <a:gd name="connsiteX2" fmla="*/ 246022 w 245933"/>
                <a:gd name="connsiteY2" fmla="*/ 122905 h 245937"/>
                <a:gd name="connsiteX3" fmla="*/ 123055 w 245933"/>
                <a:gd name="connsiteY3" fmla="*/ -64 h 245937"/>
                <a:gd name="connsiteX4" fmla="*/ 88 w 245933"/>
                <a:gd name="connsiteY4" fmla="*/ 122905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905"/>
                  </a:moveTo>
                  <a:cubicBezTo>
                    <a:pt x="88" y="190831"/>
                    <a:pt x="55131" y="245874"/>
                    <a:pt x="123055" y="245874"/>
                  </a:cubicBezTo>
                  <a:cubicBezTo>
                    <a:pt x="190863" y="245874"/>
                    <a:pt x="246022" y="190831"/>
                    <a:pt x="246022" y="122905"/>
                  </a:cubicBezTo>
                  <a:cubicBezTo>
                    <a:pt x="246022" y="54980"/>
                    <a:pt x="190863" y="-64"/>
                    <a:pt x="123055" y="-64"/>
                  </a:cubicBezTo>
                  <a:cubicBezTo>
                    <a:pt x="55131" y="-64"/>
                    <a:pt x="88" y="54980"/>
                    <a:pt x="88" y="122905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0F62077-7E63-BC24-B30C-6C308C9A58C6}"/>
                </a:ext>
              </a:extLst>
            </p:cNvPr>
            <p:cNvSpPr/>
            <p:nvPr/>
          </p:nvSpPr>
          <p:spPr>
            <a:xfrm flipV="1">
              <a:off x="5152075" y="5062294"/>
              <a:ext cx="245933" cy="245937"/>
            </a:xfrm>
            <a:custGeom>
              <a:avLst/>
              <a:gdLst>
                <a:gd name="connsiteX0" fmla="*/ 88 w 245933"/>
                <a:gd name="connsiteY0" fmla="*/ 122970 h 245937"/>
                <a:gd name="connsiteX1" fmla="*/ 123055 w 245933"/>
                <a:gd name="connsiteY1" fmla="*/ 245939 h 245937"/>
                <a:gd name="connsiteX2" fmla="*/ 246022 w 245933"/>
                <a:gd name="connsiteY2" fmla="*/ 122970 h 245937"/>
                <a:gd name="connsiteX3" fmla="*/ 123055 w 245933"/>
                <a:gd name="connsiteY3" fmla="*/ 1 h 245937"/>
                <a:gd name="connsiteX4" fmla="*/ 88 w 245933"/>
                <a:gd name="connsiteY4" fmla="*/ 122970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970"/>
                  </a:moveTo>
                  <a:cubicBezTo>
                    <a:pt x="88" y="190896"/>
                    <a:pt x="55131" y="245939"/>
                    <a:pt x="123055" y="245939"/>
                  </a:cubicBezTo>
                  <a:cubicBezTo>
                    <a:pt x="190863" y="245939"/>
                    <a:pt x="246022" y="190896"/>
                    <a:pt x="246022" y="122970"/>
                  </a:cubicBezTo>
                  <a:cubicBezTo>
                    <a:pt x="246022" y="55044"/>
                    <a:pt x="190863" y="1"/>
                    <a:pt x="123055" y="1"/>
                  </a:cubicBezTo>
                  <a:cubicBezTo>
                    <a:pt x="55131" y="1"/>
                    <a:pt x="88" y="55044"/>
                    <a:pt x="88" y="122970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495FF82-63CA-C547-D0FD-F9AEC2B86530}"/>
                </a:ext>
              </a:extLst>
            </p:cNvPr>
            <p:cNvSpPr/>
            <p:nvPr/>
          </p:nvSpPr>
          <p:spPr>
            <a:xfrm flipV="1">
              <a:off x="2436647" y="3258400"/>
              <a:ext cx="1036436" cy="567411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700ABEB-2A37-A0AB-C0DB-F87767D8FFFE}"/>
                </a:ext>
              </a:extLst>
            </p:cNvPr>
            <p:cNvSpPr/>
            <p:nvPr/>
          </p:nvSpPr>
          <p:spPr>
            <a:xfrm flipV="1">
              <a:off x="2436647" y="3251960"/>
              <a:ext cx="1036436" cy="573852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noFill/>
            <a:ln w="11705" cap="flat">
              <a:solidFill>
                <a:srgbClr val="7F7F7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C5B344F-DB4C-4C04-F2F9-1528BAF4D913}"/>
                </a:ext>
              </a:extLst>
            </p:cNvPr>
            <p:cNvSpPr txBox="1"/>
            <p:nvPr/>
          </p:nvSpPr>
          <p:spPr>
            <a:xfrm>
              <a:off x="2690709" y="3273166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6EA013-04A0-799B-3886-079CE7A8DCD8}"/>
                </a:ext>
              </a:extLst>
            </p:cNvPr>
            <p:cNvSpPr txBox="1"/>
            <p:nvPr/>
          </p:nvSpPr>
          <p:spPr>
            <a:xfrm>
              <a:off x="2732805" y="327316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FE55ED-399A-3556-F3E1-6335F8EB4B9A}"/>
                </a:ext>
              </a:extLst>
            </p:cNvPr>
            <p:cNvSpPr txBox="1"/>
            <p:nvPr/>
          </p:nvSpPr>
          <p:spPr>
            <a:xfrm>
              <a:off x="2817158" y="327316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DEC9DF8-1CAA-D7DE-2A67-11FE30FD1D8E}"/>
                </a:ext>
              </a:extLst>
            </p:cNvPr>
            <p:cNvSpPr txBox="1"/>
            <p:nvPr/>
          </p:nvSpPr>
          <p:spPr>
            <a:xfrm>
              <a:off x="2901512" y="327316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u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50104ED-F8DE-09E7-14E9-6473B93571F2}"/>
                </a:ext>
              </a:extLst>
            </p:cNvPr>
            <p:cNvSpPr txBox="1"/>
            <p:nvPr/>
          </p:nvSpPr>
          <p:spPr>
            <a:xfrm>
              <a:off x="2985865" y="3273166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59537E1-A556-95AD-67D7-A9431718D9AB}"/>
                </a:ext>
              </a:extLst>
            </p:cNvPr>
            <p:cNvSpPr txBox="1"/>
            <p:nvPr/>
          </p:nvSpPr>
          <p:spPr>
            <a:xfrm>
              <a:off x="2620442" y="3470414"/>
              <a:ext cx="271443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23C3C81-881A-C625-FAB7-899EBFCD695E}"/>
                </a:ext>
              </a:extLst>
            </p:cNvPr>
            <p:cNvSpPr txBox="1"/>
            <p:nvPr/>
          </p:nvSpPr>
          <p:spPr>
            <a:xfrm>
              <a:off x="2725813" y="3470414"/>
              <a:ext cx="257088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5B0AEF0-0D3A-C240-D74F-7ECA6599B58C}"/>
                </a:ext>
              </a:extLst>
            </p:cNvPr>
            <p:cNvSpPr txBox="1"/>
            <p:nvPr/>
          </p:nvSpPr>
          <p:spPr>
            <a:xfrm>
              <a:off x="2810178" y="3470414"/>
              <a:ext cx="212433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6BA9C26-A62C-EED4-A0E1-1BF6B7A77706}"/>
                </a:ext>
              </a:extLst>
            </p:cNvPr>
            <p:cNvSpPr txBox="1"/>
            <p:nvPr/>
          </p:nvSpPr>
          <p:spPr>
            <a:xfrm>
              <a:off x="2845247" y="3470414"/>
              <a:ext cx="249115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k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6D8A55-4175-7360-6C44-E881659509F1}"/>
                </a:ext>
              </a:extLst>
            </p:cNvPr>
            <p:cNvSpPr txBox="1"/>
            <p:nvPr/>
          </p:nvSpPr>
          <p:spPr>
            <a:xfrm>
              <a:off x="2922498" y="3470414"/>
              <a:ext cx="257088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9ACFF9D-F71F-8C7E-9D55-75005ABFCFC0}"/>
                </a:ext>
              </a:extLst>
            </p:cNvPr>
            <p:cNvSpPr txBox="1"/>
            <p:nvPr/>
          </p:nvSpPr>
          <p:spPr>
            <a:xfrm>
              <a:off x="3013648" y="3470414"/>
              <a:ext cx="249115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E00D90C-06C6-2AAB-69D1-5109DC7C47D8}"/>
                </a:ext>
              </a:extLst>
            </p:cNvPr>
            <p:cNvSpPr/>
            <p:nvPr/>
          </p:nvSpPr>
          <p:spPr>
            <a:xfrm flipV="1">
              <a:off x="3470823" y="1540119"/>
              <a:ext cx="1681252" cy="1960706"/>
            </a:xfrm>
            <a:custGeom>
              <a:avLst/>
              <a:gdLst>
                <a:gd name="connsiteX0" fmla="*/ 4511 w 1681252"/>
                <a:gd name="connsiteY0" fmla="*/ -530 h 1960706"/>
                <a:gd name="connsiteX1" fmla="*/ 1645360 w 1681252"/>
                <a:gd name="connsiteY1" fmla="*/ 1913800 h 1960706"/>
                <a:gd name="connsiteX2" fmla="*/ 1640910 w 1681252"/>
                <a:gd name="connsiteY2" fmla="*/ 1917548 h 1960706"/>
                <a:gd name="connsiteX3" fmla="*/ 61 w 1681252"/>
                <a:gd name="connsiteY3" fmla="*/ 3335 h 1960706"/>
                <a:gd name="connsiteX4" fmla="*/ 1662224 w 1681252"/>
                <a:gd name="connsiteY4" fmla="*/ 1883936 h 1960706"/>
                <a:gd name="connsiteX5" fmla="*/ 1681313 w 1681252"/>
                <a:gd name="connsiteY5" fmla="*/ 1960177 h 1960706"/>
                <a:gd name="connsiteX6" fmla="*/ 1608821 w 1681252"/>
                <a:gd name="connsiteY6" fmla="*/ 1929611 h 1960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252" h="1960706">
                  <a:moveTo>
                    <a:pt x="4511" y="-530"/>
                  </a:moveTo>
                  <a:lnTo>
                    <a:pt x="1645360" y="1913800"/>
                  </a:lnTo>
                  <a:lnTo>
                    <a:pt x="1640910" y="1917548"/>
                  </a:lnTo>
                  <a:lnTo>
                    <a:pt x="61" y="3335"/>
                  </a:lnTo>
                  <a:close/>
                  <a:moveTo>
                    <a:pt x="1662224" y="1883936"/>
                  </a:moveTo>
                  <a:lnTo>
                    <a:pt x="1681313" y="1960177"/>
                  </a:lnTo>
                  <a:lnTo>
                    <a:pt x="1608821" y="192961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6D163A3-C812-870D-E443-AC299860C8BD}"/>
                </a:ext>
              </a:extLst>
            </p:cNvPr>
            <p:cNvSpPr txBox="1"/>
            <p:nvPr/>
          </p:nvSpPr>
          <p:spPr>
            <a:xfrm rot="5400000">
              <a:off x="5154062" y="3487347"/>
              <a:ext cx="415498" cy="367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77E8F1D-80A7-BEA1-6F5E-4FD083ABDFBB}"/>
                </a:ext>
              </a:extLst>
            </p:cNvPr>
            <p:cNvSpPr/>
            <p:nvPr/>
          </p:nvSpPr>
          <p:spPr>
            <a:xfrm flipV="1">
              <a:off x="3471057" y="1865107"/>
              <a:ext cx="1681018" cy="1635835"/>
            </a:xfrm>
            <a:custGeom>
              <a:avLst/>
              <a:gdLst>
                <a:gd name="connsiteX0" fmla="*/ 4160 w 1681018"/>
                <a:gd name="connsiteY0" fmla="*/ -497 h 1635835"/>
                <a:gd name="connsiteX1" fmla="*/ 1641144 w 1681018"/>
                <a:gd name="connsiteY1" fmla="*/ 1592358 h 1635835"/>
                <a:gd name="connsiteX2" fmla="*/ 1637045 w 1681018"/>
                <a:gd name="connsiteY2" fmla="*/ 1596574 h 1635835"/>
                <a:gd name="connsiteX3" fmla="*/ 61 w 1681018"/>
                <a:gd name="connsiteY3" fmla="*/ 3718 h 1635835"/>
                <a:gd name="connsiteX4" fmla="*/ 1655198 w 1681018"/>
                <a:gd name="connsiteY4" fmla="*/ 1561089 h 1635835"/>
                <a:gd name="connsiteX5" fmla="*/ 1681079 w 1681018"/>
                <a:gd name="connsiteY5" fmla="*/ 1635338 h 1635835"/>
                <a:gd name="connsiteX6" fmla="*/ 1606128 w 1681018"/>
                <a:gd name="connsiteY6" fmla="*/ 1611447 h 163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018" h="1635835">
                  <a:moveTo>
                    <a:pt x="4160" y="-497"/>
                  </a:moveTo>
                  <a:lnTo>
                    <a:pt x="1641144" y="1592358"/>
                  </a:lnTo>
                  <a:lnTo>
                    <a:pt x="1637045" y="1596574"/>
                  </a:lnTo>
                  <a:lnTo>
                    <a:pt x="61" y="3718"/>
                  </a:lnTo>
                  <a:close/>
                  <a:moveTo>
                    <a:pt x="1655198" y="1561089"/>
                  </a:moveTo>
                  <a:lnTo>
                    <a:pt x="1681079" y="1635338"/>
                  </a:lnTo>
                  <a:lnTo>
                    <a:pt x="1606128" y="161144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9A26F24-379E-E6FC-9EA3-AA3258BC3FA2}"/>
                </a:ext>
              </a:extLst>
            </p:cNvPr>
            <p:cNvSpPr/>
            <p:nvPr/>
          </p:nvSpPr>
          <p:spPr>
            <a:xfrm flipV="1">
              <a:off x="3471291" y="2190096"/>
              <a:ext cx="1680783" cy="1311081"/>
            </a:xfrm>
            <a:custGeom>
              <a:avLst/>
              <a:gdLst>
                <a:gd name="connsiteX0" fmla="*/ 3691 w 1680783"/>
                <a:gd name="connsiteY0" fmla="*/ -465 h 1311081"/>
                <a:gd name="connsiteX1" fmla="*/ 1636460 w 1680783"/>
                <a:gd name="connsiteY1" fmla="*/ 1272320 h 1311081"/>
                <a:gd name="connsiteX2" fmla="*/ 1632829 w 1680783"/>
                <a:gd name="connsiteY2" fmla="*/ 1276887 h 1311081"/>
                <a:gd name="connsiteX3" fmla="*/ 61 w 1680783"/>
                <a:gd name="connsiteY3" fmla="*/ 4103 h 1311081"/>
                <a:gd name="connsiteX4" fmla="*/ 1647000 w 1680783"/>
                <a:gd name="connsiteY4" fmla="*/ 1239646 h 1311081"/>
                <a:gd name="connsiteX5" fmla="*/ 1680845 w 1680783"/>
                <a:gd name="connsiteY5" fmla="*/ 1310616 h 1311081"/>
                <a:gd name="connsiteX6" fmla="*/ 1603786 w 1680783"/>
                <a:gd name="connsiteY6" fmla="*/ 1295040 h 1311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783" h="1311081">
                  <a:moveTo>
                    <a:pt x="3691" y="-465"/>
                  </a:moveTo>
                  <a:lnTo>
                    <a:pt x="1636460" y="1272320"/>
                  </a:lnTo>
                  <a:lnTo>
                    <a:pt x="1632829" y="1276887"/>
                  </a:lnTo>
                  <a:lnTo>
                    <a:pt x="61" y="4103"/>
                  </a:lnTo>
                  <a:close/>
                  <a:moveTo>
                    <a:pt x="1647000" y="1239646"/>
                  </a:moveTo>
                  <a:lnTo>
                    <a:pt x="1680845" y="1310616"/>
                  </a:lnTo>
                  <a:lnTo>
                    <a:pt x="1603786" y="129504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0815FDC-7DA7-ECFF-756E-D7D9CE030049}"/>
                </a:ext>
              </a:extLst>
            </p:cNvPr>
            <p:cNvSpPr/>
            <p:nvPr/>
          </p:nvSpPr>
          <p:spPr>
            <a:xfrm flipV="1">
              <a:off x="3471643" y="2515085"/>
              <a:ext cx="1680432" cy="986325"/>
            </a:xfrm>
            <a:custGeom>
              <a:avLst/>
              <a:gdLst>
                <a:gd name="connsiteX0" fmla="*/ 2989 w 1680432"/>
                <a:gd name="connsiteY0" fmla="*/ -433 h 986325"/>
                <a:gd name="connsiteX1" fmla="*/ 1631424 w 1680432"/>
                <a:gd name="connsiteY1" fmla="*/ 953687 h 986325"/>
                <a:gd name="connsiteX2" fmla="*/ 1628496 w 1680432"/>
                <a:gd name="connsiteY2" fmla="*/ 958723 h 986325"/>
                <a:gd name="connsiteX3" fmla="*/ 61 w 1680432"/>
                <a:gd name="connsiteY3" fmla="*/ 4603 h 986325"/>
                <a:gd name="connsiteX4" fmla="*/ 1637631 w 1680432"/>
                <a:gd name="connsiteY4" fmla="*/ 920076 h 986325"/>
                <a:gd name="connsiteX5" fmla="*/ 1680494 w 1680432"/>
                <a:gd name="connsiteY5" fmla="*/ 985893 h 986325"/>
                <a:gd name="connsiteX6" fmla="*/ 1602029 w 1680432"/>
                <a:gd name="connsiteY6" fmla="*/ 980623 h 986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432" h="986325">
                  <a:moveTo>
                    <a:pt x="2989" y="-433"/>
                  </a:moveTo>
                  <a:lnTo>
                    <a:pt x="1631424" y="953687"/>
                  </a:lnTo>
                  <a:lnTo>
                    <a:pt x="1628496" y="958723"/>
                  </a:lnTo>
                  <a:lnTo>
                    <a:pt x="61" y="4603"/>
                  </a:lnTo>
                  <a:close/>
                  <a:moveTo>
                    <a:pt x="1637631" y="920076"/>
                  </a:moveTo>
                  <a:lnTo>
                    <a:pt x="1680494" y="985893"/>
                  </a:lnTo>
                  <a:lnTo>
                    <a:pt x="1602029" y="980623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7FD394A-EEAB-43F5-FE0A-B5752A103096}"/>
                </a:ext>
              </a:extLst>
            </p:cNvPr>
            <p:cNvSpPr/>
            <p:nvPr/>
          </p:nvSpPr>
          <p:spPr>
            <a:xfrm flipV="1">
              <a:off x="3471994" y="2833047"/>
              <a:ext cx="1680081" cy="668598"/>
            </a:xfrm>
            <a:custGeom>
              <a:avLst/>
              <a:gdLst>
                <a:gd name="connsiteX0" fmla="*/ 2169 w 1680081"/>
                <a:gd name="connsiteY0" fmla="*/ -401 h 668598"/>
                <a:gd name="connsiteX1" fmla="*/ 1626622 w 1680081"/>
                <a:gd name="connsiteY1" fmla="*/ 637045 h 668598"/>
                <a:gd name="connsiteX2" fmla="*/ 1624514 w 1680081"/>
                <a:gd name="connsiteY2" fmla="*/ 642433 h 668598"/>
                <a:gd name="connsiteX3" fmla="*/ 61 w 1680081"/>
                <a:gd name="connsiteY3" fmla="*/ 5103 h 668598"/>
                <a:gd name="connsiteX4" fmla="*/ 1627559 w 1680081"/>
                <a:gd name="connsiteY4" fmla="*/ 602731 h 668598"/>
                <a:gd name="connsiteX5" fmla="*/ 1680142 w 1680081"/>
                <a:gd name="connsiteY5" fmla="*/ 661171 h 668598"/>
                <a:gd name="connsiteX6" fmla="*/ 1601795 w 1680081"/>
                <a:gd name="connsiteY6" fmla="*/ 668197 h 668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081" h="668598">
                  <a:moveTo>
                    <a:pt x="2169" y="-401"/>
                  </a:moveTo>
                  <a:lnTo>
                    <a:pt x="1626622" y="637045"/>
                  </a:lnTo>
                  <a:lnTo>
                    <a:pt x="1624514" y="642433"/>
                  </a:lnTo>
                  <a:lnTo>
                    <a:pt x="61" y="5103"/>
                  </a:lnTo>
                  <a:close/>
                  <a:moveTo>
                    <a:pt x="1627559" y="602731"/>
                  </a:moveTo>
                  <a:lnTo>
                    <a:pt x="1680142" y="661171"/>
                  </a:lnTo>
                  <a:lnTo>
                    <a:pt x="1601795" y="668197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B681E27-1A8A-1419-09EA-989282A8B820}"/>
                </a:ext>
              </a:extLst>
            </p:cNvPr>
            <p:cNvSpPr/>
            <p:nvPr/>
          </p:nvSpPr>
          <p:spPr>
            <a:xfrm flipV="1">
              <a:off x="3472462" y="3144333"/>
              <a:ext cx="1679612" cy="357429"/>
            </a:xfrm>
            <a:custGeom>
              <a:avLst/>
              <a:gdLst>
                <a:gd name="connsiteX0" fmla="*/ 1232 w 1679612"/>
                <a:gd name="connsiteY0" fmla="*/ -370 h 357429"/>
                <a:gd name="connsiteX1" fmla="*/ 1622758 w 1679612"/>
                <a:gd name="connsiteY1" fmla="*/ 322043 h 357429"/>
                <a:gd name="connsiteX2" fmla="*/ 1621587 w 1679612"/>
                <a:gd name="connsiteY2" fmla="*/ 327781 h 357429"/>
                <a:gd name="connsiteX3" fmla="*/ 61 w 1679612"/>
                <a:gd name="connsiteY3" fmla="*/ 5369 h 357429"/>
                <a:gd name="connsiteX4" fmla="*/ 1617605 w 1679612"/>
                <a:gd name="connsiteY4" fmla="*/ 288080 h 357429"/>
                <a:gd name="connsiteX5" fmla="*/ 1679674 w 1679612"/>
                <a:gd name="connsiteY5" fmla="*/ 336330 h 357429"/>
                <a:gd name="connsiteX6" fmla="*/ 1603903 w 1679612"/>
                <a:gd name="connsiteY6" fmla="*/ 357059 h 35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9612" h="357429">
                  <a:moveTo>
                    <a:pt x="1232" y="-370"/>
                  </a:moveTo>
                  <a:lnTo>
                    <a:pt x="1622758" y="322043"/>
                  </a:lnTo>
                  <a:lnTo>
                    <a:pt x="1621587" y="327781"/>
                  </a:lnTo>
                  <a:lnTo>
                    <a:pt x="61" y="5369"/>
                  </a:lnTo>
                  <a:close/>
                  <a:moveTo>
                    <a:pt x="1617605" y="288080"/>
                  </a:moveTo>
                  <a:lnTo>
                    <a:pt x="1679674" y="336330"/>
                  </a:lnTo>
                  <a:lnTo>
                    <a:pt x="1603903" y="357059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SG" sz="1156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1BB339C-EC7E-0E42-D758-1A97D8595D02}"/>
                </a:ext>
              </a:extLst>
            </p:cNvPr>
            <p:cNvSpPr/>
            <p:nvPr/>
          </p:nvSpPr>
          <p:spPr>
            <a:xfrm flipV="1">
              <a:off x="3471994" y="3496141"/>
              <a:ext cx="1680081" cy="719073"/>
            </a:xfrm>
            <a:custGeom>
              <a:avLst/>
              <a:gdLst>
                <a:gd name="connsiteX0" fmla="*/ 2286 w 1680081"/>
                <a:gd name="connsiteY0" fmla="*/ 718810 h 719073"/>
                <a:gd name="connsiteX1" fmla="*/ 1627325 w 1680081"/>
                <a:gd name="connsiteY1" fmla="*/ 30185 h 719073"/>
                <a:gd name="connsiteX2" fmla="*/ 1625100 w 1680081"/>
                <a:gd name="connsiteY2" fmla="*/ 24799 h 719073"/>
                <a:gd name="connsiteX3" fmla="*/ 61 w 1680081"/>
                <a:gd name="connsiteY3" fmla="*/ 713423 h 719073"/>
                <a:gd name="connsiteX4" fmla="*/ 1629082 w 1680081"/>
                <a:gd name="connsiteY4" fmla="*/ 64382 h 719073"/>
                <a:gd name="connsiteX5" fmla="*/ 1680142 w 1680081"/>
                <a:gd name="connsiteY5" fmla="*/ 4655 h 719073"/>
                <a:gd name="connsiteX6" fmla="*/ 1601678 w 1680081"/>
                <a:gd name="connsiteY6" fmla="*/ -264 h 719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081" h="719073">
                  <a:moveTo>
                    <a:pt x="2286" y="718810"/>
                  </a:moveTo>
                  <a:lnTo>
                    <a:pt x="1627325" y="30185"/>
                  </a:lnTo>
                  <a:lnTo>
                    <a:pt x="1625100" y="24799"/>
                  </a:lnTo>
                  <a:lnTo>
                    <a:pt x="61" y="713423"/>
                  </a:lnTo>
                  <a:close/>
                  <a:moveTo>
                    <a:pt x="1629082" y="64382"/>
                  </a:moveTo>
                  <a:lnTo>
                    <a:pt x="1680142" y="4655"/>
                  </a:lnTo>
                  <a:lnTo>
                    <a:pt x="1601678" y="-264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D77BF2D-6656-2949-B7EA-E0F57E56C1BD}"/>
                </a:ext>
              </a:extLst>
            </p:cNvPr>
            <p:cNvSpPr/>
            <p:nvPr/>
          </p:nvSpPr>
          <p:spPr>
            <a:xfrm flipV="1">
              <a:off x="3471526" y="3496375"/>
              <a:ext cx="1716502" cy="1125925"/>
            </a:xfrm>
            <a:custGeom>
              <a:avLst/>
              <a:gdLst>
                <a:gd name="connsiteX0" fmla="*/ 3224 w 1716502"/>
                <a:gd name="connsiteY0" fmla="*/ 1125702 h 1125925"/>
                <a:gd name="connsiteX1" fmla="*/ 1669251 w 1716502"/>
                <a:gd name="connsiteY1" fmla="*/ 34325 h 1125925"/>
                <a:gd name="connsiteX2" fmla="*/ 1665972 w 1716502"/>
                <a:gd name="connsiteY2" fmla="*/ 29406 h 1125925"/>
                <a:gd name="connsiteX3" fmla="*/ 62 w 1716502"/>
                <a:gd name="connsiteY3" fmla="*/ 1120783 h 1125925"/>
                <a:gd name="connsiteX4" fmla="*/ 1677098 w 1716502"/>
                <a:gd name="connsiteY4" fmla="*/ 67702 h 1125925"/>
                <a:gd name="connsiteX5" fmla="*/ 1716564 w 1716502"/>
                <a:gd name="connsiteY5" fmla="*/ -223 h 1125925"/>
                <a:gd name="connsiteX6" fmla="*/ 1638568 w 1716502"/>
                <a:gd name="connsiteY6" fmla="*/ 8912 h 112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6502" h="1125925">
                  <a:moveTo>
                    <a:pt x="3224" y="1125702"/>
                  </a:moveTo>
                  <a:lnTo>
                    <a:pt x="1669251" y="34325"/>
                  </a:lnTo>
                  <a:lnTo>
                    <a:pt x="1665972" y="29406"/>
                  </a:lnTo>
                  <a:lnTo>
                    <a:pt x="62" y="1120783"/>
                  </a:lnTo>
                  <a:close/>
                  <a:moveTo>
                    <a:pt x="1677098" y="67702"/>
                  </a:moveTo>
                  <a:lnTo>
                    <a:pt x="1716564" y="-223"/>
                  </a:lnTo>
                  <a:lnTo>
                    <a:pt x="1638568" y="8912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7D39C23-365A-EF87-BC14-E03FEDD55460}"/>
                </a:ext>
              </a:extLst>
            </p:cNvPr>
            <p:cNvSpPr/>
            <p:nvPr/>
          </p:nvSpPr>
          <p:spPr>
            <a:xfrm flipV="1">
              <a:off x="3471291" y="3496610"/>
              <a:ext cx="1680783" cy="1363664"/>
            </a:xfrm>
            <a:custGeom>
              <a:avLst/>
              <a:gdLst>
                <a:gd name="connsiteX0" fmla="*/ 3691 w 1680783"/>
                <a:gd name="connsiteY0" fmla="*/ 1363465 h 1363664"/>
                <a:gd name="connsiteX1" fmla="*/ 1637162 w 1680783"/>
                <a:gd name="connsiteY1" fmla="*/ 38916 h 1363664"/>
                <a:gd name="connsiteX2" fmla="*/ 1633415 w 1680783"/>
                <a:gd name="connsiteY2" fmla="*/ 34349 h 1363664"/>
                <a:gd name="connsiteX3" fmla="*/ 61 w 1680783"/>
                <a:gd name="connsiteY3" fmla="*/ 1358898 h 1363664"/>
                <a:gd name="connsiteX4" fmla="*/ 1648405 w 1680783"/>
                <a:gd name="connsiteY4" fmla="*/ 71357 h 1363664"/>
                <a:gd name="connsiteX5" fmla="*/ 1680845 w 1680783"/>
                <a:gd name="connsiteY5" fmla="*/ -199 h 1363664"/>
                <a:gd name="connsiteX6" fmla="*/ 1604137 w 1680783"/>
                <a:gd name="connsiteY6" fmla="*/ 16782 h 13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783" h="1363664">
                  <a:moveTo>
                    <a:pt x="3691" y="1363465"/>
                  </a:moveTo>
                  <a:lnTo>
                    <a:pt x="1637162" y="38916"/>
                  </a:lnTo>
                  <a:lnTo>
                    <a:pt x="1633415" y="34349"/>
                  </a:lnTo>
                  <a:lnTo>
                    <a:pt x="61" y="1358898"/>
                  </a:lnTo>
                  <a:close/>
                  <a:moveTo>
                    <a:pt x="1648405" y="71357"/>
                  </a:moveTo>
                  <a:lnTo>
                    <a:pt x="1680845" y="-199"/>
                  </a:lnTo>
                  <a:lnTo>
                    <a:pt x="1604137" y="16782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E8CC5DB-CB98-101A-D5A0-4B70777B07DB}"/>
                </a:ext>
              </a:extLst>
            </p:cNvPr>
            <p:cNvSpPr/>
            <p:nvPr/>
          </p:nvSpPr>
          <p:spPr>
            <a:xfrm flipV="1">
              <a:off x="3471057" y="3496844"/>
              <a:ext cx="1681018" cy="1688418"/>
            </a:xfrm>
            <a:custGeom>
              <a:avLst/>
              <a:gdLst>
                <a:gd name="connsiteX0" fmla="*/ 4160 w 1681018"/>
                <a:gd name="connsiteY0" fmla="*/ 1688252 h 1688418"/>
                <a:gd name="connsiteX1" fmla="*/ 1641847 w 1681018"/>
                <a:gd name="connsiteY1" fmla="*/ 43399 h 1688418"/>
                <a:gd name="connsiteX2" fmla="*/ 1637631 w 1681018"/>
                <a:gd name="connsiteY2" fmla="*/ 39183 h 1688418"/>
                <a:gd name="connsiteX3" fmla="*/ 61 w 1681018"/>
                <a:gd name="connsiteY3" fmla="*/ 1684153 h 1688418"/>
                <a:gd name="connsiteX4" fmla="*/ 1656369 w 1681018"/>
                <a:gd name="connsiteY4" fmla="*/ 74434 h 1688418"/>
                <a:gd name="connsiteX5" fmla="*/ 1681079 w 1681018"/>
                <a:gd name="connsiteY5" fmla="*/ -167 h 1688418"/>
                <a:gd name="connsiteX6" fmla="*/ 1606596 w 1681018"/>
                <a:gd name="connsiteY6" fmla="*/ 24778 h 1688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018" h="1688418">
                  <a:moveTo>
                    <a:pt x="4160" y="1688252"/>
                  </a:moveTo>
                  <a:lnTo>
                    <a:pt x="1641847" y="43399"/>
                  </a:lnTo>
                  <a:lnTo>
                    <a:pt x="1637631" y="39183"/>
                  </a:lnTo>
                  <a:lnTo>
                    <a:pt x="61" y="1684153"/>
                  </a:lnTo>
                  <a:close/>
                  <a:moveTo>
                    <a:pt x="1656369" y="74434"/>
                  </a:moveTo>
                  <a:lnTo>
                    <a:pt x="1681079" y="-167"/>
                  </a:lnTo>
                  <a:lnTo>
                    <a:pt x="1606596" y="24778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4CDDA85-7EF4-F2E6-F612-2F10FF9CA4FB}"/>
                </a:ext>
              </a:extLst>
            </p:cNvPr>
            <p:cNvSpPr/>
            <p:nvPr/>
          </p:nvSpPr>
          <p:spPr>
            <a:xfrm flipV="1">
              <a:off x="6924909" y="2840074"/>
              <a:ext cx="1036436" cy="913481"/>
            </a:xfrm>
            <a:custGeom>
              <a:avLst/>
              <a:gdLst>
                <a:gd name="connsiteX0" fmla="*/ 150 w 1036436"/>
                <a:gd name="connsiteY0" fmla="*/ -375 h 913481"/>
                <a:gd name="connsiteX1" fmla="*/ 1036587 w 1036436"/>
                <a:gd name="connsiteY1" fmla="*/ -375 h 913481"/>
                <a:gd name="connsiteX2" fmla="*/ 1036587 w 1036436"/>
                <a:gd name="connsiteY2" fmla="*/ 913107 h 913481"/>
                <a:gd name="connsiteX3" fmla="*/ 150 w 1036436"/>
                <a:gd name="connsiteY3" fmla="*/ 91310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150" y="-375"/>
                  </a:moveTo>
                  <a:lnTo>
                    <a:pt x="1036587" y="-375"/>
                  </a:lnTo>
                  <a:lnTo>
                    <a:pt x="1036587" y="913107"/>
                  </a:lnTo>
                  <a:lnTo>
                    <a:pt x="150" y="91310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F66BED0-4D51-4A8C-D214-EEF45CA611C2}"/>
                </a:ext>
              </a:extLst>
            </p:cNvPr>
            <p:cNvSpPr/>
            <p:nvPr/>
          </p:nvSpPr>
          <p:spPr>
            <a:xfrm flipV="1">
              <a:off x="6924909" y="2840074"/>
              <a:ext cx="1036436" cy="913481"/>
            </a:xfrm>
            <a:custGeom>
              <a:avLst/>
              <a:gdLst>
                <a:gd name="connsiteX0" fmla="*/ 150 w 1036436"/>
                <a:gd name="connsiteY0" fmla="*/ -375 h 913481"/>
                <a:gd name="connsiteX1" fmla="*/ 1036587 w 1036436"/>
                <a:gd name="connsiteY1" fmla="*/ -375 h 913481"/>
                <a:gd name="connsiteX2" fmla="*/ 1036587 w 1036436"/>
                <a:gd name="connsiteY2" fmla="*/ 913107 h 913481"/>
                <a:gd name="connsiteX3" fmla="*/ 150 w 1036436"/>
                <a:gd name="connsiteY3" fmla="*/ 91310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150" y="-375"/>
                  </a:moveTo>
                  <a:lnTo>
                    <a:pt x="1036587" y="-375"/>
                  </a:lnTo>
                  <a:lnTo>
                    <a:pt x="1036587" y="913107"/>
                  </a:lnTo>
                  <a:lnTo>
                    <a:pt x="150" y="913107"/>
                  </a:lnTo>
                  <a:close/>
                </a:path>
              </a:pathLst>
            </a:custGeom>
            <a:noFill/>
            <a:ln w="11705" cap="flat">
              <a:solidFill>
                <a:srgbClr val="7F7F7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BDC6C04-3ECC-8051-6E44-E86C848DD12D}"/>
                </a:ext>
              </a:extLst>
            </p:cNvPr>
            <p:cNvSpPr txBox="1"/>
            <p:nvPr/>
          </p:nvSpPr>
          <p:spPr>
            <a:xfrm>
              <a:off x="7161732" y="3071411"/>
              <a:ext cx="257088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941E06E-6B70-DBA4-9FDE-5E57B9B06C5F}"/>
                </a:ext>
              </a:extLst>
            </p:cNvPr>
            <p:cNvSpPr txBox="1"/>
            <p:nvPr/>
          </p:nvSpPr>
          <p:spPr>
            <a:xfrm>
              <a:off x="7252882" y="3071411"/>
              <a:ext cx="257088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48A1CE5-3172-D973-CC6E-BF7FCE162B20}"/>
                </a:ext>
              </a:extLst>
            </p:cNvPr>
            <p:cNvSpPr txBox="1"/>
            <p:nvPr/>
          </p:nvSpPr>
          <p:spPr>
            <a:xfrm>
              <a:off x="7344034" y="3071411"/>
              <a:ext cx="257088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4E0FCA1-85F5-D7C9-8C39-C3FAD6AAA481}"/>
                </a:ext>
              </a:extLst>
            </p:cNvPr>
            <p:cNvSpPr txBox="1"/>
            <p:nvPr/>
          </p:nvSpPr>
          <p:spPr>
            <a:xfrm>
              <a:off x="7428395" y="3071411"/>
              <a:ext cx="257088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07BFAB3-13C1-41BD-F74C-564AB567DDA5}"/>
                </a:ext>
              </a:extLst>
            </p:cNvPr>
            <p:cNvSpPr txBox="1"/>
            <p:nvPr/>
          </p:nvSpPr>
          <p:spPr>
            <a:xfrm>
              <a:off x="7519545" y="3071411"/>
              <a:ext cx="212433" cy="251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5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DC24F02-1601-2E41-9CA5-A3D270759B34}"/>
                </a:ext>
              </a:extLst>
            </p:cNvPr>
            <p:cNvSpPr txBox="1"/>
            <p:nvPr/>
          </p:nvSpPr>
          <p:spPr>
            <a:xfrm>
              <a:off x="7042278" y="3267896"/>
              <a:ext cx="279416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FF32AAD-7AAD-BA27-10C4-2CCB312CD7C0}"/>
                </a:ext>
              </a:extLst>
            </p:cNvPr>
            <p:cNvSpPr txBox="1"/>
            <p:nvPr/>
          </p:nvSpPr>
          <p:spPr>
            <a:xfrm>
              <a:off x="7161604" y="326789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o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5DD9919-42D7-1378-A88D-DC821161557A}"/>
                </a:ext>
              </a:extLst>
            </p:cNvPr>
            <p:cNvSpPr txBox="1"/>
            <p:nvPr/>
          </p:nvSpPr>
          <p:spPr>
            <a:xfrm>
              <a:off x="7252757" y="326789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u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800D614-A257-7F43-3E02-5D627017922E}"/>
                </a:ext>
              </a:extLst>
            </p:cNvPr>
            <p:cNvSpPr txBox="1"/>
            <p:nvPr/>
          </p:nvSpPr>
          <p:spPr>
            <a:xfrm>
              <a:off x="7337110" y="326789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749F0A0-0753-EA2D-9BBE-1D42CC801FFE}"/>
                </a:ext>
              </a:extLst>
            </p:cNvPr>
            <p:cNvSpPr txBox="1"/>
            <p:nvPr/>
          </p:nvSpPr>
          <p:spPr>
            <a:xfrm>
              <a:off x="7421465" y="3267896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633AA22-6DE2-F181-83C5-ED8361E473DA}"/>
                </a:ext>
              </a:extLst>
            </p:cNvPr>
            <p:cNvSpPr txBox="1"/>
            <p:nvPr/>
          </p:nvSpPr>
          <p:spPr>
            <a:xfrm>
              <a:off x="7463559" y="3267896"/>
              <a:ext cx="212433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1F90C1B-AD13-6880-550E-E521013F0D5A}"/>
                </a:ext>
              </a:extLst>
            </p:cNvPr>
            <p:cNvSpPr txBox="1"/>
            <p:nvPr/>
          </p:nvSpPr>
          <p:spPr>
            <a:xfrm>
              <a:off x="7498694" y="326789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0F14D71-CC2F-8BC6-2EBB-CD4D24204ECE}"/>
                </a:ext>
              </a:extLst>
            </p:cNvPr>
            <p:cNvSpPr txBox="1"/>
            <p:nvPr/>
          </p:nvSpPr>
          <p:spPr>
            <a:xfrm>
              <a:off x="7583047" y="3267896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g</a:t>
              </a: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BBF620D-A525-8B34-49A1-20ED42B0160B}"/>
                </a:ext>
              </a:extLst>
            </p:cNvPr>
            <p:cNvSpPr/>
            <p:nvPr/>
          </p:nvSpPr>
          <p:spPr>
            <a:xfrm flipV="1">
              <a:off x="5396604" y="2512508"/>
              <a:ext cx="1528304" cy="784306"/>
            </a:xfrm>
            <a:custGeom>
              <a:avLst/>
              <a:gdLst>
                <a:gd name="connsiteX0" fmla="*/ 2807 w 1528304"/>
                <a:gd name="connsiteY0" fmla="*/ 783853 h 784306"/>
                <a:gd name="connsiteX1" fmla="*/ 1477592 w 1528304"/>
                <a:gd name="connsiteY1" fmla="*/ 28825 h 784306"/>
                <a:gd name="connsiteX2" fmla="*/ 1475016 w 1528304"/>
                <a:gd name="connsiteY2" fmla="*/ 23555 h 784306"/>
                <a:gd name="connsiteX3" fmla="*/ 114 w 1528304"/>
                <a:gd name="connsiteY3" fmla="*/ 778583 h 784306"/>
                <a:gd name="connsiteX4" fmla="*/ 1481925 w 1528304"/>
                <a:gd name="connsiteY4" fmla="*/ 62788 h 784306"/>
                <a:gd name="connsiteX5" fmla="*/ 1528418 w 1528304"/>
                <a:gd name="connsiteY5" fmla="*/ -453 h 784306"/>
                <a:gd name="connsiteX6" fmla="*/ 1449837 w 1528304"/>
                <a:gd name="connsiteY6" fmla="*/ 249 h 784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8304" h="784306">
                  <a:moveTo>
                    <a:pt x="2807" y="783853"/>
                  </a:moveTo>
                  <a:lnTo>
                    <a:pt x="1477592" y="28825"/>
                  </a:lnTo>
                  <a:lnTo>
                    <a:pt x="1475016" y="23555"/>
                  </a:lnTo>
                  <a:lnTo>
                    <a:pt x="114" y="778583"/>
                  </a:lnTo>
                  <a:close/>
                  <a:moveTo>
                    <a:pt x="1481925" y="62788"/>
                  </a:moveTo>
                  <a:lnTo>
                    <a:pt x="1528418" y="-453"/>
                  </a:lnTo>
                  <a:lnTo>
                    <a:pt x="1449837" y="249"/>
                  </a:lnTo>
                  <a:close/>
                </a:path>
              </a:pathLst>
            </a:custGeom>
            <a:solidFill>
              <a:srgbClr val="385723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28A5FA6-24BB-E462-D53F-625EB7FE02D0}"/>
                </a:ext>
              </a:extLst>
            </p:cNvPr>
            <p:cNvSpPr/>
            <p:nvPr/>
          </p:nvSpPr>
          <p:spPr>
            <a:xfrm flipV="1">
              <a:off x="5397658" y="3162135"/>
              <a:ext cx="1527250" cy="163723"/>
            </a:xfrm>
            <a:custGeom>
              <a:avLst/>
              <a:gdLst>
                <a:gd name="connsiteX0" fmla="*/ 699 w 1527250"/>
                <a:gd name="connsiteY0" fmla="*/ 163338 h 163723"/>
                <a:gd name="connsiteX1" fmla="*/ 1469277 w 1527250"/>
                <a:gd name="connsiteY1" fmla="*/ 36622 h 163723"/>
                <a:gd name="connsiteX2" fmla="*/ 1468809 w 1527250"/>
                <a:gd name="connsiteY2" fmla="*/ 30766 h 163723"/>
                <a:gd name="connsiteX3" fmla="*/ 114 w 1527250"/>
                <a:gd name="connsiteY3" fmla="*/ 157483 h 163723"/>
                <a:gd name="connsiteX4" fmla="*/ 1460377 w 1527250"/>
                <a:gd name="connsiteY4" fmla="*/ 69648 h 163723"/>
                <a:gd name="connsiteX5" fmla="*/ 1527364 w 1527250"/>
                <a:gd name="connsiteY5" fmla="*/ 28658 h 163723"/>
                <a:gd name="connsiteX6" fmla="*/ 1454404 w 1527250"/>
                <a:gd name="connsiteY6" fmla="*/ -386 h 163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250" h="163723">
                  <a:moveTo>
                    <a:pt x="699" y="163338"/>
                  </a:moveTo>
                  <a:lnTo>
                    <a:pt x="1469277" y="36622"/>
                  </a:lnTo>
                  <a:lnTo>
                    <a:pt x="1468809" y="30766"/>
                  </a:lnTo>
                  <a:lnTo>
                    <a:pt x="114" y="157483"/>
                  </a:lnTo>
                  <a:close/>
                  <a:moveTo>
                    <a:pt x="1460377" y="69648"/>
                  </a:moveTo>
                  <a:lnTo>
                    <a:pt x="1527364" y="28658"/>
                  </a:lnTo>
                  <a:lnTo>
                    <a:pt x="1454404" y="-386"/>
                  </a:lnTo>
                  <a:close/>
                </a:path>
              </a:pathLst>
            </a:custGeom>
            <a:solidFill>
              <a:srgbClr val="385723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2B85950-660D-78BC-4C27-38115628810A}"/>
                </a:ext>
              </a:extLst>
            </p:cNvPr>
            <p:cNvSpPr/>
            <p:nvPr/>
          </p:nvSpPr>
          <p:spPr>
            <a:xfrm flipV="1">
              <a:off x="4289666" y="2321430"/>
              <a:ext cx="154118" cy="146341"/>
            </a:xfrm>
            <a:custGeom>
              <a:avLst/>
              <a:gdLst>
                <a:gd name="connsiteX0" fmla="*/ 63 w 154118"/>
                <a:gd name="connsiteY0" fmla="*/ -555 h 146341"/>
                <a:gd name="connsiteX1" fmla="*/ 60843 w 154118"/>
                <a:gd name="connsiteY1" fmla="*/ 50858 h 146341"/>
                <a:gd name="connsiteX2" fmla="*/ 31683 w 154118"/>
                <a:gd name="connsiteY2" fmla="*/ 145251 h 146341"/>
                <a:gd name="connsiteX3" fmla="*/ 98436 w 154118"/>
                <a:gd name="connsiteY3" fmla="*/ 91614 h 146341"/>
                <a:gd name="connsiteX4" fmla="*/ 154181 w 154118"/>
                <a:gd name="connsiteY4" fmla="*/ 143495 h 146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118" h="146341">
                  <a:moveTo>
                    <a:pt x="63" y="-555"/>
                  </a:moveTo>
                  <a:cubicBezTo>
                    <a:pt x="27818" y="13031"/>
                    <a:pt x="55573" y="26615"/>
                    <a:pt x="60843" y="50858"/>
                  </a:cubicBezTo>
                  <a:cubicBezTo>
                    <a:pt x="66113" y="75218"/>
                    <a:pt x="25359" y="138459"/>
                    <a:pt x="31683" y="145251"/>
                  </a:cubicBezTo>
                  <a:cubicBezTo>
                    <a:pt x="37890" y="152044"/>
                    <a:pt x="78059" y="91965"/>
                    <a:pt x="98436" y="91614"/>
                  </a:cubicBezTo>
                  <a:cubicBezTo>
                    <a:pt x="118814" y="91379"/>
                    <a:pt x="143875" y="135765"/>
                    <a:pt x="154181" y="14349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2681C3F-EB57-A95E-F626-207134ADA816}"/>
                </a:ext>
              </a:extLst>
            </p:cNvPr>
            <p:cNvSpPr/>
            <p:nvPr/>
          </p:nvSpPr>
          <p:spPr>
            <a:xfrm flipV="1">
              <a:off x="4289432" y="2521461"/>
              <a:ext cx="154587" cy="146222"/>
            </a:xfrm>
            <a:custGeom>
              <a:avLst/>
              <a:gdLst>
                <a:gd name="connsiteX0" fmla="*/ 63 w 154587"/>
                <a:gd name="connsiteY0" fmla="*/ -515 h 146222"/>
                <a:gd name="connsiteX1" fmla="*/ 61078 w 154587"/>
                <a:gd name="connsiteY1" fmla="*/ 50780 h 146222"/>
                <a:gd name="connsiteX2" fmla="*/ 32151 w 154587"/>
                <a:gd name="connsiteY2" fmla="*/ 145174 h 146222"/>
                <a:gd name="connsiteX3" fmla="*/ 98787 w 154587"/>
                <a:gd name="connsiteY3" fmla="*/ 91301 h 146222"/>
                <a:gd name="connsiteX4" fmla="*/ 154650 w 154587"/>
                <a:gd name="connsiteY4" fmla="*/ 143065 h 14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587" h="146222">
                  <a:moveTo>
                    <a:pt x="63" y="-515"/>
                  </a:moveTo>
                  <a:cubicBezTo>
                    <a:pt x="27935" y="12953"/>
                    <a:pt x="55691" y="26421"/>
                    <a:pt x="61078" y="50780"/>
                  </a:cubicBezTo>
                  <a:cubicBezTo>
                    <a:pt x="66348" y="75022"/>
                    <a:pt x="25944" y="138381"/>
                    <a:pt x="32151" y="145174"/>
                  </a:cubicBezTo>
                  <a:cubicBezTo>
                    <a:pt x="38475" y="151966"/>
                    <a:pt x="78410" y="91653"/>
                    <a:pt x="98787" y="91301"/>
                  </a:cubicBezTo>
                  <a:cubicBezTo>
                    <a:pt x="119165" y="90950"/>
                    <a:pt x="144461" y="135336"/>
                    <a:pt x="154650" y="14306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405C35-5593-DA8A-1468-2BB1096952EE}"/>
                </a:ext>
              </a:extLst>
            </p:cNvPr>
            <p:cNvSpPr/>
            <p:nvPr/>
          </p:nvSpPr>
          <p:spPr>
            <a:xfrm flipV="1">
              <a:off x="4281000" y="2665921"/>
              <a:ext cx="173559" cy="139956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3D8F92F-285A-B68A-009F-523CCFDC2431}"/>
                </a:ext>
              </a:extLst>
            </p:cNvPr>
            <p:cNvSpPr/>
            <p:nvPr/>
          </p:nvSpPr>
          <p:spPr>
            <a:xfrm flipV="1">
              <a:off x="4270343" y="2835174"/>
              <a:ext cx="190540" cy="129508"/>
            </a:xfrm>
            <a:custGeom>
              <a:avLst/>
              <a:gdLst>
                <a:gd name="connsiteX0" fmla="*/ 63 w 190540"/>
                <a:gd name="connsiteY0" fmla="*/ -454 h 129508"/>
                <a:gd name="connsiteX1" fmla="*/ 73609 w 190540"/>
                <a:gd name="connsiteY1" fmla="*/ 29996 h 129508"/>
                <a:gd name="connsiteX2" fmla="*/ 74428 w 190540"/>
                <a:gd name="connsiteY2" fmla="*/ 128839 h 129508"/>
                <a:gd name="connsiteX3" fmla="*/ 121741 w 190540"/>
                <a:gd name="connsiteY3" fmla="*/ 57400 h 129508"/>
                <a:gd name="connsiteX4" fmla="*/ 190603 w 190540"/>
                <a:gd name="connsiteY4" fmla="*/ 89957 h 12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40" h="129508">
                  <a:moveTo>
                    <a:pt x="63" y="-454"/>
                  </a:moveTo>
                  <a:cubicBezTo>
                    <a:pt x="30629" y="3996"/>
                    <a:pt x="61195" y="8447"/>
                    <a:pt x="73609" y="29996"/>
                  </a:cubicBezTo>
                  <a:cubicBezTo>
                    <a:pt x="86022" y="51544"/>
                    <a:pt x="66465" y="124272"/>
                    <a:pt x="74428" y="128839"/>
                  </a:cubicBezTo>
                  <a:cubicBezTo>
                    <a:pt x="82509" y="133406"/>
                    <a:pt x="102418" y="63841"/>
                    <a:pt x="121741" y="57400"/>
                  </a:cubicBezTo>
                  <a:cubicBezTo>
                    <a:pt x="141182" y="50959"/>
                    <a:pt x="178540" y="85624"/>
                    <a:pt x="190603" y="89957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6BD918D-0FE8-61D5-5AA6-A17E3E92044C}"/>
                </a:ext>
              </a:extLst>
            </p:cNvPr>
            <p:cNvSpPr/>
            <p:nvPr/>
          </p:nvSpPr>
          <p:spPr>
            <a:xfrm flipV="1">
              <a:off x="4270343" y="3005456"/>
              <a:ext cx="190540" cy="129508"/>
            </a:xfrm>
            <a:custGeom>
              <a:avLst/>
              <a:gdLst>
                <a:gd name="connsiteX0" fmla="*/ 63 w 190540"/>
                <a:gd name="connsiteY0" fmla="*/ -420 h 129508"/>
                <a:gd name="connsiteX1" fmla="*/ 73609 w 190540"/>
                <a:gd name="connsiteY1" fmla="*/ 30029 h 129508"/>
                <a:gd name="connsiteX2" fmla="*/ 74428 w 190540"/>
                <a:gd name="connsiteY2" fmla="*/ 128872 h 129508"/>
                <a:gd name="connsiteX3" fmla="*/ 121741 w 190540"/>
                <a:gd name="connsiteY3" fmla="*/ 57434 h 129508"/>
                <a:gd name="connsiteX4" fmla="*/ 190603 w 190540"/>
                <a:gd name="connsiteY4" fmla="*/ 89991 h 12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40" h="129508">
                  <a:moveTo>
                    <a:pt x="63" y="-420"/>
                  </a:moveTo>
                  <a:cubicBezTo>
                    <a:pt x="30629" y="4030"/>
                    <a:pt x="61195" y="8480"/>
                    <a:pt x="73609" y="30029"/>
                  </a:cubicBezTo>
                  <a:cubicBezTo>
                    <a:pt x="86022" y="51578"/>
                    <a:pt x="66465" y="124305"/>
                    <a:pt x="74428" y="128872"/>
                  </a:cubicBezTo>
                  <a:cubicBezTo>
                    <a:pt x="82509" y="133440"/>
                    <a:pt x="102418" y="63992"/>
                    <a:pt x="121741" y="57434"/>
                  </a:cubicBezTo>
                  <a:cubicBezTo>
                    <a:pt x="141182" y="50993"/>
                    <a:pt x="178540" y="85658"/>
                    <a:pt x="190603" y="89991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3FBAE72-C590-8991-6B8D-C24875FE61EC}"/>
                </a:ext>
              </a:extLst>
            </p:cNvPr>
            <p:cNvSpPr/>
            <p:nvPr/>
          </p:nvSpPr>
          <p:spPr>
            <a:xfrm flipV="1">
              <a:off x="4270343" y="3182648"/>
              <a:ext cx="190540" cy="129508"/>
            </a:xfrm>
            <a:custGeom>
              <a:avLst/>
              <a:gdLst>
                <a:gd name="connsiteX0" fmla="*/ 63 w 190540"/>
                <a:gd name="connsiteY0" fmla="*/ -385 h 129508"/>
                <a:gd name="connsiteX1" fmla="*/ 73609 w 190540"/>
                <a:gd name="connsiteY1" fmla="*/ 30181 h 129508"/>
                <a:gd name="connsiteX2" fmla="*/ 74428 w 190540"/>
                <a:gd name="connsiteY2" fmla="*/ 128908 h 129508"/>
                <a:gd name="connsiteX3" fmla="*/ 121741 w 190540"/>
                <a:gd name="connsiteY3" fmla="*/ 57469 h 129508"/>
                <a:gd name="connsiteX4" fmla="*/ 190603 w 190540"/>
                <a:gd name="connsiteY4" fmla="*/ 90027 h 12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40" h="129508">
                  <a:moveTo>
                    <a:pt x="63" y="-385"/>
                  </a:moveTo>
                  <a:cubicBezTo>
                    <a:pt x="30629" y="4065"/>
                    <a:pt x="61195" y="8633"/>
                    <a:pt x="73609" y="30181"/>
                  </a:cubicBezTo>
                  <a:cubicBezTo>
                    <a:pt x="86022" y="51730"/>
                    <a:pt x="66465" y="124341"/>
                    <a:pt x="74428" y="128908"/>
                  </a:cubicBezTo>
                  <a:cubicBezTo>
                    <a:pt x="82509" y="133475"/>
                    <a:pt x="102418" y="64027"/>
                    <a:pt x="121741" y="57469"/>
                  </a:cubicBezTo>
                  <a:cubicBezTo>
                    <a:pt x="141182" y="51028"/>
                    <a:pt x="178540" y="85810"/>
                    <a:pt x="190603" y="90027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C33E5AA-2110-E7CF-7A2B-A6451E851EA0}"/>
                </a:ext>
              </a:extLst>
            </p:cNvPr>
            <p:cNvSpPr/>
            <p:nvPr/>
          </p:nvSpPr>
          <p:spPr>
            <a:xfrm flipV="1">
              <a:off x="6053951" y="2768961"/>
              <a:ext cx="204359" cy="104256"/>
            </a:xfrm>
            <a:custGeom>
              <a:avLst/>
              <a:gdLst>
                <a:gd name="connsiteX0" fmla="*/ 113 w 204359"/>
                <a:gd name="connsiteY0" fmla="*/ 51763 h 104256"/>
                <a:gd name="connsiteX1" fmla="*/ 76119 w 204359"/>
                <a:gd name="connsiteY1" fmla="*/ 28340 h 104256"/>
                <a:gd name="connsiteX2" fmla="*/ 139945 w 204359"/>
                <a:gd name="connsiteY2" fmla="*/ 103761 h 104256"/>
                <a:gd name="connsiteX3" fmla="*/ 130693 w 204359"/>
                <a:gd name="connsiteY3" fmla="*/ 18502 h 104256"/>
                <a:gd name="connsiteX4" fmla="*/ 204473 w 204359"/>
                <a:gd name="connsiteY4" fmla="*/ -470 h 10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359" h="104256">
                  <a:moveTo>
                    <a:pt x="113" y="51763"/>
                  </a:moveTo>
                  <a:cubicBezTo>
                    <a:pt x="26464" y="35718"/>
                    <a:pt x="52814" y="19674"/>
                    <a:pt x="76119" y="28340"/>
                  </a:cubicBezTo>
                  <a:cubicBezTo>
                    <a:pt x="99424" y="37006"/>
                    <a:pt x="130810" y="105284"/>
                    <a:pt x="139945" y="103761"/>
                  </a:cubicBezTo>
                  <a:cubicBezTo>
                    <a:pt x="149079" y="102121"/>
                    <a:pt x="120036" y="35953"/>
                    <a:pt x="130693" y="18502"/>
                  </a:cubicBezTo>
                  <a:cubicBezTo>
                    <a:pt x="141467" y="1170"/>
                    <a:pt x="192411" y="3980"/>
                    <a:pt x="204473" y="-470"/>
                  </a:cubicBez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54D0330-47C9-8ADD-39AD-6A7D93B3681C}"/>
                </a:ext>
              </a:extLst>
            </p:cNvPr>
            <p:cNvSpPr/>
            <p:nvPr/>
          </p:nvSpPr>
          <p:spPr>
            <a:xfrm flipV="1">
              <a:off x="5397892" y="2168313"/>
              <a:ext cx="213845" cy="349816"/>
            </a:xfrm>
            <a:custGeom>
              <a:avLst/>
              <a:gdLst>
                <a:gd name="connsiteX0" fmla="*/ 329 w 213845"/>
                <a:gd name="connsiteY0" fmla="*/ -565 h 349816"/>
                <a:gd name="connsiteX1" fmla="*/ 20238 w 213845"/>
                <a:gd name="connsiteY1" fmla="*/ 489 h 349816"/>
                <a:gd name="connsiteX2" fmla="*/ 40030 w 213845"/>
                <a:gd name="connsiteY2" fmla="*/ 3183 h 349816"/>
                <a:gd name="connsiteX3" fmla="*/ 59587 w 213845"/>
                <a:gd name="connsiteY3" fmla="*/ 7516 h 349816"/>
                <a:gd name="connsiteX4" fmla="*/ 78559 w 213845"/>
                <a:gd name="connsiteY4" fmla="*/ 13606 h 349816"/>
                <a:gd name="connsiteX5" fmla="*/ 96946 w 213845"/>
                <a:gd name="connsiteY5" fmla="*/ 21101 h 349816"/>
                <a:gd name="connsiteX6" fmla="*/ 114630 w 213845"/>
                <a:gd name="connsiteY6" fmla="*/ 29767 h 349816"/>
                <a:gd name="connsiteX7" fmla="*/ 131377 w 213845"/>
                <a:gd name="connsiteY7" fmla="*/ 39839 h 349816"/>
                <a:gd name="connsiteX8" fmla="*/ 146952 w 213845"/>
                <a:gd name="connsiteY8" fmla="*/ 50848 h 349816"/>
                <a:gd name="connsiteX9" fmla="*/ 161240 w 213845"/>
                <a:gd name="connsiteY9" fmla="*/ 62911 h 349816"/>
                <a:gd name="connsiteX10" fmla="*/ 174240 w 213845"/>
                <a:gd name="connsiteY10" fmla="*/ 75793 h 349816"/>
                <a:gd name="connsiteX11" fmla="*/ 185599 w 213845"/>
                <a:gd name="connsiteY11" fmla="*/ 89378 h 349816"/>
                <a:gd name="connsiteX12" fmla="*/ 195437 w 213845"/>
                <a:gd name="connsiteY12" fmla="*/ 103783 h 349816"/>
                <a:gd name="connsiteX13" fmla="*/ 203166 w 213845"/>
                <a:gd name="connsiteY13" fmla="*/ 118422 h 349816"/>
                <a:gd name="connsiteX14" fmla="*/ 206445 w 213845"/>
                <a:gd name="connsiteY14" fmla="*/ 126034 h 349816"/>
                <a:gd name="connsiteX15" fmla="*/ 209022 w 213845"/>
                <a:gd name="connsiteY15" fmla="*/ 133764 h 349816"/>
                <a:gd name="connsiteX16" fmla="*/ 211130 w 213845"/>
                <a:gd name="connsiteY16" fmla="*/ 141493 h 349816"/>
                <a:gd name="connsiteX17" fmla="*/ 212652 w 213845"/>
                <a:gd name="connsiteY17" fmla="*/ 149223 h 349816"/>
                <a:gd name="connsiteX18" fmla="*/ 213589 w 213845"/>
                <a:gd name="connsiteY18" fmla="*/ 156952 h 349816"/>
                <a:gd name="connsiteX19" fmla="*/ 213940 w 213845"/>
                <a:gd name="connsiteY19" fmla="*/ 164916 h 349816"/>
                <a:gd name="connsiteX20" fmla="*/ 213589 w 213845"/>
                <a:gd name="connsiteY20" fmla="*/ 172762 h 349816"/>
                <a:gd name="connsiteX21" fmla="*/ 212769 w 213845"/>
                <a:gd name="connsiteY21" fmla="*/ 180492 h 349816"/>
                <a:gd name="connsiteX22" fmla="*/ 211247 w 213845"/>
                <a:gd name="connsiteY22" fmla="*/ 188221 h 349816"/>
                <a:gd name="connsiteX23" fmla="*/ 209256 w 213845"/>
                <a:gd name="connsiteY23" fmla="*/ 196068 h 349816"/>
                <a:gd name="connsiteX24" fmla="*/ 203869 w 213845"/>
                <a:gd name="connsiteY24" fmla="*/ 211176 h 349816"/>
                <a:gd name="connsiteX25" fmla="*/ 196374 w 213845"/>
                <a:gd name="connsiteY25" fmla="*/ 225932 h 349816"/>
                <a:gd name="connsiteX26" fmla="*/ 187239 w 213845"/>
                <a:gd name="connsiteY26" fmla="*/ 240337 h 349816"/>
                <a:gd name="connsiteX27" fmla="*/ 176465 w 213845"/>
                <a:gd name="connsiteY27" fmla="*/ 253922 h 349816"/>
                <a:gd name="connsiteX28" fmla="*/ 164168 w 213845"/>
                <a:gd name="connsiteY28" fmla="*/ 266804 h 349816"/>
                <a:gd name="connsiteX29" fmla="*/ 150700 w 213845"/>
                <a:gd name="connsiteY29" fmla="*/ 278867 h 349816"/>
                <a:gd name="connsiteX30" fmla="*/ 135827 w 213845"/>
                <a:gd name="connsiteY30" fmla="*/ 289875 h 349816"/>
                <a:gd name="connsiteX31" fmla="*/ 120134 w 213845"/>
                <a:gd name="connsiteY31" fmla="*/ 299947 h 349816"/>
                <a:gd name="connsiteX32" fmla="*/ 103387 w 213845"/>
                <a:gd name="connsiteY32" fmla="*/ 308731 h 349816"/>
                <a:gd name="connsiteX33" fmla="*/ 85938 w 213845"/>
                <a:gd name="connsiteY33" fmla="*/ 316226 h 349816"/>
                <a:gd name="connsiteX34" fmla="*/ 70245 w 213845"/>
                <a:gd name="connsiteY34" fmla="*/ 319740 h 349816"/>
                <a:gd name="connsiteX35" fmla="*/ 68956 w 213845"/>
                <a:gd name="connsiteY35" fmla="*/ 314000 h 349816"/>
                <a:gd name="connsiteX36" fmla="*/ 84415 w 213845"/>
                <a:gd name="connsiteY36" fmla="*/ 310604 h 349816"/>
                <a:gd name="connsiteX37" fmla="*/ 83830 w 213845"/>
                <a:gd name="connsiteY37" fmla="*/ 310722 h 349816"/>
                <a:gd name="connsiteX38" fmla="*/ 101045 w 213845"/>
                <a:gd name="connsiteY38" fmla="*/ 303343 h 349816"/>
                <a:gd name="connsiteX39" fmla="*/ 100811 w 213845"/>
                <a:gd name="connsiteY39" fmla="*/ 303461 h 349816"/>
                <a:gd name="connsiteX40" fmla="*/ 117323 w 213845"/>
                <a:gd name="connsiteY40" fmla="*/ 294794 h 349816"/>
                <a:gd name="connsiteX41" fmla="*/ 117089 w 213845"/>
                <a:gd name="connsiteY41" fmla="*/ 294912 h 349816"/>
                <a:gd name="connsiteX42" fmla="*/ 132665 w 213845"/>
                <a:gd name="connsiteY42" fmla="*/ 285074 h 349816"/>
                <a:gd name="connsiteX43" fmla="*/ 132431 w 213845"/>
                <a:gd name="connsiteY43" fmla="*/ 285191 h 349816"/>
                <a:gd name="connsiteX44" fmla="*/ 147070 w 213845"/>
                <a:gd name="connsiteY44" fmla="*/ 274300 h 349816"/>
                <a:gd name="connsiteX45" fmla="*/ 146836 w 213845"/>
                <a:gd name="connsiteY45" fmla="*/ 274417 h 349816"/>
                <a:gd name="connsiteX46" fmla="*/ 160186 w 213845"/>
                <a:gd name="connsiteY46" fmla="*/ 262588 h 349816"/>
                <a:gd name="connsiteX47" fmla="*/ 160069 w 213845"/>
                <a:gd name="connsiteY47" fmla="*/ 262706 h 349816"/>
                <a:gd name="connsiteX48" fmla="*/ 172132 w 213845"/>
                <a:gd name="connsiteY48" fmla="*/ 250057 h 349816"/>
                <a:gd name="connsiteX49" fmla="*/ 172015 w 213845"/>
                <a:gd name="connsiteY49" fmla="*/ 250174 h 349816"/>
                <a:gd name="connsiteX50" fmla="*/ 182554 w 213845"/>
                <a:gd name="connsiteY50" fmla="*/ 236706 h 349816"/>
                <a:gd name="connsiteX51" fmla="*/ 182437 w 213845"/>
                <a:gd name="connsiteY51" fmla="*/ 237058 h 349816"/>
                <a:gd name="connsiteX52" fmla="*/ 191338 w 213845"/>
                <a:gd name="connsiteY52" fmla="*/ 223004 h 349816"/>
                <a:gd name="connsiteX53" fmla="*/ 191221 w 213845"/>
                <a:gd name="connsiteY53" fmla="*/ 223238 h 349816"/>
                <a:gd name="connsiteX54" fmla="*/ 198482 w 213845"/>
                <a:gd name="connsiteY54" fmla="*/ 208716 h 349816"/>
                <a:gd name="connsiteX55" fmla="*/ 198365 w 213845"/>
                <a:gd name="connsiteY55" fmla="*/ 209068 h 349816"/>
                <a:gd name="connsiteX56" fmla="*/ 203752 w 213845"/>
                <a:gd name="connsiteY56" fmla="*/ 194194 h 349816"/>
                <a:gd name="connsiteX57" fmla="*/ 203634 w 213845"/>
                <a:gd name="connsiteY57" fmla="*/ 194428 h 349816"/>
                <a:gd name="connsiteX58" fmla="*/ 205625 w 213845"/>
                <a:gd name="connsiteY58" fmla="*/ 186933 h 349816"/>
                <a:gd name="connsiteX59" fmla="*/ 205508 w 213845"/>
                <a:gd name="connsiteY59" fmla="*/ 187050 h 349816"/>
                <a:gd name="connsiteX60" fmla="*/ 206914 w 213845"/>
                <a:gd name="connsiteY60" fmla="*/ 179555 h 349816"/>
                <a:gd name="connsiteX61" fmla="*/ 206914 w 213845"/>
                <a:gd name="connsiteY61" fmla="*/ 179789 h 349816"/>
                <a:gd name="connsiteX62" fmla="*/ 207851 w 213845"/>
                <a:gd name="connsiteY62" fmla="*/ 172177 h 349816"/>
                <a:gd name="connsiteX63" fmla="*/ 207851 w 213845"/>
                <a:gd name="connsiteY63" fmla="*/ 172411 h 349816"/>
                <a:gd name="connsiteX64" fmla="*/ 208085 w 213845"/>
                <a:gd name="connsiteY64" fmla="*/ 164798 h 349816"/>
                <a:gd name="connsiteX65" fmla="*/ 208085 w 213845"/>
                <a:gd name="connsiteY65" fmla="*/ 165033 h 349816"/>
                <a:gd name="connsiteX66" fmla="*/ 207851 w 213845"/>
                <a:gd name="connsiteY66" fmla="*/ 157304 h 349816"/>
                <a:gd name="connsiteX67" fmla="*/ 207851 w 213845"/>
                <a:gd name="connsiteY67" fmla="*/ 157655 h 349816"/>
                <a:gd name="connsiteX68" fmla="*/ 206797 w 213845"/>
                <a:gd name="connsiteY68" fmla="*/ 150042 h 349816"/>
                <a:gd name="connsiteX69" fmla="*/ 206914 w 213845"/>
                <a:gd name="connsiteY69" fmla="*/ 150277 h 349816"/>
                <a:gd name="connsiteX70" fmla="*/ 205391 w 213845"/>
                <a:gd name="connsiteY70" fmla="*/ 142665 h 349816"/>
                <a:gd name="connsiteX71" fmla="*/ 205391 w 213845"/>
                <a:gd name="connsiteY71" fmla="*/ 142898 h 349816"/>
                <a:gd name="connsiteX72" fmla="*/ 203400 w 213845"/>
                <a:gd name="connsiteY72" fmla="*/ 135286 h 349816"/>
                <a:gd name="connsiteX73" fmla="*/ 203518 w 213845"/>
                <a:gd name="connsiteY73" fmla="*/ 135520 h 349816"/>
                <a:gd name="connsiteX74" fmla="*/ 200941 w 213845"/>
                <a:gd name="connsiteY74" fmla="*/ 128026 h 349816"/>
                <a:gd name="connsiteX75" fmla="*/ 201058 w 213845"/>
                <a:gd name="connsiteY75" fmla="*/ 128259 h 349816"/>
                <a:gd name="connsiteX76" fmla="*/ 197896 w 213845"/>
                <a:gd name="connsiteY76" fmla="*/ 120881 h 349816"/>
                <a:gd name="connsiteX77" fmla="*/ 197896 w 213845"/>
                <a:gd name="connsiteY77" fmla="*/ 121116 h 349816"/>
                <a:gd name="connsiteX78" fmla="*/ 190284 w 213845"/>
                <a:gd name="connsiteY78" fmla="*/ 106594 h 349816"/>
                <a:gd name="connsiteX79" fmla="*/ 190518 w 213845"/>
                <a:gd name="connsiteY79" fmla="*/ 106945 h 349816"/>
                <a:gd name="connsiteX80" fmla="*/ 180915 w 213845"/>
                <a:gd name="connsiteY80" fmla="*/ 92892 h 349816"/>
                <a:gd name="connsiteX81" fmla="*/ 181032 w 213845"/>
                <a:gd name="connsiteY81" fmla="*/ 93125 h 349816"/>
                <a:gd name="connsiteX82" fmla="*/ 169789 w 213845"/>
                <a:gd name="connsiteY82" fmla="*/ 79658 h 349816"/>
                <a:gd name="connsiteX83" fmla="*/ 170023 w 213845"/>
                <a:gd name="connsiteY83" fmla="*/ 79774 h 349816"/>
                <a:gd name="connsiteX84" fmla="*/ 157141 w 213845"/>
                <a:gd name="connsiteY84" fmla="*/ 67127 h 349816"/>
                <a:gd name="connsiteX85" fmla="*/ 157376 w 213845"/>
                <a:gd name="connsiteY85" fmla="*/ 67244 h 349816"/>
                <a:gd name="connsiteX86" fmla="*/ 143205 w 213845"/>
                <a:gd name="connsiteY86" fmla="*/ 55415 h 349816"/>
                <a:gd name="connsiteX87" fmla="*/ 143439 w 213845"/>
                <a:gd name="connsiteY87" fmla="*/ 55533 h 349816"/>
                <a:gd name="connsiteX88" fmla="*/ 128098 w 213845"/>
                <a:gd name="connsiteY88" fmla="*/ 44640 h 349816"/>
                <a:gd name="connsiteX89" fmla="*/ 128215 w 213845"/>
                <a:gd name="connsiteY89" fmla="*/ 44758 h 349816"/>
                <a:gd name="connsiteX90" fmla="*/ 111702 w 213845"/>
                <a:gd name="connsiteY90" fmla="*/ 34803 h 349816"/>
                <a:gd name="connsiteX91" fmla="*/ 111936 w 213845"/>
                <a:gd name="connsiteY91" fmla="*/ 34920 h 349816"/>
                <a:gd name="connsiteX92" fmla="*/ 94487 w 213845"/>
                <a:gd name="connsiteY92" fmla="*/ 26371 h 349816"/>
                <a:gd name="connsiteX93" fmla="*/ 94604 w 213845"/>
                <a:gd name="connsiteY93" fmla="*/ 26488 h 349816"/>
                <a:gd name="connsiteX94" fmla="*/ 76452 w 213845"/>
                <a:gd name="connsiteY94" fmla="*/ 19110 h 349816"/>
                <a:gd name="connsiteX95" fmla="*/ 76686 w 213845"/>
                <a:gd name="connsiteY95" fmla="*/ 19110 h 349816"/>
                <a:gd name="connsiteX96" fmla="*/ 57831 w 213845"/>
                <a:gd name="connsiteY96" fmla="*/ 13138 h 349816"/>
                <a:gd name="connsiteX97" fmla="*/ 58182 w 213845"/>
                <a:gd name="connsiteY97" fmla="*/ 13254 h 349816"/>
                <a:gd name="connsiteX98" fmla="*/ 38859 w 213845"/>
                <a:gd name="connsiteY98" fmla="*/ 8921 h 349816"/>
                <a:gd name="connsiteX99" fmla="*/ 39093 w 213845"/>
                <a:gd name="connsiteY99" fmla="*/ 9038 h 349816"/>
                <a:gd name="connsiteX100" fmla="*/ 19536 w 213845"/>
                <a:gd name="connsiteY100" fmla="*/ 6228 h 349816"/>
                <a:gd name="connsiteX101" fmla="*/ 19770 w 213845"/>
                <a:gd name="connsiteY101" fmla="*/ 6228 h 349816"/>
                <a:gd name="connsiteX102" fmla="*/ 95 w 213845"/>
                <a:gd name="connsiteY102" fmla="*/ 5291 h 349816"/>
                <a:gd name="connsiteX103" fmla="*/ 87343 w 213845"/>
                <a:gd name="connsiteY103" fmla="*/ 349252 h 349816"/>
                <a:gd name="connsiteX104" fmla="*/ 11923 w 213845"/>
                <a:gd name="connsiteY104" fmla="*/ 327352 h 349816"/>
                <a:gd name="connsiteX105" fmla="*/ 74812 w 213845"/>
                <a:gd name="connsiteY105" fmla="*/ 280155 h 349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13845" h="349816">
                  <a:moveTo>
                    <a:pt x="329" y="-565"/>
                  </a:moveTo>
                  <a:lnTo>
                    <a:pt x="20238" y="489"/>
                  </a:lnTo>
                  <a:lnTo>
                    <a:pt x="40030" y="3183"/>
                  </a:lnTo>
                  <a:lnTo>
                    <a:pt x="59587" y="7516"/>
                  </a:lnTo>
                  <a:lnTo>
                    <a:pt x="78559" y="13606"/>
                  </a:lnTo>
                  <a:lnTo>
                    <a:pt x="96946" y="21101"/>
                  </a:lnTo>
                  <a:lnTo>
                    <a:pt x="114630" y="29767"/>
                  </a:lnTo>
                  <a:lnTo>
                    <a:pt x="131377" y="39839"/>
                  </a:lnTo>
                  <a:lnTo>
                    <a:pt x="146952" y="50848"/>
                  </a:lnTo>
                  <a:lnTo>
                    <a:pt x="161240" y="62911"/>
                  </a:lnTo>
                  <a:lnTo>
                    <a:pt x="174240" y="75793"/>
                  </a:lnTo>
                  <a:lnTo>
                    <a:pt x="185599" y="89378"/>
                  </a:lnTo>
                  <a:lnTo>
                    <a:pt x="195437" y="103783"/>
                  </a:lnTo>
                  <a:lnTo>
                    <a:pt x="203166" y="118422"/>
                  </a:lnTo>
                  <a:lnTo>
                    <a:pt x="206445" y="126034"/>
                  </a:lnTo>
                  <a:lnTo>
                    <a:pt x="209022" y="133764"/>
                  </a:lnTo>
                  <a:lnTo>
                    <a:pt x="211130" y="141493"/>
                  </a:lnTo>
                  <a:lnTo>
                    <a:pt x="212652" y="149223"/>
                  </a:lnTo>
                  <a:lnTo>
                    <a:pt x="213589" y="156952"/>
                  </a:lnTo>
                  <a:lnTo>
                    <a:pt x="213940" y="164916"/>
                  </a:lnTo>
                  <a:lnTo>
                    <a:pt x="213589" y="172762"/>
                  </a:lnTo>
                  <a:lnTo>
                    <a:pt x="212769" y="180492"/>
                  </a:lnTo>
                  <a:lnTo>
                    <a:pt x="211247" y="188221"/>
                  </a:lnTo>
                  <a:lnTo>
                    <a:pt x="209256" y="196068"/>
                  </a:lnTo>
                  <a:lnTo>
                    <a:pt x="203869" y="211176"/>
                  </a:lnTo>
                  <a:lnTo>
                    <a:pt x="196374" y="225932"/>
                  </a:lnTo>
                  <a:lnTo>
                    <a:pt x="187239" y="240337"/>
                  </a:lnTo>
                  <a:lnTo>
                    <a:pt x="176465" y="253922"/>
                  </a:lnTo>
                  <a:lnTo>
                    <a:pt x="164168" y="266804"/>
                  </a:lnTo>
                  <a:lnTo>
                    <a:pt x="150700" y="278867"/>
                  </a:lnTo>
                  <a:lnTo>
                    <a:pt x="135827" y="289875"/>
                  </a:lnTo>
                  <a:lnTo>
                    <a:pt x="120134" y="299947"/>
                  </a:lnTo>
                  <a:lnTo>
                    <a:pt x="103387" y="308731"/>
                  </a:lnTo>
                  <a:lnTo>
                    <a:pt x="85938" y="316226"/>
                  </a:lnTo>
                  <a:lnTo>
                    <a:pt x="70245" y="319740"/>
                  </a:lnTo>
                  <a:lnTo>
                    <a:pt x="68956" y="314000"/>
                  </a:lnTo>
                  <a:lnTo>
                    <a:pt x="84415" y="310604"/>
                  </a:lnTo>
                  <a:lnTo>
                    <a:pt x="83830" y="310722"/>
                  </a:lnTo>
                  <a:lnTo>
                    <a:pt x="101045" y="303343"/>
                  </a:lnTo>
                  <a:lnTo>
                    <a:pt x="100811" y="303461"/>
                  </a:lnTo>
                  <a:lnTo>
                    <a:pt x="117323" y="294794"/>
                  </a:lnTo>
                  <a:lnTo>
                    <a:pt x="117089" y="294912"/>
                  </a:lnTo>
                  <a:lnTo>
                    <a:pt x="132665" y="285074"/>
                  </a:lnTo>
                  <a:lnTo>
                    <a:pt x="132431" y="285191"/>
                  </a:lnTo>
                  <a:lnTo>
                    <a:pt x="147070" y="274300"/>
                  </a:lnTo>
                  <a:lnTo>
                    <a:pt x="146836" y="274417"/>
                  </a:lnTo>
                  <a:lnTo>
                    <a:pt x="160186" y="262588"/>
                  </a:lnTo>
                  <a:lnTo>
                    <a:pt x="160069" y="262706"/>
                  </a:lnTo>
                  <a:lnTo>
                    <a:pt x="172132" y="250057"/>
                  </a:lnTo>
                  <a:lnTo>
                    <a:pt x="172015" y="250174"/>
                  </a:lnTo>
                  <a:lnTo>
                    <a:pt x="182554" y="236706"/>
                  </a:lnTo>
                  <a:lnTo>
                    <a:pt x="182437" y="237058"/>
                  </a:lnTo>
                  <a:lnTo>
                    <a:pt x="191338" y="223004"/>
                  </a:lnTo>
                  <a:lnTo>
                    <a:pt x="191221" y="223238"/>
                  </a:lnTo>
                  <a:lnTo>
                    <a:pt x="198482" y="208716"/>
                  </a:lnTo>
                  <a:lnTo>
                    <a:pt x="198365" y="209068"/>
                  </a:lnTo>
                  <a:lnTo>
                    <a:pt x="203752" y="194194"/>
                  </a:lnTo>
                  <a:lnTo>
                    <a:pt x="203634" y="194428"/>
                  </a:lnTo>
                  <a:lnTo>
                    <a:pt x="205625" y="186933"/>
                  </a:lnTo>
                  <a:lnTo>
                    <a:pt x="205508" y="187050"/>
                  </a:lnTo>
                  <a:lnTo>
                    <a:pt x="206914" y="179555"/>
                  </a:lnTo>
                  <a:lnTo>
                    <a:pt x="206914" y="179789"/>
                  </a:lnTo>
                  <a:lnTo>
                    <a:pt x="207851" y="172177"/>
                  </a:lnTo>
                  <a:lnTo>
                    <a:pt x="207851" y="172411"/>
                  </a:lnTo>
                  <a:lnTo>
                    <a:pt x="208085" y="164798"/>
                  </a:lnTo>
                  <a:lnTo>
                    <a:pt x="208085" y="165033"/>
                  </a:lnTo>
                  <a:lnTo>
                    <a:pt x="207851" y="157304"/>
                  </a:lnTo>
                  <a:lnTo>
                    <a:pt x="207851" y="157655"/>
                  </a:lnTo>
                  <a:lnTo>
                    <a:pt x="206797" y="150042"/>
                  </a:lnTo>
                  <a:lnTo>
                    <a:pt x="206914" y="150277"/>
                  </a:lnTo>
                  <a:lnTo>
                    <a:pt x="205391" y="142665"/>
                  </a:lnTo>
                  <a:lnTo>
                    <a:pt x="205391" y="142898"/>
                  </a:lnTo>
                  <a:lnTo>
                    <a:pt x="203400" y="135286"/>
                  </a:lnTo>
                  <a:lnTo>
                    <a:pt x="203518" y="135520"/>
                  </a:lnTo>
                  <a:lnTo>
                    <a:pt x="200941" y="128026"/>
                  </a:lnTo>
                  <a:lnTo>
                    <a:pt x="201058" y="128259"/>
                  </a:lnTo>
                  <a:lnTo>
                    <a:pt x="197896" y="120881"/>
                  </a:lnTo>
                  <a:lnTo>
                    <a:pt x="197896" y="121116"/>
                  </a:lnTo>
                  <a:lnTo>
                    <a:pt x="190284" y="106594"/>
                  </a:lnTo>
                  <a:lnTo>
                    <a:pt x="190518" y="106945"/>
                  </a:lnTo>
                  <a:lnTo>
                    <a:pt x="180915" y="92892"/>
                  </a:lnTo>
                  <a:lnTo>
                    <a:pt x="181032" y="93125"/>
                  </a:lnTo>
                  <a:lnTo>
                    <a:pt x="169789" y="79658"/>
                  </a:lnTo>
                  <a:lnTo>
                    <a:pt x="170023" y="79774"/>
                  </a:lnTo>
                  <a:lnTo>
                    <a:pt x="157141" y="67127"/>
                  </a:lnTo>
                  <a:lnTo>
                    <a:pt x="157376" y="67244"/>
                  </a:lnTo>
                  <a:lnTo>
                    <a:pt x="143205" y="55415"/>
                  </a:lnTo>
                  <a:lnTo>
                    <a:pt x="143439" y="55533"/>
                  </a:lnTo>
                  <a:lnTo>
                    <a:pt x="128098" y="44640"/>
                  </a:lnTo>
                  <a:lnTo>
                    <a:pt x="128215" y="44758"/>
                  </a:lnTo>
                  <a:lnTo>
                    <a:pt x="111702" y="34803"/>
                  </a:lnTo>
                  <a:lnTo>
                    <a:pt x="111936" y="34920"/>
                  </a:lnTo>
                  <a:lnTo>
                    <a:pt x="94487" y="26371"/>
                  </a:lnTo>
                  <a:lnTo>
                    <a:pt x="94604" y="26488"/>
                  </a:lnTo>
                  <a:lnTo>
                    <a:pt x="76452" y="19110"/>
                  </a:lnTo>
                  <a:lnTo>
                    <a:pt x="76686" y="19110"/>
                  </a:lnTo>
                  <a:lnTo>
                    <a:pt x="57831" y="13138"/>
                  </a:lnTo>
                  <a:lnTo>
                    <a:pt x="58182" y="13254"/>
                  </a:lnTo>
                  <a:lnTo>
                    <a:pt x="38859" y="8921"/>
                  </a:lnTo>
                  <a:lnTo>
                    <a:pt x="39093" y="9038"/>
                  </a:lnTo>
                  <a:lnTo>
                    <a:pt x="19536" y="6228"/>
                  </a:lnTo>
                  <a:lnTo>
                    <a:pt x="19770" y="6228"/>
                  </a:lnTo>
                  <a:lnTo>
                    <a:pt x="95" y="5291"/>
                  </a:lnTo>
                  <a:close/>
                  <a:moveTo>
                    <a:pt x="87343" y="349252"/>
                  </a:moveTo>
                  <a:lnTo>
                    <a:pt x="11923" y="327352"/>
                  </a:lnTo>
                  <a:lnTo>
                    <a:pt x="74812" y="280155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0B8C1AA-2B56-2AED-FD52-051EE9A001A1}"/>
                </a:ext>
              </a:extLst>
            </p:cNvPr>
            <p:cNvSpPr/>
            <p:nvPr/>
          </p:nvSpPr>
          <p:spPr>
            <a:xfrm flipV="1">
              <a:off x="5397892" y="1855153"/>
              <a:ext cx="213845" cy="662976"/>
            </a:xfrm>
            <a:custGeom>
              <a:avLst/>
              <a:gdLst>
                <a:gd name="connsiteX0" fmla="*/ 329 w 213845"/>
                <a:gd name="connsiteY0" fmla="*/ -596 h 662976"/>
                <a:gd name="connsiteX1" fmla="*/ 10284 w 213845"/>
                <a:gd name="connsiteY1" fmla="*/ -127 h 662976"/>
                <a:gd name="connsiteX2" fmla="*/ 20472 w 213845"/>
                <a:gd name="connsiteY2" fmla="*/ 1278 h 662976"/>
                <a:gd name="connsiteX3" fmla="*/ 30544 w 213845"/>
                <a:gd name="connsiteY3" fmla="*/ 3620 h 662976"/>
                <a:gd name="connsiteX4" fmla="*/ 40498 w 213845"/>
                <a:gd name="connsiteY4" fmla="*/ 6899 h 662976"/>
                <a:gd name="connsiteX5" fmla="*/ 50453 w 213845"/>
                <a:gd name="connsiteY5" fmla="*/ 10881 h 662976"/>
                <a:gd name="connsiteX6" fmla="*/ 60173 w 213845"/>
                <a:gd name="connsiteY6" fmla="*/ 15917 h 662976"/>
                <a:gd name="connsiteX7" fmla="*/ 69776 w 213845"/>
                <a:gd name="connsiteY7" fmla="*/ 21538 h 662976"/>
                <a:gd name="connsiteX8" fmla="*/ 79262 w 213845"/>
                <a:gd name="connsiteY8" fmla="*/ 27862 h 662976"/>
                <a:gd name="connsiteX9" fmla="*/ 88631 w 213845"/>
                <a:gd name="connsiteY9" fmla="*/ 35007 h 662976"/>
                <a:gd name="connsiteX10" fmla="*/ 97649 w 213845"/>
                <a:gd name="connsiteY10" fmla="*/ 42853 h 662976"/>
                <a:gd name="connsiteX11" fmla="*/ 106666 w 213845"/>
                <a:gd name="connsiteY11" fmla="*/ 51285 h 662976"/>
                <a:gd name="connsiteX12" fmla="*/ 115333 w 213845"/>
                <a:gd name="connsiteY12" fmla="*/ 60420 h 662976"/>
                <a:gd name="connsiteX13" fmla="*/ 123765 w 213845"/>
                <a:gd name="connsiteY13" fmla="*/ 70023 h 662976"/>
                <a:gd name="connsiteX14" fmla="*/ 132079 w 213845"/>
                <a:gd name="connsiteY14" fmla="*/ 80212 h 662976"/>
                <a:gd name="connsiteX15" fmla="*/ 139926 w 213845"/>
                <a:gd name="connsiteY15" fmla="*/ 91103 h 662976"/>
                <a:gd name="connsiteX16" fmla="*/ 147538 w 213845"/>
                <a:gd name="connsiteY16" fmla="*/ 102347 h 662976"/>
                <a:gd name="connsiteX17" fmla="*/ 161826 w 213845"/>
                <a:gd name="connsiteY17" fmla="*/ 126237 h 662976"/>
                <a:gd name="connsiteX18" fmla="*/ 174708 w 213845"/>
                <a:gd name="connsiteY18" fmla="*/ 151885 h 662976"/>
                <a:gd name="connsiteX19" fmla="*/ 186068 w 213845"/>
                <a:gd name="connsiteY19" fmla="*/ 178938 h 662976"/>
                <a:gd name="connsiteX20" fmla="*/ 195671 w 213845"/>
                <a:gd name="connsiteY20" fmla="*/ 207162 h 662976"/>
                <a:gd name="connsiteX21" fmla="*/ 203400 w 213845"/>
                <a:gd name="connsiteY21" fmla="*/ 236324 h 662976"/>
                <a:gd name="connsiteX22" fmla="*/ 206562 w 213845"/>
                <a:gd name="connsiteY22" fmla="*/ 251314 h 662976"/>
                <a:gd name="connsiteX23" fmla="*/ 209139 w 213845"/>
                <a:gd name="connsiteY23" fmla="*/ 266305 h 662976"/>
                <a:gd name="connsiteX24" fmla="*/ 211130 w 213845"/>
                <a:gd name="connsiteY24" fmla="*/ 281412 h 662976"/>
                <a:gd name="connsiteX25" fmla="*/ 212652 w 213845"/>
                <a:gd name="connsiteY25" fmla="*/ 296754 h 662976"/>
                <a:gd name="connsiteX26" fmla="*/ 213589 w 213845"/>
                <a:gd name="connsiteY26" fmla="*/ 311979 h 662976"/>
                <a:gd name="connsiteX27" fmla="*/ 213940 w 213845"/>
                <a:gd name="connsiteY27" fmla="*/ 327320 h 662976"/>
                <a:gd name="connsiteX28" fmla="*/ 213589 w 213845"/>
                <a:gd name="connsiteY28" fmla="*/ 342662 h 662976"/>
                <a:gd name="connsiteX29" fmla="*/ 212769 w 213845"/>
                <a:gd name="connsiteY29" fmla="*/ 358004 h 662976"/>
                <a:gd name="connsiteX30" fmla="*/ 211364 w 213845"/>
                <a:gd name="connsiteY30" fmla="*/ 373229 h 662976"/>
                <a:gd name="connsiteX31" fmla="*/ 209373 w 213845"/>
                <a:gd name="connsiteY31" fmla="*/ 388454 h 662976"/>
                <a:gd name="connsiteX32" fmla="*/ 203986 w 213845"/>
                <a:gd name="connsiteY32" fmla="*/ 418317 h 662976"/>
                <a:gd name="connsiteX33" fmla="*/ 196725 w 213845"/>
                <a:gd name="connsiteY33" fmla="*/ 447478 h 662976"/>
                <a:gd name="connsiteX34" fmla="*/ 187707 w 213845"/>
                <a:gd name="connsiteY34" fmla="*/ 475703 h 662976"/>
                <a:gd name="connsiteX35" fmla="*/ 176933 w 213845"/>
                <a:gd name="connsiteY35" fmla="*/ 502756 h 662976"/>
                <a:gd name="connsiteX36" fmla="*/ 164754 w 213845"/>
                <a:gd name="connsiteY36" fmla="*/ 528404 h 662976"/>
                <a:gd name="connsiteX37" fmla="*/ 151286 w 213845"/>
                <a:gd name="connsiteY37" fmla="*/ 552295 h 662976"/>
                <a:gd name="connsiteX38" fmla="*/ 144142 w 213845"/>
                <a:gd name="connsiteY38" fmla="*/ 563538 h 662976"/>
                <a:gd name="connsiteX39" fmla="*/ 136530 w 213845"/>
                <a:gd name="connsiteY39" fmla="*/ 574429 h 662976"/>
                <a:gd name="connsiteX40" fmla="*/ 128918 w 213845"/>
                <a:gd name="connsiteY40" fmla="*/ 584618 h 662976"/>
                <a:gd name="connsiteX41" fmla="*/ 120837 w 213845"/>
                <a:gd name="connsiteY41" fmla="*/ 594221 h 662976"/>
                <a:gd name="connsiteX42" fmla="*/ 112639 w 213845"/>
                <a:gd name="connsiteY42" fmla="*/ 603356 h 662976"/>
                <a:gd name="connsiteX43" fmla="*/ 104207 w 213845"/>
                <a:gd name="connsiteY43" fmla="*/ 611788 h 662976"/>
                <a:gd name="connsiteX44" fmla="*/ 95658 w 213845"/>
                <a:gd name="connsiteY44" fmla="*/ 619635 h 662976"/>
                <a:gd name="connsiteX45" fmla="*/ 86640 w 213845"/>
                <a:gd name="connsiteY45" fmla="*/ 626896 h 662976"/>
                <a:gd name="connsiteX46" fmla="*/ 68488 w 213845"/>
                <a:gd name="connsiteY46" fmla="*/ 635679 h 662976"/>
                <a:gd name="connsiteX47" fmla="*/ 65912 w 213845"/>
                <a:gd name="connsiteY47" fmla="*/ 630409 h 662976"/>
                <a:gd name="connsiteX48" fmla="*/ 83712 w 213845"/>
                <a:gd name="connsiteY48" fmla="*/ 621743 h 662976"/>
                <a:gd name="connsiteX49" fmla="*/ 83244 w 213845"/>
                <a:gd name="connsiteY49" fmla="*/ 622094 h 662976"/>
                <a:gd name="connsiteX50" fmla="*/ 91910 w 213845"/>
                <a:gd name="connsiteY50" fmla="*/ 615067 h 662976"/>
                <a:gd name="connsiteX51" fmla="*/ 91793 w 213845"/>
                <a:gd name="connsiteY51" fmla="*/ 615184 h 662976"/>
                <a:gd name="connsiteX52" fmla="*/ 100225 w 213845"/>
                <a:gd name="connsiteY52" fmla="*/ 607455 h 662976"/>
                <a:gd name="connsiteX53" fmla="*/ 100108 w 213845"/>
                <a:gd name="connsiteY53" fmla="*/ 607572 h 662976"/>
                <a:gd name="connsiteX54" fmla="*/ 108423 w 213845"/>
                <a:gd name="connsiteY54" fmla="*/ 599257 h 662976"/>
                <a:gd name="connsiteX55" fmla="*/ 108306 w 213845"/>
                <a:gd name="connsiteY55" fmla="*/ 599374 h 662976"/>
                <a:gd name="connsiteX56" fmla="*/ 116504 w 213845"/>
                <a:gd name="connsiteY56" fmla="*/ 590357 h 662976"/>
                <a:gd name="connsiteX57" fmla="*/ 116387 w 213845"/>
                <a:gd name="connsiteY57" fmla="*/ 590474 h 662976"/>
                <a:gd name="connsiteX58" fmla="*/ 124350 w 213845"/>
                <a:gd name="connsiteY58" fmla="*/ 580870 h 662976"/>
                <a:gd name="connsiteX59" fmla="*/ 124233 w 213845"/>
                <a:gd name="connsiteY59" fmla="*/ 580988 h 662976"/>
                <a:gd name="connsiteX60" fmla="*/ 131845 w 213845"/>
                <a:gd name="connsiteY60" fmla="*/ 570915 h 662976"/>
                <a:gd name="connsiteX61" fmla="*/ 131845 w 213845"/>
                <a:gd name="connsiteY61" fmla="*/ 571033 h 662976"/>
                <a:gd name="connsiteX62" fmla="*/ 139223 w 213845"/>
                <a:gd name="connsiteY62" fmla="*/ 560258 h 662976"/>
                <a:gd name="connsiteX63" fmla="*/ 139223 w 213845"/>
                <a:gd name="connsiteY63" fmla="*/ 560376 h 662976"/>
                <a:gd name="connsiteX64" fmla="*/ 146367 w 213845"/>
                <a:gd name="connsiteY64" fmla="*/ 549250 h 662976"/>
                <a:gd name="connsiteX65" fmla="*/ 146250 w 213845"/>
                <a:gd name="connsiteY65" fmla="*/ 549367 h 662976"/>
                <a:gd name="connsiteX66" fmla="*/ 159601 w 213845"/>
                <a:gd name="connsiteY66" fmla="*/ 525593 h 662976"/>
                <a:gd name="connsiteX67" fmla="*/ 159484 w 213845"/>
                <a:gd name="connsiteY67" fmla="*/ 525710 h 662976"/>
                <a:gd name="connsiteX68" fmla="*/ 171663 w 213845"/>
                <a:gd name="connsiteY68" fmla="*/ 500297 h 662976"/>
                <a:gd name="connsiteX69" fmla="*/ 171546 w 213845"/>
                <a:gd name="connsiteY69" fmla="*/ 500531 h 662976"/>
                <a:gd name="connsiteX70" fmla="*/ 182203 w 213845"/>
                <a:gd name="connsiteY70" fmla="*/ 473712 h 662976"/>
                <a:gd name="connsiteX71" fmla="*/ 182086 w 213845"/>
                <a:gd name="connsiteY71" fmla="*/ 473829 h 662976"/>
                <a:gd name="connsiteX72" fmla="*/ 191104 w 213845"/>
                <a:gd name="connsiteY72" fmla="*/ 445839 h 662976"/>
                <a:gd name="connsiteX73" fmla="*/ 190987 w 213845"/>
                <a:gd name="connsiteY73" fmla="*/ 445956 h 662976"/>
                <a:gd name="connsiteX74" fmla="*/ 198365 w 213845"/>
                <a:gd name="connsiteY74" fmla="*/ 416912 h 662976"/>
                <a:gd name="connsiteX75" fmla="*/ 198247 w 213845"/>
                <a:gd name="connsiteY75" fmla="*/ 417147 h 662976"/>
                <a:gd name="connsiteX76" fmla="*/ 203634 w 213845"/>
                <a:gd name="connsiteY76" fmla="*/ 387399 h 662976"/>
                <a:gd name="connsiteX77" fmla="*/ 203634 w 213845"/>
                <a:gd name="connsiteY77" fmla="*/ 387634 h 662976"/>
                <a:gd name="connsiteX78" fmla="*/ 205508 w 213845"/>
                <a:gd name="connsiteY78" fmla="*/ 372526 h 662976"/>
                <a:gd name="connsiteX79" fmla="*/ 205508 w 213845"/>
                <a:gd name="connsiteY79" fmla="*/ 372643 h 662976"/>
                <a:gd name="connsiteX80" fmla="*/ 206914 w 213845"/>
                <a:gd name="connsiteY80" fmla="*/ 357418 h 662976"/>
                <a:gd name="connsiteX81" fmla="*/ 206914 w 213845"/>
                <a:gd name="connsiteY81" fmla="*/ 357536 h 662976"/>
                <a:gd name="connsiteX82" fmla="*/ 207851 w 213845"/>
                <a:gd name="connsiteY82" fmla="*/ 342428 h 662976"/>
                <a:gd name="connsiteX83" fmla="*/ 207851 w 213845"/>
                <a:gd name="connsiteY83" fmla="*/ 342545 h 662976"/>
                <a:gd name="connsiteX84" fmla="*/ 208085 w 213845"/>
                <a:gd name="connsiteY84" fmla="*/ 327320 h 662976"/>
                <a:gd name="connsiteX85" fmla="*/ 208085 w 213845"/>
                <a:gd name="connsiteY85" fmla="*/ 327438 h 662976"/>
                <a:gd name="connsiteX86" fmla="*/ 207851 w 213845"/>
                <a:gd name="connsiteY86" fmla="*/ 312213 h 662976"/>
                <a:gd name="connsiteX87" fmla="*/ 207851 w 213845"/>
                <a:gd name="connsiteY87" fmla="*/ 312330 h 662976"/>
                <a:gd name="connsiteX88" fmla="*/ 206797 w 213845"/>
                <a:gd name="connsiteY88" fmla="*/ 297106 h 662976"/>
                <a:gd name="connsiteX89" fmla="*/ 206797 w 213845"/>
                <a:gd name="connsiteY89" fmla="*/ 297222 h 662976"/>
                <a:gd name="connsiteX90" fmla="*/ 205391 w 213845"/>
                <a:gd name="connsiteY90" fmla="*/ 281998 h 662976"/>
                <a:gd name="connsiteX91" fmla="*/ 205391 w 213845"/>
                <a:gd name="connsiteY91" fmla="*/ 282115 h 662976"/>
                <a:gd name="connsiteX92" fmla="*/ 203283 w 213845"/>
                <a:gd name="connsiteY92" fmla="*/ 267124 h 662976"/>
                <a:gd name="connsiteX93" fmla="*/ 203400 w 213845"/>
                <a:gd name="connsiteY93" fmla="*/ 267241 h 662976"/>
                <a:gd name="connsiteX94" fmla="*/ 200824 w 213845"/>
                <a:gd name="connsiteY94" fmla="*/ 252251 h 662976"/>
                <a:gd name="connsiteX95" fmla="*/ 200824 w 213845"/>
                <a:gd name="connsiteY95" fmla="*/ 252368 h 662976"/>
                <a:gd name="connsiteX96" fmla="*/ 197662 w 213845"/>
                <a:gd name="connsiteY96" fmla="*/ 237612 h 662976"/>
                <a:gd name="connsiteX97" fmla="*/ 197662 w 213845"/>
                <a:gd name="connsiteY97" fmla="*/ 237846 h 662976"/>
                <a:gd name="connsiteX98" fmla="*/ 190050 w 213845"/>
                <a:gd name="connsiteY98" fmla="*/ 208685 h 662976"/>
                <a:gd name="connsiteX99" fmla="*/ 190167 w 213845"/>
                <a:gd name="connsiteY99" fmla="*/ 208919 h 662976"/>
                <a:gd name="connsiteX100" fmla="*/ 180564 w 213845"/>
                <a:gd name="connsiteY100" fmla="*/ 180929 h 662976"/>
                <a:gd name="connsiteX101" fmla="*/ 180564 w 213845"/>
                <a:gd name="connsiteY101" fmla="*/ 181046 h 662976"/>
                <a:gd name="connsiteX102" fmla="*/ 169321 w 213845"/>
                <a:gd name="connsiteY102" fmla="*/ 154228 h 662976"/>
                <a:gd name="connsiteX103" fmla="*/ 169438 w 213845"/>
                <a:gd name="connsiteY103" fmla="*/ 154461 h 662976"/>
                <a:gd name="connsiteX104" fmla="*/ 156673 w 213845"/>
                <a:gd name="connsiteY104" fmla="*/ 129048 h 662976"/>
                <a:gd name="connsiteX105" fmla="*/ 156790 w 213845"/>
                <a:gd name="connsiteY105" fmla="*/ 129165 h 662976"/>
                <a:gd name="connsiteX106" fmla="*/ 142619 w 213845"/>
                <a:gd name="connsiteY106" fmla="*/ 105391 h 662976"/>
                <a:gd name="connsiteX107" fmla="*/ 142737 w 213845"/>
                <a:gd name="connsiteY107" fmla="*/ 105508 h 662976"/>
                <a:gd name="connsiteX108" fmla="*/ 135124 w 213845"/>
                <a:gd name="connsiteY108" fmla="*/ 94382 h 662976"/>
                <a:gd name="connsiteX109" fmla="*/ 135241 w 213845"/>
                <a:gd name="connsiteY109" fmla="*/ 94499 h 662976"/>
                <a:gd name="connsiteX110" fmla="*/ 127395 w 213845"/>
                <a:gd name="connsiteY110" fmla="*/ 83725 h 662976"/>
                <a:gd name="connsiteX111" fmla="*/ 127512 w 213845"/>
                <a:gd name="connsiteY111" fmla="*/ 83842 h 662976"/>
                <a:gd name="connsiteX112" fmla="*/ 119314 w 213845"/>
                <a:gd name="connsiteY112" fmla="*/ 73771 h 662976"/>
                <a:gd name="connsiteX113" fmla="*/ 119314 w 213845"/>
                <a:gd name="connsiteY113" fmla="*/ 73887 h 662976"/>
                <a:gd name="connsiteX114" fmla="*/ 111000 w 213845"/>
                <a:gd name="connsiteY114" fmla="*/ 64285 h 662976"/>
                <a:gd name="connsiteX115" fmla="*/ 111116 w 213845"/>
                <a:gd name="connsiteY115" fmla="*/ 64401 h 662976"/>
                <a:gd name="connsiteX116" fmla="*/ 102450 w 213845"/>
                <a:gd name="connsiteY116" fmla="*/ 55384 h 662976"/>
                <a:gd name="connsiteX117" fmla="*/ 102567 w 213845"/>
                <a:gd name="connsiteY117" fmla="*/ 55501 h 662976"/>
                <a:gd name="connsiteX118" fmla="*/ 93784 w 213845"/>
                <a:gd name="connsiteY118" fmla="*/ 47186 h 662976"/>
                <a:gd name="connsiteX119" fmla="*/ 93784 w 213845"/>
                <a:gd name="connsiteY119" fmla="*/ 47303 h 662976"/>
                <a:gd name="connsiteX120" fmla="*/ 84884 w 213845"/>
                <a:gd name="connsiteY120" fmla="*/ 39573 h 662976"/>
                <a:gd name="connsiteX121" fmla="*/ 85001 w 213845"/>
                <a:gd name="connsiteY121" fmla="*/ 39691 h 662976"/>
                <a:gd name="connsiteX122" fmla="*/ 75749 w 213845"/>
                <a:gd name="connsiteY122" fmla="*/ 32664 h 662976"/>
                <a:gd name="connsiteX123" fmla="*/ 75866 w 213845"/>
                <a:gd name="connsiteY123" fmla="*/ 32664 h 662976"/>
                <a:gd name="connsiteX124" fmla="*/ 66614 w 213845"/>
                <a:gd name="connsiteY124" fmla="*/ 26340 h 662976"/>
                <a:gd name="connsiteX125" fmla="*/ 66731 w 213845"/>
                <a:gd name="connsiteY125" fmla="*/ 26457 h 662976"/>
                <a:gd name="connsiteX126" fmla="*/ 57245 w 213845"/>
                <a:gd name="connsiteY126" fmla="*/ 20953 h 662976"/>
                <a:gd name="connsiteX127" fmla="*/ 57480 w 213845"/>
                <a:gd name="connsiteY127" fmla="*/ 21070 h 662976"/>
                <a:gd name="connsiteX128" fmla="*/ 47876 w 213845"/>
                <a:gd name="connsiteY128" fmla="*/ 16268 h 662976"/>
                <a:gd name="connsiteX129" fmla="*/ 48110 w 213845"/>
                <a:gd name="connsiteY129" fmla="*/ 16268 h 662976"/>
                <a:gd name="connsiteX130" fmla="*/ 38390 w 213845"/>
                <a:gd name="connsiteY130" fmla="*/ 12403 h 662976"/>
                <a:gd name="connsiteX131" fmla="*/ 38624 w 213845"/>
                <a:gd name="connsiteY131" fmla="*/ 12403 h 662976"/>
                <a:gd name="connsiteX132" fmla="*/ 28904 w 213845"/>
                <a:gd name="connsiteY132" fmla="*/ 9241 h 662976"/>
                <a:gd name="connsiteX133" fmla="*/ 29138 w 213845"/>
                <a:gd name="connsiteY133" fmla="*/ 9359 h 662976"/>
                <a:gd name="connsiteX134" fmla="*/ 19301 w 213845"/>
                <a:gd name="connsiteY134" fmla="*/ 7016 h 662976"/>
                <a:gd name="connsiteX135" fmla="*/ 19536 w 213845"/>
                <a:gd name="connsiteY135" fmla="*/ 7134 h 662976"/>
                <a:gd name="connsiteX136" fmla="*/ 9581 w 213845"/>
                <a:gd name="connsiteY136" fmla="*/ 5728 h 662976"/>
                <a:gd name="connsiteX137" fmla="*/ 9932 w 213845"/>
                <a:gd name="connsiteY137" fmla="*/ 5728 h 662976"/>
                <a:gd name="connsiteX138" fmla="*/ 95 w 213845"/>
                <a:gd name="connsiteY138" fmla="*/ 5259 h 662976"/>
                <a:gd name="connsiteX139" fmla="*/ 89919 w 213845"/>
                <a:gd name="connsiteY139" fmla="*/ 662381 h 662976"/>
                <a:gd name="connsiteX140" fmla="*/ 11923 w 213845"/>
                <a:gd name="connsiteY140" fmla="*/ 652309 h 662976"/>
                <a:gd name="connsiteX141" fmla="*/ 66731 w 213845"/>
                <a:gd name="connsiteY141" fmla="*/ 596095 h 66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213845" h="662976">
                  <a:moveTo>
                    <a:pt x="329" y="-596"/>
                  </a:moveTo>
                  <a:lnTo>
                    <a:pt x="10284" y="-127"/>
                  </a:lnTo>
                  <a:lnTo>
                    <a:pt x="20472" y="1278"/>
                  </a:lnTo>
                  <a:lnTo>
                    <a:pt x="30544" y="3620"/>
                  </a:lnTo>
                  <a:lnTo>
                    <a:pt x="40498" y="6899"/>
                  </a:lnTo>
                  <a:lnTo>
                    <a:pt x="50453" y="10881"/>
                  </a:lnTo>
                  <a:lnTo>
                    <a:pt x="60173" y="15917"/>
                  </a:lnTo>
                  <a:lnTo>
                    <a:pt x="69776" y="21538"/>
                  </a:lnTo>
                  <a:lnTo>
                    <a:pt x="79262" y="27862"/>
                  </a:lnTo>
                  <a:lnTo>
                    <a:pt x="88631" y="35007"/>
                  </a:lnTo>
                  <a:lnTo>
                    <a:pt x="97649" y="42853"/>
                  </a:lnTo>
                  <a:lnTo>
                    <a:pt x="106666" y="51285"/>
                  </a:lnTo>
                  <a:lnTo>
                    <a:pt x="115333" y="60420"/>
                  </a:lnTo>
                  <a:lnTo>
                    <a:pt x="123765" y="70023"/>
                  </a:lnTo>
                  <a:lnTo>
                    <a:pt x="132079" y="80212"/>
                  </a:lnTo>
                  <a:lnTo>
                    <a:pt x="139926" y="91103"/>
                  </a:lnTo>
                  <a:lnTo>
                    <a:pt x="147538" y="102347"/>
                  </a:lnTo>
                  <a:lnTo>
                    <a:pt x="161826" y="126237"/>
                  </a:lnTo>
                  <a:lnTo>
                    <a:pt x="174708" y="151885"/>
                  </a:lnTo>
                  <a:lnTo>
                    <a:pt x="186068" y="178938"/>
                  </a:lnTo>
                  <a:lnTo>
                    <a:pt x="195671" y="207162"/>
                  </a:lnTo>
                  <a:lnTo>
                    <a:pt x="203400" y="236324"/>
                  </a:lnTo>
                  <a:lnTo>
                    <a:pt x="206562" y="251314"/>
                  </a:lnTo>
                  <a:lnTo>
                    <a:pt x="209139" y="266305"/>
                  </a:lnTo>
                  <a:lnTo>
                    <a:pt x="211130" y="281412"/>
                  </a:lnTo>
                  <a:lnTo>
                    <a:pt x="212652" y="296754"/>
                  </a:lnTo>
                  <a:lnTo>
                    <a:pt x="213589" y="311979"/>
                  </a:lnTo>
                  <a:lnTo>
                    <a:pt x="213940" y="327320"/>
                  </a:lnTo>
                  <a:lnTo>
                    <a:pt x="213589" y="342662"/>
                  </a:lnTo>
                  <a:lnTo>
                    <a:pt x="212769" y="358004"/>
                  </a:lnTo>
                  <a:lnTo>
                    <a:pt x="211364" y="373229"/>
                  </a:lnTo>
                  <a:lnTo>
                    <a:pt x="209373" y="388454"/>
                  </a:lnTo>
                  <a:lnTo>
                    <a:pt x="203986" y="418317"/>
                  </a:lnTo>
                  <a:lnTo>
                    <a:pt x="196725" y="447478"/>
                  </a:lnTo>
                  <a:lnTo>
                    <a:pt x="187707" y="475703"/>
                  </a:lnTo>
                  <a:lnTo>
                    <a:pt x="176933" y="502756"/>
                  </a:lnTo>
                  <a:lnTo>
                    <a:pt x="164754" y="528404"/>
                  </a:lnTo>
                  <a:lnTo>
                    <a:pt x="151286" y="552295"/>
                  </a:lnTo>
                  <a:lnTo>
                    <a:pt x="144142" y="563538"/>
                  </a:lnTo>
                  <a:lnTo>
                    <a:pt x="136530" y="574429"/>
                  </a:lnTo>
                  <a:lnTo>
                    <a:pt x="128918" y="584618"/>
                  </a:lnTo>
                  <a:lnTo>
                    <a:pt x="120837" y="594221"/>
                  </a:lnTo>
                  <a:lnTo>
                    <a:pt x="112639" y="603356"/>
                  </a:lnTo>
                  <a:lnTo>
                    <a:pt x="104207" y="611788"/>
                  </a:lnTo>
                  <a:lnTo>
                    <a:pt x="95658" y="619635"/>
                  </a:lnTo>
                  <a:lnTo>
                    <a:pt x="86640" y="626896"/>
                  </a:lnTo>
                  <a:lnTo>
                    <a:pt x="68488" y="635679"/>
                  </a:lnTo>
                  <a:lnTo>
                    <a:pt x="65912" y="630409"/>
                  </a:lnTo>
                  <a:lnTo>
                    <a:pt x="83712" y="621743"/>
                  </a:lnTo>
                  <a:lnTo>
                    <a:pt x="83244" y="622094"/>
                  </a:lnTo>
                  <a:lnTo>
                    <a:pt x="91910" y="615067"/>
                  </a:lnTo>
                  <a:lnTo>
                    <a:pt x="91793" y="615184"/>
                  </a:lnTo>
                  <a:lnTo>
                    <a:pt x="100225" y="607455"/>
                  </a:lnTo>
                  <a:lnTo>
                    <a:pt x="100108" y="607572"/>
                  </a:lnTo>
                  <a:lnTo>
                    <a:pt x="108423" y="599257"/>
                  </a:lnTo>
                  <a:lnTo>
                    <a:pt x="108306" y="599374"/>
                  </a:lnTo>
                  <a:lnTo>
                    <a:pt x="116504" y="590357"/>
                  </a:lnTo>
                  <a:lnTo>
                    <a:pt x="116387" y="590474"/>
                  </a:lnTo>
                  <a:lnTo>
                    <a:pt x="124350" y="580870"/>
                  </a:lnTo>
                  <a:lnTo>
                    <a:pt x="124233" y="580988"/>
                  </a:lnTo>
                  <a:lnTo>
                    <a:pt x="131845" y="570915"/>
                  </a:lnTo>
                  <a:lnTo>
                    <a:pt x="131845" y="571033"/>
                  </a:lnTo>
                  <a:lnTo>
                    <a:pt x="139223" y="560258"/>
                  </a:lnTo>
                  <a:lnTo>
                    <a:pt x="139223" y="560376"/>
                  </a:lnTo>
                  <a:lnTo>
                    <a:pt x="146367" y="549250"/>
                  </a:lnTo>
                  <a:lnTo>
                    <a:pt x="146250" y="549367"/>
                  </a:lnTo>
                  <a:lnTo>
                    <a:pt x="159601" y="525593"/>
                  </a:lnTo>
                  <a:lnTo>
                    <a:pt x="159484" y="525710"/>
                  </a:lnTo>
                  <a:lnTo>
                    <a:pt x="171663" y="500297"/>
                  </a:lnTo>
                  <a:lnTo>
                    <a:pt x="171546" y="500531"/>
                  </a:lnTo>
                  <a:lnTo>
                    <a:pt x="182203" y="473712"/>
                  </a:lnTo>
                  <a:lnTo>
                    <a:pt x="182086" y="473829"/>
                  </a:lnTo>
                  <a:lnTo>
                    <a:pt x="191104" y="445839"/>
                  </a:lnTo>
                  <a:lnTo>
                    <a:pt x="190987" y="445956"/>
                  </a:lnTo>
                  <a:lnTo>
                    <a:pt x="198365" y="416912"/>
                  </a:lnTo>
                  <a:lnTo>
                    <a:pt x="198247" y="417147"/>
                  </a:lnTo>
                  <a:lnTo>
                    <a:pt x="203634" y="387399"/>
                  </a:lnTo>
                  <a:lnTo>
                    <a:pt x="203634" y="387634"/>
                  </a:lnTo>
                  <a:lnTo>
                    <a:pt x="205508" y="372526"/>
                  </a:lnTo>
                  <a:lnTo>
                    <a:pt x="205508" y="372643"/>
                  </a:lnTo>
                  <a:lnTo>
                    <a:pt x="206914" y="357418"/>
                  </a:lnTo>
                  <a:lnTo>
                    <a:pt x="206914" y="357536"/>
                  </a:lnTo>
                  <a:lnTo>
                    <a:pt x="207851" y="342428"/>
                  </a:lnTo>
                  <a:lnTo>
                    <a:pt x="207851" y="342545"/>
                  </a:lnTo>
                  <a:lnTo>
                    <a:pt x="208085" y="327320"/>
                  </a:lnTo>
                  <a:lnTo>
                    <a:pt x="208085" y="327438"/>
                  </a:lnTo>
                  <a:lnTo>
                    <a:pt x="207851" y="312213"/>
                  </a:lnTo>
                  <a:lnTo>
                    <a:pt x="207851" y="312330"/>
                  </a:lnTo>
                  <a:lnTo>
                    <a:pt x="206797" y="297106"/>
                  </a:lnTo>
                  <a:lnTo>
                    <a:pt x="206797" y="297222"/>
                  </a:lnTo>
                  <a:lnTo>
                    <a:pt x="205391" y="281998"/>
                  </a:lnTo>
                  <a:lnTo>
                    <a:pt x="205391" y="282115"/>
                  </a:lnTo>
                  <a:lnTo>
                    <a:pt x="203283" y="267124"/>
                  </a:lnTo>
                  <a:lnTo>
                    <a:pt x="203400" y="267241"/>
                  </a:lnTo>
                  <a:lnTo>
                    <a:pt x="200824" y="252251"/>
                  </a:lnTo>
                  <a:lnTo>
                    <a:pt x="200824" y="252368"/>
                  </a:lnTo>
                  <a:lnTo>
                    <a:pt x="197662" y="237612"/>
                  </a:lnTo>
                  <a:lnTo>
                    <a:pt x="197662" y="237846"/>
                  </a:lnTo>
                  <a:lnTo>
                    <a:pt x="190050" y="208685"/>
                  </a:lnTo>
                  <a:lnTo>
                    <a:pt x="190167" y="208919"/>
                  </a:lnTo>
                  <a:lnTo>
                    <a:pt x="180564" y="180929"/>
                  </a:lnTo>
                  <a:lnTo>
                    <a:pt x="180564" y="181046"/>
                  </a:lnTo>
                  <a:lnTo>
                    <a:pt x="169321" y="154228"/>
                  </a:lnTo>
                  <a:lnTo>
                    <a:pt x="169438" y="154461"/>
                  </a:lnTo>
                  <a:lnTo>
                    <a:pt x="156673" y="129048"/>
                  </a:lnTo>
                  <a:lnTo>
                    <a:pt x="156790" y="129165"/>
                  </a:lnTo>
                  <a:lnTo>
                    <a:pt x="142619" y="105391"/>
                  </a:lnTo>
                  <a:lnTo>
                    <a:pt x="142737" y="105508"/>
                  </a:lnTo>
                  <a:lnTo>
                    <a:pt x="135124" y="94382"/>
                  </a:lnTo>
                  <a:lnTo>
                    <a:pt x="135241" y="94499"/>
                  </a:lnTo>
                  <a:lnTo>
                    <a:pt x="127395" y="83725"/>
                  </a:lnTo>
                  <a:lnTo>
                    <a:pt x="127512" y="83842"/>
                  </a:lnTo>
                  <a:lnTo>
                    <a:pt x="119314" y="73771"/>
                  </a:lnTo>
                  <a:lnTo>
                    <a:pt x="119314" y="73887"/>
                  </a:lnTo>
                  <a:lnTo>
                    <a:pt x="111000" y="64285"/>
                  </a:lnTo>
                  <a:lnTo>
                    <a:pt x="111116" y="64401"/>
                  </a:lnTo>
                  <a:lnTo>
                    <a:pt x="102450" y="55384"/>
                  </a:lnTo>
                  <a:lnTo>
                    <a:pt x="102567" y="55501"/>
                  </a:lnTo>
                  <a:lnTo>
                    <a:pt x="93784" y="47186"/>
                  </a:lnTo>
                  <a:lnTo>
                    <a:pt x="93784" y="47303"/>
                  </a:lnTo>
                  <a:lnTo>
                    <a:pt x="84884" y="39573"/>
                  </a:lnTo>
                  <a:lnTo>
                    <a:pt x="85001" y="39691"/>
                  </a:lnTo>
                  <a:lnTo>
                    <a:pt x="75749" y="32664"/>
                  </a:lnTo>
                  <a:lnTo>
                    <a:pt x="75866" y="32664"/>
                  </a:lnTo>
                  <a:lnTo>
                    <a:pt x="66614" y="26340"/>
                  </a:lnTo>
                  <a:lnTo>
                    <a:pt x="66731" y="26457"/>
                  </a:lnTo>
                  <a:lnTo>
                    <a:pt x="57245" y="20953"/>
                  </a:lnTo>
                  <a:lnTo>
                    <a:pt x="57480" y="21070"/>
                  </a:lnTo>
                  <a:lnTo>
                    <a:pt x="47876" y="16268"/>
                  </a:lnTo>
                  <a:lnTo>
                    <a:pt x="48110" y="16268"/>
                  </a:lnTo>
                  <a:lnTo>
                    <a:pt x="38390" y="12403"/>
                  </a:lnTo>
                  <a:lnTo>
                    <a:pt x="38624" y="12403"/>
                  </a:lnTo>
                  <a:lnTo>
                    <a:pt x="28904" y="9241"/>
                  </a:lnTo>
                  <a:lnTo>
                    <a:pt x="29138" y="9359"/>
                  </a:lnTo>
                  <a:lnTo>
                    <a:pt x="19301" y="7016"/>
                  </a:lnTo>
                  <a:lnTo>
                    <a:pt x="19536" y="7134"/>
                  </a:lnTo>
                  <a:lnTo>
                    <a:pt x="9581" y="5728"/>
                  </a:lnTo>
                  <a:lnTo>
                    <a:pt x="9932" y="5728"/>
                  </a:lnTo>
                  <a:lnTo>
                    <a:pt x="95" y="5259"/>
                  </a:lnTo>
                  <a:close/>
                  <a:moveTo>
                    <a:pt x="89919" y="662381"/>
                  </a:moveTo>
                  <a:lnTo>
                    <a:pt x="11923" y="652309"/>
                  </a:lnTo>
                  <a:lnTo>
                    <a:pt x="66731" y="596095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B6C2358-5C62-B6E3-CA92-F714FA4D566A}"/>
                </a:ext>
              </a:extLst>
            </p:cNvPr>
            <p:cNvSpPr/>
            <p:nvPr/>
          </p:nvSpPr>
          <p:spPr>
            <a:xfrm flipV="1">
              <a:off x="5397775" y="1539884"/>
              <a:ext cx="213962" cy="978245"/>
            </a:xfrm>
            <a:custGeom>
              <a:avLst/>
              <a:gdLst>
                <a:gd name="connsiteX0" fmla="*/ 563 w 213962"/>
                <a:gd name="connsiteY0" fmla="*/ -628 h 978245"/>
                <a:gd name="connsiteX1" fmla="*/ 10518 w 213962"/>
                <a:gd name="connsiteY1" fmla="*/ 75 h 978245"/>
                <a:gd name="connsiteX2" fmla="*/ 20824 w 213962"/>
                <a:gd name="connsiteY2" fmla="*/ 2300 h 978245"/>
                <a:gd name="connsiteX3" fmla="*/ 31012 w 213962"/>
                <a:gd name="connsiteY3" fmla="*/ 5813 h 978245"/>
                <a:gd name="connsiteX4" fmla="*/ 41084 w 213962"/>
                <a:gd name="connsiteY4" fmla="*/ 10733 h 978245"/>
                <a:gd name="connsiteX5" fmla="*/ 50921 w 213962"/>
                <a:gd name="connsiteY5" fmla="*/ 16822 h 978245"/>
                <a:gd name="connsiteX6" fmla="*/ 60759 w 213962"/>
                <a:gd name="connsiteY6" fmla="*/ 24083 h 978245"/>
                <a:gd name="connsiteX7" fmla="*/ 70362 w 213962"/>
                <a:gd name="connsiteY7" fmla="*/ 32633 h 978245"/>
                <a:gd name="connsiteX8" fmla="*/ 79848 w 213962"/>
                <a:gd name="connsiteY8" fmla="*/ 42236 h 978245"/>
                <a:gd name="connsiteX9" fmla="*/ 89217 w 213962"/>
                <a:gd name="connsiteY9" fmla="*/ 52893 h 978245"/>
                <a:gd name="connsiteX10" fmla="*/ 98234 w 213962"/>
                <a:gd name="connsiteY10" fmla="*/ 64487 h 978245"/>
                <a:gd name="connsiteX11" fmla="*/ 107135 w 213962"/>
                <a:gd name="connsiteY11" fmla="*/ 77253 h 978245"/>
                <a:gd name="connsiteX12" fmla="*/ 115801 w 213962"/>
                <a:gd name="connsiteY12" fmla="*/ 90720 h 978245"/>
                <a:gd name="connsiteX13" fmla="*/ 124233 w 213962"/>
                <a:gd name="connsiteY13" fmla="*/ 105243 h 978245"/>
                <a:gd name="connsiteX14" fmla="*/ 132431 w 213962"/>
                <a:gd name="connsiteY14" fmla="*/ 120585 h 978245"/>
                <a:gd name="connsiteX15" fmla="*/ 140277 w 213962"/>
                <a:gd name="connsiteY15" fmla="*/ 136629 h 978245"/>
                <a:gd name="connsiteX16" fmla="*/ 147890 w 213962"/>
                <a:gd name="connsiteY16" fmla="*/ 153493 h 978245"/>
                <a:gd name="connsiteX17" fmla="*/ 155268 w 213962"/>
                <a:gd name="connsiteY17" fmla="*/ 171178 h 978245"/>
                <a:gd name="connsiteX18" fmla="*/ 162060 w 213962"/>
                <a:gd name="connsiteY18" fmla="*/ 189330 h 978245"/>
                <a:gd name="connsiteX19" fmla="*/ 168735 w 213962"/>
                <a:gd name="connsiteY19" fmla="*/ 208185 h 978245"/>
                <a:gd name="connsiteX20" fmla="*/ 174942 w 213962"/>
                <a:gd name="connsiteY20" fmla="*/ 227626 h 978245"/>
                <a:gd name="connsiteX21" fmla="*/ 180798 w 213962"/>
                <a:gd name="connsiteY21" fmla="*/ 247535 h 978245"/>
                <a:gd name="connsiteX22" fmla="*/ 186302 w 213962"/>
                <a:gd name="connsiteY22" fmla="*/ 268030 h 978245"/>
                <a:gd name="connsiteX23" fmla="*/ 195905 w 213962"/>
                <a:gd name="connsiteY23" fmla="*/ 310191 h 978245"/>
                <a:gd name="connsiteX24" fmla="*/ 203518 w 213962"/>
                <a:gd name="connsiteY24" fmla="*/ 353874 h 978245"/>
                <a:gd name="connsiteX25" fmla="*/ 206679 w 213962"/>
                <a:gd name="connsiteY25" fmla="*/ 376126 h 978245"/>
                <a:gd name="connsiteX26" fmla="*/ 209256 w 213962"/>
                <a:gd name="connsiteY26" fmla="*/ 398611 h 978245"/>
                <a:gd name="connsiteX27" fmla="*/ 211247 w 213962"/>
                <a:gd name="connsiteY27" fmla="*/ 421214 h 978245"/>
                <a:gd name="connsiteX28" fmla="*/ 212769 w 213962"/>
                <a:gd name="connsiteY28" fmla="*/ 444051 h 978245"/>
                <a:gd name="connsiteX29" fmla="*/ 213706 w 213962"/>
                <a:gd name="connsiteY29" fmla="*/ 466888 h 978245"/>
                <a:gd name="connsiteX30" fmla="*/ 214057 w 213962"/>
                <a:gd name="connsiteY30" fmla="*/ 489842 h 978245"/>
                <a:gd name="connsiteX31" fmla="*/ 213706 w 213962"/>
                <a:gd name="connsiteY31" fmla="*/ 512679 h 978245"/>
                <a:gd name="connsiteX32" fmla="*/ 212887 w 213962"/>
                <a:gd name="connsiteY32" fmla="*/ 535634 h 978245"/>
                <a:gd name="connsiteX33" fmla="*/ 211481 w 213962"/>
                <a:gd name="connsiteY33" fmla="*/ 558353 h 978245"/>
                <a:gd name="connsiteX34" fmla="*/ 209490 w 213962"/>
                <a:gd name="connsiteY34" fmla="*/ 581073 h 978245"/>
                <a:gd name="connsiteX35" fmla="*/ 204220 w 213962"/>
                <a:gd name="connsiteY35" fmla="*/ 625810 h 978245"/>
                <a:gd name="connsiteX36" fmla="*/ 196842 w 213962"/>
                <a:gd name="connsiteY36" fmla="*/ 669376 h 978245"/>
                <a:gd name="connsiteX37" fmla="*/ 187825 w 213962"/>
                <a:gd name="connsiteY37" fmla="*/ 711537 h 978245"/>
                <a:gd name="connsiteX38" fmla="*/ 182672 w 213962"/>
                <a:gd name="connsiteY38" fmla="*/ 732032 h 978245"/>
                <a:gd name="connsiteX39" fmla="*/ 177167 w 213962"/>
                <a:gd name="connsiteY39" fmla="*/ 752058 h 978245"/>
                <a:gd name="connsiteX40" fmla="*/ 171312 w 213962"/>
                <a:gd name="connsiteY40" fmla="*/ 771382 h 978245"/>
                <a:gd name="connsiteX41" fmla="*/ 164988 w 213962"/>
                <a:gd name="connsiteY41" fmla="*/ 790237 h 978245"/>
                <a:gd name="connsiteX42" fmla="*/ 158547 w 213962"/>
                <a:gd name="connsiteY42" fmla="*/ 808507 h 978245"/>
                <a:gd name="connsiteX43" fmla="*/ 151637 w 213962"/>
                <a:gd name="connsiteY43" fmla="*/ 826074 h 978245"/>
                <a:gd name="connsiteX44" fmla="*/ 144493 w 213962"/>
                <a:gd name="connsiteY44" fmla="*/ 842938 h 978245"/>
                <a:gd name="connsiteX45" fmla="*/ 136998 w 213962"/>
                <a:gd name="connsiteY45" fmla="*/ 858983 h 978245"/>
                <a:gd name="connsiteX46" fmla="*/ 129269 w 213962"/>
                <a:gd name="connsiteY46" fmla="*/ 874324 h 978245"/>
                <a:gd name="connsiteX47" fmla="*/ 121305 w 213962"/>
                <a:gd name="connsiteY47" fmla="*/ 888846 h 978245"/>
                <a:gd name="connsiteX48" fmla="*/ 113107 w 213962"/>
                <a:gd name="connsiteY48" fmla="*/ 902315 h 978245"/>
                <a:gd name="connsiteX49" fmla="*/ 104675 w 213962"/>
                <a:gd name="connsiteY49" fmla="*/ 915079 h 978245"/>
                <a:gd name="connsiteX50" fmla="*/ 96127 w 213962"/>
                <a:gd name="connsiteY50" fmla="*/ 926674 h 978245"/>
                <a:gd name="connsiteX51" fmla="*/ 87343 w 213962"/>
                <a:gd name="connsiteY51" fmla="*/ 937331 h 978245"/>
                <a:gd name="connsiteX52" fmla="*/ 78208 w 213962"/>
                <a:gd name="connsiteY52" fmla="*/ 947168 h 978245"/>
                <a:gd name="connsiteX53" fmla="*/ 65912 w 213962"/>
                <a:gd name="connsiteY53" fmla="*/ 953844 h 978245"/>
                <a:gd name="connsiteX54" fmla="*/ 63101 w 213962"/>
                <a:gd name="connsiteY54" fmla="*/ 948691 h 978245"/>
                <a:gd name="connsiteX55" fmla="*/ 74929 w 213962"/>
                <a:gd name="connsiteY55" fmla="*/ 942367 h 978245"/>
                <a:gd name="connsiteX56" fmla="*/ 74226 w 213962"/>
                <a:gd name="connsiteY56" fmla="*/ 942952 h 978245"/>
                <a:gd name="connsiteX57" fmla="*/ 83010 w 213962"/>
                <a:gd name="connsiteY57" fmla="*/ 933466 h 978245"/>
                <a:gd name="connsiteX58" fmla="*/ 82893 w 213962"/>
                <a:gd name="connsiteY58" fmla="*/ 933584 h 978245"/>
                <a:gd name="connsiteX59" fmla="*/ 91559 w 213962"/>
                <a:gd name="connsiteY59" fmla="*/ 923043 h 978245"/>
                <a:gd name="connsiteX60" fmla="*/ 91442 w 213962"/>
                <a:gd name="connsiteY60" fmla="*/ 923160 h 978245"/>
                <a:gd name="connsiteX61" fmla="*/ 99874 w 213962"/>
                <a:gd name="connsiteY61" fmla="*/ 911566 h 978245"/>
                <a:gd name="connsiteX62" fmla="*/ 99874 w 213962"/>
                <a:gd name="connsiteY62" fmla="*/ 911683 h 978245"/>
                <a:gd name="connsiteX63" fmla="*/ 108189 w 213962"/>
                <a:gd name="connsiteY63" fmla="*/ 899152 h 978245"/>
                <a:gd name="connsiteX64" fmla="*/ 108072 w 213962"/>
                <a:gd name="connsiteY64" fmla="*/ 899269 h 978245"/>
                <a:gd name="connsiteX65" fmla="*/ 116270 w 213962"/>
                <a:gd name="connsiteY65" fmla="*/ 885801 h 978245"/>
                <a:gd name="connsiteX66" fmla="*/ 116270 w 213962"/>
                <a:gd name="connsiteY66" fmla="*/ 885918 h 978245"/>
                <a:gd name="connsiteX67" fmla="*/ 124116 w 213962"/>
                <a:gd name="connsiteY67" fmla="*/ 871514 h 978245"/>
                <a:gd name="connsiteX68" fmla="*/ 124116 w 213962"/>
                <a:gd name="connsiteY68" fmla="*/ 871631 h 978245"/>
                <a:gd name="connsiteX69" fmla="*/ 131728 w 213962"/>
                <a:gd name="connsiteY69" fmla="*/ 856406 h 978245"/>
                <a:gd name="connsiteX70" fmla="*/ 131728 w 213962"/>
                <a:gd name="connsiteY70" fmla="*/ 856523 h 978245"/>
                <a:gd name="connsiteX71" fmla="*/ 139106 w 213962"/>
                <a:gd name="connsiteY71" fmla="*/ 840478 h 978245"/>
                <a:gd name="connsiteX72" fmla="*/ 139106 w 213962"/>
                <a:gd name="connsiteY72" fmla="*/ 840596 h 978245"/>
                <a:gd name="connsiteX73" fmla="*/ 146250 w 213962"/>
                <a:gd name="connsiteY73" fmla="*/ 823849 h 978245"/>
                <a:gd name="connsiteX74" fmla="*/ 146133 w 213962"/>
                <a:gd name="connsiteY74" fmla="*/ 823966 h 978245"/>
                <a:gd name="connsiteX75" fmla="*/ 153043 w 213962"/>
                <a:gd name="connsiteY75" fmla="*/ 806399 h 978245"/>
                <a:gd name="connsiteX76" fmla="*/ 153043 w 213962"/>
                <a:gd name="connsiteY76" fmla="*/ 806516 h 978245"/>
                <a:gd name="connsiteX77" fmla="*/ 159484 w 213962"/>
                <a:gd name="connsiteY77" fmla="*/ 788363 h 978245"/>
                <a:gd name="connsiteX78" fmla="*/ 159484 w 213962"/>
                <a:gd name="connsiteY78" fmla="*/ 788363 h 978245"/>
                <a:gd name="connsiteX79" fmla="*/ 165690 w 213962"/>
                <a:gd name="connsiteY79" fmla="*/ 769625 h 978245"/>
                <a:gd name="connsiteX80" fmla="*/ 165690 w 213962"/>
                <a:gd name="connsiteY80" fmla="*/ 769625 h 978245"/>
                <a:gd name="connsiteX81" fmla="*/ 171546 w 213962"/>
                <a:gd name="connsiteY81" fmla="*/ 750301 h 978245"/>
                <a:gd name="connsiteX82" fmla="*/ 171546 w 213962"/>
                <a:gd name="connsiteY82" fmla="*/ 750419 h 978245"/>
                <a:gd name="connsiteX83" fmla="*/ 177050 w 213962"/>
                <a:gd name="connsiteY83" fmla="*/ 730509 h 978245"/>
                <a:gd name="connsiteX84" fmla="*/ 177050 w 213962"/>
                <a:gd name="connsiteY84" fmla="*/ 730509 h 978245"/>
                <a:gd name="connsiteX85" fmla="*/ 182203 w 213962"/>
                <a:gd name="connsiteY85" fmla="*/ 710132 h 978245"/>
                <a:gd name="connsiteX86" fmla="*/ 182203 w 213962"/>
                <a:gd name="connsiteY86" fmla="*/ 710249 h 978245"/>
                <a:gd name="connsiteX87" fmla="*/ 191104 w 213962"/>
                <a:gd name="connsiteY87" fmla="*/ 668205 h 978245"/>
                <a:gd name="connsiteX88" fmla="*/ 191104 w 213962"/>
                <a:gd name="connsiteY88" fmla="*/ 668322 h 978245"/>
                <a:gd name="connsiteX89" fmla="*/ 198365 w 213962"/>
                <a:gd name="connsiteY89" fmla="*/ 624874 h 978245"/>
                <a:gd name="connsiteX90" fmla="*/ 198365 w 213962"/>
                <a:gd name="connsiteY90" fmla="*/ 624991 h 978245"/>
                <a:gd name="connsiteX91" fmla="*/ 203752 w 213962"/>
                <a:gd name="connsiteY91" fmla="*/ 580370 h 978245"/>
                <a:gd name="connsiteX92" fmla="*/ 203752 w 213962"/>
                <a:gd name="connsiteY92" fmla="*/ 580487 h 978245"/>
                <a:gd name="connsiteX93" fmla="*/ 205625 w 213962"/>
                <a:gd name="connsiteY93" fmla="*/ 557885 h 978245"/>
                <a:gd name="connsiteX94" fmla="*/ 205625 w 213962"/>
                <a:gd name="connsiteY94" fmla="*/ 558002 h 978245"/>
                <a:gd name="connsiteX95" fmla="*/ 207031 w 213962"/>
                <a:gd name="connsiteY95" fmla="*/ 535282 h 978245"/>
                <a:gd name="connsiteX96" fmla="*/ 207031 w 213962"/>
                <a:gd name="connsiteY96" fmla="*/ 535399 h 978245"/>
                <a:gd name="connsiteX97" fmla="*/ 207968 w 213962"/>
                <a:gd name="connsiteY97" fmla="*/ 512562 h 978245"/>
                <a:gd name="connsiteX98" fmla="*/ 207968 w 213962"/>
                <a:gd name="connsiteY98" fmla="*/ 512562 h 978245"/>
                <a:gd name="connsiteX99" fmla="*/ 208202 w 213962"/>
                <a:gd name="connsiteY99" fmla="*/ 489725 h 978245"/>
                <a:gd name="connsiteX100" fmla="*/ 208202 w 213962"/>
                <a:gd name="connsiteY100" fmla="*/ 489842 h 978245"/>
                <a:gd name="connsiteX101" fmla="*/ 207968 w 213962"/>
                <a:gd name="connsiteY101" fmla="*/ 467005 h 978245"/>
                <a:gd name="connsiteX102" fmla="*/ 207968 w 213962"/>
                <a:gd name="connsiteY102" fmla="*/ 467122 h 978245"/>
                <a:gd name="connsiteX103" fmla="*/ 206914 w 213962"/>
                <a:gd name="connsiteY103" fmla="*/ 444402 h 978245"/>
                <a:gd name="connsiteX104" fmla="*/ 206914 w 213962"/>
                <a:gd name="connsiteY104" fmla="*/ 444402 h 978245"/>
                <a:gd name="connsiteX105" fmla="*/ 205509 w 213962"/>
                <a:gd name="connsiteY105" fmla="*/ 421682 h 978245"/>
                <a:gd name="connsiteX106" fmla="*/ 205509 w 213962"/>
                <a:gd name="connsiteY106" fmla="*/ 421682 h 978245"/>
                <a:gd name="connsiteX107" fmla="*/ 203400 w 213962"/>
                <a:gd name="connsiteY107" fmla="*/ 399196 h 978245"/>
                <a:gd name="connsiteX108" fmla="*/ 203400 w 213962"/>
                <a:gd name="connsiteY108" fmla="*/ 399196 h 978245"/>
                <a:gd name="connsiteX109" fmla="*/ 200941 w 213962"/>
                <a:gd name="connsiteY109" fmla="*/ 376828 h 978245"/>
                <a:gd name="connsiteX110" fmla="*/ 200941 w 213962"/>
                <a:gd name="connsiteY110" fmla="*/ 376945 h 978245"/>
                <a:gd name="connsiteX111" fmla="*/ 197779 w 213962"/>
                <a:gd name="connsiteY111" fmla="*/ 354811 h 978245"/>
                <a:gd name="connsiteX112" fmla="*/ 197779 w 213962"/>
                <a:gd name="connsiteY112" fmla="*/ 354927 h 978245"/>
                <a:gd name="connsiteX113" fmla="*/ 190167 w 213962"/>
                <a:gd name="connsiteY113" fmla="*/ 311362 h 978245"/>
                <a:gd name="connsiteX114" fmla="*/ 190167 w 213962"/>
                <a:gd name="connsiteY114" fmla="*/ 311479 h 978245"/>
                <a:gd name="connsiteX115" fmla="*/ 180564 w 213962"/>
                <a:gd name="connsiteY115" fmla="*/ 269435 h 978245"/>
                <a:gd name="connsiteX116" fmla="*/ 180564 w 213962"/>
                <a:gd name="connsiteY116" fmla="*/ 269435 h 978245"/>
                <a:gd name="connsiteX117" fmla="*/ 175177 w 213962"/>
                <a:gd name="connsiteY117" fmla="*/ 249057 h 978245"/>
                <a:gd name="connsiteX118" fmla="*/ 175177 w 213962"/>
                <a:gd name="connsiteY118" fmla="*/ 249175 h 978245"/>
                <a:gd name="connsiteX119" fmla="*/ 169438 w 213962"/>
                <a:gd name="connsiteY119" fmla="*/ 229383 h 978245"/>
                <a:gd name="connsiteX120" fmla="*/ 169438 w 213962"/>
                <a:gd name="connsiteY120" fmla="*/ 229383 h 978245"/>
                <a:gd name="connsiteX121" fmla="*/ 163114 w 213962"/>
                <a:gd name="connsiteY121" fmla="*/ 209942 h 978245"/>
                <a:gd name="connsiteX122" fmla="*/ 163231 w 213962"/>
                <a:gd name="connsiteY122" fmla="*/ 210059 h 978245"/>
                <a:gd name="connsiteX123" fmla="*/ 156556 w 213962"/>
                <a:gd name="connsiteY123" fmla="*/ 191321 h 978245"/>
                <a:gd name="connsiteX124" fmla="*/ 156673 w 213962"/>
                <a:gd name="connsiteY124" fmla="*/ 191321 h 978245"/>
                <a:gd name="connsiteX125" fmla="*/ 149763 w 213962"/>
                <a:gd name="connsiteY125" fmla="*/ 173286 h 978245"/>
                <a:gd name="connsiteX126" fmla="*/ 149763 w 213962"/>
                <a:gd name="connsiteY126" fmla="*/ 173286 h 978245"/>
                <a:gd name="connsiteX127" fmla="*/ 142503 w 213962"/>
                <a:gd name="connsiteY127" fmla="*/ 155719 h 978245"/>
                <a:gd name="connsiteX128" fmla="*/ 142503 w 213962"/>
                <a:gd name="connsiteY128" fmla="*/ 155835 h 978245"/>
                <a:gd name="connsiteX129" fmla="*/ 135007 w 213962"/>
                <a:gd name="connsiteY129" fmla="*/ 139088 h 978245"/>
                <a:gd name="connsiteX130" fmla="*/ 135007 w 213962"/>
                <a:gd name="connsiteY130" fmla="*/ 139088 h 978245"/>
                <a:gd name="connsiteX131" fmla="*/ 127278 w 213962"/>
                <a:gd name="connsiteY131" fmla="*/ 123161 h 978245"/>
                <a:gd name="connsiteX132" fmla="*/ 127278 w 213962"/>
                <a:gd name="connsiteY132" fmla="*/ 123278 h 978245"/>
                <a:gd name="connsiteX133" fmla="*/ 119080 w 213962"/>
                <a:gd name="connsiteY133" fmla="*/ 108054 h 978245"/>
                <a:gd name="connsiteX134" fmla="*/ 119197 w 213962"/>
                <a:gd name="connsiteY134" fmla="*/ 108171 h 978245"/>
                <a:gd name="connsiteX135" fmla="*/ 110765 w 213962"/>
                <a:gd name="connsiteY135" fmla="*/ 93765 h 978245"/>
                <a:gd name="connsiteX136" fmla="*/ 110882 w 213962"/>
                <a:gd name="connsiteY136" fmla="*/ 93883 h 978245"/>
                <a:gd name="connsiteX137" fmla="*/ 102216 w 213962"/>
                <a:gd name="connsiteY137" fmla="*/ 80415 h 978245"/>
                <a:gd name="connsiteX138" fmla="*/ 102333 w 213962"/>
                <a:gd name="connsiteY138" fmla="*/ 80532 h 978245"/>
                <a:gd name="connsiteX139" fmla="*/ 93433 w 213962"/>
                <a:gd name="connsiteY139" fmla="*/ 68000 h 978245"/>
                <a:gd name="connsiteX140" fmla="*/ 93550 w 213962"/>
                <a:gd name="connsiteY140" fmla="*/ 68118 h 978245"/>
                <a:gd name="connsiteX141" fmla="*/ 84649 w 213962"/>
                <a:gd name="connsiteY141" fmla="*/ 56524 h 978245"/>
                <a:gd name="connsiteX142" fmla="*/ 84649 w 213962"/>
                <a:gd name="connsiteY142" fmla="*/ 56641 h 978245"/>
                <a:gd name="connsiteX143" fmla="*/ 75515 w 213962"/>
                <a:gd name="connsiteY143" fmla="*/ 46100 h 978245"/>
                <a:gd name="connsiteX144" fmla="*/ 75632 w 213962"/>
                <a:gd name="connsiteY144" fmla="*/ 46335 h 978245"/>
                <a:gd name="connsiteX145" fmla="*/ 66263 w 213962"/>
                <a:gd name="connsiteY145" fmla="*/ 36849 h 978245"/>
                <a:gd name="connsiteX146" fmla="*/ 66380 w 213962"/>
                <a:gd name="connsiteY146" fmla="*/ 36966 h 978245"/>
                <a:gd name="connsiteX147" fmla="*/ 56894 w 213962"/>
                <a:gd name="connsiteY147" fmla="*/ 28651 h 978245"/>
                <a:gd name="connsiteX148" fmla="*/ 57128 w 213962"/>
                <a:gd name="connsiteY148" fmla="*/ 28768 h 978245"/>
                <a:gd name="connsiteX149" fmla="*/ 47525 w 213962"/>
                <a:gd name="connsiteY149" fmla="*/ 21624 h 978245"/>
                <a:gd name="connsiteX150" fmla="*/ 47759 w 213962"/>
                <a:gd name="connsiteY150" fmla="*/ 21741 h 978245"/>
                <a:gd name="connsiteX151" fmla="*/ 38156 w 213962"/>
                <a:gd name="connsiteY151" fmla="*/ 15768 h 978245"/>
                <a:gd name="connsiteX152" fmla="*/ 38390 w 213962"/>
                <a:gd name="connsiteY152" fmla="*/ 15886 h 978245"/>
                <a:gd name="connsiteX153" fmla="*/ 28670 w 213962"/>
                <a:gd name="connsiteY153" fmla="*/ 11201 h 978245"/>
                <a:gd name="connsiteX154" fmla="*/ 28904 w 213962"/>
                <a:gd name="connsiteY154" fmla="*/ 11318 h 978245"/>
                <a:gd name="connsiteX155" fmla="*/ 19067 w 213962"/>
                <a:gd name="connsiteY155" fmla="*/ 7922 h 978245"/>
                <a:gd name="connsiteX156" fmla="*/ 19418 w 213962"/>
                <a:gd name="connsiteY156" fmla="*/ 8039 h 978245"/>
                <a:gd name="connsiteX157" fmla="*/ 9581 w 213962"/>
                <a:gd name="connsiteY157" fmla="*/ 5931 h 978245"/>
                <a:gd name="connsiteX158" fmla="*/ 9932 w 213962"/>
                <a:gd name="connsiteY158" fmla="*/ 5931 h 978245"/>
                <a:gd name="connsiteX159" fmla="*/ 95 w 213962"/>
                <a:gd name="connsiteY159" fmla="*/ 5228 h 978245"/>
                <a:gd name="connsiteX160" fmla="*/ 90622 w 213962"/>
                <a:gd name="connsiteY160" fmla="*/ 977618 h 978245"/>
                <a:gd name="connsiteX161" fmla="*/ 12040 w 213962"/>
                <a:gd name="connsiteY161" fmla="*/ 977266 h 978245"/>
                <a:gd name="connsiteX162" fmla="*/ 59471 w 213962"/>
                <a:gd name="connsiteY162" fmla="*/ 914611 h 978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213962" h="978245">
                  <a:moveTo>
                    <a:pt x="563" y="-628"/>
                  </a:moveTo>
                  <a:lnTo>
                    <a:pt x="10518" y="75"/>
                  </a:lnTo>
                  <a:lnTo>
                    <a:pt x="20824" y="2300"/>
                  </a:lnTo>
                  <a:lnTo>
                    <a:pt x="31012" y="5813"/>
                  </a:lnTo>
                  <a:lnTo>
                    <a:pt x="41084" y="10733"/>
                  </a:lnTo>
                  <a:lnTo>
                    <a:pt x="50921" y="16822"/>
                  </a:lnTo>
                  <a:lnTo>
                    <a:pt x="60759" y="24083"/>
                  </a:lnTo>
                  <a:lnTo>
                    <a:pt x="70362" y="32633"/>
                  </a:lnTo>
                  <a:lnTo>
                    <a:pt x="79848" y="42236"/>
                  </a:lnTo>
                  <a:lnTo>
                    <a:pt x="89217" y="52893"/>
                  </a:lnTo>
                  <a:lnTo>
                    <a:pt x="98234" y="64487"/>
                  </a:lnTo>
                  <a:lnTo>
                    <a:pt x="107135" y="77253"/>
                  </a:lnTo>
                  <a:lnTo>
                    <a:pt x="115801" y="90720"/>
                  </a:lnTo>
                  <a:lnTo>
                    <a:pt x="124233" y="105243"/>
                  </a:lnTo>
                  <a:lnTo>
                    <a:pt x="132431" y="120585"/>
                  </a:lnTo>
                  <a:lnTo>
                    <a:pt x="140277" y="136629"/>
                  </a:lnTo>
                  <a:lnTo>
                    <a:pt x="147890" y="153493"/>
                  </a:lnTo>
                  <a:lnTo>
                    <a:pt x="155268" y="171178"/>
                  </a:lnTo>
                  <a:lnTo>
                    <a:pt x="162060" y="189330"/>
                  </a:lnTo>
                  <a:lnTo>
                    <a:pt x="168735" y="208185"/>
                  </a:lnTo>
                  <a:lnTo>
                    <a:pt x="174942" y="227626"/>
                  </a:lnTo>
                  <a:lnTo>
                    <a:pt x="180798" y="247535"/>
                  </a:lnTo>
                  <a:lnTo>
                    <a:pt x="186302" y="268030"/>
                  </a:lnTo>
                  <a:lnTo>
                    <a:pt x="195905" y="310191"/>
                  </a:lnTo>
                  <a:lnTo>
                    <a:pt x="203518" y="353874"/>
                  </a:lnTo>
                  <a:lnTo>
                    <a:pt x="206679" y="376126"/>
                  </a:lnTo>
                  <a:lnTo>
                    <a:pt x="209256" y="398611"/>
                  </a:lnTo>
                  <a:lnTo>
                    <a:pt x="211247" y="421214"/>
                  </a:lnTo>
                  <a:lnTo>
                    <a:pt x="212769" y="444051"/>
                  </a:lnTo>
                  <a:lnTo>
                    <a:pt x="213706" y="466888"/>
                  </a:lnTo>
                  <a:lnTo>
                    <a:pt x="214057" y="489842"/>
                  </a:lnTo>
                  <a:lnTo>
                    <a:pt x="213706" y="512679"/>
                  </a:lnTo>
                  <a:lnTo>
                    <a:pt x="212887" y="535634"/>
                  </a:lnTo>
                  <a:lnTo>
                    <a:pt x="211481" y="558353"/>
                  </a:lnTo>
                  <a:lnTo>
                    <a:pt x="209490" y="581073"/>
                  </a:lnTo>
                  <a:lnTo>
                    <a:pt x="204220" y="625810"/>
                  </a:lnTo>
                  <a:lnTo>
                    <a:pt x="196842" y="669376"/>
                  </a:lnTo>
                  <a:lnTo>
                    <a:pt x="187825" y="711537"/>
                  </a:lnTo>
                  <a:lnTo>
                    <a:pt x="182672" y="732032"/>
                  </a:lnTo>
                  <a:lnTo>
                    <a:pt x="177167" y="752058"/>
                  </a:lnTo>
                  <a:lnTo>
                    <a:pt x="171312" y="771382"/>
                  </a:lnTo>
                  <a:lnTo>
                    <a:pt x="164988" y="790237"/>
                  </a:lnTo>
                  <a:lnTo>
                    <a:pt x="158547" y="808507"/>
                  </a:lnTo>
                  <a:lnTo>
                    <a:pt x="151637" y="826074"/>
                  </a:lnTo>
                  <a:lnTo>
                    <a:pt x="144493" y="842938"/>
                  </a:lnTo>
                  <a:lnTo>
                    <a:pt x="136998" y="858983"/>
                  </a:lnTo>
                  <a:lnTo>
                    <a:pt x="129269" y="874324"/>
                  </a:lnTo>
                  <a:lnTo>
                    <a:pt x="121305" y="888846"/>
                  </a:lnTo>
                  <a:lnTo>
                    <a:pt x="113107" y="902315"/>
                  </a:lnTo>
                  <a:lnTo>
                    <a:pt x="104675" y="915079"/>
                  </a:lnTo>
                  <a:lnTo>
                    <a:pt x="96127" y="926674"/>
                  </a:lnTo>
                  <a:lnTo>
                    <a:pt x="87343" y="937331"/>
                  </a:lnTo>
                  <a:lnTo>
                    <a:pt x="78208" y="947168"/>
                  </a:lnTo>
                  <a:lnTo>
                    <a:pt x="65912" y="953844"/>
                  </a:lnTo>
                  <a:lnTo>
                    <a:pt x="63101" y="948691"/>
                  </a:lnTo>
                  <a:lnTo>
                    <a:pt x="74929" y="942367"/>
                  </a:lnTo>
                  <a:lnTo>
                    <a:pt x="74226" y="942952"/>
                  </a:lnTo>
                  <a:lnTo>
                    <a:pt x="83010" y="933466"/>
                  </a:lnTo>
                  <a:lnTo>
                    <a:pt x="82893" y="933584"/>
                  </a:lnTo>
                  <a:lnTo>
                    <a:pt x="91559" y="923043"/>
                  </a:lnTo>
                  <a:lnTo>
                    <a:pt x="91442" y="923160"/>
                  </a:lnTo>
                  <a:lnTo>
                    <a:pt x="99874" y="911566"/>
                  </a:lnTo>
                  <a:lnTo>
                    <a:pt x="99874" y="911683"/>
                  </a:lnTo>
                  <a:lnTo>
                    <a:pt x="108189" y="899152"/>
                  </a:lnTo>
                  <a:lnTo>
                    <a:pt x="108072" y="899269"/>
                  </a:lnTo>
                  <a:lnTo>
                    <a:pt x="116270" y="885801"/>
                  </a:lnTo>
                  <a:lnTo>
                    <a:pt x="116270" y="885918"/>
                  </a:lnTo>
                  <a:lnTo>
                    <a:pt x="124116" y="871514"/>
                  </a:lnTo>
                  <a:lnTo>
                    <a:pt x="124116" y="871631"/>
                  </a:lnTo>
                  <a:lnTo>
                    <a:pt x="131728" y="856406"/>
                  </a:lnTo>
                  <a:lnTo>
                    <a:pt x="131728" y="856523"/>
                  </a:lnTo>
                  <a:lnTo>
                    <a:pt x="139106" y="840478"/>
                  </a:lnTo>
                  <a:lnTo>
                    <a:pt x="139106" y="840596"/>
                  </a:lnTo>
                  <a:lnTo>
                    <a:pt x="146250" y="823849"/>
                  </a:lnTo>
                  <a:lnTo>
                    <a:pt x="146133" y="823966"/>
                  </a:lnTo>
                  <a:lnTo>
                    <a:pt x="153043" y="806399"/>
                  </a:lnTo>
                  <a:lnTo>
                    <a:pt x="153043" y="806516"/>
                  </a:lnTo>
                  <a:lnTo>
                    <a:pt x="159484" y="788363"/>
                  </a:lnTo>
                  <a:lnTo>
                    <a:pt x="159484" y="788363"/>
                  </a:lnTo>
                  <a:lnTo>
                    <a:pt x="165690" y="769625"/>
                  </a:lnTo>
                  <a:lnTo>
                    <a:pt x="165690" y="769625"/>
                  </a:lnTo>
                  <a:lnTo>
                    <a:pt x="171546" y="750301"/>
                  </a:lnTo>
                  <a:lnTo>
                    <a:pt x="171546" y="750419"/>
                  </a:lnTo>
                  <a:lnTo>
                    <a:pt x="177050" y="730509"/>
                  </a:lnTo>
                  <a:lnTo>
                    <a:pt x="177050" y="730509"/>
                  </a:lnTo>
                  <a:lnTo>
                    <a:pt x="182203" y="710132"/>
                  </a:lnTo>
                  <a:lnTo>
                    <a:pt x="182203" y="710249"/>
                  </a:lnTo>
                  <a:lnTo>
                    <a:pt x="191104" y="668205"/>
                  </a:lnTo>
                  <a:lnTo>
                    <a:pt x="191104" y="668322"/>
                  </a:lnTo>
                  <a:lnTo>
                    <a:pt x="198365" y="624874"/>
                  </a:lnTo>
                  <a:lnTo>
                    <a:pt x="198365" y="624991"/>
                  </a:lnTo>
                  <a:lnTo>
                    <a:pt x="203752" y="580370"/>
                  </a:lnTo>
                  <a:lnTo>
                    <a:pt x="203752" y="580487"/>
                  </a:lnTo>
                  <a:lnTo>
                    <a:pt x="205625" y="557885"/>
                  </a:lnTo>
                  <a:lnTo>
                    <a:pt x="205625" y="558002"/>
                  </a:lnTo>
                  <a:lnTo>
                    <a:pt x="207031" y="535282"/>
                  </a:lnTo>
                  <a:lnTo>
                    <a:pt x="207031" y="535399"/>
                  </a:lnTo>
                  <a:lnTo>
                    <a:pt x="207968" y="512562"/>
                  </a:lnTo>
                  <a:lnTo>
                    <a:pt x="207968" y="512562"/>
                  </a:lnTo>
                  <a:lnTo>
                    <a:pt x="208202" y="489725"/>
                  </a:lnTo>
                  <a:lnTo>
                    <a:pt x="208202" y="489842"/>
                  </a:lnTo>
                  <a:lnTo>
                    <a:pt x="207968" y="467005"/>
                  </a:lnTo>
                  <a:lnTo>
                    <a:pt x="207968" y="467122"/>
                  </a:lnTo>
                  <a:lnTo>
                    <a:pt x="206914" y="444402"/>
                  </a:lnTo>
                  <a:lnTo>
                    <a:pt x="206914" y="444402"/>
                  </a:lnTo>
                  <a:lnTo>
                    <a:pt x="205509" y="421682"/>
                  </a:lnTo>
                  <a:lnTo>
                    <a:pt x="205509" y="421682"/>
                  </a:lnTo>
                  <a:lnTo>
                    <a:pt x="203400" y="399196"/>
                  </a:lnTo>
                  <a:lnTo>
                    <a:pt x="203400" y="399196"/>
                  </a:lnTo>
                  <a:lnTo>
                    <a:pt x="200941" y="376828"/>
                  </a:lnTo>
                  <a:lnTo>
                    <a:pt x="200941" y="376945"/>
                  </a:lnTo>
                  <a:lnTo>
                    <a:pt x="197779" y="354811"/>
                  </a:lnTo>
                  <a:lnTo>
                    <a:pt x="197779" y="354927"/>
                  </a:lnTo>
                  <a:lnTo>
                    <a:pt x="190167" y="311362"/>
                  </a:lnTo>
                  <a:lnTo>
                    <a:pt x="190167" y="311479"/>
                  </a:lnTo>
                  <a:lnTo>
                    <a:pt x="180564" y="269435"/>
                  </a:lnTo>
                  <a:lnTo>
                    <a:pt x="180564" y="269435"/>
                  </a:lnTo>
                  <a:lnTo>
                    <a:pt x="175177" y="249057"/>
                  </a:lnTo>
                  <a:lnTo>
                    <a:pt x="175177" y="249175"/>
                  </a:lnTo>
                  <a:lnTo>
                    <a:pt x="169438" y="229383"/>
                  </a:lnTo>
                  <a:lnTo>
                    <a:pt x="169438" y="229383"/>
                  </a:lnTo>
                  <a:lnTo>
                    <a:pt x="163114" y="209942"/>
                  </a:lnTo>
                  <a:lnTo>
                    <a:pt x="163231" y="210059"/>
                  </a:lnTo>
                  <a:lnTo>
                    <a:pt x="156556" y="191321"/>
                  </a:lnTo>
                  <a:lnTo>
                    <a:pt x="156673" y="191321"/>
                  </a:lnTo>
                  <a:lnTo>
                    <a:pt x="149763" y="173286"/>
                  </a:lnTo>
                  <a:lnTo>
                    <a:pt x="149763" y="173286"/>
                  </a:lnTo>
                  <a:lnTo>
                    <a:pt x="142503" y="155719"/>
                  </a:lnTo>
                  <a:lnTo>
                    <a:pt x="142503" y="155835"/>
                  </a:lnTo>
                  <a:lnTo>
                    <a:pt x="135007" y="139088"/>
                  </a:lnTo>
                  <a:lnTo>
                    <a:pt x="135007" y="139088"/>
                  </a:lnTo>
                  <a:lnTo>
                    <a:pt x="127278" y="123161"/>
                  </a:lnTo>
                  <a:lnTo>
                    <a:pt x="127278" y="123278"/>
                  </a:lnTo>
                  <a:lnTo>
                    <a:pt x="119080" y="108054"/>
                  </a:lnTo>
                  <a:lnTo>
                    <a:pt x="119197" y="108171"/>
                  </a:lnTo>
                  <a:lnTo>
                    <a:pt x="110765" y="93765"/>
                  </a:lnTo>
                  <a:lnTo>
                    <a:pt x="110882" y="93883"/>
                  </a:lnTo>
                  <a:lnTo>
                    <a:pt x="102216" y="80415"/>
                  </a:lnTo>
                  <a:lnTo>
                    <a:pt x="102333" y="80532"/>
                  </a:lnTo>
                  <a:lnTo>
                    <a:pt x="93433" y="68000"/>
                  </a:lnTo>
                  <a:lnTo>
                    <a:pt x="93550" y="68118"/>
                  </a:lnTo>
                  <a:lnTo>
                    <a:pt x="84649" y="56524"/>
                  </a:lnTo>
                  <a:lnTo>
                    <a:pt x="84649" y="56641"/>
                  </a:lnTo>
                  <a:lnTo>
                    <a:pt x="75515" y="46100"/>
                  </a:lnTo>
                  <a:lnTo>
                    <a:pt x="75632" y="46335"/>
                  </a:lnTo>
                  <a:lnTo>
                    <a:pt x="66263" y="36849"/>
                  </a:lnTo>
                  <a:lnTo>
                    <a:pt x="66380" y="36966"/>
                  </a:lnTo>
                  <a:lnTo>
                    <a:pt x="56894" y="28651"/>
                  </a:lnTo>
                  <a:lnTo>
                    <a:pt x="57128" y="28768"/>
                  </a:lnTo>
                  <a:lnTo>
                    <a:pt x="47525" y="21624"/>
                  </a:lnTo>
                  <a:lnTo>
                    <a:pt x="47759" y="21741"/>
                  </a:lnTo>
                  <a:lnTo>
                    <a:pt x="38156" y="15768"/>
                  </a:lnTo>
                  <a:lnTo>
                    <a:pt x="38390" y="15886"/>
                  </a:lnTo>
                  <a:lnTo>
                    <a:pt x="28670" y="11201"/>
                  </a:lnTo>
                  <a:lnTo>
                    <a:pt x="28904" y="11318"/>
                  </a:lnTo>
                  <a:lnTo>
                    <a:pt x="19067" y="7922"/>
                  </a:lnTo>
                  <a:lnTo>
                    <a:pt x="19418" y="8039"/>
                  </a:lnTo>
                  <a:lnTo>
                    <a:pt x="9581" y="5931"/>
                  </a:lnTo>
                  <a:lnTo>
                    <a:pt x="9932" y="5931"/>
                  </a:lnTo>
                  <a:lnTo>
                    <a:pt x="95" y="5228"/>
                  </a:lnTo>
                  <a:close/>
                  <a:moveTo>
                    <a:pt x="90622" y="977618"/>
                  </a:moveTo>
                  <a:lnTo>
                    <a:pt x="12040" y="977266"/>
                  </a:lnTo>
                  <a:lnTo>
                    <a:pt x="59471" y="914611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30839D7-D962-A292-5F53-B51922032920}"/>
                </a:ext>
              </a:extLst>
            </p:cNvPr>
            <p:cNvSpPr/>
            <p:nvPr/>
          </p:nvSpPr>
          <p:spPr>
            <a:xfrm flipV="1">
              <a:off x="5397892" y="2512274"/>
              <a:ext cx="213845" cy="349816"/>
            </a:xfrm>
            <a:custGeom>
              <a:avLst/>
              <a:gdLst>
                <a:gd name="connsiteX0" fmla="*/ 329 w 213845"/>
                <a:gd name="connsiteY0" fmla="*/ 349320 h 349816"/>
                <a:gd name="connsiteX1" fmla="*/ 20238 w 213845"/>
                <a:gd name="connsiteY1" fmla="*/ 348384 h 349816"/>
                <a:gd name="connsiteX2" fmla="*/ 40030 w 213845"/>
                <a:gd name="connsiteY2" fmla="*/ 345572 h 349816"/>
                <a:gd name="connsiteX3" fmla="*/ 59587 w 213845"/>
                <a:gd name="connsiteY3" fmla="*/ 341239 h 349816"/>
                <a:gd name="connsiteX4" fmla="*/ 78559 w 213845"/>
                <a:gd name="connsiteY4" fmla="*/ 335266 h 349816"/>
                <a:gd name="connsiteX5" fmla="*/ 96946 w 213845"/>
                <a:gd name="connsiteY5" fmla="*/ 327772 h 349816"/>
                <a:gd name="connsiteX6" fmla="*/ 114630 w 213845"/>
                <a:gd name="connsiteY6" fmla="*/ 318988 h 349816"/>
                <a:gd name="connsiteX7" fmla="*/ 131377 w 213845"/>
                <a:gd name="connsiteY7" fmla="*/ 309033 h 349816"/>
                <a:gd name="connsiteX8" fmla="*/ 146952 w 213845"/>
                <a:gd name="connsiteY8" fmla="*/ 298025 h 349816"/>
                <a:gd name="connsiteX9" fmla="*/ 161240 w 213845"/>
                <a:gd name="connsiteY9" fmla="*/ 285962 h 349816"/>
                <a:gd name="connsiteX10" fmla="*/ 174240 w 213845"/>
                <a:gd name="connsiteY10" fmla="*/ 273079 h 349816"/>
                <a:gd name="connsiteX11" fmla="*/ 185599 w 213845"/>
                <a:gd name="connsiteY11" fmla="*/ 259377 h 349816"/>
                <a:gd name="connsiteX12" fmla="*/ 195437 w 213845"/>
                <a:gd name="connsiteY12" fmla="*/ 245090 h 349816"/>
                <a:gd name="connsiteX13" fmla="*/ 203166 w 213845"/>
                <a:gd name="connsiteY13" fmla="*/ 230334 h 349816"/>
                <a:gd name="connsiteX14" fmla="*/ 206445 w 213845"/>
                <a:gd name="connsiteY14" fmla="*/ 222721 h 349816"/>
                <a:gd name="connsiteX15" fmla="*/ 209022 w 213845"/>
                <a:gd name="connsiteY15" fmla="*/ 215109 h 349816"/>
                <a:gd name="connsiteX16" fmla="*/ 211130 w 213845"/>
                <a:gd name="connsiteY16" fmla="*/ 207379 h 349816"/>
                <a:gd name="connsiteX17" fmla="*/ 212652 w 213845"/>
                <a:gd name="connsiteY17" fmla="*/ 199650 h 349816"/>
                <a:gd name="connsiteX18" fmla="*/ 213589 w 213845"/>
                <a:gd name="connsiteY18" fmla="*/ 191803 h 349816"/>
                <a:gd name="connsiteX19" fmla="*/ 213940 w 213845"/>
                <a:gd name="connsiteY19" fmla="*/ 183957 h 349816"/>
                <a:gd name="connsiteX20" fmla="*/ 213589 w 213845"/>
                <a:gd name="connsiteY20" fmla="*/ 176110 h 349816"/>
                <a:gd name="connsiteX21" fmla="*/ 212769 w 213845"/>
                <a:gd name="connsiteY21" fmla="*/ 168264 h 349816"/>
                <a:gd name="connsiteX22" fmla="*/ 211247 w 213845"/>
                <a:gd name="connsiteY22" fmla="*/ 160534 h 349816"/>
                <a:gd name="connsiteX23" fmla="*/ 209256 w 213845"/>
                <a:gd name="connsiteY23" fmla="*/ 152805 h 349816"/>
                <a:gd name="connsiteX24" fmla="*/ 203869 w 213845"/>
                <a:gd name="connsiteY24" fmla="*/ 137580 h 349816"/>
                <a:gd name="connsiteX25" fmla="*/ 196374 w 213845"/>
                <a:gd name="connsiteY25" fmla="*/ 122824 h 349816"/>
                <a:gd name="connsiteX26" fmla="*/ 187239 w 213845"/>
                <a:gd name="connsiteY26" fmla="*/ 108536 h 349816"/>
                <a:gd name="connsiteX27" fmla="*/ 176465 w 213845"/>
                <a:gd name="connsiteY27" fmla="*/ 94834 h 349816"/>
                <a:gd name="connsiteX28" fmla="*/ 164168 w 213845"/>
                <a:gd name="connsiteY28" fmla="*/ 81951 h 349816"/>
                <a:gd name="connsiteX29" fmla="*/ 150700 w 213845"/>
                <a:gd name="connsiteY29" fmla="*/ 69888 h 349816"/>
                <a:gd name="connsiteX30" fmla="*/ 135827 w 213845"/>
                <a:gd name="connsiteY30" fmla="*/ 58880 h 349816"/>
                <a:gd name="connsiteX31" fmla="*/ 120134 w 213845"/>
                <a:gd name="connsiteY31" fmla="*/ 48926 h 349816"/>
                <a:gd name="connsiteX32" fmla="*/ 103387 w 213845"/>
                <a:gd name="connsiteY32" fmla="*/ 40142 h 349816"/>
                <a:gd name="connsiteX33" fmla="*/ 85938 w 213845"/>
                <a:gd name="connsiteY33" fmla="*/ 32647 h 349816"/>
                <a:gd name="connsiteX34" fmla="*/ 70127 w 213845"/>
                <a:gd name="connsiteY34" fmla="*/ 29133 h 349816"/>
                <a:gd name="connsiteX35" fmla="*/ 68956 w 213845"/>
                <a:gd name="connsiteY35" fmla="*/ 34872 h 349816"/>
                <a:gd name="connsiteX36" fmla="*/ 84415 w 213845"/>
                <a:gd name="connsiteY36" fmla="*/ 38268 h 349816"/>
                <a:gd name="connsiteX37" fmla="*/ 83830 w 213845"/>
                <a:gd name="connsiteY37" fmla="*/ 38034 h 349816"/>
                <a:gd name="connsiteX38" fmla="*/ 101045 w 213845"/>
                <a:gd name="connsiteY38" fmla="*/ 45412 h 349816"/>
                <a:gd name="connsiteX39" fmla="*/ 100811 w 213845"/>
                <a:gd name="connsiteY39" fmla="*/ 45412 h 349816"/>
                <a:gd name="connsiteX40" fmla="*/ 117323 w 213845"/>
                <a:gd name="connsiteY40" fmla="*/ 54079 h 349816"/>
                <a:gd name="connsiteX41" fmla="*/ 117089 w 213845"/>
                <a:gd name="connsiteY41" fmla="*/ 53961 h 349816"/>
                <a:gd name="connsiteX42" fmla="*/ 132665 w 213845"/>
                <a:gd name="connsiteY42" fmla="*/ 63798 h 349816"/>
                <a:gd name="connsiteX43" fmla="*/ 132431 w 213845"/>
                <a:gd name="connsiteY43" fmla="*/ 63681 h 349816"/>
                <a:gd name="connsiteX44" fmla="*/ 147070 w 213845"/>
                <a:gd name="connsiteY44" fmla="*/ 74573 h 349816"/>
                <a:gd name="connsiteX45" fmla="*/ 146836 w 213845"/>
                <a:gd name="connsiteY45" fmla="*/ 74339 h 349816"/>
                <a:gd name="connsiteX46" fmla="*/ 160186 w 213845"/>
                <a:gd name="connsiteY46" fmla="*/ 86285 h 349816"/>
                <a:gd name="connsiteX47" fmla="*/ 160069 w 213845"/>
                <a:gd name="connsiteY47" fmla="*/ 86050 h 349816"/>
                <a:gd name="connsiteX48" fmla="*/ 172132 w 213845"/>
                <a:gd name="connsiteY48" fmla="*/ 98815 h 349816"/>
                <a:gd name="connsiteX49" fmla="*/ 172015 w 213845"/>
                <a:gd name="connsiteY49" fmla="*/ 98581 h 349816"/>
                <a:gd name="connsiteX50" fmla="*/ 182554 w 213845"/>
                <a:gd name="connsiteY50" fmla="*/ 112049 h 349816"/>
                <a:gd name="connsiteX51" fmla="*/ 182437 w 213845"/>
                <a:gd name="connsiteY51" fmla="*/ 111815 h 349816"/>
                <a:gd name="connsiteX52" fmla="*/ 191338 w 213845"/>
                <a:gd name="connsiteY52" fmla="*/ 125869 h 349816"/>
                <a:gd name="connsiteX53" fmla="*/ 191221 w 213845"/>
                <a:gd name="connsiteY53" fmla="*/ 125634 h 349816"/>
                <a:gd name="connsiteX54" fmla="*/ 198482 w 213845"/>
                <a:gd name="connsiteY54" fmla="*/ 140039 h 349816"/>
                <a:gd name="connsiteX55" fmla="*/ 198365 w 213845"/>
                <a:gd name="connsiteY55" fmla="*/ 139805 h 349816"/>
                <a:gd name="connsiteX56" fmla="*/ 203752 w 213845"/>
                <a:gd name="connsiteY56" fmla="*/ 154561 h 349816"/>
                <a:gd name="connsiteX57" fmla="*/ 203634 w 213845"/>
                <a:gd name="connsiteY57" fmla="*/ 154327 h 349816"/>
                <a:gd name="connsiteX58" fmla="*/ 205625 w 213845"/>
                <a:gd name="connsiteY58" fmla="*/ 161939 h 349816"/>
                <a:gd name="connsiteX59" fmla="*/ 205508 w 213845"/>
                <a:gd name="connsiteY59" fmla="*/ 161705 h 349816"/>
                <a:gd name="connsiteX60" fmla="*/ 206914 w 213845"/>
                <a:gd name="connsiteY60" fmla="*/ 169317 h 349816"/>
                <a:gd name="connsiteX61" fmla="*/ 206914 w 213845"/>
                <a:gd name="connsiteY61" fmla="*/ 169083 h 349816"/>
                <a:gd name="connsiteX62" fmla="*/ 207851 w 213845"/>
                <a:gd name="connsiteY62" fmla="*/ 176578 h 349816"/>
                <a:gd name="connsiteX63" fmla="*/ 207851 w 213845"/>
                <a:gd name="connsiteY63" fmla="*/ 176345 h 349816"/>
                <a:gd name="connsiteX64" fmla="*/ 208085 w 213845"/>
                <a:gd name="connsiteY64" fmla="*/ 184074 h 349816"/>
                <a:gd name="connsiteX65" fmla="*/ 208085 w 213845"/>
                <a:gd name="connsiteY65" fmla="*/ 183839 h 349816"/>
                <a:gd name="connsiteX66" fmla="*/ 207851 w 213845"/>
                <a:gd name="connsiteY66" fmla="*/ 191452 h 349816"/>
                <a:gd name="connsiteX67" fmla="*/ 207851 w 213845"/>
                <a:gd name="connsiteY67" fmla="*/ 191217 h 349816"/>
                <a:gd name="connsiteX68" fmla="*/ 206797 w 213845"/>
                <a:gd name="connsiteY68" fmla="*/ 198713 h 349816"/>
                <a:gd name="connsiteX69" fmla="*/ 206914 w 213845"/>
                <a:gd name="connsiteY69" fmla="*/ 198596 h 349816"/>
                <a:gd name="connsiteX70" fmla="*/ 205391 w 213845"/>
                <a:gd name="connsiteY70" fmla="*/ 206091 h 349816"/>
                <a:gd name="connsiteX71" fmla="*/ 205391 w 213845"/>
                <a:gd name="connsiteY71" fmla="*/ 205974 h 349816"/>
                <a:gd name="connsiteX72" fmla="*/ 203400 w 213845"/>
                <a:gd name="connsiteY72" fmla="*/ 213469 h 349816"/>
                <a:gd name="connsiteX73" fmla="*/ 203518 w 213845"/>
                <a:gd name="connsiteY73" fmla="*/ 213235 h 349816"/>
                <a:gd name="connsiteX74" fmla="*/ 200941 w 213845"/>
                <a:gd name="connsiteY74" fmla="*/ 220730 h 349816"/>
                <a:gd name="connsiteX75" fmla="*/ 201058 w 213845"/>
                <a:gd name="connsiteY75" fmla="*/ 220496 h 349816"/>
                <a:gd name="connsiteX76" fmla="*/ 197896 w 213845"/>
                <a:gd name="connsiteY76" fmla="*/ 227874 h 349816"/>
                <a:gd name="connsiteX77" fmla="*/ 197896 w 213845"/>
                <a:gd name="connsiteY77" fmla="*/ 227757 h 349816"/>
                <a:gd name="connsiteX78" fmla="*/ 190284 w 213845"/>
                <a:gd name="connsiteY78" fmla="*/ 242162 h 349816"/>
                <a:gd name="connsiteX79" fmla="*/ 190518 w 213845"/>
                <a:gd name="connsiteY79" fmla="*/ 241928 h 349816"/>
                <a:gd name="connsiteX80" fmla="*/ 180915 w 213845"/>
                <a:gd name="connsiteY80" fmla="*/ 255981 h 349816"/>
                <a:gd name="connsiteX81" fmla="*/ 181032 w 213845"/>
                <a:gd name="connsiteY81" fmla="*/ 255747 h 349816"/>
                <a:gd name="connsiteX82" fmla="*/ 169789 w 213845"/>
                <a:gd name="connsiteY82" fmla="*/ 269215 h 349816"/>
                <a:gd name="connsiteX83" fmla="*/ 170023 w 213845"/>
                <a:gd name="connsiteY83" fmla="*/ 268981 h 349816"/>
                <a:gd name="connsiteX84" fmla="*/ 157141 w 213845"/>
                <a:gd name="connsiteY84" fmla="*/ 281746 h 349816"/>
                <a:gd name="connsiteX85" fmla="*/ 157376 w 213845"/>
                <a:gd name="connsiteY85" fmla="*/ 281512 h 349816"/>
                <a:gd name="connsiteX86" fmla="*/ 143205 w 213845"/>
                <a:gd name="connsiteY86" fmla="*/ 293458 h 349816"/>
                <a:gd name="connsiteX87" fmla="*/ 143439 w 213845"/>
                <a:gd name="connsiteY87" fmla="*/ 293223 h 349816"/>
                <a:gd name="connsiteX88" fmla="*/ 128098 w 213845"/>
                <a:gd name="connsiteY88" fmla="*/ 304115 h 349816"/>
                <a:gd name="connsiteX89" fmla="*/ 128215 w 213845"/>
                <a:gd name="connsiteY89" fmla="*/ 303997 h 349816"/>
                <a:gd name="connsiteX90" fmla="*/ 111702 w 213845"/>
                <a:gd name="connsiteY90" fmla="*/ 313952 h 349816"/>
                <a:gd name="connsiteX91" fmla="*/ 111936 w 213845"/>
                <a:gd name="connsiteY91" fmla="*/ 313835 h 349816"/>
                <a:gd name="connsiteX92" fmla="*/ 94487 w 213845"/>
                <a:gd name="connsiteY92" fmla="*/ 322501 h 349816"/>
                <a:gd name="connsiteX93" fmla="*/ 94604 w 213845"/>
                <a:gd name="connsiteY93" fmla="*/ 322384 h 349816"/>
                <a:gd name="connsiteX94" fmla="*/ 76452 w 213845"/>
                <a:gd name="connsiteY94" fmla="*/ 329762 h 349816"/>
                <a:gd name="connsiteX95" fmla="*/ 76686 w 213845"/>
                <a:gd name="connsiteY95" fmla="*/ 329645 h 349816"/>
                <a:gd name="connsiteX96" fmla="*/ 57831 w 213845"/>
                <a:gd name="connsiteY96" fmla="*/ 335618 h 349816"/>
                <a:gd name="connsiteX97" fmla="*/ 58182 w 213845"/>
                <a:gd name="connsiteY97" fmla="*/ 335618 h 349816"/>
                <a:gd name="connsiteX98" fmla="*/ 38859 w 213845"/>
                <a:gd name="connsiteY98" fmla="*/ 339834 h 349816"/>
                <a:gd name="connsiteX99" fmla="*/ 39093 w 213845"/>
                <a:gd name="connsiteY99" fmla="*/ 339834 h 349816"/>
                <a:gd name="connsiteX100" fmla="*/ 19536 w 213845"/>
                <a:gd name="connsiteY100" fmla="*/ 342528 h 349816"/>
                <a:gd name="connsiteX101" fmla="*/ 19770 w 213845"/>
                <a:gd name="connsiteY101" fmla="*/ 342528 h 349816"/>
                <a:gd name="connsiteX102" fmla="*/ 95 w 213845"/>
                <a:gd name="connsiteY102" fmla="*/ 343464 h 349816"/>
                <a:gd name="connsiteX103" fmla="*/ 87343 w 213845"/>
                <a:gd name="connsiteY103" fmla="*/ -497 h 349816"/>
                <a:gd name="connsiteX104" fmla="*/ 11923 w 213845"/>
                <a:gd name="connsiteY104" fmla="*/ 21403 h 349816"/>
                <a:gd name="connsiteX105" fmla="*/ 74695 w 213845"/>
                <a:gd name="connsiteY105" fmla="*/ 68600 h 349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13845" h="349816">
                  <a:moveTo>
                    <a:pt x="329" y="349320"/>
                  </a:moveTo>
                  <a:lnTo>
                    <a:pt x="20238" y="348384"/>
                  </a:lnTo>
                  <a:lnTo>
                    <a:pt x="40030" y="345572"/>
                  </a:lnTo>
                  <a:lnTo>
                    <a:pt x="59587" y="341239"/>
                  </a:lnTo>
                  <a:lnTo>
                    <a:pt x="78559" y="335266"/>
                  </a:lnTo>
                  <a:lnTo>
                    <a:pt x="96946" y="327772"/>
                  </a:lnTo>
                  <a:lnTo>
                    <a:pt x="114630" y="318988"/>
                  </a:lnTo>
                  <a:lnTo>
                    <a:pt x="131377" y="309033"/>
                  </a:lnTo>
                  <a:lnTo>
                    <a:pt x="146952" y="298025"/>
                  </a:lnTo>
                  <a:lnTo>
                    <a:pt x="161240" y="285962"/>
                  </a:lnTo>
                  <a:lnTo>
                    <a:pt x="174240" y="273079"/>
                  </a:lnTo>
                  <a:lnTo>
                    <a:pt x="185599" y="259377"/>
                  </a:lnTo>
                  <a:lnTo>
                    <a:pt x="195437" y="245090"/>
                  </a:lnTo>
                  <a:lnTo>
                    <a:pt x="203166" y="230334"/>
                  </a:lnTo>
                  <a:lnTo>
                    <a:pt x="206445" y="222721"/>
                  </a:lnTo>
                  <a:lnTo>
                    <a:pt x="209022" y="215109"/>
                  </a:lnTo>
                  <a:lnTo>
                    <a:pt x="211130" y="207379"/>
                  </a:lnTo>
                  <a:lnTo>
                    <a:pt x="212652" y="199650"/>
                  </a:lnTo>
                  <a:lnTo>
                    <a:pt x="213589" y="191803"/>
                  </a:lnTo>
                  <a:lnTo>
                    <a:pt x="213940" y="183957"/>
                  </a:lnTo>
                  <a:lnTo>
                    <a:pt x="213589" y="176110"/>
                  </a:lnTo>
                  <a:lnTo>
                    <a:pt x="212769" y="168264"/>
                  </a:lnTo>
                  <a:lnTo>
                    <a:pt x="211247" y="160534"/>
                  </a:lnTo>
                  <a:lnTo>
                    <a:pt x="209256" y="152805"/>
                  </a:lnTo>
                  <a:lnTo>
                    <a:pt x="203869" y="137580"/>
                  </a:lnTo>
                  <a:lnTo>
                    <a:pt x="196374" y="122824"/>
                  </a:lnTo>
                  <a:lnTo>
                    <a:pt x="187239" y="108536"/>
                  </a:lnTo>
                  <a:lnTo>
                    <a:pt x="176465" y="94834"/>
                  </a:lnTo>
                  <a:lnTo>
                    <a:pt x="164168" y="81951"/>
                  </a:lnTo>
                  <a:lnTo>
                    <a:pt x="150700" y="69888"/>
                  </a:lnTo>
                  <a:lnTo>
                    <a:pt x="135827" y="58880"/>
                  </a:lnTo>
                  <a:lnTo>
                    <a:pt x="120134" y="48926"/>
                  </a:lnTo>
                  <a:lnTo>
                    <a:pt x="103387" y="40142"/>
                  </a:lnTo>
                  <a:lnTo>
                    <a:pt x="85938" y="32647"/>
                  </a:lnTo>
                  <a:lnTo>
                    <a:pt x="70127" y="29133"/>
                  </a:lnTo>
                  <a:lnTo>
                    <a:pt x="68956" y="34872"/>
                  </a:lnTo>
                  <a:lnTo>
                    <a:pt x="84415" y="38268"/>
                  </a:lnTo>
                  <a:lnTo>
                    <a:pt x="83830" y="38034"/>
                  </a:lnTo>
                  <a:lnTo>
                    <a:pt x="101045" y="45412"/>
                  </a:lnTo>
                  <a:lnTo>
                    <a:pt x="100811" y="45412"/>
                  </a:lnTo>
                  <a:lnTo>
                    <a:pt x="117323" y="54079"/>
                  </a:lnTo>
                  <a:lnTo>
                    <a:pt x="117089" y="53961"/>
                  </a:lnTo>
                  <a:lnTo>
                    <a:pt x="132665" y="63798"/>
                  </a:lnTo>
                  <a:lnTo>
                    <a:pt x="132431" y="63681"/>
                  </a:lnTo>
                  <a:lnTo>
                    <a:pt x="147070" y="74573"/>
                  </a:lnTo>
                  <a:lnTo>
                    <a:pt x="146836" y="74339"/>
                  </a:lnTo>
                  <a:lnTo>
                    <a:pt x="160186" y="86285"/>
                  </a:lnTo>
                  <a:lnTo>
                    <a:pt x="160069" y="86050"/>
                  </a:lnTo>
                  <a:lnTo>
                    <a:pt x="172132" y="98815"/>
                  </a:lnTo>
                  <a:lnTo>
                    <a:pt x="172015" y="98581"/>
                  </a:lnTo>
                  <a:lnTo>
                    <a:pt x="182554" y="112049"/>
                  </a:lnTo>
                  <a:lnTo>
                    <a:pt x="182437" y="111815"/>
                  </a:lnTo>
                  <a:lnTo>
                    <a:pt x="191338" y="125869"/>
                  </a:lnTo>
                  <a:lnTo>
                    <a:pt x="191221" y="125634"/>
                  </a:lnTo>
                  <a:lnTo>
                    <a:pt x="198482" y="140039"/>
                  </a:lnTo>
                  <a:lnTo>
                    <a:pt x="198365" y="139805"/>
                  </a:lnTo>
                  <a:lnTo>
                    <a:pt x="203752" y="154561"/>
                  </a:lnTo>
                  <a:lnTo>
                    <a:pt x="203634" y="154327"/>
                  </a:lnTo>
                  <a:lnTo>
                    <a:pt x="205625" y="161939"/>
                  </a:lnTo>
                  <a:lnTo>
                    <a:pt x="205508" y="161705"/>
                  </a:lnTo>
                  <a:lnTo>
                    <a:pt x="206914" y="169317"/>
                  </a:lnTo>
                  <a:lnTo>
                    <a:pt x="206914" y="169083"/>
                  </a:lnTo>
                  <a:lnTo>
                    <a:pt x="207851" y="176578"/>
                  </a:lnTo>
                  <a:lnTo>
                    <a:pt x="207851" y="176345"/>
                  </a:lnTo>
                  <a:lnTo>
                    <a:pt x="208085" y="184074"/>
                  </a:lnTo>
                  <a:lnTo>
                    <a:pt x="208085" y="183839"/>
                  </a:lnTo>
                  <a:lnTo>
                    <a:pt x="207851" y="191452"/>
                  </a:lnTo>
                  <a:lnTo>
                    <a:pt x="207851" y="191217"/>
                  </a:lnTo>
                  <a:lnTo>
                    <a:pt x="206797" y="198713"/>
                  </a:lnTo>
                  <a:lnTo>
                    <a:pt x="206914" y="198596"/>
                  </a:lnTo>
                  <a:lnTo>
                    <a:pt x="205391" y="206091"/>
                  </a:lnTo>
                  <a:lnTo>
                    <a:pt x="205391" y="205974"/>
                  </a:lnTo>
                  <a:lnTo>
                    <a:pt x="203400" y="213469"/>
                  </a:lnTo>
                  <a:lnTo>
                    <a:pt x="203518" y="213235"/>
                  </a:lnTo>
                  <a:lnTo>
                    <a:pt x="200941" y="220730"/>
                  </a:lnTo>
                  <a:lnTo>
                    <a:pt x="201058" y="220496"/>
                  </a:lnTo>
                  <a:lnTo>
                    <a:pt x="197896" y="227874"/>
                  </a:lnTo>
                  <a:lnTo>
                    <a:pt x="197896" y="227757"/>
                  </a:lnTo>
                  <a:lnTo>
                    <a:pt x="190284" y="242162"/>
                  </a:lnTo>
                  <a:lnTo>
                    <a:pt x="190518" y="241928"/>
                  </a:lnTo>
                  <a:lnTo>
                    <a:pt x="180915" y="255981"/>
                  </a:lnTo>
                  <a:lnTo>
                    <a:pt x="181032" y="255747"/>
                  </a:lnTo>
                  <a:lnTo>
                    <a:pt x="169789" y="269215"/>
                  </a:lnTo>
                  <a:lnTo>
                    <a:pt x="170023" y="268981"/>
                  </a:lnTo>
                  <a:lnTo>
                    <a:pt x="157141" y="281746"/>
                  </a:lnTo>
                  <a:lnTo>
                    <a:pt x="157376" y="281512"/>
                  </a:lnTo>
                  <a:lnTo>
                    <a:pt x="143205" y="293458"/>
                  </a:lnTo>
                  <a:lnTo>
                    <a:pt x="143439" y="293223"/>
                  </a:lnTo>
                  <a:lnTo>
                    <a:pt x="128098" y="304115"/>
                  </a:lnTo>
                  <a:lnTo>
                    <a:pt x="128215" y="303997"/>
                  </a:lnTo>
                  <a:lnTo>
                    <a:pt x="111702" y="313952"/>
                  </a:lnTo>
                  <a:lnTo>
                    <a:pt x="111936" y="313835"/>
                  </a:lnTo>
                  <a:lnTo>
                    <a:pt x="94487" y="322501"/>
                  </a:lnTo>
                  <a:lnTo>
                    <a:pt x="94604" y="322384"/>
                  </a:lnTo>
                  <a:lnTo>
                    <a:pt x="76452" y="329762"/>
                  </a:lnTo>
                  <a:lnTo>
                    <a:pt x="76686" y="329645"/>
                  </a:lnTo>
                  <a:lnTo>
                    <a:pt x="57831" y="335618"/>
                  </a:lnTo>
                  <a:lnTo>
                    <a:pt x="58182" y="335618"/>
                  </a:lnTo>
                  <a:lnTo>
                    <a:pt x="38859" y="339834"/>
                  </a:lnTo>
                  <a:lnTo>
                    <a:pt x="39093" y="339834"/>
                  </a:lnTo>
                  <a:lnTo>
                    <a:pt x="19536" y="342528"/>
                  </a:lnTo>
                  <a:lnTo>
                    <a:pt x="19770" y="342528"/>
                  </a:lnTo>
                  <a:lnTo>
                    <a:pt x="95" y="343464"/>
                  </a:lnTo>
                  <a:close/>
                  <a:moveTo>
                    <a:pt x="87343" y="-497"/>
                  </a:moveTo>
                  <a:lnTo>
                    <a:pt x="11923" y="21403"/>
                  </a:lnTo>
                  <a:lnTo>
                    <a:pt x="74695" y="68600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649B1D8-BC78-A661-AB35-A71FFEB10035}"/>
                </a:ext>
              </a:extLst>
            </p:cNvPr>
            <p:cNvSpPr/>
            <p:nvPr/>
          </p:nvSpPr>
          <p:spPr>
            <a:xfrm flipV="1">
              <a:off x="5397892" y="2512274"/>
              <a:ext cx="213845" cy="662976"/>
            </a:xfrm>
            <a:custGeom>
              <a:avLst/>
              <a:gdLst>
                <a:gd name="connsiteX0" fmla="*/ 329 w 213845"/>
                <a:gd name="connsiteY0" fmla="*/ 662512 h 662976"/>
                <a:gd name="connsiteX1" fmla="*/ 10284 w 213845"/>
                <a:gd name="connsiteY1" fmla="*/ 662043 h 662976"/>
                <a:gd name="connsiteX2" fmla="*/ 20472 w 213845"/>
                <a:gd name="connsiteY2" fmla="*/ 660638 h 662976"/>
                <a:gd name="connsiteX3" fmla="*/ 30544 w 213845"/>
                <a:gd name="connsiteY3" fmla="*/ 658296 h 662976"/>
                <a:gd name="connsiteX4" fmla="*/ 40498 w 213845"/>
                <a:gd name="connsiteY4" fmla="*/ 655016 h 662976"/>
                <a:gd name="connsiteX5" fmla="*/ 50453 w 213845"/>
                <a:gd name="connsiteY5" fmla="*/ 651035 h 662976"/>
                <a:gd name="connsiteX6" fmla="*/ 60173 w 213845"/>
                <a:gd name="connsiteY6" fmla="*/ 646116 h 662976"/>
                <a:gd name="connsiteX7" fmla="*/ 69776 w 213845"/>
                <a:gd name="connsiteY7" fmla="*/ 640494 h 662976"/>
                <a:gd name="connsiteX8" fmla="*/ 79262 w 213845"/>
                <a:gd name="connsiteY8" fmla="*/ 634053 h 662976"/>
                <a:gd name="connsiteX9" fmla="*/ 88631 w 213845"/>
                <a:gd name="connsiteY9" fmla="*/ 626909 h 662976"/>
                <a:gd name="connsiteX10" fmla="*/ 97649 w 213845"/>
                <a:gd name="connsiteY10" fmla="*/ 619063 h 662976"/>
                <a:gd name="connsiteX11" fmla="*/ 106666 w 213845"/>
                <a:gd name="connsiteY11" fmla="*/ 610631 h 662976"/>
                <a:gd name="connsiteX12" fmla="*/ 115333 w 213845"/>
                <a:gd name="connsiteY12" fmla="*/ 601613 h 662976"/>
                <a:gd name="connsiteX13" fmla="*/ 123765 w 213845"/>
                <a:gd name="connsiteY13" fmla="*/ 591893 h 662976"/>
                <a:gd name="connsiteX14" fmla="*/ 132079 w 213845"/>
                <a:gd name="connsiteY14" fmla="*/ 581704 h 662976"/>
                <a:gd name="connsiteX15" fmla="*/ 139926 w 213845"/>
                <a:gd name="connsiteY15" fmla="*/ 570929 h 662976"/>
                <a:gd name="connsiteX16" fmla="*/ 147538 w 213845"/>
                <a:gd name="connsiteY16" fmla="*/ 559687 h 662976"/>
                <a:gd name="connsiteX17" fmla="*/ 161826 w 213845"/>
                <a:gd name="connsiteY17" fmla="*/ 535679 h 662976"/>
                <a:gd name="connsiteX18" fmla="*/ 174708 w 213845"/>
                <a:gd name="connsiteY18" fmla="*/ 510147 h 662976"/>
                <a:gd name="connsiteX19" fmla="*/ 186068 w 213845"/>
                <a:gd name="connsiteY19" fmla="*/ 483094 h 662976"/>
                <a:gd name="connsiteX20" fmla="*/ 195671 w 213845"/>
                <a:gd name="connsiteY20" fmla="*/ 454870 h 662976"/>
                <a:gd name="connsiteX21" fmla="*/ 203400 w 213845"/>
                <a:gd name="connsiteY21" fmla="*/ 425592 h 662976"/>
                <a:gd name="connsiteX22" fmla="*/ 206562 w 213845"/>
                <a:gd name="connsiteY22" fmla="*/ 410718 h 662976"/>
                <a:gd name="connsiteX23" fmla="*/ 209139 w 213845"/>
                <a:gd name="connsiteY23" fmla="*/ 395728 h 662976"/>
                <a:gd name="connsiteX24" fmla="*/ 211130 w 213845"/>
                <a:gd name="connsiteY24" fmla="*/ 380504 h 662976"/>
                <a:gd name="connsiteX25" fmla="*/ 212652 w 213845"/>
                <a:gd name="connsiteY25" fmla="*/ 365279 h 662976"/>
                <a:gd name="connsiteX26" fmla="*/ 213589 w 213845"/>
                <a:gd name="connsiteY26" fmla="*/ 349937 h 662976"/>
                <a:gd name="connsiteX27" fmla="*/ 213940 w 213845"/>
                <a:gd name="connsiteY27" fmla="*/ 334595 h 662976"/>
                <a:gd name="connsiteX28" fmla="*/ 213589 w 213845"/>
                <a:gd name="connsiteY28" fmla="*/ 319370 h 662976"/>
                <a:gd name="connsiteX29" fmla="*/ 212769 w 213845"/>
                <a:gd name="connsiteY29" fmla="*/ 304029 h 662976"/>
                <a:gd name="connsiteX30" fmla="*/ 211364 w 213845"/>
                <a:gd name="connsiteY30" fmla="*/ 288687 h 662976"/>
                <a:gd name="connsiteX31" fmla="*/ 209373 w 213845"/>
                <a:gd name="connsiteY31" fmla="*/ 273580 h 662976"/>
                <a:gd name="connsiteX32" fmla="*/ 203986 w 213845"/>
                <a:gd name="connsiteY32" fmla="*/ 243715 h 662976"/>
                <a:gd name="connsiteX33" fmla="*/ 196725 w 213845"/>
                <a:gd name="connsiteY33" fmla="*/ 214437 h 662976"/>
                <a:gd name="connsiteX34" fmla="*/ 187707 w 213845"/>
                <a:gd name="connsiteY34" fmla="*/ 186213 h 662976"/>
                <a:gd name="connsiteX35" fmla="*/ 176933 w 213845"/>
                <a:gd name="connsiteY35" fmla="*/ 159160 h 662976"/>
                <a:gd name="connsiteX36" fmla="*/ 164754 w 213845"/>
                <a:gd name="connsiteY36" fmla="*/ 133629 h 662976"/>
                <a:gd name="connsiteX37" fmla="*/ 151286 w 213845"/>
                <a:gd name="connsiteY37" fmla="*/ 109621 h 662976"/>
                <a:gd name="connsiteX38" fmla="*/ 144142 w 213845"/>
                <a:gd name="connsiteY38" fmla="*/ 98378 h 662976"/>
                <a:gd name="connsiteX39" fmla="*/ 136530 w 213845"/>
                <a:gd name="connsiteY39" fmla="*/ 87604 h 662976"/>
                <a:gd name="connsiteX40" fmla="*/ 128918 w 213845"/>
                <a:gd name="connsiteY40" fmla="*/ 77415 h 662976"/>
                <a:gd name="connsiteX41" fmla="*/ 120837 w 213845"/>
                <a:gd name="connsiteY41" fmla="*/ 67695 h 662976"/>
                <a:gd name="connsiteX42" fmla="*/ 112639 w 213845"/>
                <a:gd name="connsiteY42" fmla="*/ 58677 h 662976"/>
                <a:gd name="connsiteX43" fmla="*/ 104207 w 213845"/>
                <a:gd name="connsiteY43" fmla="*/ 50245 h 662976"/>
                <a:gd name="connsiteX44" fmla="*/ 95658 w 213845"/>
                <a:gd name="connsiteY44" fmla="*/ 42398 h 662976"/>
                <a:gd name="connsiteX45" fmla="*/ 86640 w 213845"/>
                <a:gd name="connsiteY45" fmla="*/ 35137 h 662976"/>
                <a:gd name="connsiteX46" fmla="*/ 68488 w 213845"/>
                <a:gd name="connsiteY46" fmla="*/ 26237 h 662976"/>
                <a:gd name="connsiteX47" fmla="*/ 65912 w 213845"/>
                <a:gd name="connsiteY47" fmla="*/ 31506 h 662976"/>
                <a:gd name="connsiteX48" fmla="*/ 83712 w 213845"/>
                <a:gd name="connsiteY48" fmla="*/ 40173 h 662976"/>
                <a:gd name="connsiteX49" fmla="*/ 83244 w 213845"/>
                <a:gd name="connsiteY49" fmla="*/ 39822 h 662976"/>
                <a:gd name="connsiteX50" fmla="*/ 91910 w 213845"/>
                <a:gd name="connsiteY50" fmla="*/ 46848 h 662976"/>
                <a:gd name="connsiteX51" fmla="*/ 91793 w 213845"/>
                <a:gd name="connsiteY51" fmla="*/ 46732 h 662976"/>
                <a:gd name="connsiteX52" fmla="*/ 100225 w 213845"/>
                <a:gd name="connsiteY52" fmla="*/ 54461 h 662976"/>
                <a:gd name="connsiteX53" fmla="*/ 100108 w 213845"/>
                <a:gd name="connsiteY53" fmla="*/ 54343 h 662976"/>
                <a:gd name="connsiteX54" fmla="*/ 108423 w 213845"/>
                <a:gd name="connsiteY54" fmla="*/ 62776 h 662976"/>
                <a:gd name="connsiteX55" fmla="*/ 108306 w 213845"/>
                <a:gd name="connsiteY55" fmla="*/ 62659 h 662976"/>
                <a:gd name="connsiteX56" fmla="*/ 116504 w 213845"/>
                <a:gd name="connsiteY56" fmla="*/ 71559 h 662976"/>
                <a:gd name="connsiteX57" fmla="*/ 116387 w 213845"/>
                <a:gd name="connsiteY57" fmla="*/ 71442 h 662976"/>
                <a:gd name="connsiteX58" fmla="*/ 124350 w 213845"/>
                <a:gd name="connsiteY58" fmla="*/ 81046 h 662976"/>
                <a:gd name="connsiteX59" fmla="*/ 124233 w 213845"/>
                <a:gd name="connsiteY59" fmla="*/ 80928 h 662976"/>
                <a:gd name="connsiteX60" fmla="*/ 131845 w 213845"/>
                <a:gd name="connsiteY60" fmla="*/ 91117 h 662976"/>
                <a:gd name="connsiteX61" fmla="*/ 131845 w 213845"/>
                <a:gd name="connsiteY61" fmla="*/ 91000 h 662976"/>
                <a:gd name="connsiteX62" fmla="*/ 139223 w 213845"/>
                <a:gd name="connsiteY62" fmla="*/ 101657 h 662976"/>
                <a:gd name="connsiteX63" fmla="*/ 139223 w 213845"/>
                <a:gd name="connsiteY63" fmla="*/ 101540 h 662976"/>
                <a:gd name="connsiteX64" fmla="*/ 146367 w 213845"/>
                <a:gd name="connsiteY64" fmla="*/ 112783 h 662976"/>
                <a:gd name="connsiteX65" fmla="*/ 146250 w 213845"/>
                <a:gd name="connsiteY65" fmla="*/ 112549 h 662976"/>
                <a:gd name="connsiteX66" fmla="*/ 159601 w 213845"/>
                <a:gd name="connsiteY66" fmla="*/ 136440 h 662976"/>
                <a:gd name="connsiteX67" fmla="*/ 159484 w 213845"/>
                <a:gd name="connsiteY67" fmla="*/ 136205 h 662976"/>
                <a:gd name="connsiteX68" fmla="*/ 171663 w 213845"/>
                <a:gd name="connsiteY68" fmla="*/ 161619 h 662976"/>
                <a:gd name="connsiteX69" fmla="*/ 171546 w 213845"/>
                <a:gd name="connsiteY69" fmla="*/ 161385 h 662976"/>
                <a:gd name="connsiteX70" fmla="*/ 182203 w 213845"/>
                <a:gd name="connsiteY70" fmla="*/ 188321 h 662976"/>
                <a:gd name="connsiteX71" fmla="*/ 182086 w 213845"/>
                <a:gd name="connsiteY71" fmla="*/ 188086 h 662976"/>
                <a:gd name="connsiteX72" fmla="*/ 191104 w 213845"/>
                <a:gd name="connsiteY72" fmla="*/ 216194 h 662976"/>
                <a:gd name="connsiteX73" fmla="*/ 190987 w 213845"/>
                <a:gd name="connsiteY73" fmla="*/ 215959 h 662976"/>
                <a:gd name="connsiteX74" fmla="*/ 198365 w 213845"/>
                <a:gd name="connsiteY74" fmla="*/ 245004 h 662976"/>
                <a:gd name="connsiteX75" fmla="*/ 198247 w 213845"/>
                <a:gd name="connsiteY75" fmla="*/ 244887 h 662976"/>
                <a:gd name="connsiteX76" fmla="*/ 203634 w 213845"/>
                <a:gd name="connsiteY76" fmla="*/ 274516 h 662976"/>
                <a:gd name="connsiteX77" fmla="*/ 203634 w 213845"/>
                <a:gd name="connsiteY77" fmla="*/ 274399 h 662976"/>
                <a:gd name="connsiteX78" fmla="*/ 205508 w 213845"/>
                <a:gd name="connsiteY78" fmla="*/ 289389 h 662976"/>
                <a:gd name="connsiteX79" fmla="*/ 205508 w 213845"/>
                <a:gd name="connsiteY79" fmla="*/ 289272 h 662976"/>
                <a:gd name="connsiteX80" fmla="*/ 206914 w 213845"/>
                <a:gd name="connsiteY80" fmla="*/ 304497 h 662976"/>
                <a:gd name="connsiteX81" fmla="*/ 206914 w 213845"/>
                <a:gd name="connsiteY81" fmla="*/ 304380 h 662976"/>
                <a:gd name="connsiteX82" fmla="*/ 207851 w 213845"/>
                <a:gd name="connsiteY82" fmla="*/ 319605 h 662976"/>
                <a:gd name="connsiteX83" fmla="*/ 207851 w 213845"/>
                <a:gd name="connsiteY83" fmla="*/ 319488 h 662976"/>
                <a:gd name="connsiteX84" fmla="*/ 208085 w 213845"/>
                <a:gd name="connsiteY84" fmla="*/ 334712 h 662976"/>
                <a:gd name="connsiteX85" fmla="*/ 208085 w 213845"/>
                <a:gd name="connsiteY85" fmla="*/ 334595 h 662976"/>
                <a:gd name="connsiteX86" fmla="*/ 207851 w 213845"/>
                <a:gd name="connsiteY86" fmla="*/ 349820 h 662976"/>
                <a:gd name="connsiteX87" fmla="*/ 207851 w 213845"/>
                <a:gd name="connsiteY87" fmla="*/ 349586 h 662976"/>
                <a:gd name="connsiteX88" fmla="*/ 206797 w 213845"/>
                <a:gd name="connsiteY88" fmla="*/ 364810 h 662976"/>
                <a:gd name="connsiteX89" fmla="*/ 206797 w 213845"/>
                <a:gd name="connsiteY89" fmla="*/ 364693 h 662976"/>
                <a:gd name="connsiteX90" fmla="*/ 205391 w 213845"/>
                <a:gd name="connsiteY90" fmla="*/ 379918 h 662976"/>
                <a:gd name="connsiteX91" fmla="*/ 205391 w 213845"/>
                <a:gd name="connsiteY91" fmla="*/ 379800 h 662976"/>
                <a:gd name="connsiteX92" fmla="*/ 203283 w 213845"/>
                <a:gd name="connsiteY92" fmla="*/ 394791 h 662976"/>
                <a:gd name="connsiteX93" fmla="*/ 203400 w 213845"/>
                <a:gd name="connsiteY93" fmla="*/ 394791 h 662976"/>
                <a:gd name="connsiteX94" fmla="*/ 200824 w 213845"/>
                <a:gd name="connsiteY94" fmla="*/ 409665 h 662976"/>
                <a:gd name="connsiteX95" fmla="*/ 200824 w 213845"/>
                <a:gd name="connsiteY95" fmla="*/ 409548 h 662976"/>
                <a:gd name="connsiteX96" fmla="*/ 197662 w 213845"/>
                <a:gd name="connsiteY96" fmla="*/ 424304 h 662976"/>
                <a:gd name="connsiteX97" fmla="*/ 197662 w 213845"/>
                <a:gd name="connsiteY97" fmla="*/ 424187 h 662976"/>
                <a:gd name="connsiteX98" fmla="*/ 190050 w 213845"/>
                <a:gd name="connsiteY98" fmla="*/ 453231 h 662976"/>
                <a:gd name="connsiteX99" fmla="*/ 190167 w 213845"/>
                <a:gd name="connsiteY99" fmla="*/ 452996 h 662976"/>
                <a:gd name="connsiteX100" fmla="*/ 180564 w 213845"/>
                <a:gd name="connsiteY100" fmla="*/ 481104 h 662976"/>
                <a:gd name="connsiteX101" fmla="*/ 180564 w 213845"/>
                <a:gd name="connsiteY101" fmla="*/ 480869 h 662976"/>
                <a:gd name="connsiteX102" fmla="*/ 169321 w 213845"/>
                <a:gd name="connsiteY102" fmla="*/ 507806 h 662976"/>
                <a:gd name="connsiteX103" fmla="*/ 169438 w 213845"/>
                <a:gd name="connsiteY103" fmla="*/ 507571 h 662976"/>
                <a:gd name="connsiteX104" fmla="*/ 156673 w 213845"/>
                <a:gd name="connsiteY104" fmla="*/ 532985 h 662976"/>
                <a:gd name="connsiteX105" fmla="*/ 156790 w 213845"/>
                <a:gd name="connsiteY105" fmla="*/ 532751 h 662976"/>
                <a:gd name="connsiteX106" fmla="*/ 142619 w 213845"/>
                <a:gd name="connsiteY106" fmla="*/ 556524 h 662976"/>
                <a:gd name="connsiteX107" fmla="*/ 142737 w 213845"/>
                <a:gd name="connsiteY107" fmla="*/ 556407 h 662976"/>
                <a:gd name="connsiteX108" fmla="*/ 135124 w 213845"/>
                <a:gd name="connsiteY108" fmla="*/ 567533 h 662976"/>
                <a:gd name="connsiteX109" fmla="*/ 135241 w 213845"/>
                <a:gd name="connsiteY109" fmla="*/ 567533 h 662976"/>
                <a:gd name="connsiteX110" fmla="*/ 127395 w 213845"/>
                <a:gd name="connsiteY110" fmla="*/ 578190 h 662976"/>
                <a:gd name="connsiteX111" fmla="*/ 127512 w 213845"/>
                <a:gd name="connsiteY111" fmla="*/ 578074 h 662976"/>
                <a:gd name="connsiteX112" fmla="*/ 119314 w 213845"/>
                <a:gd name="connsiteY112" fmla="*/ 588262 h 662976"/>
                <a:gd name="connsiteX113" fmla="*/ 119314 w 213845"/>
                <a:gd name="connsiteY113" fmla="*/ 588145 h 662976"/>
                <a:gd name="connsiteX114" fmla="*/ 111000 w 213845"/>
                <a:gd name="connsiteY114" fmla="*/ 597748 h 662976"/>
                <a:gd name="connsiteX115" fmla="*/ 111116 w 213845"/>
                <a:gd name="connsiteY115" fmla="*/ 597631 h 662976"/>
                <a:gd name="connsiteX116" fmla="*/ 102450 w 213845"/>
                <a:gd name="connsiteY116" fmla="*/ 606532 h 662976"/>
                <a:gd name="connsiteX117" fmla="*/ 102567 w 213845"/>
                <a:gd name="connsiteY117" fmla="*/ 606415 h 662976"/>
                <a:gd name="connsiteX118" fmla="*/ 93784 w 213845"/>
                <a:gd name="connsiteY118" fmla="*/ 614846 h 662976"/>
                <a:gd name="connsiteX119" fmla="*/ 93784 w 213845"/>
                <a:gd name="connsiteY119" fmla="*/ 614730 h 662976"/>
                <a:gd name="connsiteX120" fmla="*/ 84884 w 213845"/>
                <a:gd name="connsiteY120" fmla="*/ 622459 h 662976"/>
                <a:gd name="connsiteX121" fmla="*/ 85001 w 213845"/>
                <a:gd name="connsiteY121" fmla="*/ 622342 h 662976"/>
                <a:gd name="connsiteX122" fmla="*/ 75749 w 213845"/>
                <a:gd name="connsiteY122" fmla="*/ 629369 h 662976"/>
                <a:gd name="connsiteX123" fmla="*/ 75866 w 213845"/>
                <a:gd name="connsiteY123" fmla="*/ 629252 h 662976"/>
                <a:gd name="connsiteX124" fmla="*/ 66614 w 213845"/>
                <a:gd name="connsiteY124" fmla="*/ 635576 h 662976"/>
                <a:gd name="connsiteX125" fmla="*/ 66731 w 213845"/>
                <a:gd name="connsiteY125" fmla="*/ 635458 h 662976"/>
                <a:gd name="connsiteX126" fmla="*/ 57245 w 213845"/>
                <a:gd name="connsiteY126" fmla="*/ 640963 h 662976"/>
                <a:gd name="connsiteX127" fmla="*/ 57480 w 213845"/>
                <a:gd name="connsiteY127" fmla="*/ 640963 h 662976"/>
                <a:gd name="connsiteX128" fmla="*/ 47876 w 213845"/>
                <a:gd name="connsiteY128" fmla="*/ 645764 h 662976"/>
                <a:gd name="connsiteX129" fmla="*/ 48110 w 213845"/>
                <a:gd name="connsiteY129" fmla="*/ 645647 h 662976"/>
                <a:gd name="connsiteX130" fmla="*/ 38390 w 213845"/>
                <a:gd name="connsiteY130" fmla="*/ 649629 h 662976"/>
                <a:gd name="connsiteX131" fmla="*/ 38624 w 213845"/>
                <a:gd name="connsiteY131" fmla="*/ 649512 h 662976"/>
                <a:gd name="connsiteX132" fmla="*/ 28904 w 213845"/>
                <a:gd name="connsiteY132" fmla="*/ 652674 h 662976"/>
                <a:gd name="connsiteX133" fmla="*/ 29138 w 213845"/>
                <a:gd name="connsiteY133" fmla="*/ 652674 h 662976"/>
                <a:gd name="connsiteX134" fmla="*/ 19301 w 213845"/>
                <a:gd name="connsiteY134" fmla="*/ 654900 h 662976"/>
                <a:gd name="connsiteX135" fmla="*/ 19536 w 213845"/>
                <a:gd name="connsiteY135" fmla="*/ 654900 h 662976"/>
                <a:gd name="connsiteX136" fmla="*/ 9581 w 213845"/>
                <a:gd name="connsiteY136" fmla="*/ 656305 h 662976"/>
                <a:gd name="connsiteX137" fmla="*/ 9932 w 213845"/>
                <a:gd name="connsiteY137" fmla="*/ 656305 h 662976"/>
                <a:gd name="connsiteX138" fmla="*/ 95 w 213845"/>
                <a:gd name="connsiteY138" fmla="*/ 656656 h 662976"/>
                <a:gd name="connsiteX139" fmla="*/ 89919 w 213845"/>
                <a:gd name="connsiteY139" fmla="*/ -465 h 662976"/>
                <a:gd name="connsiteX140" fmla="*/ 11923 w 213845"/>
                <a:gd name="connsiteY140" fmla="*/ 9606 h 662976"/>
                <a:gd name="connsiteX141" fmla="*/ 66731 w 213845"/>
                <a:gd name="connsiteY141" fmla="*/ 65938 h 66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213845" h="662976">
                  <a:moveTo>
                    <a:pt x="329" y="662512"/>
                  </a:moveTo>
                  <a:lnTo>
                    <a:pt x="10284" y="662043"/>
                  </a:lnTo>
                  <a:lnTo>
                    <a:pt x="20472" y="660638"/>
                  </a:lnTo>
                  <a:lnTo>
                    <a:pt x="30544" y="658296"/>
                  </a:lnTo>
                  <a:lnTo>
                    <a:pt x="40498" y="655016"/>
                  </a:lnTo>
                  <a:lnTo>
                    <a:pt x="50453" y="651035"/>
                  </a:lnTo>
                  <a:lnTo>
                    <a:pt x="60173" y="646116"/>
                  </a:lnTo>
                  <a:lnTo>
                    <a:pt x="69776" y="640494"/>
                  </a:lnTo>
                  <a:lnTo>
                    <a:pt x="79262" y="634053"/>
                  </a:lnTo>
                  <a:lnTo>
                    <a:pt x="88631" y="626909"/>
                  </a:lnTo>
                  <a:lnTo>
                    <a:pt x="97649" y="619063"/>
                  </a:lnTo>
                  <a:lnTo>
                    <a:pt x="106666" y="610631"/>
                  </a:lnTo>
                  <a:lnTo>
                    <a:pt x="115333" y="601613"/>
                  </a:lnTo>
                  <a:lnTo>
                    <a:pt x="123765" y="591893"/>
                  </a:lnTo>
                  <a:lnTo>
                    <a:pt x="132079" y="581704"/>
                  </a:lnTo>
                  <a:lnTo>
                    <a:pt x="139926" y="570929"/>
                  </a:lnTo>
                  <a:lnTo>
                    <a:pt x="147538" y="559687"/>
                  </a:lnTo>
                  <a:lnTo>
                    <a:pt x="161826" y="535679"/>
                  </a:lnTo>
                  <a:lnTo>
                    <a:pt x="174708" y="510147"/>
                  </a:lnTo>
                  <a:lnTo>
                    <a:pt x="186068" y="483094"/>
                  </a:lnTo>
                  <a:lnTo>
                    <a:pt x="195671" y="454870"/>
                  </a:lnTo>
                  <a:lnTo>
                    <a:pt x="203400" y="425592"/>
                  </a:lnTo>
                  <a:lnTo>
                    <a:pt x="206562" y="410718"/>
                  </a:lnTo>
                  <a:lnTo>
                    <a:pt x="209139" y="395728"/>
                  </a:lnTo>
                  <a:lnTo>
                    <a:pt x="211130" y="380504"/>
                  </a:lnTo>
                  <a:lnTo>
                    <a:pt x="212652" y="365279"/>
                  </a:lnTo>
                  <a:lnTo>
                    <a:pt x="213589" y="349937"/>
                  </a:lnTo>
                  <a:lnTo>
                    <a:pt x="213940" y="334595"/>
                  </a:lnTo>
                  <a:lnTo>
                    <a:pt x="213589" y="319370"/>
                  </a:lnTo>
                  <a:lnTo>
                    <a:pt x="212769" y="304029"/>
                  </a:lnTo>
                  <a:lnTo>
                    <a:pt x="211364" y="288687"/>
                  </a:lnTo>
                  <a:lnTo>
                    <a:pt x="209373" y="273580"/>
                  </a:lnTo>
                  <a:lnTo>
                    <a:pt x="203986" y="243715"/>
                  </a:lnTo>
                  <a:lnTo>
                    <a:pt x="196725" y="214437"/>
                  </a:lnTo>
                  <a:lnTo>
                    <a:pt x="187707" y="186213"/>
                  </a:lnTo>
                  <a:lnTo>
                    <a:pt x="176933" y="159160"/>
                  </a:lnTo>
                  <a:lnTo>
                    <a:pt x="164754" y="133629"/>
                  </a:lnTo>
                  <a:lnTo>
                    <a:pt x="151286" y="109621"/>
                  </a:lnTo>
                  <a:lnTo>
                    <a:pt x="144142" y="98378"/>
                  </a:lnTo>
                  <a:lnTo>
                    <a:pt x="136530" y="87604"/>
                  </a:lnTo>
                  <a:lnTo>
                    <a:pt x="128918" y="77415"/>
                  </a:lnTo>
                  <a:lnTo>
                    <a:pt x="120837" y="67695"/>
                  </a:lnTo>
                  <a:lnTo>
                    <a:pt x="112639" y="58677"/>
                  </a:lnTo>
                  <a:lnTo>
                    <a:pt x="104207" y="50245"/>
                  </a:lnTo>
                  <a:lnTo>
                    <a:pt x="95658" y="42398"/>
                  </a:lnTo>
                  <a:lnTo>
                    <a:pt x="86640" y="35137"/>
                  </a:lnTo>
                  <a:lnTo>
                    <a:pt x="68488" y="26237"/>
                  </a:lnTo>
                  <a:lnTo>
                    <a:pt x="65912" y="31506"/>
                  </a:lnTo>
                  <a:lnTo>
                    <a:pt x="83712" y="40173"/>
                  </a:lnTo>
                  <a:lnTo>
                    <a:pt x="83244" y="39822"/>
                  </a:lnTo>
                  <a:lnTo>
                    <a:pt x="91910" y="46848"/>
                  </a:lnTo>
                  <a:lnTo>
                    <a:pt x="91793" y="46732"/>
                  </a:lnTo>
                  <a:lnTo>
                    <a:pt x="100225" y="54461"/>
                  </a:lnTo>
                  <a:lnTo>
                    <a:pt x="100108" y="54343"/>
                  </a:lnTo>
                  <a:lnTo>
                    <a:pt x="108423" y="62776"/>
                  </a:lnTo>
                  <a:lnTo>
                    <a:pt x="108306" y="62659"/>
                  </a:lnTo>
                  <a:lnTo>
                    <a:pt x="116504" y="71559"/>
                  </a:lnTo>
                  <a:lnTo>
                    <a:pt x="116387" y="71442"/>
                  </a:lnTo>
                  <a:lnTo>
                    <a:pt x="124350" y="81046"/>
                  </a:lnTo>
                  <a:lnTo>
                    <a:pt x="124233" y="80928"/>
                  </a:lnTo>
                  <a:lnTo>
                    <a:pt x="131845" y="91117"/>
                  </a:lnTo>
                  <a:lnTo>
                    <a:pt x="131845" y="91000"/>
                  </a:lnTo>
                  <a:lnTo>
                    <a:pt x="139223" y="101657"/>
                  </a:lnTo>
                  <a:lnTo>
                    <a:pt x="139223" y="101540"/>
                  </a:lnTo>
                  <a:lnTo>
                    <a:pt x="146367" y="112783"/>
                  </a:lnTo>
                  <a:lnTo>
                    <a:pt x="146250" y="112549"/>
                  </a:lnTo>
                  <a:lnTo>
                    <a:pt x="159601" y="136440"/>
                  </a:lnTo>
                  <a:lnTo>
                    <a:pt x="159484" y="136205"/>
                  </a:lnTo>
                  <a:lnTo>
                    <a:pt x="171663" y="161619"/>
                  </a:lnTo>
                  <a:lnTo>
                    <a:pt x="171546" y="161385"/>
                  </a:lnTo>
                  <a:lnTo>
                    <a:pt x="182203" y="188321"/>
                  </a:lnTo>
                  <a:lnTo>
                    <a:pt x="182086" y="188086"/>
                  </a:lnTo>
                  <a:lnTo>
                    <a:pt x="191104" y="216194"/>
                  </a:lnTo>
                  <a:lnTo>
                    <a:pt x="190987" y="215959"/>
                  </a:lnTo>
                  <a:lnTo>
                    <a:pt x="198365" y="245004"/>
                  </a:lnTo>
                  <a:lnTo>
                    <a:pt x="198247" y="244887"/>
                  </a:lnTo>
                  <a:lnTo>
                    <a:pt x="203634" y="274516"/>
                  </a:lnTo>
                  <a:lnTo>
                    <a:pt x="203634" y="274399"/>
                  </a:lnTo>
                  <a:lnTo>
                    <a:pt x="205508" y="289389"/>
                  </a:lnTo>
                  <a:lnTo>
                    <a:pt x="205508" y="289272"/>
                  </a:lnTo>
                  <a:lnTo>
                    <a:pt x="206914" y="304497"/>
                  </a:lnTo>
                  <a:lnTo>
                    <a:pt x="206914" y="304380"/>
                  </a:lnTo>
                  <a:lnTo>
                    <a:pt x="207851" y="319605"/>
                  </a:lnTo>
                  <a:lnTo>
                    <a:pt x="207851" y="319488"/>
                  </a:lnTo>
                  <a:lnTo>
                    <a:pt x="208085" y="334712"/>
                  </a:lnTo>
                  <a:lnTo>
                    <a:pt x="208085" y="334595"/>
                  </a:lnTo>
                  <a:lnTo>
                    <a:pt x="207851" y="349820"/>
                  </a:lnTo>
                  <a:lnTo>
                    <a:pt x="207851" y="349586"/>
                  </a:lnTo>
                  <a:lnTo>
                    <a:pt x="206797" y="364810"/>
                  </a:lnTo>
                  <a:lnTo>
                    <a:pt x="206797" y="364693"/>
                  </a:lnTo>
                  <a:lnTo>
                    <a:pt x="205391" y="379918"/>
                  </a:lnTo>
                  <a:lnTo>
                    <a:pt x="205391" y="379800"/>
                  </a:lnTo>
                  <a:lnTo>
                    <a:pt x="203283" y="394791"/>
                  </a:lnTo>
                  <a:lnTo>
                    <a:pt x="203400" y="394791"/>
                  </a:lnTo>
                  <a:lnTo>
                    <a:pt x="200824" y="409665"/>
                  </a:lnTo>
                  <a:lnTo>
                    <a:pt x="200824" y="409548"/>
                  </a:lnTo>
                  <a:lnTo>
                    <a:pt x="197662" y="424304"/>
                  </a:lnTo>
                  <a:lnTo>
                    <a:pt x="197662" y="424187"/>
                  </a:lnTo>
                  <a:lnTo>
                    <a:pt x="190050" y="453231"/>
                  </a:lnTo>
                  <a:lnTo>
                    <a:pt x="190167" y="452996"/>
                  </a:lnTo>
                  <a:lnTo>
                    <a:pt x="180564" y="481104"/>
                  </a:lnTo>
                  <a:lnTo>
                    <a:pt x="180564" y="480869"/>
                  </a:lnTo>
                  <a:lnTo>
                    <a:pt x="169321" y="507806"/>
                  </a:lnTo>
                  <a:lnTo>
                    <a:pt x="169438" y="507571"/>
                  </a:lnTo>
                  <a:lnTo>
                    <a:pt x="156673" y="532985"/>
                  </a:lnTo>
                  <a:lnTo>
                    <a:pt x="156790" y="532751"/>
                  </a:lnTo>
                  <a:lnTo>
                    <a:pt x="142619" y="556524"/>
                  </a:lnTo>
                  <a:lnTo>
                    <a:pt x="142737" y="556407"/>
                  </a:lnTo>
                  <a:lnTo>
                    <a:pt x="135124" y="567533"/>
                  </a:lnTo>
                  <a:lnTo>
                    <a:pt x="135241" y="567533"/>
                  </a:lnTo>
                  <a:lnTo>
                    <a:pt x="127395" y="578190"/>
                  </a:lnTo>
                  <a:lnTo>
                    <a:pt x="127512" y="578074"/>
                  </a:lnTo>
                  <a:lnTo>
                    <a:pt x="119314" y="588262"/>
                  </a:lnTo>
                  <a:lnTo>
                    <a:pt x="119314" y="588145"/>
                  </a:lnTo>
                  <a:lnTo>
                    <a:pt x="111000" y="597748"/>
                  </a:lnTo>
                  <a:lnTo>
                    <a:pt x="111116" y="597631"/>
                  </a:lnTo>
                  <a:lnTo>
                    <a:pt x="102450" y="606532"/>
                  </a:lnTo>
                  <a:lnTo>
                    <a:pt x="102567" y="606415"/>
                  </a:lnTo>
                  <a:lnTo>
                    <a:pt x="93784" y="614846"/>
                  </a:lnTo>
                  <a:lnTo>
                    <a:pt x="93784" y="614730"/>
                  </a:lnTo>
                  <a:lnTo>
                    <a:pt x="84884" y="622459"/>
                  </a:lnTo>
                  <a:lnTo>
                    <a:pt x="85001" y="622342"/>
                  </a:lnTo>
                  <a:lnTo>
                    <a:pt x="75749" y="629369"/>
                  </a:lnTo>
                  <a:lnTo>
                    <a:pt x="75866" y="629252"/>
                  </a:lnTo>
                  <a:lnTo>
                    <a:pt x="66614" y="635576"/>
                  </a:lnTo>
                  <a:lnTo>
                    <a:pt x="66731" y="635458"/>
                  </a:lnTo>
                  <a:lnTo>
                    <a:pt x="57245" y="640963"/>
                  </a:lnTo>
                  <a:lnTo>
                    <a:pt x="57480" y="640963"/>
                  </a:lnTo>
                  <a:lnTo>
                    <a:pt x="47876" y="645764"/>
                  </a:lnTo>
                  <a:lnTo>
                    <a:pt x="48110" y="645647"/>
                  </a:lnTo>
                  <a:lnTo>
                    <a:pt x="38390" y="649629"/>
                  </a:lnTo>
                  <a:lnTo>
                    <a:pt x="38624" y="649512"/>
                  </a:lnTo>
                  <a:lnTo>
                    <a:pt x="28904" y="652674"/>
                  </a:lnTo>
                  <a:lnTo>
                    <a:pt x="29138" y="652674"/>
                  </a:lnTo>
                  <a:lnTo>
                    <a:pt x="19301" y="654900"/>
                  </a:lnTo>
                  <a:lnTo>
                    <a:pt x="19536" y="654900"/>
                  </a:lnTo>
                  <a:lnTo>
                    <a:pt x="9581" y="656305"/>
                  </a:lnTo>
                  <a:lnTo>
                    <a:pt x="9932" y="656305"/>
                  </a:lnTo>
                  <a:lnTo>
                    <a:pt x="95" y="656656"/>
                  </a:lnTo>
                  <a:close/>
                  <a:moveTo>
                    <a:pt x="89919" y="-465"/>
                  </a:moveTo>
                  <a:lnTo>
                    <a:pt x="11923" y="9606"/>
                  </a:lnTo>
                  <a:lnTo>
                    <a:pt x="66731" y="65938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482F2A6-521B-08B1-0776-6AA1E4E89100}"/>
                </a:ext>
              </a:extLst>
            </p:cNvPr>
            <p:cNvSpPr/>
            <p:nvPr/>
          </p:nvSpPr>
          <p:spPr>
            <a:xfrm flipV="1">
              <a:off x="5397775" y="2512274"/>
              <a:ext cx="213962" cy="1698139"/>
            </a:xfrm>
            <a:custGeom>
              <a:avLst/>
              <a:gdLst>
                <a:gd name="connsiteX0" fmla="*/ 563 w 213962"/>
                <a:gd name="connsiteY0" fmla="*/ 1697777 h 1698139"/>
                <a:gd name="connsiteX1" fmla="*/ 5599 w 213962"/>
                <a:gd name="connsiteY1" fmla="*/ 1697426 h 1698139"/>
                <a:gd name="connsiteX2" fmla="*/ 10869 w 213962"/>
                <a:gd name="connsiteY2" fmla="*/ 1696489 h 1698139"/>
                <a:gd name="connsiteX3" fmla="*/ 16139 w 213962"/>
                <a:gd name="connsiteY3" fmla="*/ 1694967 h 1698139"/>
                <a:gd name="connsiteX4" fmla="*/ 21409 w 213962"/>
                <a:gd name="connsiteY4" fmla="*/ 1692624 h 1698139"/>
                <a:gd name="connsiteX5" fmla="*/ 26445 w 213962"/>
                <a:gd name="connsiteY5" fmla="*/ 1689814 h 1698139"/>
                <a:gd name="connsiteX6" fmla="*/ 31598 w 213962"/>
                <a:gd name="connsiteY6" fmla="*/ 1686418 h 1698139"/>
                <a:gd name="connsiteX7" fmla="*/ 36634 w 213962"/>
                <a:gd name="connsiteY7" fmla="*/ 1682436 h 1698139"/>
                <a:gd name="connsiteX8" fmla="*/ 41669 w 213962"/>
                <a:gd name="connsiteY8" fmla="*/ 1677985 h 1698139"/>
                <a:gd name="connsiteX9" fmla="*/ 46588 w 213962"/>
                <a:gd name="connsiteY9" fmla="*/ 1672949 h 1698139"/>
                <a:gd name="connsiteX10" fmla="*/ 51624 w 213962"/>
                <a:gd name="connsiteY10" fmla="*/ 1667328 h 1698139"/>
                <a:gd name="connsiteX11" fmla="*/ 61227 w 213962"/>
                <a:gd name="connsiteY11" fmla="*/ 1654680 h 1698139"/>
                <a:gd name="connsiteX12" fmla="*/ 70830 w 213962"/>
                <a:gd name="connsiteY12" fmla="*/ 1640041 h 1698139"/>
                <a:gd name="connsiteX13" fmla="*/ 80316 w 213962"/>
                <a:gd name="connsiteY13" fmla="*/ 1623411 h 1698139"/>
                <a:gd name="connsiteX14" fmla="*/ 89568 w 213962"/>
                <a:gd name="connsiteY14" fmla="*/ 1604907 h 1698139"/>
                <a:gd name="connsiteX15" fmla="*/ 98586 w 213962"/>
                <a:gd name="connsiteY15" fmla="*/ 1584880 h 1698139"/>
                <a:gd name="connsiteX16" fmla="*/ 107486 w 213962"/>
                <a:gd name="connsiteY16" fmla="*/ 1562980 h 1698139"/>
                <a:gd name="connsiteX17" fmla="*/ 116152 w 213962"/>
                <a:gd name="connsiteY17" fmla="*/ 1539441 h 1698139"/>
                <a:gd name="connsiteX18" fmla="*/ 124467 w 213962"/>
                <a:gd name="connsiteY18" fmla="*/ 1514379 h 1698139"/>
                <a:gd name="connsiteX19" fmla="*/ 132665 w 213962"/>
                <a:gd name="connsiteY19" fmla="*/ 1487911 h 1698139"/>
                <a:gd name="connsiteX20" fmla="*/ 140512 w 213962"/>
                <a:gd name="connsiteY20" fmla="*/ 1460038 h 1698139"/>
                <a:gd name="connsiteX21" fmla="*/ 148124 w 213962"/>
                <a:gd name="connsiteY21" fmla="*/ 1430760 h 1698139"/>
                <a:gd name="connsiteX22" fmla="*/ 155385 w 213962"/>
                <a:gd name="connsiteY22" fmla="*/ 1400193 h 1698139"/>
                <a:gd name="connsiteX23" fmla="*/ 162177 w 213962"/>
                <a:gd name="connsiteY23" fmla="*/ 1368690 h 1698139"/>
                <a:gd name="connsiteX24" fmla="*/ 168853 w 213962"/>
                <a:gd name="connsiteY24" fmla="*/ 1335898 h 1698139"/>
                <a:gd name="connsiteX25" fmla="*/ 175060 w 213962"/>
                <a:gd name="connsiteY25" fmla="*/ 1302287 h 1698139"/>
                <a:gd name="connsiteX26" fmla="*/ 180915 w 213962"/>
                <a:gd name="connsiteY26" fmla="*/ 1267621 h 1698139"/>
                <a:gd name="connsiteX27" fmla="*/ 186302 w 213962"/>
                <a:gd name="connsiteY27" fmla="*/ 1232136 h 1698139"/>
                <a:gd name="connsiteX28" fmla="*/ 191338 w 213962"/>
                <a:gd name="connsiteY28" fmla="*/ 1195831 h 1698139"/>
                <a:gd name="connsiteX29" fmla="*/ 195905 w 213962"/>
                <a:gd name="connsiteY29" fmla="*/ 1158940 h 1698139"/>
                <a:gd name="connsiteX30" fmla="*/ 200004 w 213962"/>
                <a:gd name="connsiteY30" fmla="*/ 1121347 h 1698139"/>
                <a:gd name="connsiteX31" fmla="*/ 203518 w 213962"/>
                <a:gd name="connsiteY31" fmla="*/ 1083168 h 1698139"/>
                <a:gd name="connsiteX32" fmla="*/ 206679 w 213962"/>
                <a:gd name="connsiteY32" fmla="*/ 1044638 h 1698139"/>
                <a:gd name="connsiteX33" fmla="*/ 209256 w 213962"/>
                <a:gd name="connsiteY33" fmla="*/ 1005639 h 1698139"/>
                <a:gd name="connsiteX34" fmla="*/ 211247 w 213962"/>
                <a:gd name="connsiteY34" fmla="*/ 966290 h 1698139"/>
                <a:gd name="connsiteX35" fmla="*/ 212769 w 213962"/>
                <a:gd name="connsiteY35" fmla="*/ 926822 h 1698139"/>
                <a:gd name="connsiteX36" fmla="*/ 213706 w 213962"/>
                <a:gd name="connsiteY36" fmla="*/ 887238 h 1698139"/>
                <a:gd name="connsiteX37" fmla="*/ 214057 w 213962"/>
                <a:gd name="connsiteY37" fmla="*/ 847419 h 1698139"/>
                <a:gd name="connsiteX38" fmla="*/ 213706 w 213962"/>
                <a:gd name="connsiteY38" fmla="*/ 807484 h 1698139"/>
                <a:gd name="connsiteX39" fmla="*/ 212887 w 213962"/>
                <a:gd name="connsiteY39" fmla="*/ 767783 h 1698139"/>
                <a:gd name="connsiteX40" fmla="*/ 211481 w 213962"/>
                <a:gd name="connsiteY40" fmla="*/ 728316 h 1698139"/>
                <a:gd name="connsiteX41" fmla="*/ 209490 w 213962"/>
                <a:gd name="connsiteY41" fmla="*/ 688965 h 1698139"/>
                <a:gd name="connsiteX42" fmla="*/ 204220 w 213962"/>
                <a:gd name="connsiteY42" fmla="*/ 611436 h 1698139"/>
                <a:gd name="connsiteX43" fmla="*/ 200707 w 213962"/>
                <a:gd name="connsiteY43" fmla="*/ 573258 h 1698139"/>
                <a:gd name="connsiteX44" fmla="*/ 196842 w 213962"/>
                <a:gd name="connsiteY44" fmla="*/ 535782 h 1698139"/>
                <a:gd name="connsiteX45" fmla="*/ 192626 w 213962"/>
                <a:gd name="connsiteY45" fmla="*/ 498774 h 1698139"/>
                <a:gd name="connsiteX46" fmla="*/ 187942 w 213962"/>
                <a:gd name="connsiteY46" fmla="*/ 462469 h 1698139"/>
                <a:gd name="connsiteX47" fmla="*/ 182672 w 213962"/>
                <a:gd name="connsiteY47" fmla="*/ 426983 h 1698139"/>
                <a:gd name="connsiteX48" fmla="*/ 177285 w 213962"/>
                <a:gd name="connsiteY48" fmla="*/ 392318 h 1698139"/>
                <a:gd name="connsiteX49" fmla="*/ 171429 w 213962"/>
                <a:gd name="connsiteY49" fmla="*/ 358707 h 1698139"/>
                <a:gd name="connsiteX50" fmla="*/ 165105 w 213962"/>
                <a:gd name="connsiteY50" fmla="*/ 325915 h 1698139"/>
                <a:gd name="connsiteX51" fmla="*/ 158664 w 213962"/>
                <a:gd name="connsiteY51" fmla="*/ 294295 h 1698139"/>
                <a:gd name="connsiteX52" fmla="*/ 151754 w 213962"/>
                <a:gd name="connsiteY52" fmla="*/ 263962 h 1698139"/>
                <a:gd name="connsiteX53" fmla="*/ 144610 w 213962"/>
                <a:gd name="connsiteY53" fmla="*/ 234684 h 1698139"/>
                <a:gd name="connsiteX54" fmla="*/ 137116 w 213962"/>
                <a:gd name="connsiteY54" fmla="*/ 206811 h 1698139"/>
                <a:gd name="connsiteX55" fmla="*/ 129503 w 213962"/>
                <a:gd name="connsiteY55" fmla="*/ 180343 h 1698139"/>
                <a:gd name="connsiteX56" fmla="*/ 121539 w 213962"/>
                <a:gd name="connsiteY56" fmla="*/ 155164 h 1698139"/>
                <a:gd name="connsiteX57" fmla="*/ 113342 w 213962"/>
                <a:gd name="connsiteY57" fmla="*/ 131742 h 1698139"/>
                <a:gd name="connsiteX58" fmla="*/ 105027 w 213962"/>
                <a:gd name="connsiteY58" fmla="*/ 109724 h 1698139"/>
                <a:gd name="connsiteX59" fmla="*/ 96478 w 213962"/>
                <a:gd name="connsiteY59" fmla="*/ 89698 h 1698139"/>
                <a:gd name="connsiteX60" fmla="*/ 87811 w 213962"/>
                <a:gd name="connsiteY60" fmla="*/ 71194 h 1698139"/>
                <a:gd name="connsiteX61" fmla="*/ 78794 w 213962"/>
                <a:gd name="connsiteY61" fmla="*/ 54447 h 1698139"/>
                <a:gd name="connsiteX62" fmla="*/ 60759 w 213962"/>
                <a:gd name="connsiteY62" fmla="*/ 33366 h 1698139"/>
                <a:gd name="connsiteX63" fmla="*/ 56308 w 213962"/>
                <a:gd name="connsiteY63" fmla="*/ 37114 h 1698139"/>
                <a:gd name="connsiteX64" fmla="*/ 74109 w 213962"/>
                <a:gd name="connsiteY64" fmla="*/ 57961 h 1698139"/>
                <a:gd name="connsiteX65" fmla="*/ 73758 w 213962"/>
                <a:gd name="connsiteY65" fmla="*/ 57492 h 1698139"/>
                <a:gd name="connsiteX66" fmla="*/ 82542 w 213962"/>
                <a:gd name="connsiteY66" fmla="*/ 73888 h 1698139"/>
                <a:gd name="connsiteX67" fmla="*/ 82542 w 213962"/>
                <a:gd name="connsiteY67" fmla="*/ 73771 h 1698139"/>
                <a:gd name="connsiteX68" fmla="*/ 91208 w 213962"/>
                <a:gd name="connsiteY68" fmla="*/ 92040 h 1698139"/>
                <a:gd name="connsiteX69" fmla="*/ 91090 w 213962"/>
                <a:gd name="connsiteY69" fmla="*/ 91923 h 1698139"/>
                <a:gd name="connsiteX70" fmla="*/ 99522 w 213962"/>
                <a:gd name="connsiteY70" fmla="*/ 111949 h 1698139"/>
                <a:gd name="connsiteX71" fmla="*/ 99522 w 213962"/>
                <a:gd name="connsiteY71" fmla="*/ 111949 h 1698139"/>
                <a:gd name="connsiteX72" fmla="*/ 107838 w 213962"/>
                <a:gd name="connsiteY72" fmla="*/ 133732 h 1698139"/>
                <a:gd name="connsiteX73" fmla="*/ 107838 w 213962"/>
                <a:gd name="connsiteY73" fmla="*/ 133732 h 1698139"/>
                <a:gd name="connsiteX74" fmla="*/ 116035 w 213962"/>
                <a:gd name="connsiteY74" fmla="*/ 157038 h 1698139"/>
                <a:gd name="connsiteX75" fmla="*/ 116035 w 213962"/>
                <a:gd name="connsiteY75" fmla="*/ 157038 h 1698139"/>
                <a:gd name="connsiteX76" fmla="*/ 123882 w 213962"/>
                <a:gd name="connsiteY76" fmla="*/ 181983 h 1698139"/>
                <a:gd name="connsiteX77" fmla="*/ 123882 w 213962"/>
                <a:gd name="connsiteY77" fmla="*/ 181983 h 1698139"/>
                <a:gd name="connsiteX78" fmla="*/ 131494 w 213962"/>
                <a:gd name="connsiteY78" fmla="*/ 208333 h 1698139"/>
                <a:gd name="connsiteX79" fmla="*/ 131494 w 213962"/>
                <a:gd name="connsiteY79" fmla="*/ 208333 h 1698139"/>
                <a:gd name="connsiteX80" fmla="*/ 138989 w 213962"/>
                <a:gd name="connsiteY80" fmla="*/ 236206 h 1698139"/>
                <a:gd name="connsiteX81" fmla="*/ 138989 w 213962"/>
                <a:gd name="connsiteY81" fmla="*/ 236089 h 1698139"/>
                <a:gd name="connsiteX82" fmla="*/ 146016 w 213962"/>
                <a:gd name="connsiteY82" fmla="*/ 265250 h 1698139"/>
                <a:gd name="connsiteX83" fmla="*/ 146016 w 213962"/>
                <a:gd name="connsiteY83" fmla="*/ 265250 h 1698139"/>
                <a:gd name="connsiteX84" fmla="*/ 152925 w 213962"/>
                <a:gd name="connsiteY84" fmla="*/ 295583 h 1698139"/>
                <a:gd name="connsiteX85" fmla="*/ 152925 w 213962"/>
                <a:gd name="connsiteY85" fmla="*/ 295583 h 1698139"/>
                <a:gd name="connsiteX86" fmla="*/ 159367 w 213962"/>
                <a:gd name="connsiteY86" fmla="*/ 327086 h 1698139"/>
                <a:gd name="connsiteX87" fmla="*/ 159367 w 213962"/>
                <a:gd name="connsiteY87" fmla="*/ 327086 h 1698139"/>
                <a:gd name="connsiteX88" fmla="*/ 165574 w 213962"/>
                <a:gd name="connsiteY88" fmla="*/ 359760 h 1698139"/>
                <a:gd name="connsiteX89" fmla="*/ 165574 w 213962"/>
                <a:gd name="connsiteY89" fmla="*/ 359643 h 1698139"/>
                <a:gd name="connsiteX90" fmla="*/ 171546 w 213962"/>
                <a:gd name="connsiteY90" fmla="*/ 393372 h 1698139"/>
                <a:gd name="connsiteX91" fmla="*/ 171546 w 213962"/>
                <a:gd name="connsiteY91" fmla="*/ 393255 h 1698139"/>
                <a:gd name="connsiteX92" fmla="*/ 176933 w 213962"/>
                <a:gd name="connsiteY92" fmla="*/ 427920 h 1698139"/>
                <a:gd name="connsiteX93" fmla="*/ 176933 w 213962"/>
                <a:gd name="connsiteY93" fmla="*/ 427803 h 1698139"/>
                <a:gd name="connsiteX94" fmla="*/ 182086 w 213962"/>
                <a:gd name="connsiteY94" fmla="*/ 463289 h 1698139"/>
                <a:gd name="connsiteX95" fmla="*/ 182086 w 213962"/>
                <a:gd name="connsiteY95" fmla="*/ 463289 h 1698139"/>
                <a:gd name="connsiteX96" fmla="*/ 186771 w 213962"/>
                <a:gd name="connsiteY96" fmla="*/ 499476 h 1698139"/>
                <a:gd name="connsiteX97" fmla="*/ 186771 w 213962"/>
                <a:gd name="connsiteY97" fmla="*/ 499476 h 1698139"/>
                <a:gd name="connsiteX98" fmla="*/ 191104 w 213962"/>
                <a:gd name="connsiteY98" fmla="*/ 536367 h 1698139"/>
                <a:gd name="connsiteX99" fmla="*/ 191104 w 213962"/>
                <a:gd name="connsiteY99" fmla="*/ 536367 h 1698139"/>
                <a:gd name="connsiteX100" fmla="*/ 194968 w 213962"/>
                <a:gd name="connsiteY100" fmla="*/ 573844 h 1698139"/>
                <a:gd name="connsiteX101" fmla="*/ 194968 w 213962"/>
                <a:gd name="connsiteY101" fmla="*/ 573844 h 1698139"/>
                <a:gd name="connsiteX102" fmla="*/ 198365 w 213962"/>
                <a:gd name="connsiteY102" fmla="*/ 611905 h 1698139"/>
                <a:gd name="connsiteX103" fmla="*/ 198365 w 213962"/>
                <a:gd name="connsiteY103" fmla="*/ 611905 h 1698139"/>
                <a:gd name="connsiteX104" fmla="*/ 203752 w 213962"/>
                <a:gd name="connsiteY104" fmla="*/ 689317 h 1698139"/>
                <a:gd name="connsiteX105" fmla="*/ 203752 w 213962"/>
                <a:gd name="connsiteY105" fmla="*/ 689317 h 1698139"/>
                <a:gd name="connsiteX106" fmla="*/ 205625 w 213962"/>
                <a:gd name="connsiteY106" fmla="*/ 728549 h 1698139"/>
                <a:gd name="connsiteX107" fmla="*/ 205625 w 213962"/>
                <a:gd name="connsiteY107" fmla="*/ 728549 h 1698139"/>
                <a:gd name="connsiteX108" fmla="*/ 207031 w 213962"/>
                <a:gd name="connsiteY108" fmla="*/ 768016 h 1698139"/>
                <a:gd name="connsiteX109" fmla="*/ 207031 w 213962"/>
                <a:gd name="connsiteY109" fmla="*/ 767900 h 1698139"/>
                <a:gd name="connsiteX110" fmla="*/ 207968 w 213962"/>
                <a:gd name="connsiteY110" fmla="*/ 807601 h 1698139"/>
                <a:gd name="connsiteX111" fmla="*/ 207968 w 213962"/>
                <a:gd name="connsiteY111" fmla="*/ 807601 h 1698139"/>
                <a:gd name="connsiteX112" fmla="*/ 208202 w 213962"/>
                <a:gd name="connsiteY112" fmla="*/ 847419 h 1698139"/>
                <a:gd name="connsiteX113" fmla="*/ 208202 w 213962"/>
                <a:gd name="connsiteY113" fmla="*/ 847419 h 1698139"/>
                <a:gd name="connsiteX114" fmla="*/ 207968 w 213962"/>
                <a:gd name="connsiteY114" fmla="*/ 887121 h 1698139"/>
                <a:gd name="connsiteX115" fmla="*/ 207968 w 213962"/>
                <a:gd name="connsiteY115" fmla="*/ 887121 h 1698139"/>
                <a:gd name="connsiteX116" fmla="*/ 206914 w 213962"/>
                <a:gd name="connsiteY116" fmla="*/ 926705 h 1698139"/>
                <a:gd name="connsiteX117" fmla="*/ 206914 w 213962"/>
                <a:gd name="connsiteY117" fmla="*/ 926705 h 1698139"/>
                <a:gd name="connsiteX118" fmla="*/ 205509 w 213962"/>
                <a:gd name="connsiteY118" fmla="*/ 966055 h 1698139"/>
                <a:gd name="connsiteX119" fmla="*/ 205509 w 213962"/>
                <a:gd name="connsiteY119" fmla="*/ 966055 h 1698139"/>
                <a:gd name="connsiteX120" fmla="*/ 203400 w 213962"/>
                <a:gd name="connsiteY120" fmla="*/ 1005288 h 1698139"/>
                <a:gd name="connsiteX121" fmla="*/ 203400 w 213962"/>
                <a:gd name="connsiteY121" fmla="*/ 1005288 h 1698139"/>
                <a:gd name="connsiteX122" fmla="*/ 200941 w 213962"/>
                <a:gd name="connsiteY122" fmla="*/ 1044169 h 1698139"/>
                <a:gd name="connsiteX123" fmla="*/ 200941 w 213962"/>
                <a:gd name="connsiteY123" fmla="*/ 1044169 h 1698139"/>
                <a:gd name="connsiteX124" fmla="*/ 197779 w 213962"/>
                <a:gd name="connsiteY124" fmla="*/ 1082700 h 1698139"/>
                <a:gd name="connsiteX125" fmla="*/ 197779 w 213962"/>
                <a:gd name="connsiteY125" fmla="*/ 1082700 h 1698139"/>
                <a:gd name="connsiteX126" fmla="*/ 194149 w 213962"/>
                <a:gd name="connsiteY126" fmla="*/ 1120762 h 1698139"/>
                <a:gd name="connsiteX127" fmla="*/ 194149 w 213962"/>
                <a:gd name="connsiteY127" fmla="*/ 1120762 h 1698139"/>
                <a:gd name="connsiteX128" fmla="*/ 190050 w 213962"/>
                <a:gd name="connsiteY128" fmla="*/ 1158237 h 1698139"/>
                <a:gd name="connsiteX129" fmla="*/ 190050 w 213962"/>
                <a:gd name="connsiteY129" fmla="*/ 1158237 h 1698139"/>
                <a:gd name="connsiteX130" fmla="*/ 185482 w 213962"/>
                <a:gd name="connsiteY130" fmla="*/ 1195128 h 1698139"/>
                <a:gd name="connsiteX131" fmla="*/ 185482 w 213962"/>
                <a:gd name="connsiteY131" fmla="*/ 1195011 h 1698139"/>
                <a:gd name="connsiteX132" fmla="*/ 180564 w 213962"/>
                <a:gd name="connsiteY132" fmla="*/ 1231317 h 1698139"/>
                <a:gd name="connsiteX133" fmla="*/ 180564 w 213962"/>
                <a:gd name="connsiteY133" fmla="*/ 1231317 h 1698139"/>
                <a:gd name="connsiteX134" fmla="*/ 175060 w 213962"/>
                <a:gd name="connsiteY134" fmla="*/ 1266684 h 1698139"/>
                <a:gd name="connsiteX135" fmla="*/ 175060 w 213962"/>
                <a:gd name="connsiteY135" fmla="*/ 1266684 h 1698139"/>
                <a:gd name="connsiteX136" fmla="*/ 169321 w 213962"/>
                <a:gd name="connsiteY136" fmla="*/ 1301233 h 1698139"/>
                <a:gd name="connsiteX137" fmla="*/ 169321 w 213962"/>
                <a:gd name="connsiteY137" fmla="*/ 1301233 h 1698139"/>
                <a:gd name="connsiteX138" fmla="*/ 163114 w 213962"/>
                <a:gd name="connsiteY138" fmla="*/ 1334844 h 1698139"/>
                <a:gd name="connsiteX139" fmla="*/ 163114 w 213962"/>
                <a:gd name="connsiteY139" fmla="*/ 1334844 h 1698139"/>
                <a:gd name="connsiteX140" fmla="*/ 156439 w 213962"/>
                <a:gd name="connsiteY140" fmla="*/ 1367518 h 1698139"/>
                <a:gd name="connsiteX141" fmla="*/ 156556 w 213962"/>
                <a:gd name="connsiteY141" fmla="*/ 1367402 h 1698139"/>
                <a:gd name="connsiteX142" fmla="*/ 149646 w 213962"/>
                <a:gd name="connsiteY142" fmla="*/ 1398905 h 1698139"/>
                <a:gd name="connsiteX143" fmla="*/ 149646 w 213962"/>
                <a:gd name="connsiteY143" fmla="*/ 1398905 h 1698139"/>
                <a:gd name="connsiteX144" fmla="*/ 142385 w 213962"/>
                <a:gd name="connsiteY144" fmla="*/ 1429354 h 1698139"/>
                <a:gd name="connsiteX145" fmla="*/ 142385 w 213962"/>
                <a:gd name="connsiteY145" fmla="*/ 1429354 h 1698139"/>
                <a:gd name="connsiteX146" fmla="*/ 134890 w 213962"/>
                <a:gd name="connsiteY146" fmla="*/ 1458515 h 1698139"/>
                <a:gd name="connsiteX147" fmla="*/ 134890 w 213962"/>
                <a:gd name="connsiteY147" fmla="*/ 1458398 h 1698139"/>
                <a:gd name="connsiteX148" fmla="*/ 127044 w 213962"/>
                <a:gd name="connsiteY148" fmla="*/ 1486271 h 1698139"/>
                <a:gd name="connsiteX149" fmla="*/ 127044 w 213962"/>
                <a:gd name="connsiteY149" fmla="*/ 1486154 h 1698139"/>
                <a:gd name="connsiteX150" fmla="*/ 118846 w 213962"/>
                <a:gd name="connsiteY150" fmla="*/ 1512622 h 1698139"/>
                <a:gd name="connsiteX151" fmla="*/ 118963 w 213962"/>
                <a:gd name="connsiteY151" fmla="*/ 1512622 h 1698139"/>
                <a:gd name="connsiteX152" fmla="*/ 110531 w 213962"/>
                <a:gd name="connsiteY152" fmla="*/ 1537567 h 1698139"/>
                <a:gd name="connsiteX153" fmla="*/ 110648 w 213962"/>
                <a:gd name="connsiteY153" fmla="*/ 1537450 h 1698139"/>
                <a:gd name="connsiteX154" fmla="*/ 101982 w 213962"/>
                <a:gd name="connsiteY154" fmla="*/ 1560872 h 1698139"/>
                <a:gd name="connsiteX155" fmla="*/ 101982 w 213962"/>
                <a:gd name="connsiteY155" fmla="*/ 1560755 h 1698139"/>
                <a:gd name="connsiteX156" fmla="*/ 93199 w 213962"/>
                <a:gd name="connsiteY156" fmla="*/ 1582539 h 1698139"/>
                <a:gd name="connsiteX157" fmla="*/ 93199 w 213962"/>
                <a:gd name="connsiteY157" fmla="*/ 1582539 h 1698139"/>
                <a:gd name="connsiteX158" fmla="*/ 84181 w 213962"/>
                <a:gd name="connsiteY158" fmla="*/ 1602564 h 1698139"/>
                <a:gd name="connsiteX159" fmla="*/ 84298 w 213962"/>
                <a:gd name="connsiteY159" fmla="*/ 1602447 h 1698139"/>
                <a:gd name="connsiteX160" fmla="*/ 75046 w 213962"/>
                <a:gd name="connsiteY160" fmla="*/ 1620717 h 1698139"/>
                <a:gd name="connsiteX161" fmla="*/ 75163 w 213962"/>
                <a:gd name="connsiteY161" fmla="*/ 1620600 h 1698139"/>
                <a:gd name="connsiteX162" fmla="*/ 65794 w 213962"/>
                <a:gd name="connsiteY162" fmla="*/ 1636996 h 1698139"/>
                <a:gd name="connsiteX163" fmla="*/ 65912 w 213962"/>
                <a:gd name="connsiteY163" fmla="*/ 1636878 h 1698139"/>
                <a:gd name="connsiteX164" fmla="*/ 56426 w 213962"/>
                <a:gd name="connsiteY164" fmla="*/ 1651401 h 1698139"/>
                <a:gd name="connsiteX165" fmla="*/ 56543 w 213962"/>
                <a:gd name="connsiteY165" fmla="*/ 1651167 h 1698139"/>
                <a:gd name="connsiteX166" fmla="*/ 46940 w 213962"/>
                <a:gd name="connsiteY166" fmla="*/ 1663698 h 1698139"/>
                <a:gd name="connsiteX167" fmla="*/ 47174 w 213962"/>
                <a:gd name="connsiteY167" fmla="*/ 1663463 h 1698139"/>
                <a:gd name="connsiteX168" fmla="*/ 42255 w 213962"/>
                <a:gd name="connsiteY168" fmla="*/ 1668968 h 1698139"/>
                <a:gd name="connsiteX169" fmla="*/ 42372 w 213962"/>
                <a:gd name="connsiteY169" fmla="*/ 1668851 h 1698139"/>
                <a:gd name="connsiteX170" fmla="*/ 37571 w 213962"/>
                <a:gd name="connsiteY170" fmla="*/ 1673769 h 1698139"/>
                <a:gd name="connsiteX171" fmla="*/ 37688 w 213962"/>
                <a:gd name="connsiteY171" fmla="*/ 1673652 h 1698139"/>
                <a:gd name="connsiteX172" fmla="*/ 32769 w 213962"/>
                <a:gd name="connsiteY172" fmla="*/ 1677985 h 1698139"/>
                <a:gd name="connsiteX173" fmla="*/ 32886 w 213962"/>
                <a:gd name="connsiteY173" fmla="*/ 1677868 h 1698139"/>
                <a:gd name="connsiteX174" fmla="*/ 28084 w 213962"/>
                <a:gd name="connsiteY174" fmla="*/ 1681733 h 1698139"/>
                <a:gd name="connsiteX175" fmla="*/ 28319 w 213962"/>
                <a:gd name="connsiteY175" fmla="*/ 1681616 h 1698139"/>
                <a:gd name="connsiteX176" fmla="*/ 23400 w 213962"/>
                <a:gd name="connsiteY176" fmla="*/ 1684895 h 1698139"/>
                <a:gd name="connsiteX177" fmla="*/ 23517 w 213962"/>
                <a:gd name="connsiteY177" fmla="*/ 1684778 h 1698139"/>
                <a:gd name="connsiteX178" fmla="*/ 18598 w 213962"/>
                <a:gd name="connsiteY178" fmla="*/ 1687471 h 1698139"/>
                <a:gd name="connsiteX179" fmla="*/ 18950 w 213962"/>
                <a:gd name="connsiteY179" fmla="*/ 1687354 h 1698139"/>
                <a:gd name="connsiteX180" fmla="*/ 14031 w 213962"/>
                <a:gd name="connsiteY180" fmla="*/ 1689463 h 1698139"/>
                <a:gd name="connsiteX181" fmla="*/ 14265 w 213962"/>
                <a:gd name="connsiteY181" fmla="*/ 1689346 h 1698139"/>
                <a:gd name="connsiteX182" fmla="*/ 9347 w 213962"/>
                <a:gd name="connsiteY182" fmla="*/ 1690868 h 1698139"/>
                <a:gd name="connsiteX183" fmla="*/ 9581 w 213962"/>
                <a:gd name="connsiteY183" fmla="*/ 1690751 h 1698139"/>
                <a:gd name="connsiteX184" fmla="*/ 4662 w 213962"/>
                <a:gd name="connsiteY184" fmla="*/ 1691688 h 1698139"/>
                <a:gd name="connsiteX185" fmla="*/ 5014 w 213962"/>
                <a:gd name="connsiteY185" fmla="*/ 1691571 h 1698139"/>
                <a:gd name="connsiteX186" fmla="*/ 95 w 213962"/>
                <a:gd name="connsiteY186" fmla="*/ 1691922 h 1698139"/>
                <a:gd name="connsiteX187" fmla="*/ 89217 w 213962"/>
                <a:gd name="connsiteY187" fmla="*/ 14394 h 1698139"/>
                <a:gd name="connsiteX188" fmla="*/ 12040 w 213962"/>
                <a:gd name="connsiteY188" fmla="*/ -362 h 1698139"/>
                <a:gd name="connsiteX189" fmla="*/ 46588 w 213962"/>
                <a:gd name="connsiteY189" fmla="*/ 70257 h 169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213962" h="1698139">
                  <a:moveTo>
                    <a:pt x="563" y="1697777"/>
                  </a:moveTo>
                  <a:lnTo>
                    <a:pt x="5599" y="1697426"/>
                  </a:lnTo>
                  <a:lnTo>
                    <a:pt x="10869" y="1696489"/>
                  </a:lnTo>
                  <a:lnTo>
                    <a:pt x="16139" y="1694967"/>
                  </a:lnTo>
                  <a:lnTo>
                    <a:pt x="21409" y="1692624"/>
                  </a:lnTo>
                  <a:lnTo>
                    <a:pt x="26445" y="1689814"/>
                  </a:lnTo>
                  <a:lnTo>
                    <a:pt x="31598" y="1686418"/>
                  </a:lnTo>
                  <a:lnTo>
                    <a:pt x="36634" y="1682436"/>
                  </a:lnTo>
                  <a:lnTo>
                    <a:pt x="41669" y="1677985"/>
                  </a:lnTo>
                  <a:lnTo>
                    <a:pt x="46588" y="1672949"/>
                  </a:lnTo>
                  <a:lnTo>
                    <a:pt x="51624" y="1667328"/>
                  </a:lnTo>
                  <a:lnTo>
                    <a:pt x="61227" y="1654680"/>
                  </a:lnTo>
                  <a:lnTo>
                    <a:pt x="70830" y="1640041"/>
                  </a:lnTo>
                  <a:lnTo>
                    <a:pt x="80316" y="1623411"/>
                  </a:lnTo>
                  <a:lnTo>
                    <a:pt x="89568" y="1604907"/>
                  </a:lnTo>
                  <a:lnTo>
                    <a:pt x="98586" y="1584880"/>
                  </a:lnTo>
                  <a:lnTo>
                    <a:pt x="107486" y="1562980"/>
                  </a:lnTo>
                  <a:lnTo>
                    <a:pt x="116152" y="1539441"/>
                  </a:lnTo>
                  <a:lnTo>
                    <a:pt x="124467" y="1514379"/>
                  </a:lnTo>
                  <a:lnTo>
                    <a:pt x="132665" y="1487911"/>
                  </a:lnTo>
                  <a:lnTo>
                    <a:pt x="140512" y="1460038"/>
                  </a:lnTo>
                  <a:lnTo>
                    <a:pt x="148124" y="1430760"/>
                  </a:lnTo>
                  <a:lnTo>
                    <a:pt x="155385" y="1400193"/>
                  </a:lnTo>
                  <a:lnTo>
                    <a:pt x="162177" y="1368690"/>
                  </a:lnTo>
                  <a:lnTo>
                    <a:pt x="168853" y="1335898"/>
                  </a:lnTo>
                  <a:lnTo>
                    <a:pt x="175060" y="1302287"/>
                  </a:lnTo>
                  <a:lnTo>
                    <a:pt x="180915" y="1267621"/>
                  </a:lnTo>
                  <a:lnTo>
                    <a:pt x="186302" y="1232136"/>
                  </a:lnTo>
                  <a:lnTo>
                    <a:pt x="191338" y="1195831"/>
                  </a:lnTo>
                  <a:lnTo>
                    <a:pt x="195905" y="1158940"/>
                  </a:lnTo>
                  <a:lnTo>
                    <a:pt x="200004" y="1121347"/>
                  </a:lnTo>
                  <a:lnTo>
                    <a:pt x="203518" y="1083168"/>
                  </a:lnTo>
                  <a:lnTo>
                    <a:pt x="206679" y="1044638"/>
                  </a:lnTo>
                  <a:lnTo>
                    <a:pt x="209256" y="1005639"/>
                  </a:lnTo>
                  <a:lnTo>
                    <a:pt x="211247" y="966290"/>
                  </a:lnTo>
                  <a:lnTo>
                    <a:pt x="212769" y="926822"/>
                  </a:lnTo>
                  <a:lnTo>
                    <a:pt x="213706" y="887238"/>
                  </a:lnTo>
                  <a:lnTo>
                    <a:pt x="214057" y="847419"/>
                  </a:lnTo>
                  <a:lnTo>
                    <a:pt x="213706" y="807484"/>
                  </a:lnTo>
                  <a:lnTo>
                    <a:pt x="212887" y="767783"/>
                  </a:lnTo>
                  <a:lnTo>
                    <a:pt x="211481" y="728316"/>
                  </a:lnTo>
                  <a:lnTo>
                    <a:pt x="209490" y="688965"/>
                  </a:lnTo>
                  <a:lnTo>
                    <a:pt x="204220" y="611436"/>
                  </a:lnTo>
                  <a:lnTo>
                    <a:pt x="200707" y="573258"/>
                  </a:lnTo>
                  <a:lnTo>
                    <a:pt x="196842" y="535782"/>
                  </a:lnTo>
                  <a:lnTo>
                    <a:pt x="192626" y="498774"/>
                  </a:lnTo>
                  <a:lnTo>
                    <a:pt x="187942" y="462469"/>
                  </a:lnTo>
                  <a:lnTo>
                    <a:pt x="182672" y="426983"/>
                  </a:lnTo>
                  <a:lnTo>
                    <a:pt x="177285" y="392318"/>
                  </a:lnTo>
                  <a:lnTo>
                    <a:pt x="171429" y="358707"/>
                  </a:lnTo>
                  <a:lnTo>
                    <a:pt x="165105" y="325915"/>
                  </a:lnTo>
                  <a:lnTo>
                    <a:pt x="158664" y="294295"/>
                  </a:lnTo>
                  <a:lnTo>
                    <a:pt x="151754" y="263962"/>
                  </a:lnTo>
                  <a:lnTo>
                    <a:pt x="144610" y="234684"/>
                  </a:lnTo>
                  <a:lnTo>
                    <a:pt x="137116" y="206811"/>
                  </a:lnTo>
                  <a:lnTo>
                    <a:pt x="129503" y="180343"/>
                  </a:lnTo>
                  <a:lnTo>
                    <a:pt x="121539" y="155164"/>
                  </a:lnTo>
                  <a:lnTo>
                    <a:pt x="113342" y="131742"/>
                  </a:lnTo>
                  <a:lnTo>
                    <a:pt x="105027" y="109724"/>
                  </a:lnTo>
                  <a:lnTo>
                    <a:pt x="96478" y="89698"/>
                  </a:lnTo>
                  <a:lnTo>
                    <a:pt x="87811" y="71194"/>
                  </a:lnTo>
                  <a:lnTo>
                    <a:pt x="78794" y="54447"/>
                  </a:lnTo>
                  <a:lnTo>
                    <a:pt x="60759" y="33366"/>
                  </a:lnTo>
                  <a:lnTo>
                    <a:pt x="56308" y="37114"/>
                  </a:lnTo>
                  <a:lnTo>
                    <a:pt x="74109" y="57961"/>
                  </a:lnTo>
                  <a:lnTo>
                    <a:pt x="73758" y="57492"/>
                  </a:lnTo>
                  <a:lnTo>
                    <a:pt x="82542" y="73888"/>
                  </a:lnTo>
                  <a:lnTo>
                    <a:pt x="82542" y="73771"/>
                  </a:lnTo>
                  <a:lnTo>
                    <a:pt x="91208" y="92040"/>
                  </a:lnTo>
                  <a:lnTo>
                    <a:pt x="91090" y="91923"/>
                  </a:lnTo>
                  <a:lnTo>
                    <a:pt x="99522" y="111949"/>
                  </a:lnTo>
                  <a:lnTo>
                    <a:pt x="99522" y="111949"/>
                  </a:lnTo>
                  <a:lnTo>
                    <a:pt x="107838" y="133732"/>
                  </a:lnTo>
                  <a:lnTo>
                    <a:pt x="107838" y="133732"/>
                  </a:lnTo>
                  <a:lnTo>
                    <a:pt x="116035" y="157038"/>
                  </a:lnTo>
                  <a:lnTo>
                    <a:pt x="116035" y="157038"/>
                  </a:lnTo>
                  <a:lnTo>
                    <a:pt x="123882" y="181983"/>
                  </a:lnTo>
                  <a:lnTo>
                    <a:pt x="123882" y="181983"/>
                  </a:lnTo>
                  <a:lnTo>
                    <a:pt x="131494" y="208333"/>
                  </a:lnTo>
                  <a:lnTo>
                    <a:pt x="131494" y="208333"/>
                  </a:lnTo>
                  <a:lnTo>
                    <a:pt x="138989" y="236206"/>
                  </a:lnTo>
                  <a:lnTo>
                    <a:pt x="138989" y="236089"/>
                  </a:lnTo>
                  <a:lnTo>
                    <a:pt x="146016" y="265250"/>
                  </a:lnTo>
                  <a:lnTo>
                    <a:pt x="146016" y="265250"/>
                  </a:lnTo>
                  <a:lnTo>
                    <a:pt x="152925" y="295583"/>
                  </a:lnTo>
                  <a:lnTo>
                    <a:pt x="152925" y="295583"/>
                  </a:lnTo>
                  <a:lnTo>
                    <a:pt x="159367" y="327086"/>
                  </a:lnTo>
                  <a:lnTo>
                    <a:pt x="159367" y="327086"/>
                  </a:lnTo>
                  <a:lnTo>
                    <a:pt x="165574" y="359760"/>
                  </a:lnTo>
                  <a:lnTo>
                    <a:pt x="165574" y="359643"/>
                  </a:lnTo>
                  <a:lnTo>
                    <a:pt x="171546" y="393372"/>
                  </a:lnTo>
                  <a:lnTo>
                    <a:pt x="171546" y="393255"/>
                  </a:lnTo>
                  <a:lnTo>
                    <a:pt x="176933" y="427920"/>
                  </a:lnTo>
                  <a:lnTo>
                    <a:pt x="176933" y="427803"/>
                  </a:lnTo>
                  <a:lnTo>
                    <a:pt x="182086" y="463289"/>
                  </a:lnTo>
                  <a:lnTo>
                    <a:pt x="182086" y="463289"/>
                  </a:lnTo>
                  <a:lnTo>
                    <a:pt x="186771" y="499476"/>
                  </a:lnTo>
                  <a:lnTo>
                    <a:pt x="186771" y="499476"/>
                  </a:lnTo>
                  <a:lnTo>
                    <a:pt x="191104" y="536367"/>
                  </a:lnTo>
                  <a:lnTo>
                    <a:pt x="191104" y="536367"/>
                  </a:lnTo>
                  <a:lnTo>
                    <a:pt x="194968" y="573844"/>
                  </a:lnTo>
                  <a:lnTo>
                    <a:pt x="194968" y="573844"/>
                  </a:lnTo>
                  <a:lnTo>
                    <a:pt x="198365" y="611905"/>
                  </a:lnTo>
                  <a:lnTo>
                    <a:pt x="198365" y="611905"/>
                  </a:lnTo>
                  <a:lnTo>
                    <a:pt x="203752" y="689317"/>
                  </a:lnTo>
                  <a:lnTo>
                    <a:pt x="203752" y="689317"/>
                  </a:lnTo>
                  <a:lnTo>
                    <a:pt x="205625" y="728549"/>
                  </a:lnTo>
                  <a:lnTo>
                    <a:pt x="205625" y="728549"/>
                  </a:lnTo>
                  <a:lnTo>
                    <a:pt x="207031" y="768016"/>
                  </a:lnTo>
                  <a:lnTo>
                    <a:pt x="207031" y="767900"/>
                  </a:lnTo>
                  <a:lnTo>
                    <a:pt x="207968" y="807601"/>
                  </a:lnTo>
                  <a:lnTo>
                    <a:pt x="207968" y="807601"/>
                  </a:lnTo>
                  <a:lnTo>
                    <a:pt x="208202" y="847419"/>
                  </a:lnTo>
                  <a:lnTo>
                    <a:pt x="208202" y="847419"/>
                  </a:lnTo>
                  <a:lnTo>
                    <a:pt x="207968" y="887121"/>
                  </a:lnTo>
                  <a:lnTo>
                    <a:pt x="207968" y="887121"/>
                  </a:lnTo>
                  <a:lnTo>
                    <a:pt x="206914" y="926705"/>
                  </a:lnTo>
                  <a:lnTo>
                    <a:pt x="206914" y="926705"/>
                  </a:lnTo>
                  <a:lnTo>
                    <a:pt x="205509" y="966055"/>
                  </a:lnTo>
                  <a:lnTo>
                    <a:pt x="205509" y="966055"/>
                  </a:lnTo>
                  <a:lnTo>
                    <a:pt x="203400" y="1005288"/>
                  </a:lnTo>
                  <a:lnTo>
                    <a:pt x="203400" y="1005288"/>
                  </a:lnTo>
                  <a:lnTo>
                    <a:pt x="200941" y="1044169"/>
                  </a:lnTo>
                  <a:lnTo>
                    <a:pt x="200941" y="1044169"/>
                  </a:lnTo>
                  <a:lnTo>
                    <a:pt x="197779" y="1082700"/>
                  </a:lnTo>
                  <a:lnTo>
                    <a:pt x="197779" y="1082700"/>
                  </a:lnTo>
                  <a:lnTo>
                    <a:pt x="194149" y="1120762"/>
                  </a:lnTo>
                  <a:lnTo>
                    <a:pt x="194149" y="1120762"/>
                  </a:lnTo>
                  <a:lnTo>
                    <a:pt x="190050" y="1158237"/>
                  </a:lnTo>
                  <a:lnTo>
                    <a:pt x="190050" y="1158237"/>
                  </a:lnTo>
                  <a:lnTo>
                    <a:pt x="185482" y="1195128"/>
                  </a:lnTo>
                  <a:lnTo>
                    <a:pt x="185482" y="1195011"/>
                  </a:lnTo>
                  <a:lnTo>
                    <a:pt x="180564" y="1231317"/>
                  </a:lnTo>
                  <a:lnTo>
                    <a:pt x="180564" y="1231317"/>
                  </a:lnTo>
                  <a:lnTo>
                    <a:pt x="175060" y="1266684"/>
                  </a:lnTo>
                  <a:lnTo>
                    <a:pt x="175060" y="1266684"/>
                  </a:lnTo>
                  <a:lnTo>
                    <a:pt x="169321" y="1301233"/>
                  </a:lnTo>
                  <a:lnTo>
                    <a:pt x="169321" y="1301233"/>
                  </a:lnTo>
                  <a:lnTo>
                    <a:pt x="163114" y="1334844"/>
                  </a:lnTo>
                  <a:lnTo>
                    <a:pt x="163114" y="1334844"/>
                  </a:lnTo>
                  <a:lnTo>
                    <a:pt x="156439" y="1367518"/>
                  </a:lnTo>
                  <a:lnTo>
                    <a:pt x="156556" y="1367402"/>
                  </a:lnTo>
                  <a:lnTo>
                    <a:pt x="149646" y="1398905"/>
                  </a:lnTo>
                  <a:lnTo>
                    <a:pt x="149646" y="1398905"/>
                  </a:lnTo>
                  <a:lnTo>
                    <a:pt x="142385" y="1429354"/>
                  </a:lnTo>
                  <a:lnTo>
                    <a:pt x="142385" y="1429354"/>
                  </a:lnTo>
                  <a:lnTo>
                    <a:pt x="134890" y="1458515"/>
                  </a:lnTo>
                  <a:lnTo>
                    <a:pt x="134890" y="1458398"/>
                  </a:lnTo>
                  <a:lnTo>
                    <a:pt x="127044" y="1486271"/>
                  </a:lnTo>
                  <a:lnTo>
                    <a:pt x="127044" y="1486154"/>
                  </a:lnTo>
                  <a:lnTo>
                    <a:pt x="118846" y="1512622"/>
                  </a:lnTo>
                  <a:lnTo>
                    <a:pt x="118963" y="1512622"/>
                  </a:lnTo>
                  <a:lnTo>
                    <a:pt x="110531" y="1537567"/>
                  </a:lnTo>
                  <a:lnTo>
                    <a:pt x="110648" y="1537450"/>
                  </a:lnTo>
                  <a:lnTo>
                    <a:pt x="101982" y="1560872"/>
                  </a:lnTo>
                  <a:lnTo>
                    <a:pt x="101982" y="1560755"/>
                  </a:lnTo>
                  <a:lnTo>
                    <a:pt x="93199" y="1582539"/>
                  </a:lnTo>
                  <a:lnTo>
                    <a:pt x="93199" y="1582539"/>
                  </a:lnTo>
                  <a:lnTo>
                    <a:pt x="84181" y="1602564"/>
                  </a:lnTo>
                  <a:lnTo>
                    <a:pt x="84298" y="1602447"/>
                  </a:lnTo>
                  <a:lnTo>
                    <a:pt x="75046" y="1620717"/>
                  </a:lnTo>
                  <a:lnTo>
                    <a:pt x="75163" y="1620600"/>
                  </a:lnTo>
                  <a:lnTo>
                    <a:pt x="65794" y="1636996"/>
                  </a:lnTo>
                  <a:lnTo>
                    <a:pt x="65912" y="1636878"/>
                  </a:lnTo>
                  <a:lnTo>
                    <a:pt x="56426" y="1651401"/>
                  </a:lnTo>
                  <a:lnTo>
                    <a:pt x="56543" y="1651167"/>
                  </a:lnTo>
                  <a:lnTo>
                    <a:pt x="46940" y="1663698"/>
                  </a:lnTo>
                  <a:lnTo>
                    <a:pt x="47174" y="1663463"/>
                  </a:lnTo>
                  <a:lnTo>
                    <a:pt x="42255" y="1668968"/>
                  </a:lnTo>
                  <a:lnTo>
                    <a:pt x="42372" y="1668851"/>
                  </a:lnTo>
                  <a:lnTo>
                    <a:pt x="37571" y="1673769"/>
                  </a:lnTo>
                  <a:lnTo>
                    <a:pt x="37688" y="1673652"/>
                  </a:lnTo>
                  <a:lnTo>
                    <a:pt x="32769" y="1677985"/>
                  </a:lnTo>
                  <a:lnTo>
                    <a:pt x="32886" y="1677868"/>
                  </a:lnTo>
                  <a:lnTo>
                    <a:pt x="28084" y="1681733"/>
                  </a:lnTo>
                  <a:lnTo>
                    <a:pt x="28319" y="1681616"/>
                  </a:lnTo>
                  <a:lnTo>
                    <a:pt x="23400" y="1684895"/>
                  </a:lnTo>
                  <a:lnTo>
                    <a:pt x="23517" y="1684778"/>
                  </a:lnTo>
                  <a:lnTo>
                    <a:pt x="18598" y="1687471"/>
                  </a:lnTo>
                  <a:lnTo>
                    <a:pt x="18950" y="1687354"/>
                  </a:lnTo>
                  <a:lnTo>
                    <a:pt x="14031" y="1689463"/>
                  </a:lnTo>
                  <a:lnTo>
                    <a:pt x="14265" y="1689346"/>
                  </a:lnTo>
                  <a:lnTo>
                    <a:pt x="9347" y="1690868"/>
                  </a:lnTo>
                  <a:lnTo>
                    <a:pt x="9581" y="1690751"/>
                  </a:lnTo>
                  <a:lnTo>
                    <a:pt x="4662" y="1691688"/>
                  </a:lnTo>
                  <a:lnTo>
                    <a:pt x="5014" y="1691571"/>
                  </a:lnTo>
                  <a:lnTo>
                    <a:pt x="95" y="1691922"/>
                  </a:lnTo>
                  <a:close/>
                  <a:moveTo>
                    <a:pt x="89217" y="14394"/>
                  </a:moveTo>
                  <a:lnTo>
                    <a:pt x="12040" y="-362"/>
                  </a:lnTo>
                  <a:lnTo>
                    <a:pt x="46588" y="70257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63D4D85-3E9B-EACE-3CED-B8ADA88C6709}"/>
                </a:ext>
              </a:extLst>
            </p:cNvPr>
            <p:cNvSpPr/>
            <p:nvPr/>
          </p:nvSpPr>
          <p:spPr>
            <a:xfrm flipV="1">
              <a:off x="5397775" y="2512274"/>
              <a:ext cx="213962" cy="2023128"/>
            </a:xfrm>
            <a:custGeom>
              <a:avLst/>
              <a:gdLst>
                <a:gd name="connsiteX0" fmla="*/ 563 w 213962"/>
                <a:gd name="connsiteY0" fmla="*/ 2022799 h 2023128"/>
                <a:gd name="connsiteX1" fmla="*/ 5599 w 213962"/>
                <a:gd name="connsiteY1" fmla="*/ 2022448 h 2023128"/>
                <a:gd name="connsiteX2" fmla="*/ 10986 w 213962"/>
                <a:gd name="connsiteY2" fmla="*/ 2021276 h 2023128"/>
                <a:gd name="connsiteX3" fmla="*/ 16256 w 213962"/>
                <a:gd name="connsiteY3" fmla="*/ 2019403 h 2023128"/>
                <a:gd name="connsiteX4" fmla="*/ 21526 w 213962"/>
                <a:gd name="connsiteY4" fmla="*/ 2016592 h 2023128"/>
                <a:gd name="connsiteX5" fmla="*/ 26679 w 213962"/>
                <a:gd name="connsiteY5" fmla="*/ 2013195 h 2023128"/>
                <a:gd name="connsiteX6" fmla="*/ 31832 w 213962"/>
                <a:gd name="connsiteY6" fmla="*/ 2009214 h 2023128"/>
                <a:gd name="connsiteX7" fmla="*/ 36751 w 213962"/>
                <a:gd name="connsiteY7" fmla="*/ 2004529 h 2023128"/>
                <a:gd name="connsiteX8" fmla="*/ 41904 w 213962"/>
                <a:gd name="connsiteY8" fmla="*/ 1999142 h 2023128"/>
                <a:gd name="connsiteX9" fmla="*/ 46822 w 213962"/>
                <a:gd name="connsiteY9" fmla="*/ 1993169 h 2023128"/>
                <a:gd name="connsiteX10" fmla="*/ 51741 w 213962"/>
                <a:gd name="connsiteY10" fmla="*/ 1986494 h 2023128"/>
                <a:gd name="connsiteX11" fmla="*/ 56660 w 213962"/>
                <a:gd name="connsiteY11" fmla="*/ 1979350 h 2023128"/>
                <a:gd name="connsiteX12" fmla="*/ 61461 w 213962"/>
                <a:gd name="connsiteY12" fmla="*/ 1971386 h 2023128"/>
                <a:gd name="connsiteX13" fmla="*/ 66146 w 213962"/>
                <a:gd name="connsiteY13" fmla="*/ 1962954 h 2023128"/>
                <a:gd name="connsiteX14" fmla="*/ 70947 w 213962"/>
                <a:gd name="connsiteY14" fmla="*/ 1954053 h 2023128"/>
                <a:gd name="connsiteX15" fmla="*/ 75632 w 213962"/>
                <a:gd name="connsiteY15" fmla="*/ 1944450 h 2023128"/>
                <a:gd name="connsiteX16" fmla="*/ 80316 w 213962"/>
                <a:gd name="connsiteY16" fmla="*/ 1934261 h 2023128"/>
                <a:gd name="connsiteX17" fmla="*/ 85001 w 213962"/>
                <a:gd name="connsiteY17" fmla="*/ 1923604 h 2023128"/>
                <a:gd name="connsiteX18" fmla="*/ 89685 w 213962"/>
                <a:gd name="connsiteY18" fmla="*/ 1912361 h 2023128"/>
                <a:gd name="connsiteX19" fmla="*/ 94135 w 213962"/>
                <a:gd name="connsiteY19" fmla="*/ 1900650 h 2023128"/>
                <a:gd name="connsiteX20" fmla="*/ 98586 w 213962"/>
                <a:gd name="connsiteY20" fmla="*/ 1888353 h 2023128"/>
                <a:gd name="connsiteX21" fmla="*/ 107486 w 213962"/>
                <a:gd name="connsiteY21" fmla="*/ 1862237 h 2023128"/>
                <a:gd name="connsiteX22" fmla="*/ 116152 w 213962"/>
                <a:gd name="connsiteY22" fmla="*/ 1834364 h 2023128"/>
                <a:gd name="connsiteX23" fmla="*/ 124467 w 213962"/>
                <a:gd name="connsiteY23" fmla="*/ 1804500 h 2023128"/>
                <a:gd name="connsiteX24" fmla="*/ 132665 w 213962"/>
                <a:gd name="connsiteY24" fmla="*/ 1772880 h 2023128"/>
                <a:gd name="connsiteX25" fmla="*/ 140512 w 213962"/>
                <a:gd name="connsiteY25" fmla="*/ 1739619 h 2023128"/>
                <a:gd name="connsiteX26" fmla="*/ 148124 w 213962"/>
                <a:gd name="connsiteY26" fmla="*/ 1704953 h 2023128"/>
                <a:gd name="connsiteX27" fmla="*/ 155385 w 213962"/>
                <a:gd name="connsiteY27" fmla="*/ 1668531 h 2023128"/>
                <a:gd name="connsiteX28" fmla="*/ 162294 w 213962"/>
                <a:gd name="connsiteY28" fmla="*/ 1630939 h 2023128"/>
                <a:gd name="connsiteX29" fmla="*/ 168853 w 213962"/>
                <a:gd name="connsiteY29" fmla="*/ 1592057 h 2023128"/>
                <a:gd name="connsiteX30" fmla="*/ 175060 w 213962"/>
                <a:gd name="connsiteY30" fmla="*/ 1551887 h 2023128"/>
                <a:gd name="connsiteX31" fmla="*/ 180915 w 213962"/>
                <a:gd name="connsiteY31" fmla="*/ 1510546 h 2023128"/>
                <a:gd name="connsiteX32" fmla="*/ 186302 w 213962"/>
                <a:gd name="connsiteY32" fmla="*/ 1468386 h 2023128"/>
                <a:gd name="connsiteX33" fmla="*/ 191338 w 213962"/>
                <a:gd name="connsiteY33" fmla="*/ 1425171 h 2023128"/>
                <a:gd name="connsiteX34" fmla="*/ 195905 w 213962"/>
                <a:gd name="connsiteY34" fmla="*/ 1381136 h 2023128"/>
                <a:gd name="connsiteX35" fmla="*/ 200004 w 213962"/>
                <a:gd name="connsiteY35" fmla="*/ 1336399 h 2023128"/>
                <a:gd name="connsiteX36" fmla="*/ 203518 w 213962"/>
                <a:gd name="connsiteY36" fmla="*/ 1290959 h 2023128"/>
                <a:gd name="connsiteX37" fmla="*/ 206679 w 213962"/>
                <a:gd name="connsiteY37" fmla="*/ 1245051 h 2023128"/>
                <a:gd name="connsiteX38" fmla="*/ 209256 w 213962"/>
                <a:gd name="connsiteY38" fmla="*/ 1198557 h 2023128"/>
                <a:gd name="connsiteX39" fmla="*/ 211247 w 213962"/>
                <a:gd name="connsiteY39" fmla="*/ 1151829 h 2023128"/>
                <a:gd name="connsiteX40" fmla="*/ 212769 w 213962"/>
                <a:gd name="connsiteY40" fmla="*/ 1104866 h 2023128"/>
                <a:gd name="connsiteX41" fmla="*/ 213706 w 213962"/>
                <a:gd name="connsiteY41" fmla="*/ 1057553 h 2023128"/>
                <a:gd name="connsiteX42" fmla="*/ 214057 w 213962"/>
                <a:gd name="connsiteY42" fmla="*/ 1010239 h 2023128"/>
                <a:gd name="connsiteX43" fmla="*/ 213706 w 213962"/>
                <a:gd name="connsiteY43" fmla="*/ 962457 h 2023128"/>
                <a:gd name="connsiteX44" fmla="*/ 212887 w 213962"/>
                <a:gd name="connsiteY44" fmla="*/ 915144 h 2023128"/>
                <a:gd name="connsiteX45" fmla="*/ 211481 w 213962"/>
                <a:gd name="connsiteY45" fmla="*/ 868064 h 2023128"/>
                <a:gd name="connsiteX46" fmla="*/ 209490 w 213962"/>
                <a:gd name="connsiteY46" fmla="*/ 821219 h 2023128"/>
                <a:gd name="connsiteX47" fmla="*/ 207031 w 213962"/>
                <a:gd name="connsiteY47" fmla="*/ 774842 h 2023128"/>
                <a:gd name="connsiteX48" fmla="*/ 204220 w 213962"/>
                <a:gd name="connsiteY48" fmla="*/ 728933 h 2023128"/>
                <a:gd name="connsiteX49" fmla="*/ 200707 w 213962"/>
                <a:gd name="connsiteY49" fmla="*/ 683376 h 2023128"/>
                <a:gd name="connsiteX50" fmla="*/ 196842 w 213962"/>
                <a:gd name="connsiteY50" fmla="*/ 638639 h 2023128"/>
                <a:gd name="connsiteX51" fmla="*/ 192626 w 213962"/>
                <a:gd name="connsiteY51" fmla="*/ 594604 h 2023128"/>
                <a:gd name="connsiteX52" fmla="*/ 187942 w 213962"/>
                <a:gd name="connsiteY52" fmla="*/ 551390 h 2023128"/>
                <a:gd name="connsiteX53" fmla="*/ 182789 w 213962"/>
                <a:gd name="connsiteY53" fmla="*/ 509112 h 2023128"/>
                <a:gd name="connsiteX54" fmla="*/ 177285 w 213962"/>
                <a:gd name="connsiteY54" fmla="*/ 467771 h 2023128"/>
                <a:gd name="connsiteX55" fmla="*/ 171429 w 213962"/>
                <a:gd name="connsiteY55" fmla="*/ 427718 h 2023128"/>
                <a:gd name="connsiteX56" fmla="*/ 165105 w 213962"/>
                <a:gd name="connsiteY56" fmla="*/ 388720 h 2023128"/>
                <a:gd name="connsiteX57" fmla="*/ 158664 w 213962"/>
                <a:gd name="connsiteY57" fmla="*/ 351009 h 2023128"/>
                <a:gd name="connsiteX58" fmla="*/ 151754 w 213962"/>
                <a:gd name="connsiteY58" fmla="*/ 314822 h 2023128"/>
                <a:gd name="connsiteX59" fmla="*/ 144610 w 213962"/>
                <a:gd name="connsiteY59" fmla="*/ 280039 h 2023128"/>
                <a:gd name="connsiteX60" fmla="*/ 137232 w 213962"/>
                <a:gd name="connsiteY60" fmla="*/ 246779 h 2023128"/>
                <a:gd name="connsiteX61" fmla="*/ 129503 w 213962"/>
                <a:gd name="connsiteY61" fmla="*/ 215158 h 2023128"/>
                <a:gd name="connsiteX62" fmla="*/ 121657 w 213962"/>
                <a:gd name="connsiteY62" fmla="*/ 185411 h 2023128"/>
                <a:gd name="connsiteX63" fmla="*/ 113459 w 213962"/>
                <a:gd name="connsiteY63" fmla="*/ 157422 h 2023128"/>
                <a:gd name="connsiteX64" fmla="*/ 105027 w 213962"/>
                <a:gd name="connsiteY64" fmla="*/ 131305 h 2023128"/>
                <a:gd name="connsiteX65" fmla="*/ 100811 w 213962"/>
                <a:gd name="connsiteY65" fmla="*/ 119008 h 2023128"/>
                <a:gd name="connsiteX66" fmla="*/ 96595 w 213962"/>
                <a:gd name="connsiteY66" fmla="*/ 107297 h 2023128"/>
                <a:gd name="connsiteX67" fmla="*/ 92144 w 213962"/>
                <a:gd name="connsiteY67" fmla="*/ 96055 h 2023128"/>
                <a:gd name="connsiteX68" fmla="*/ 87811 w 213962"/>
                <a:gd name="connsiteY68" fmla="*/ 85397 h 2023128"/>
                <a:gd name="connsiteX69" fmla="*/ 83478 w 213962"/>
                <a:gd name="connsiteY69" fmla="*/ 75325 h 2023128"/>
                <a:gd name="connsiteX70" fmla="*/ 79028 w 213962"/>
                <a:gd name="connsiteY70" fmla="*/ 65605 h 2023128"/>
                <a:gd name="connsiteX71" fmla="*/ 74461 w 213962"/>
                <a:gd name="connsiteY71" fmla="*/ 56704 h 2023128"/>
                <a:gd name="connsiteX72" fmla="*/ 69776 w 213962"/>
                <a:gd name="connsiteY72" fmla="*/ 47921 h 2023128"/>
                <a:gd name="connsiteX73" fmla="*/ 58417 w 213962"/>
                <a:gd name="connsiteY73" fmla="*/ 36092 h 2023128"/>
                <a:gd name="connsiteX74" fmla="*/ 54200 w 213962"/>
                <a:gd name="connsiteY74" fmla="*/ 40074 h 2023128"/>
                <a:gd name="connsiteX75" fmla="*/ 65326 w 213962"/>
                <a:gd name="connsiteY75" fmla="*/ 51668 h 2023128"/>
                <a:gd name="connsiteX76" fmla="*/ 64858 w 213962"/>
                <a:gd name="connsiteY76" fmla="*/ 51083 h 2023128"/>
                <a:gd name="connsiteX77" fmla="*/ 69308 w 213962"/>
                <a:gd name="connsiteY77" fmla="*/ 59398 h 2023128"/>
                <a:gd name="connsiteX78" fmla="*/ 69308 w 213962"/>
                <a:gd name="connsiteY78" fmla="*/ 59398 h 2023128"/>
                <a:gd name="connsiteX79" fmla="*/ 73758 w 213962"/>
                <a:gd name="connsiteY79" fmla="*/ 68182 h 2023128"/>
                <a:gd name="connsiteX80" fmla="*/ 73758 w 213962"/>
                <a:gd name="connsiteY80" fmla="*/ 68064 h 2023128"/>
                <a:gd name="connsiteX81" fmla="*/ 78091 w 213962"/>
                <a:gd name="connsiteY81" fmla="*/ 77668 h 2023128"/>
                <a:gd name="connsiteX82" fmla="*/ 78091 w 213962"/>
                <a:gd name="connsiteY82" fmla="*/ 77668 h 2023128"/>
                <a:gd name="connsiteX83" fmla="*/ 82424 w 213962"/>
                <a:gd name="connsiteY83" fmla="*/ 87622 h 2023128"/>
                <a:gd name="connsiteX84" fmla="*/ 82424 w 213962"/>
                <a:gd name="connsiteY84" fmla="*/ 87622 h 2023128"/>
                <a:gd name="connsiteX85" fmla="*/ 86757 w 213962"/>
                <a:gd name="connsiteY85" fmla="*/ 98163 h 2023128"/>
                <a:gd name="connsiteX86" fmla="*/ 86757 w 213962"/>
                <a:gd name="connsiteY86" fmla="*/ 98163 h 2023128"/>
                <a:gd name="connsiteX87" fmla="*/ 91090 w 213962"/>
                <a:gd name="connsiteY87" fmla="*/ 109405 h 2023128"/>
                <a:gd name="connsiteX88" fmla="*/ 91090 w 213962"/>
                <a:gd name="connsiteY88" fmla="*/ 109288 h 2023128"/>
                <a:gd name="connsiteX89" fmla="*/ 95307 w 213962"/>
                <a:gd name="connsiteY89" fmla="*/ 120999 h 2023128"/>
                <a:gd name="connsiteX90" fmla="*/ 95307 w 213962"/>
                <a:gd name="connsiteY90" fmla="*/ 120999 h 2023128"/>
                <a:gd name="connsiteX91" fmla="*/ 99522 w 213962"/>
                <a:gd name="connsiteY91" fmla="*/ 133179 h 2023128"/>
                <a:gd name="connsiteX92" fmla="*/ 99522 w 213962"/>
                <a:gd name="connsiteY92" fmla="*/ 133179 h 2023128"/>
                <a:gd name="connsiteX93" fmla="*/ 107838 w 213962"/>
                <a:gd name="connsiteY93" fmla="*/ 159178 h 2023128"/>
                <a:gd name="connsiteX94" fmla="*/ 107838 w 213962"/>
                <a:gd name="connsiteY94" fmla="*/ 159061 h 2023128"/>
                <a:gd name="connsiteX95" fmla="*/ 116035 w 213962"/>
                <a:gd name="connsiteY95" fmla="*/ 187051 h 2023128"/>
                <a:gd name="connsiteX96" fmla="*/ 115918 w 213962"/>
                <a:gd name="connsiteY96" fmla="*/ 186934 h 2023128"/>
                <a:gd name="connsiteX97" fmla="*/ 123882 w 213962"/>
                <a:gd name="connsiteY97" fmla="*/ 216564 h 2023128"/>
                <a:gd name="connsiteX98" fmla="*/ 123882 w 213962"/>
                <a:gd name="connsiteY98" fmla="*/ 216564 h 2023128"/>
                <a:gd name="connsiteX99" fmla="*/ 131494 w 213962"/>
                <a:gd name="connsiteY99" fmla="*/ 248067 h 2023128"/>
                <a:gd name="connsiteX100" fmla="*/ 131494 w 213962"/>
                <a:gd name="connsiteY100" fmla="*/ 248067 h 2023128"/>
                <a:gd name="connsiteX101" fmla="*/ 138989 w 213962"/>
                <a:gd name="connsiteY101" fmla="*/ 281210 h 2023128"/>
                <a:gd name="connsiteX102" fmla="*/ 138989 w 213962"/>
                <a:gd name="connsiteY102" fmla="*/ 281210 h 2023128"/>
                <a:gd name="connsiteX103" fmla="*/ 146016 w 213962"/>
                <a:gd name="connsiteY103" fmla="*/ 315993 h 2023128"/>
                <a:gd name="connsiteX104" fmla="*/ 146016 w 213962"/>
                <a:gd name="connsiteY104" fmla="*/ 315875 h 2023128"/>
                <a:gd name="connsiteX105" fmla="*/ 152925 w 213962"/>
                <a:gd name="connsiteY105" fmla="*/ 352064 h 2023128"/>
                <a:gd name="connsiteX106" fmla="*/ 152925 w 213962"/>
                <a:gd name="connsiteY106" fmla="*/ 352064 h 2023128"/>
                <a:gd name="connsiteX107" fmla="*/ 159367 w 213962"/>
                <a:gd name="connsiteY107" fmla="*/ 389774 h 2023128"/>
                <a:gd name="connsiteX108" fmla="*/ 159367 w 213962"/>
                <a:gd name="connsiteY108" fmla="*/ 389657 h 2023128"/>
                <a:gd name="connsiteX109" fmla="*/ 165574 w 213962"/>
                <a:gd name="connsiteY109" fmla="*/ 428655 h 2023128"/>
                <a:gd name="connsiteX110" fmla="*/ 165574 w 213962"/>
                <a:gd name="connsiteY110" fmla="*/ 428538 h 2023128"/>
                <a:gd name="connsiteX111" fmla="*/ 171546 w 213962"/>
                <a:gd name="connsiteY111" fmla="*/ 468591 h 2023128"/>
                <a:gd name="connsiteX112" fmla="*/ 171429 w 213962"/>
                <a:gd name="connsiteY112" fmla="*/ 468591 h 2023128"/>
                <a:gd name="connsiteX113" fmla="*/ 176933 w 213962"/>
                <a:gd name="connsiteY113" fmla="*/ 509932 h 2023128"/>
                <a:gd name="connsiteX114" fmla="*/ 176933 w 213962"/>
                <a:gd name="connsiteY114" fmla="*/ 509815 h 2023128"/>
                <a:gd name="connsiteX115" fmla="*/ 182086 w 213962"/>
                <a:gd name="connsiteY115" fmla="*/ 552093 h 2023128"/>
                <a:gd name="connsiteX116" fmla="*/ 182086 w 213962"/>
                <a:gd name="connsiteY116" fmla="*/ 552093 h 2023128"/>
                <a:gd name="connsiteX117" fmla="*/ 186771 w 213962"/>
                <a:gd name="connsiteY117" fmla="*/ 595191 h 2023128"/>
                <a:gd name="connsiteX118" fmla="*/ 186771 w 213962"/>
                <a:gd name="connsiteY118" fmla="*/ 595191 h 2023128"/>
                <a:gd name="connsiteX119" fmla="*/ 191104 w 213962"/>
                <a:gd name="connsiteY119" fmla="*/ 639108 h 2023128"/>
                <a:gd name="connsiteX120" fmla="*/ 191104 w 213962"/>
                <a:gd name="connsiteY120" fmla="*/ 639108 h 2023128"/>
                <a:gd name="connsiteX121" fmla="*/ 194968 w 213962"/>
                <a:gd name="connsiteY121" fmla="*/ 683962 h 2023128"/>
                <a:gd name="connsiteX122" fmla="*/ 194968 w 213962"/>
                <a:gd name="connsiteY122" fmla="*/ 683845 h 2023128"/>
                <a:gd name="connsiteX123" fmla="*/ 198365 w 213962"/>
                <a:gd name="connsiteY123" fmla="*/ 729284 h 2023128"/>
                <a:gd name="connsiteX124" fmla="*/ 198365 w 213962"/>
                <a:gd name="connsiteY124" fmla="*/ 729284 h 2023128"/>
                <a:gd name="connsiteX125" fmla="*/ 201292 w 213962"/>
                <a:gd name="connsiteY125" fmla="*/ 775193 h 2023128"/>
                <a:gd name="connsiteX126" fmla="*/ 201292 w 213962"/>
                <a:gd name="connsiteY126" fmla="*/ 775193 h 2023128"/>
                <a:gd name="connsiteX127" fmla="*/ 203752 w 213962"/>
                <a:gd name="connsiteY127" fmla="*/ 821570 h 2023128"/>
                <a:gd name="connsiteX128" fmla="*/ 203752 w 213962"/>
                <a:gd name="connsiteY128" fmla="*/ 821570 h 2023128"/>
                <a:gd name="connsiteX129" fmla="*/ 205625 w 213962"/>
                <a:gd name="connsiteY129" fmla="*/ 868298 h 2023128"/>
                <a:gd name="connsiteX130" fmla="*/ 205625 w 213962"/>
                <a:gd name="connsiteY130" fmla="*/ 868298 h 2023128"/>
                <a:gd name="connsiteX131" fmla="*/ 207031 w 213962"/>
                <a:gd name="connsiteY131" fmla="*/ 915260 h 2023128"/>
                <a:gd name="connsiteX132" fmla="*/ 207031 w 213962"/>
                <a:gd name="connsiteY132" fmla="*/ 915260 h 2023128"/>
                <a:gd name="connsiteX133" fmla="*/ 207968 w 213962"/>
                <a:gd name="connsiteY133" fmla="*/ 962457 h 2023128"/>
                <a:gd name="connsiteX134" fmla="*/ 207968 w 213962"/>
                <a:gd name="connsiteY134" fmla="*/ 962457 h 2023128"/>
                <a:gd name="connsiteX135" fmla="*/ 208202 w 213962"/>
                <a:gd name="connsiteY135" fmla="*/ 1010239 h 2023128"/>
                <a:gd name="connsiteX136" fmla="*/ 208202 w 213962"/>
                <a:gd name="connsiteY136" fmla="*/ 1010239 h 2023128"/>
                <a:gd name="connsiteX137" fmla="*/ 207968 w 213962"/>
                <a:gd name="connsiteY137" fmla="*/ 1057436 h 2023128"/>
                <a:gd name="connsiteX138" fmla="*/ 207968 w 213962"/>
                <a:gd name="connsiteY138" fmla="*/ 1057436 h 2023128"/>
                <a:gd name="connsiteX139" fmla="*/ 206914 w 213962"/>
                <a:gd name="connsiteY139" fmla="*/ 1104632 h 2023128"/>
                <a:gd name="connsiteX140" fmla="*/ 206914 w 213962"/>
                <a:gd name="connsiteY140" fmla="*/ 1104632 h 2023128"/>
                <a:gd name="connsiteX141" fmla="*/ 205509 w 213962"/>
                <a:gd name="connsiteY141" fmla="*/ 1151594 h 2023128"/>
                <a:gd name="connsiteX142" fmla="*/ 205509 w 213962"/>
                <a:gd name="connsiteY142" fmla="*/ 1151594 h 2023128"/>
                <a:gd name="connsiteX143" fmla="*/ 203400 w 213962"/>
                <a:gd name="connsiteY143" fmla="*/ 1198323 h 2023128"/>
                <a:gd name="connsiteX144" fmla="*/ 203400 w 213962"/>
                <a:gd name="connsiteY144" fmla="*/ 1198323 h 2023128"/>
                <a:gd name="connsiteX145" fmla="*/ 200941 w 213962"/>
                <a:gd name="connsiteY145" fmla="*/ 1244699 h 2023128"/>
                <a:gd name="connsiteX146" fmla="*/ 200941 w 213962"/>
                <a:gd name="connsiteY146" fmla="*/ 1244699 h 2023128"/>
                <a:gd name="connsiteX147" fmla="*/ 197779 w 213962"/>
                <a:gd name="connsiteY147" fmla="*/ 1290608 h 2023128"/>
                <a:gd name="connsiteX148" fmla="*/ 197779 w 213962"/>
                <a:gd name="connsiteY148" fmla="*/ 1290608 h 2023128"/>
                <a:gd name="connsiteX149" fmla="*/ 194149 w 213962"/>
                <a:gd name="connsiteY149" fmla="*/ 1335931 h 2023128"/>
                <a:gd name="connsiteX150" fmla="*/ 194149 w 213962"/>
                <a:gd name="connsiteY150" fmla="*/ 1335814 h 2023128"/>
                <a:gd name="connsiteX151" fmla="*/ 190050 w 213962"/>
                <a:gd name="connsiteY151" fmla="*/ 1380668 h 2023128"/>
                <a:gd name="connsiteX152" fmla="*/ 190050 w 213962"/>
                <a:gd name="connsiteY152" fmla="*/ 1380551 h 2023128"/>
                <a:gd name="connsiteX153" fmla="*/ 185482 w 213962"/>
                <a:gd name="connsiteY153" fmla="*/ 1424468 h 2023128"/>
                <a:gd name="connsiteX154" fmla="*/ 185482 w 213962"/>
                <a:gd name="connsiteY154" fmla="*/ 1424468 h 2023128"/>
                <a:gd name="connsiteX155" fmla="*/ 180564 w 213962"/>
                <a:gd name="connsiteY155" fmla="*/ 1467683 h 2023128"/>
                <a:gd name="connsiteX156" fmla="*/ 180564 w 213962"/>
                <a:gd name="connsiteY156" fmla="*/ 1467683 h 2023128"/>
                <a:gd name="connsiteX157" fmla="*/ 175060 w 213962"/>
                <a:gd name="connsiteY157" fmla="*/ 1509843 h 2023128"/>
                <a:gd name="connsiteX158" fmla="*/ 175060 w 213962"/>
                <a:gd name="connsiteY158" fmla="*/ 1509843 h 2023128"/>
                <a:gd name="connsiteX159" fmla="*/ 169321 w 213962"/>
                <a:gd name="connsiteY159" fmla="*/ 1551067 h 2023128"/>
                <a:gd name="connsiteX160" fmla="*/ 169321 w 213962"/>
                <a:gd name="connsiteY160" fmla="*/ 1551067 h 2023128"/>
                <a:gd name="connsiteX161" fmla="*/ 163114 w 213962"/>
                <a:gd name="connsiteY161" fmla="*/ 1591120 h 2023128"/>
                <a:gd name="connsiteX162" fmla="*/ 163114 w 213962"/>
                <a:gd name="connsiteY162" fmla="*/ 1591003 h 2023128"/>
                <a:gd name="connsiteX163" fmla="*/ 156439 w 213962"/>
                <a:gd name="connsiteY163" fmla="*/ 1630002 h 2023128"/>
                <a:gd name="connsiteX164" fmla="*/ 156439 w 213962"/>
                <a:gd name="connsiteY164" fmla="*/ 1629884 h 2023128"/>
                <a:gd name="connsiteX165" fmla="*/ 149646 w 213962"/>
                <a:gd name="connsiteY165" fmla="*/ 1667478 h 2023128"/>
                <a:gd name="connsiteX166" fmla="*/ 149646 w 213962"/>
                <a:gd name="connsiteY166" fmla="*/ 1667478 h 2023128"/>
                <a:gd name="connsiteX167" fmla="*/ 142385 w 213962"/>
                <a:gd name="connsiteY167" fmla="*/ 1703783 h 2023128"/>
                <a:gd name="connsiteX168" fmla="*/ 142385 w 213962"/>
                <a:gd name="connsiteY168" fmla="*/ 1703665 h 2023128"/>
                <a:gd name="connsiteX169" fmla="*/ 134773 w 213962"/>
                <a:gd name="connsiteY169" fmla="*/ 1738331 h 2023128"/>
                <a:gd name="connsiteX170" fmla="*/ 134773 w 213962"/>
                <a:gd name="connsiteY170" fmla="*/ 1738331 h 2023128"/>
                <a:gd name="connsiteX171" fmla="*/ 127044 w 213962"/>
                <a:gd name="connsiteY171" fmla="*/ 1771591 h 2023128"/>
                <a:gd name="connsiteX172" fmla="*/ 127044 w 213962"/>
                <a:gd name="connsiteY172" fmla="*/ 1771474 h 2023128"/>
                <a:gd name="connsiteX173" fmla="*/ 118846 w 213962"/>
                <a:gd name="connsiteY173" fmla="*/ 1802978 h 2023128"/>
                <a:gd name="connsiteX174" fmla="*/ 118846 w 213962"/>
                <a:gd name="connsiteY174" fmla="*/ 1802978 h 2023128"/>
                <a:gd name="connsiteX175" fmla="*/ 110531 w 213962"/>
                <a:gd name="connsiteY175" fmla="*/ 1832724 h 2023128"/>
                <a:gd name="connsiteX176" fmla="*/ 110531 w 213962"/>
                <a:gd name="connsiteY176" fmla="*/ 1832607 h 2023128"/>
                <a:gd name="connsiteX177" fmla="*/ 101982 w 213962"/>
                <a:gd name="connsiteY177" fmla="*/ 1860480 h 2023128"/>
                <a:gd name="connsiteX178" fmla="*/ 101982 w 213962"/>
                <a:gd name="connsiteY178" fmla="*/ 1860363 h 2023128"/>
                <a:gd name="connsiteX179" fmla="*/ 93081 w 213962"/>
                <a:gd name="connsiteY179" fmla="*/ 1886362 h 2023128"/>
                <a:gd name="connsiteX180" fmla="*/ 93081 w 213962"/>
                <a:gd name="connsiteY180" fmla="*/ 1886362 h 2023128"/>
                <a:gd name="connsiteX181" fmla="*/ 88631 w 213962"/>
                <a:gd name="connsiteY181" fmla="*/ 1898542 h 2023128"/>
                <a:gd name="connsiteX182" fmla="*/ 88631 w 213962"/>
                <a:gd name="connsiteY182" fmla="*/ 1898542 h 2023128"/>
                <a:gd name="connsiteX183" fmla="*/ 84181 w 213962"/>
                <a:gd name="connsiteY183" fmla="*/ 1910253 h 2023128"/>
                <a:gd name="connsiteX184" fmla="*/ 84181 w 213962"/>
                <a:gd name="connsiteY184" fmla="*/ 1910253 h 2023128"/>
                <a:gd name="connsiteX185" fmla="*/ 79614 w 213962"/>
                <a:gd name="connsiteY185" fmla="*/ 1921379 h 2023128"/>
                <a:gd name="connsiteX186" fmla="*/ 79614 w 213962"/>
                <a:gd name="connsiteY186" fmla="*/ 1921262 h 2023128"/>
                <a:gd name="connsiteX187" fmla="*/ 75046 w 213962"/>
                <a:gd name="connsiteY187" fmla="*/ 1931919 h 2023128"/>
                <a:gd name="connsiteX188" fmla="*/ 75046 w 213962"/>
                <a:gd name="connsiteY188" fmla="*/ 1931919 h 2023128"/>
                <a:gd name="connsiteX189" fmla="*/ 70362 w 213962"/>
                <a:gd name="connsiteY189" fmla="*/ 1941991 h 2023128"/>
                <a:gd name="connsiteX190" fmla="*/ 70362 w 213962"/>
                <a:gd name="connsiteY190" fmla="*/ 1941874 h 2023128"/>
                <a:gd name="connsiteX191" fmla="*/ 65794 w 213962"/>
                <a:gd name="connsiteY191" fmla="*/ 1951360 h 2023128"/>
                <a:gd name="connsiteX192" fmla="*/ 65794 w 213962"/>
                <a:gd name="connsiteY192" fmla="*/ 1951360 h 2023128"/>
                <a:gd name="connsiteX193" fmla="*/ 60993 w 213962"/>
                <a:gd name="connsiteY193" fmla="*/ 1960143 h 2023128"/>
                <a:gd name="connsiteX194" fmla="*/ 61110 w 213962"/>
                <a:gd name="connsiteY194" fmla="*/ 1960143 h 2023128"/>
                <a:gd name="connsiteX195" fmla="*/ 56308 w 213962"/>
                <a:gd name="connsiteY195" fmla="*/ 1968458 h 2023128"/>
                <a:gd name="connsiteX196" fmla="*/ 56426 w 213962"/>
                <a:gd name="connsiteY196" fmla="*/ 1968458 h 2023128"/>
                <a:gd name="connsiteX197" fmla="*/ 51624 w 213962"/>
                <a:gd name="connsiteY197" fmla="*/ 1976188 h 2023128"/>
                <a:gd name="connsiteX198" fmla="*/ 51741 w 213962"/>
                <a:gd name="connsiteY198" fmla="*/ 1976071 h 2023128"/>
                <a:gd name="connsiteX199" fmla="*/ 46940 w 213962"/>
                <a:gd name="connsiteY199" fmla="*/ 1983214 h 2023128"/>
                <a:gd name="connsiteX200" fmla="*/ 46940 w 213962"/>
                <a:gd name="connsiteY200" fmla="*/ 1983097 h 2023128"/>
                <a:gd name="connsiteX201" fmla="*/ 42138 w 213962"/>
                <a:gd name="connsiteY201" fmla="*/ 1989656 h 2023128"/>
                <a:gd name="connsiteX202" fmla="*/ 42255 w 213962"/>
                <a:gd name="connsiteY202" fmla="*/ 1989539 h 2023128"/>
                <a:gd name="connsiteX203" fmla="*/ 37336 w 213962"/>
                <a:gd name="connsiteY203" fmla="*/ 1995394 h 2023128"/>
                <a:gd name="connsiteX204" fmla="*/ 37571 w 213962"/>
                <a:gd name="connsiteY204" fmla="*/ 1995277 h 2023128"/>
                <a:gd name="connsiteX205" fmla="*/ 32652 w 213962"/>
                <a:gd name="connsiteY205" fmla="*/ 2000430 h 2023128"/>
                <a:gd name="connsiteX206" fmla="*/ 32769 w 213962"/>
                <a:gd name="connsiteY206" fmla="*/ 2000313 h 2023128"/>
                <a:gd name="connsiteX207" fmla="*/ 27850 w 213962"/>
                <a:gd name="connsiteY207" fmla="*/ 2004881 h 2023128"/>
                <a:gd name="connsiteX208" fmla="*/ 28084 w 213962"/>
                <a:gd name="connsiteY208" fmla="*/ 2004646 h 2023128"/>
                <a:gd name="connsiteX209" fmla="*/ 23166 w 213962"/>
                <a:gd name="connsiteY209" fmla="*/ 2008511 h 2023128"/>
                <a:gd name="connsiteX210" fmla="*/ 23400 w 213962"/>
                <a:gd name="connsiteY210" fmla="*/ 2008394 h 2023128"/>
                <a:gd name="connsiteX211" fmla="*/ 18482 w 213962"/>
                <a:gd name="connsiteY211" fmla="*/ 2011673 h 2023128"/>
                <a:gd name="connsiteX212" fmla="*/ 18716 w 213962"/>
                <a:gd name="connsiteY212" fmla="*/ 2011556 h 2023128"/>
                <a:gd name="connsiteX213" fmla="*/ 13797 w 213962"/>
                <a:gd name="connsiteY213" fmla="*/ 2014015 h 2023128"/>
                <a:gd name="connsiteX214" fmla="*/ 14148 w 213962"/>
                <a:gd name="connsiteY214" fmla="*/ 2013898 h 2023128"/>
                <a:gd name="connsiteX215" fmla="*/ 9112 w 213962"/>
                <a:gd name="connsiteY215" fmla="*/ 2015655 h 2023128"/>
                <a:gd name="connsiteX216" fmla="*/ 9464 w 213962"/>
                <a:gd name="connsiteY216" fmla="*/ 2015538 h 2023128"/>
                <a:gd name="connsiteX217" fmla="*/ 4545 w 213962"/>
                <a:gd name="connsiteY217" fmla="*/ 2016709 h 2023128"/>
                <a:gd name="connsiteX218" fmla="*/ 5014 w 213962"/>
                <a:gd name="connsiteY218" fmla="*/ 2016592 h 2023128"/>
                <a:gd name="connsiteX219" fmla="*/ 95 w 213962"/>
                <a:gd name="connsiteY219" fmla="*/ 2016943 h 2023128"/>
                <a:gd name="connsiteX220" fmla="*/ 88163 w 213962"/>
                <a:gd name="connsiteY220" fmla="*/ 19228 h 2023128"/>
                <a:gd name="connsiteX221" fmla="*/ 12040 w 213962"/>
                <a:gd name="connsiteY221" fmla="*/ -330 h 2023128"/>
                <a:gd name="connsiteX222" fmla="*/ 42138 w 213962"/>
                <a:gd name="connsiteY222" fmla="*/ 72280 h 202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</a:cxnLst>
              <a:rect l="l" t="t" r="r" b="b"/>
              <a:pathLst>
                <a:path w="213962" h="2023128">
                  <a:moveTo>
                    <a:pt x="563" y="2022799"/>
                  </a:moveTo>
                  <a:lnTo>
                    <a:pt x="5599" y="2022448"/>
                  </a:lnTo>
                  <a:lnTo>
                    <a:pt x="10986" y="2021276"/>
                  </a:lnTo>
                  <a:lnTo>
                    <a:pt x="16256" y="2019403"/>
                  </a:lnTo>
                  <a:lnTo>
                    <a:pt x="21526" y="2016592"/>
                  </a:lnTo>
                  <a:lnTo>
                    <a:pt x="26679" y="2013195"/>
                  </a:lnTo>
                  <a:lnTo>
                    <a:pt x="31832" y="2009214"/>
                  </a:lnTo>
                  <a:lnTo>
                    <a:pt x="36751" y="2004529"/>
                  </a:lnTo>
                  <a:lnTo>
                    <a:pt x="41904" y="1999142"/>
                  </a:lnTo>
                  <a:lnTo>
                    <a:pt x="46822" y="1993169"/>
                  </a:lnTo>
                  <a:lnTo>
                    <a:pt x="51741" y="1986494"/>
                  </a:lnTo>
                  <a:lnTo>
                    <a:pt x="56660" y="1979350"/>
                  </a:lnTo>
                  <a:lnTo>
                    <a:pt x="61461" y="1971386"/>
                  </a:lnTo>
                  <a:lnTo>
                    <a:pt x="66146" y="1962954"/>
                  </a:lnTo>
                  <a:lnTo>
                    <a:pt x="70947" y="1954053"/>
                  </a:lnTo>
                  <a:lnTo>
                    <a:pt x="75632" y="1944450"/>
                  </a:lnTo>
                  <a:lnTo>
                    <a:pt x="80316" y="1934261"/>
                  </a:lnTo>
                  <a:lnTo>
                    <a:pt x="85001" y="1923604"/>
                  </a:lnTo>
                  <a:lnTo>
                    <a:pt x="89685" y="1912361"/>
                  </a:lnTo>
                  <a:lnTo>
                    <a:pt x="94135" y="1900650"/>
                  </a:lnTo>
                  <a:lnTo>
                    <a:pt x="98586" y="1888353"/>
                  </a:lnTo>
                  <a:lnTo>
                    <a:pt x="107486" y="1862237"/>
                  </a:lnTo>
                  <a:lnTo>
                    <a:pt x="116152" y="1834364"/>
                  </a:lnTo>
                  <a:lnTo>
                    <a:pt x="124467" y="1804500"/>
                  </a:lnTo>
                  <a:lnTo>
                    <a:pt x="132665" y="1772880"/>
                  </a:lnTo>
                  <a:lnTo>
                    <a:pt x="140512" y="1739619"/>
                  </a:lnTo>
                  <a:lnTo>
                    <a:pt x="148124" y="1704953"/>
                  </a:lnTo>
                  <a:lnTo>
                    <a:pt x="155385" y="1668531"/>
                  </a:lnTo>
                  <a:lnTo>
                    <a:pt x="162294" y="1630939"/>
                  </a:lnTo>
                  <a:lnTo>
                    <a:pt x="168853" y="1592057"/>
                  </a:lnTo>
                  <a:lnTo>
                    <a:pt x="175060" y="1551887"/>
                  </a:lnTo>
                  <a:lnTo>
                    <a:pt x="180915" y="1510546"/>
                  </a:lnTo>
                  <a:lnTo>
                    <a:pt x="186302" y="1468386"/>
                  </a:lnTo>
                  <a:lnTo>
                    <a:pt x="191338" y="1425171"/>
                  </a:lnTo>
                  <a:lnTo>
                    <a:pt x="195905" y="1381136"/>
                  </a:lnTo>
                  <a:lnTo>
                    <a:pt x="200004" y="1336399"/>
                  </a:lnTo>
                  <a:lnTo>
                    <a:pt x="203518" y="1290959"/>
                  </a:lnTo>
                  <a:lnTo>
                    <a:pt x="206679" y="1245051"/>
                  </a:lnTo>
                  <a:lnTo>
                    <a:pt x="209256" y="1198557"/>
                  </a:lnTo>
                  <a:lnTo>
                    <a:pt x="211247" y="1151829"/>
                  </a:lnTo>
                  <a:lnTo>
                    <a:pt x="212769" y="1104866"/>
                  </a:lnTo>
                  <a:lnTo>
                    <a:pt x="213706" y="1057553"/>
                  </a:lnTo>
                  <a:lnTo>
                    <a:pt x="214057" y="1010239"/>
                  </a:lnTo>
                  <a:lnTo>
                    <a:pt x="213706" y="962457"/>
                  </a:lnTo>
                  <a:lnTo>
                    <a:pt x="212887" y="915144"/>
                  </a:lnTo>
                  <a:lnTo>
                    <a:pt x="211481" y="868064"/>
                  </a:lnTo>
                  <a:lnTo>
                    <a:pt x="209490" y="821219"/>
                  </a:lnTo>
                  <a:lnTo>
                    <a:pt x="207031" y="774842"/>
                  </a:lnTo>
                  <a:lnTo>
                    <a:pt x="204220" y="728933"/>
                  </a:lnTo>
                  <a:lnTo>
                    <a:pt x="200707" y="683376"/>
                  </a:lnTo>
                  <a:lnTo>
                    <a:pt x="196842" y="638639"/>
                  </a:lnTo>
                  <a:lnTo>
                    <a:pt x="192626" y="594604"/>
                  </a:lnTo>
                  <a:lnTo>
                    <a:pt x="187942" y="551390"/>
                  </a:lnTo>
                  <a:lnTo>
                    <a:pt x="182789" y="509112"/>
                  </a:lnTo>
                  <a:lnTo>
                    <a:pt x="177285" y="467771"/>
                  </a:lnTo>
                  <a:lnTo>
                    <a:pt x="171429" y="427718"/>
                  </a:lnTo>
                  <a:lnTo>
                    <a:pt x="165105" y="388720"/>
                  </a:lnTo>
                  <a:lnTo>
                    <a:pt x="158664" y="351009"/>
                  </a:lnTo>
                  <a:lnTo>
                    <a:pt x="151754" y="314822"/>
                  </a:lnTo>
                  <a:lnTo>
                    <a:pt x="144610" y="280039"/>
                  </a:lnTo>
                  <a:lnTo>
                    <a:pt x="137232" y="246779"/>
                  </a:lnTo>
                  <a:lnTo>
                    <a:pt x="129503" y="215158"/>
                  </a:lnTo>
                  <a:lnTo>
                    <a:pt x="121657" y="185411"/>
                  </a:lnTo>
                  <a:lnTo>
                    <a:pt x="113459" y="157422"/>
                  </a:lnTo>
                  <a:lnTo>
                    <a:pt x="105027" y="131305"/>
                  </a:lnTo>
                  <a:lnTo>
                    <a:pt x="100811" y="119008"/>
                  </a:lnTo>
                  <a:lnTo>
                    <a:pt x="96595" y="107297"/>
                  </a:lnTo>
                  <a:lnTo>
                    <a:pt x="92144" y="96055"/>
                  </a:lnTo>
                  <a:lnTo>
                    <a:pt x="87811" y="85397"/>
                  </a:lnTo>
                  <a:lnTo>
                    <a:pt x="83478" y="75325"/>
                  </a:lnTo>
                  <a:lnTo>
                    <a:pt x="79028" y="65605"/>
                  </a:lnTo>
                  <a:lnTo>
                    <a:pt x="74461" y="56704"/>
                  </a:lnTo>
                  <a:lnTo>
                    <a:pt x="69776" y="47921"/>
                  </a:lnTo>
                  <a:lnTo>
                    <a:pt x="58417" y="36092"/>
                  </a:lnTo>
                  <a:lnTo>
                    <a:pt x="54200" y="40074"/>
                  </a:lnTo>
                  <a:lnTo>
                    <a:pt x="65326" y="51668"/>
                  </a:lnTo>
                  <a:lnTo>
                    <a:pt x="64858" y="51083"/>
                  </a:lnTo>
                  <a:lnTo>
                    <a:pt x="69308" y="59398"/>
                  </a:lnTo>
                  <a:lnTo>
                    <a:pt x="69308" y="59398"/>
                  </a:lnTo>
                  <a:lnTo>
                    <a:pt x="73758" y="68182"/>
                  </a:lnTo>
                  <a:lnTo>
                    <a:pt x="73758" y="68064"/>
                  </a:lnTo>
                  <a:lnTo>
                    <a:pt x="78091" y="77668"/>
                  </a:lnTo>
                  <a:lnTo>
                    <a:pt x="78091" y="77668"/>
                  </a:lnTo>
                  <a:lnTo>
                    <a:pt x="82424" y="87622"/>
                  </a:lnTo>
                  <a:lnTo>
                    <a:pt x="82424" y="87622"/>
                  </a:lnTo>
                  <a:lnTo>
                    <a:pt x="86757" y="98163"/>
                  </a:lnTo>
                  <a:lnTo>
                    <a:pt x="86757" y="98163"/>
                  </a:lnTo>
                  <a:lnTo>
                    <a:pt x="91090" y="109405"/>
                  </a:lnTo>
                  <a:lnTo>
                    <a:pt x="91090" y="109288"/>
                  </a:lnTo>
                  <a:lnTo>
                    <a:pt x="95307" y="120999"/>
                  </a:lnTo>
                  <a:lnTo>
                    <a:pt x="95307" y="120999"/>
                  </a:lnTo>
                  <a:lnTo>
                    <a:pt x="99522" y="133179"/>
                  </a:lnTo>
                  <a:lnTo>
                    <a:pt x="99522" y="133179"/>
                  </a:lnTo>
                  <a:lnTo>
                    <a:pt x="107838" y="159178"/>
                  </a:lnTo>
                  <a:lnTo>
                    <a:pt x="107838" y="159061"/>
                  </a:lnTo>
                  <a:lnTo>
                    <a:pt x="116035" y="187051"/>
                  </a:lnTo>
                  <a:lnTo>
                    <a:pt x="115918" y="186934"/>
                  </a:lnTo>
                  <a:lnTo>
                    <a:pt x="123882" y="216564"/>
                  </a:lnTo>
                  <a:lnTo>
                    <a:pt x="123882" y="216564"/>
                  </a:lnTo>
                  <a:lnTo>
                    <a:pt x="131494" y="248067"/>
                  </a:lnTo>
                  <a:lnTo>
                    <a:pt x="131494" y="248067"/>
                  </a:lnTo>
                  <a:lnTo>
                    <a:pt x="138989" y="281210"/>
                  </a:lnTo>
                  <a:lnTo>
                    <a:pt x="138989" y="281210"/>
                  </a:lnTo>
                  <a:lnTo>
                    <a:pt x="146016" y="315993"/>
                  </a:lnTo>
                  <a:lnTo>
                    <a:pt x="146016" y="315875"/>
                  </a:lnTo>
                  <a:lnTo>
                    <a:pt x="152925" y="352064"/>
                  </a:lnTo>
                  <a:lnTo>
                    <a:pt x="152925" y="352064"/>
                  </a:lnTo>
                  <a:lnTo>
                    <a:pt x="159367" y="389774"/>
                  </a:lnTo>
                  <a:lnTo>
                    <a:pt x="159367" y="389657"/>
                  </a:lnTo>
                  <a:lnTo>
                    <a:pt x="165574" y="428655"/>
                  </a:lnTo>
                  <a:lnTo>
                    <a:pt x="165574" y="428538"/>
                  </a:lnTo>
                  <a:lnTo>
                    <a:pt x="171546" y="468591"/>
                  </a:lnTo>
                  <a:lnTo>
                    <a:pt x="171429" y="468591"/>
                  </a:lnTo>
                  <a:lnTo>
                    <a:pt x="176933" y="509932"/>
                  </a:lnTo>
                  <a:lnTo>
                    <a:pt x="176933" y="509815"/>
                  </a:lnTo>
                  <a:lnTo>
                    <a:pt x="182086" y="552093"/>
                  </a:lnTo>
                  <a:lnTo>
                    <a:pt x="182086" y="552093"/>
                  </a:lnTo>
                  <a:lnTo>
                    <a:pt x="186771" y="595191"/>
                  </a:lnTo>
                  <a:lnTo>
                    <a:pt x="186771" y="595191"/>
                  </a:lnTo>
                  <a:lnTo>
                    <a:pt x="191104" y="639108"/>
                  </a:lnTo>
                  <a:lnTo>
                    <a:pt x="191104" y="639108"/>
                  </a:lnTo>
                  <a:lnTo>
                    <a:pt x="194968" y="683962"/>
                  </a:lnTo>
                  <a:lnTo>
                    <a:pt x="194968" y="683845"/>
                  </a:lnTo>
                  <a:lnTo>
                    <a:pt x="198365" y="729284"/>
                  </a:lnTo>
                  <a:lnTo>
                    <a:pt x="198365" y="729284"/>
                  </a:lnTo>
                  <a:lnTo>
                    <a:pt x="201292" y="775193"/>
                  </a:lnTo>
                  <a:lnTo>
                    <a:pt x="201292" y="775193"/>
                  </a:lnTo>
                  <a:lnTo>
                    <a:pt x="203752" y="821570"/>
                  </a:lnTo>
                  <a:lnTo>
                    <a:pt x="203752" y="821570"/>
                  </a:lnTo>
                  <a:lnTo>
                    <a:pt x="205625" y="868298"/>
                  </a:lnTo>
                  <a:lnTo>
                    <a:pt x="205625" y="868298"/>
                  </a:lnTo>
                  <a:lnTo>
                    <a:pt x="207031" y="915260"/>
                  </a:lnTo>
                  <a:lnTo>
                    <a:pt x="207031" y="915260"/>
                  </a:lnTo>
                  <a:lnTo>
                    <a:pt x="207968" y="962457"/>
                  </a:lnTo>
                  <a:lnTo>
                    <a:pt x="207968" y="962457"/>
                  </a:lnTo>
                  <a:lnTo>
                    <a:pt x="208202" y="1010239"/>
                  </a:lnTo>
                  <a:lnTo>
                    <a:pt x="208202" y="1010239"/>
                  </a:lnTo>
                  <a:lnTo>
                    <a:pt x="207968" y="1057436"/>
                  </a:lnTo>
                  <a:lnTo>
                    <a:pt x="207968" y="1057436"/>
                  </a:lnTo>
                  <a:lnTo>
                    <a:pt x="206914" y="1104632"/>
                  </a:lnTo>
                  <a:lnTo>
                    <a:pt x="206914" y="1104632"/>
                  </a:lnTo>
                  <a:lnTo>
                    <a:pt x="205509" y="1151594"/>
                  </a:lnTo>
                  <a:lnTo>
                    <a:pt x="205509" y="1151594"/>
                  </a:lnTo>
                  <a:lnTo>
                    <a:pt x="203400" y="1198323"/>
                  </a:lnTo>
                  <a:lnTo>
                    <a:pt x="203400" y="1198323"/>
                  </a:lnTo>
                  <a:lnTo>
                    <a:pt x="200941" y="1244699"/>
                  </a:lnTo>
                  <a:lnTo>
                    <a:pt x="200941" y="1244699"/>
                  </a:lnTo>
                  <a:lnTo>
                    <a:pt x="197779" y="1290608"/>
                  </a:lnTo>
                  <a:lnTo>
                    <a:pt x="197779" y="1290608"/>
                  </a:lnTo>
                  <a:lnTo>
                    <a:pt x="194149" y="1335931"/>
                  </a:lnTo>
                  <a:lnTo>
                    <a:pt x="194149" y="1335814"/>
                  </a:lnTo>
                  <a:lnTo>
                    <a:pt x="190050" y="1380668"/>
                  </a:lnTo>
                  <a:lnTo>
                    <a:pt x="190050" y="1380551"/>
                  </a:lnTo>
                  <a:lnTo>
                    <a:pt x="185482" y="1424468"/>
                  </a:lnTo>
                  <a:lnTo>
                    <a:pt x="185482" y="1424468"/>
                  </a:lnTo>
                  <a:lnTo>
                    <a:pt x="180564" y="1467683"/>
                  </a:lnTo>
                  <a:lnTo>
                    <a:pt x="180564" y="1467683"/>
                  </a:lnTo>
                  <a:lnTo>
                    <a:pt x="175060" y="1509843"/>
                  </a:lnTo>
                  <a:lnTo>
                    <a:pt x="175060" y="1509843"/>
                  </a:lnTo>
                  <a:lnTo>
                    <a:pt x="169321" y="1551067"/>
                  </a:lnTo>
                  <a:lnTo>
                    <a:pt x="169321" y="1551067"/>
                  </a:lnTo>
                  <a:lnTo>
                    <a:pt x="163114" y="1591120"/>
                  </a:lnTo>
                  <a:lnTo>
                    <a:pt x="163114" y="1591003"/>
                  </a:lnTo>
                  <a:lnTo>
                    <a:pt x="156439" y="1630002"/>
                  </a:lnTo>
                  <a:lnTo>
                    <a:pt x="156439" y="1629884"/>
                  </a:lnTo>
                  <a:lnTo>
                    <a:pt x="149646" y="1667478"/>
                  </a:lnTo>
                  <a:lnTo>
                    <a:pt x="149646" y="1667478"/>
                  </a:lnTo>
                  <a:lnTo>
                    <a:pt x="142385" y="1703783"/>
                  </a:lnTo>
                  <a:lnTo>
                    <a:pt x="142385" y="1703665"/>
                  </a:lnTo>
                  <a:lnTo>
                    <a:pt x="134773" y="1738331"/>
                  </a:lnTo>
                  <a:lnTo>
                    <a:pt x="134773" y="1738331"/>
                  </a:lnTo>
                  <a:lnTo>
                    <a:pt x="127044" y="1771591"/>
                  </a:lnTo>
                  <a:lnTo>
                    <a:pt x="127044" y="1771474"/>
                  </a:lnTo>
                  <a:lnTo>
                    <a:pt x="118846" y="1802978"/>
                  </a:lnTo>
                  <a:lnTo>
                    <a:pt x="118846" y="1802978"/>
                  </a:lnTo>
                  <a:lnTo>
                    <a:pt x="110531" y="1832724"/>
                  </a:lnTo>
                  <a:lnTo>
                    <a:pt x="110531" y="1832607"/>
                  </a:lnTo>
                  <a:lnTo>
                    <a:pt x="101982" y="1860480"/>
                  </a:lnTo>
                  <a:lnTo>
                    <a:pt x="101982" y="1860363"/>
                  </a:lnTo>
                  <a:lnTo>
                    <a:pt x="93081" y="1886362"/>
                  </a:lnTo>
                  <a:lnTo>
                    <a:pt x="93081" y="1886362"/>
                  </a:lnTo>
                  <a:lnTo>
                    <a:pt x="88631" y="1898542"/>
                  </a:lnTo>
                  <a:lnTo>
                    <a:pt x="88631" y="1898542"/>
                  </a:lnTo>
                  <a:lnTo>
                    <a:pt x="84181" y="1910253"/>
                  </a:lnTo>
                  <a:lnTo>
                    <a:pt x="84181" y="1910253"/>
                  </a:lnTo>
                  <a:lnTo>
                    <a:pt x="79614" y="1921379"/>
                  </a:lnTo>
                  <a:lnTo>
                    <a:pt x="79614" y="1921262"/>
                  </a:lnTo>
                  <a:lnTo>
                    <a:pt x="75046" y="1931919"/>
                  </a:lnTo>
                  <a:lnTo>
                    <a:pt x="75046" y="1931919"/>
                  </a:lnTo>
                  <a:lnTo>
                    <a:pt x="70362" y="1941991"/>
                  </a:lnTo>
                  <a:lnTo>
                    <a:pt x="70362" y="1941874"/>
                  </a:lnTo>
                  <a:lnTo>
                    <a:pt x="65794" y="1951360"/>
                  </a:lnTo>
                  <a:lnTo>
                    <a:pt x="65794" y="1951360"/>
                  </a:lnTo>
                  <a:lnTo>
                    <a:pt x="60993" y="1960143"/>
                  </a:lnTo>
                  <a:lnTo>
                    <a:pt x="61110" y="1960143"/>
                  </a:lnTo>
                  <a:lnTo>
                    <a:pt x="56308" y="1968458"/>
                  </a:lnTo>
                  <a:lnTo>
                    <a:pt x="56426" y="1968458"/>
                  </a:lnTo>
                  <a:lnTo>
                    <a:pt x="51624" y="1976188"/>
                  </a:lnTo>
                  <a:lnTo>
                    <a:pt x="51741" y="1976071"/>
                  </a:lnTo>
                  <a:lnTo>
                    <a:pt x="46940" y="1983214"/>
                  </a:lnTo>
                  <a:lnTo>
                    <a:pt x="46940" y="1983097"/>
                  </a:lnTo>
                  <a:lnTo>
                    <a:pt x="42138" y="1989656"/>
                  </a:lnTo>
                  <a:lnTo>
                    <a:pt x="42255" y="1989539"/>
                  </a:lnTo>
                  <a:lnTo>
                    <a:pt x="37336" y="1995394"/>
                  </a:lnTo>
                  <a:lnTo>
                    <a:pt x="37571" y="1995277"/>
                  </a:lnTo>
                  <a:lnTo>
                    <a:pt x="32652" y="2000430"/>
                  </a:lnTo>
                  <a:lnTo>
                    <a:pt x="32769" y="2000313"/>
                  </a:lnTo>
                  <a:lnTo>
                    <a:pt x="27850" y="2004881"/>
                  </a:lnTo>
                  <a:lnTo>
                    <a:pt x="28084" y="2004646"/>
                  </a:lnTo>
                  <a:lnTo>
                    <a:pt x="23166" y="2008511"/>
                  </a:lnTo>
                  <a:lnTo>
                    <a:pt x="23400" y="2008394"/>
                  </a:lnTo>
                  <a:lnTo>
                    <a:pt x="18482" y="2011673"/>
                  </a:lnTo>
                  <a:lnTo>
                    <a:pt x="18716" y="2011556"/>
                  </a:lnTo>
                  <a:lnTo>
                    <a:pt x="13797" y="2014015"/>
                  </a:lnTo>
                  <a:lnTo>
                    <a:pt x="14148" y="2013898"/>
                  </a:lnTo>
                  <a:lnTo>
                    <a:pt x="9112" y="2015655"/>
                  </a:lnTo>
                  <a:lnTo>
                    <a:pt x="9464" y="2015538"/>
                  </a:lnTo>
                  <a:lnTo>
                    <a:pt x="4545" y="2016709"/>
                  </a:lnTo>
                  <a:lnTo>
                    <a:pt x="5014" y="2016592"/>
                  </a:lnTo>
                  <a:lnTo>
                    <a:pt x="95" y="2016943"/>
                  </a:lnTo>
                  <a:close/>
                  <a:moveTo>
                    <a:pt x="88163" y="19228"/>
                  </a:moveTo>
                  <a:lnTo>
                    <a:pt x="12040" y="-330"/>
                  </a:lnTo>
                  <a:lnTo>
                    <a:pt x="42138" y="72280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E98DA12-A98A-18FA-53F0-669523B8F12B}"/>
                </a:ext>
              </a:extLst>
            </p:cNvPr>
            <p:cNvSpPr/>
            <p:nvPr/>
          </p:nvSpPr>
          <p:spPr>
            <a:xfrm flipV="1">
              <a:off x="5397775" y="2512274"/>
              <a:ext cx="213962" cy="2348117"/>
            </a:xfrm>
            <a:custGeom>
              <a:avLst/>
              <a:gdLst>
                <a:gd name="connsiteX0" fmla="*/ 563 w 213962"/>
                <a:gd name="connsiteY0" fmla="*/ 2347820 h 2348117"/>
                <a:gd name="connsiteX1" fmla="*/ 5716 w 213962"/>
                <a:gd name="connsiteY1" fmla="*/ 2347352 h 2348117"/>
                <a:gd name="connsiteX2" fmla="*/ 11103 w 213962"/>
                <a:gd name="connsiteY2" fmla="*/ 2346063 h 2348117"/>
                <a:gd name="connsiteX3" fmla="*/ 16490 w 213962"/>
                <a:gd name="connsiteY3" fmla="*/ 2343721 h 2348117"/>
                <a:gd name="connsiteX4" fmla="*/ 21761 w 213962"/>
                <a:gd name="connsiteY4" fmla="*/ 2340559 h 2348117"/>
                <a:gd name="connsiteX5" fmla="*/ 26796 w 213962"/>
                <a:gd name="connsiteY5" fmla="*/ 2336694 h 2348117"/>
                <a:gd name="connsiteX6" fmla="*/ 31949 w 213962"/>
                <a:gd name="connsiteY6" fmla="*/ 2332010 h 2348117"/>
                <a:gd name="connsiteX7" fmla="*/ 36985 w 213962"/>
                <a:gd name="connsiteY7" fmla="*/ 2326505 h 2348117"/>
                <a:gd name="connsiteX8" fmla="*/ 42021 w 213962"/>
                <a:gd name="connsiteY8" fmla="*/ 2320298 h 2348117"/>
                <a:gd name="connsiteX9" fmla="*/ 46940 w 213962"/>
                <a:gd name="connsiteY9" fmla="*/ 2313506 h 2348117"/>
                <a:gd name="connsiteX10" fmla="*/ 51858 w 213962"/>
                <a:gd name="connsiteY10" fmla="*/ 2305777 h 2348117"/>
                <a:gd name="connsiteX11" fmla="*/ 56660 w 213962"/>
                <a:gd name="connsiteY11" fmla="*/ 2297344 h 2348117"/>
                <a:gd name="connsiteX12" fmla="*/ 61461 w 213962"/>
                <a:gd name="connsiteY12" fmla="*/ 2288327 h 2348117"/>
                <a:gd name="connsiteX13" fmla="*/ 66263 w 213962"/>
                <a:gd name="connsiteY13" fmla="*/ 2278489 h 2348117"/>
                <a:gd name="connsiteX14" fmla="*/ 71064 w 213962"/>
                <a:gd name="connsiteY14" fmla="*/ 2268066 h 2348117"/>
                <a:gd name="connsiteX15" fmla="*/ 75749 w 213962"/>
                <a:gd name="connsiteY15" fmla="*/ 2256940 h 2348117"/>
                <a:gd name="connsiteX16" fmla="*/ 80433 w 213962"/>
                <a:gd name="connsiteY16" fmla="*/ 2245229 h 2348117"/>
                <a:gd name="connsiteX17" fmla="*/ 85118 w 213962"/>
                <a:gd name="connsiteY17" fmla="*/ 2232815 h 2348117"/>
                <a:gd name="connsiteX18" fmla="*/ 89685 w 213962"/>
                <a:gd name="connsiteY18" fmla="*/ 2219815 h 2348117"/>
                <a:gd name="connsiteX19" fmla="*/ 94135 w 213962"/>
                <a:gd name="connsiteY19" fmla="*/ 2206113 h 2348117"/>
                <a:gd name="connsiteX20" fmla="*/ 98703 w 213962"/>
                <a:gd name="connsiteY20" fmla="*/ 2191942 h 2348117"/>
                <a:gd name="connsiteX21" fmla="*/ 103153 w 213962"/>
                <a:gd name="connsiteY21" fmla="*/ 2177069 h 2348117"/>
                <a:gd name="connsiteX22" fmla="*/ 107603 w 213962"/>
                <a:gd name="connsiteY22" fmla="*/ 2161727 h 2348117"/>
                <a:gd name="connsiteX23" fmla="*/ 111819 w 213962"/>
                <a:gd name="connsiteY23" fmla="*/ 2145800 h 2348117"/>
                <a:gd name="connsiteX24" fmla="*/ 116152 w 213962"/>
                <a:gd name="connsiteY24" fmla="*/ 2129170 h 2348117"/>
                <a:gd name="connsiteX25" fmla="*/ 120368 w 213962"/>
                <a:gd name="connsiteY25" fmla="*/ 2112188 h 2348117"/>
                <a:gd name="connsiteX26" fmla="*/ 124585 w 213962"/>
                <a:gd name="connsiteY26" fmla="*/ 2094621 h 2348117"/>
                <a:gd name="connsiteX27" fmla="*/ 132665 w 213962"/>
                <a:gd name="connsiteY27" fmla="*/ 2057965 h 2348117"/>
                <a:gd name="connsiteX28" fmla="*/ 140512 w 213962"/>
                <a:gd name="connsiteY28" fmla="*/ 2019435 h 2348117"/>
                <a:gd name="connsiteX29" fmla="*/ 148124 w 213962"/>
                <a:gd name="connsiteY29" fmla="*/ 1979031 h 2348117"/>
                <a:gd name="connsiteX30" fmla="*/ 155385 w 213962"/>
                <a:gd name="connsiteY30" fmla="*/ 1936988 h 2348117"/>
                <a:gd name="connsiteX31" fmla="*/ 162294 w 213962"/>
                <a:gd name="connsiteY31" fmla="*/ 1893187 h 2348117"/>
                <a:gd name="connsiteX32" fmla="*/ 168853 w 213962"/>
                <a:gd name="connsiteY32" fmla="*/ 1847981 h 2348117"/>
                <a:gd name="connsiteX33" fmla="*/ 175060 w 213962"/>
                <a:gd name="connsiteY33" fmla="*/ 1801370 h 2348117"/>
                <a:gd name="connsiteX34" fmla="*/ 180915 w 213962"/>
                <a:gd name="connsiteY34" fmla="*/ 1753471 h 2348117"/>
                <a:gd name="connsiteX35" fmla="*/ 186302 w 213962"/>
                <a:gd name="connsiteY35" fmla="*/ 1704518 h 2348117"/>
                <a:gd name="connsiteX36" fmla="*/ 191338 w 213962"/>
                <a:gd name="connsiteY36" fmla="*/ 1654276 h 2348117"/>
                <a:gd name="connsiteX37" fmla="*/ 195905 w 213962"/>
                <a:gd name="connsiteY37" fmla="*/ 1603215 h 2348117"/>
                <a:gd name="connsiteX38" fmla="*/ 200004 w 213962"/>
                <a:gd name="connsiteY38" fmla="*/ 1551334 h 2348117"/>
                <a:gd name="connsiteX39" fmla="*/ 203518 w 213962"/>
                <a:gd name="connsiteY39" fmla="*/ 1498516 h 2348117"/>
                <a:gd name="connsiteX40" fmla="*/ 206679 w 213962"/>
                <a:gd name="connsiteY40" fmla="*/ 1445229 h 2348117"/>
                <a:gd name="connsiteX41" fmla="*/ 209256 w 213962"/>
                <a:gd name="connsiteY41" fmla="*/ 1391357 h 2348117"/>
                <a:gd name="connsiteX42" fmla="*/ 211247 w 213962"/>
                <a:gd name="connsiteY42" fmla="*/ 1337017 h 2348117"/>
                <a:gd name="connsiteX43" fmla="*/ 212769 w 213962"/>
                <a:gd name="connsiteY43" fmla="*/ 1282325 h 2348117"/>
                <a:gd name="connsiteX44" fmla="*/ 213706 w 213962"/>
                <a:gd name="connsiteY44" fmla="*/ 1227516 h 2348117"/>
                <a:gd name="connsiteX45" fmla="*/ 214057 w 213962"/>
                <a:gd name="connsiteY45" fmla="*/ 1172473 h 2348117"/>
                <a:gd name="connsiteX46" fmla="*/ 213823 w 213962"/>
                <a:gd name="connsiteY46" fmla="*/ 1117313 h 2348117"/>
                <a:gd name="connsiteX47" fmla="*/ 212887 w 213962"/>
                <a:gd name="connsiteY47" fmla="*/ 1062504 h 2348117"/>
                <a:gd name="connsiteX48" fmla="*/ 211481 w 213962"/>
                <a:gd name="connsiteY48" fmla="*/ 1007812 h 2348117"/>
                <a:gd name="connsiteX49" fmla="*/ 209490 w 213962"/>
                <a:gd name="connsiteY49" fmla="*/ 953471 h 2348117"/>
                <a:gd name="connsiteX50" fmla="*/ 207031 w 213962"/>
                <a:gd name="connsiteY50" fmla="*/ 899600 h 2348117"/>
                <a:gd name="connsiteX51" fmla="*/ 204220 w 213962"/>
                <a:gd name="connsiteY51" fmla="*/ 846196 h 2348117"/>
                <a:gd name="connsiteX52" fmla="*/ 200707 w 213962"/>
                <a:gd name="connsiteY52" fmla="*/ 793495 h 2348117"/>
                <a:gd name="connsiteX53" fmla="*/ 196842 w 213962"/>
                <a:gd name="connsiteY53" fmla="*/ 741497 h 2348117"/>
                <a:gd name="connsiteX54" fmla="*/ 192626 w 213962"/>
                <a:gd name="connsiteY54" fmla="*/ 690436 h 2348117"/>
                <a:gd name="connsiteX55" fmla="*/ 187942 w 213962"/>
                <a:gd name="connsiteY55" fmla="*/ 640311 h 2348117"/>
                <a:gd name="connsiteX56" fmla="*/ 182789 w 213962"/>
                <a:gd name="connsiteY56" fmla="*/ 591241 h 2348117"/>
                <a:gd name="connsiteX57" fmla="*/ 177285 w 213962"/>
                <a:gd name="connsiteY57" fmla="*/ 543342 h 2348117"/>
                <a:gd name="connsiteX58" fmla="*/ 171429 w 213962"/>
                <a:gd name="connsiteY58" fmla="*/ 496613 h 2348117"/>
                <a:gd name="connsiteX59" fmla="*/ 165105 w 213962"/>
                <a:gd name="connsiteY59" fmla="*/ 451525 h 2348117"/>
                <a:gd name="connsiteX60" fmla="*/ 158664 w 213962"/>
                <a:gd name="connsiteY60" fmla="*/ 407842 h 2348117"/>
                <a:gd name="connsiteX61" fmla="*/ 151754 w 213962"/>
                <a:gd name="connsiteY61" fmla="*/ 365681 h 2348117"/>
                <a:gd name="connsiteX62" fmla="*/ 144728 w 213962"/>
                <a:gd name="connsiteY62" fmla="*/ 325277 h 2348117"/>
                <a:gd name="connsiteX63" fmla="*/ 137232 w 213962"/>
                <a:gd name="connsiteY63" fmla="*/ 286747 h 2348117"/>
                <a:gd name="connsiteX64" fmla="*/ 129503 w 213962"/>
                <a:gd name="connsiteY64" fmla="*/ 250090 h 2348117"/>
                <a:gd name="connsiteX65" fmla="*/ 125638 w 213962"/>
                <a:gd name="connsiteY65" fmla="*/ 232523 h 2348117"/>
                <a:gd name="connsiteX66" fmla="*/ 121657 w 213962"/>
                <a:gd name="connsiteY66" fmla="*/ 215425 h 2348117"/>
                <a:gd name="connsiteX67" fmla="*/ 117558 w 213962"/>
                <a:gd name="connsiteY67" fmla="*/ 199029 h 2348117"/>
                <a:gd name="connsiteX68" fmla="*/ 113459 w 213962"/>
                <a:gd name="connsiteY68" fmla="*/ 182985 h 2348117"/>
                <a:gd name="connsiteX69" fmla="*/ 109360 w 213962"/>
                <a:gd name="connsiteY69" fmla="*/ 167643 h 2348117"/>
                <a:gd name="connsiteX70" fmla="*/ 105144 w 213962"/>
                <a:gd name="connsiteY70" fmla="*/ 152769 h 2348117"/>
                <a:gd name="connsiteX71" fmla="*/ 100811 w 213962"/>
                <a:gd name="connsiteY71" fmla="*/ 138482 h 2348117"/>
                <a:gd name="connsiteX72" fmla="*/ 96595 w 213962"/>
                <a:gd name="connsiteY72" fmla="*/ 125014 h 2348117"/>
                <a:gd name="connsiteX73" fmla="*/ 92262 w 213962"/>
                <a:gd name="connsiteY73" fmla="*/ 111897 h 2348117"/>
                <a:gd name="connsiteX74" fmla="*/ 87929 w 213962"/>
                <a:gd name="connsiteY74" fmla="*/ 99483 h 2348117"/>
                <a:gd name="connsiteX75" fmla="*/ 83478 w 213962"/>
                <a:gd name="connsiteY75" fmla="*/ 87772 h 2348117"/>
                <a:gd name="connsiteX76" fmla="*/ 79028 w 213962"/>
                <a:gd name="connsiteY76" fmla="*/ 76646 h 2348117"/>
                <a:gd name="connsiteX77" fmla="*/ 74578 w 213962"/>
                <a:gd name="connsiteY77" fmla="*/ 66223 h 2348117"/>
                <a:gd name="connsiteX78" fmla="*/ 70011 w 213962"/>
                <a:gd name="connsiteY78" fmla="*/ 56386 h 2348117"/>
                <a:gd name="connsiteX79" fmla="*/ 65209 w 213962"/>
                <a:gd name="connsiteY79" fmla="*/ 47016 h 2348117"/>
                <a:gd name="connsiteX80" fmla="*/ 56308 w 213962"/>
                <a:gd name="connsiteY80" fmla="*/ 38233 h 2348117"/>
                <a:gd name="connsiteX81" fmla="*/ 52210 w 213962"/>
                <a:gd name="connsiteY81" fmla="*/ 42449 h 2348117"/>
                <a:gd name="connsiteX82" fmla="*/ 60759 w 213962"/>
                <a:gd name="connsiteY82" fmla="*/ 50881 h 2348117"/>
                <a:gd name="connsiteX83" fmla="*/ 60173 w 213962"/>
                <a:gd name="connsiteY83" fmla="*/ 50061 h 2348117"/>
                <a:gd name="connsiteX84" fmla="*/ 64740 w 213962"/>
                <a:gd name="connsiteY84" fmla="*/ 59079 h 2348117"/>
                <a:gd name="connsiteX85" fmla="*/ 64740 w 213962"/>
                <a:gd name="connsiteY85" fmla="*/ 58962 h 2348117"/>
                <a:gd name="connsiteX86" fmla="*/ 69191 w 213962"/>
                <a:gd name="connsiteY86" fmla="*/ 68565 h 2348117"/>
                <a:gd name="connsiteX87" fmla="*/ 69191 w 213962"/>
                <a:gd name="connsiteY87" fmla="*/ 68448 h 2348117"/>
                <a:gd name="connsiteX88" fmla="*/ 73524 w 213962"/>
                <a:gd name="connsiteY88" fmla="*/ 78988 h 2348117"/>
                <a:gd name="connsiteX89" fmla="*/ 73524 w 213962"/>
                <a:gd name="connsiteY89" fmla="*/ 78871 h 2348117"/>
                <a:gd name="connsiteX90" fmla="*/ 78091 w 213962"/>
                <a:gd name="connsiteY90" fmla="*/ 89880 h 2348117"/>
                <a:gd name="connsiteX91" fmla="*/ 77974 w 213962"/>
                <a:gd name="connsiteY91" fmla="*/ 89880 h 2348117"/>
                <a:gd name="connsiteX92" fmla="*/ 82424 w 213962"/>
                <a:gd name="connsiteY92" fmla="*/ 101474 h 2348117"/>
                <a:gd name="connsiteX93" fmla="*/ 82424 w 213962"/>
                <a:gd name="connsiteY93" fmla="*/ 101474 h 2348117"/>
                <a:gd name="connsiteX94" fmla="*/ 86640 w 213962"/>
                <a:gd name="connsiteY94" fmla="*/ 113771 h 2348117"/>
                <a:gd name="connsiteX95" fmla="*/ 86640 w 213962"/>
                <a:gd name="connsiteY95" fmla="*/ 113771 h 2348117"/>
                <a:gd name="connsiteX96" fmla="*/ 91090 w 213962"/>
                <a:gd name="connsiteY96" fmla="*/ 126770 h 2348117"/>
                <a:gd name="connsiteX97" fmla="*/ 91090 w 213962"/>
                <a:gd name="connsiteY97" fmla="*/ 126770 h 2348117"/>
                <a:gd name="connsiteX98" fmla="*/ 95307 w 213962"/>
                <a:gd name="connsiteY98" fmla="*/ 140238 h 2348117"/>
                <a:gd name="connsiteX99" fmla="*/ 95307 w 213962"/>
                <a:gd name="connsiteY99" fmla="*/ 140238 h 2348117"/>
                <a:gd name="connsiteX100" fmla="*/ 99522 w 213962"/>
                <a:gd name="connsiteY100" fmla="*/ 154409 h 2348117"/>
                <a:gd name="connsiteX101" fmla="*/ 99406 w 213962"/>
                <a:gd name="connsiteY101" fmla="*/ 154409 h 2348117"/>
                <a:gd name="connsiteX102" fmla="*/ 103621 w 213962"/>
                <a:gd name="connsiteY102" fmla="*/ 169165 h 2348117"/>
                <a:gd name="connsiteX103" fmla="*/ 103621 w 213962"/>
                <a:gd name="connsiteY103" fmla="*/ 169165 h 2348117"/>
                <a:gd name="connsiteX104" fmla="*/ 107838 w 213962"/>
                <a:gd name="connsiteY104" fmla="*/ 184507 h 2348117"/>
                <a:gd name="connsiteX105" fmla="*/ 107838 w 213962"/>
                <a:gd name="connsiteY105" fmla="*/ 184507 h 2348117"/>
                <a:gd name="connsiteX106" fmla="*/ 111936 w 213962"/>
                <a:gd name="connsiteY106" fmla="*/ 200434 h 2348117"/>
                <a:gd name="connsiteX107" fmla="*/ 111936 w 213962"/>
                <a:gd name="connsiteY107" fmla="*/ 200434 h 2348117"/>
                <a:gd name="connsiteX108" fmla="*/ 115918 w 213962"/>
                <a:gd name="connsiteY108" fmla="*/ 216830 h 2348117"/>
                <a:gd name="connsiteX109" fmla="*/ 115918 w 213962"/>
                <a:gd name="connsiteY109" fmla="*/ 216830 h 2348117"/>
                <a:gd name="connsiteX110" fmla="*/ 119900 w 213962"/>
                <a:gd name="connsiteY110" fmla="*/ 233812 h 2348117"/>
                <a:gd name="connsiteX111" fmla="*/ 119900 w 213962"/>
                <a:gd name="connsiteY111" fmla="*/ 233812 h 2348117"/>
                <a:gd name="connsiteX112" fmla="*/ 123882 w 213962"/>
                <a:gd name="connsiteY112" fmla="*/ 251379 h 2348117"/>
                <a:gd name="connsiteX113" fmla="*/ 123882 w 213962"/>
                <a:gd name="connsiteY113" fmla="*/ 251261 h 2348117"/>
                <a:gd name="connsiteX114" fmla="*/ 131494 w 213962"/>
                <a:gd name="connsiteY114" fmla="*/ 287918 h 2348117"/>
                <a:gd name="connsiteX115" fmla="*/ 131494 w 213962"/>
                <a:gd name="connsiteY115" fmla="*/ 287918 h 2348117"/>
                <a:gd name="connsiteX116" fmla="*/ 138872 w 213962"/>
                <a:gd name="connsiteY116" fmla="*/ 326448 h 2348117"/>
                <a:gd name="connsiteX117" fmla="*/ 138872 w 213962"/>
                <a:gd name="connsiteY117" fmla="*/ 326331 h 2348117"/>
                <a:gd name="connsiteX118" fmla="*/ 146016 w 213962"/>
                <a:gd name="connsiteY118" fmla="*/ 366735 h 2348117"/>
                <a:gd name="connsiteX119" fmla="*/ 146016 w 213962"/>
                <a:gd name="connsiteY119" fmla="*/ 366618 h 2348117"/>
                <a:gd name="connsiteX120" fmla="*/ 152925 w 213962"/>
                <a:gd name="connsiteY120" fmla="*/ 408778 h 2348117"/>
                <a:gd name="connsiteX121" fmla="*/ 152925 w 213962"/>
                <a:gd name="connsiteY121" fmla="*/ 408662 h 2348117"/>
                <a:gd name="connsiteX122" fmla="*/ 159367 w 213962"/>
                <a:gd name="connsiteY122" fmla="*/ 452345 h 2348117"/>
                <a:gd name="connsiteX123" fmla="*/ 159367 w 213962"/>
                <a:gd name="connsiteY123" fmla="*/ 452345 h 2348117"/>
                <a:gd name="connsiteX124" fmla="*/ 165574 w 213962"/>
                <a:gd name="connsiteY124" fmla="*/ 497433 h 2348117"/>
                <a:gd name="connsiteX125" fmla="*/ 165574 w 213962"/>
                <a:gd name="connsiteY125" fmla="*/ 497433 h 2348117"/>
                <a:gd name="connsiteX126" fmla="*/ 171429 w 213962"/>
                <a:gd name="connsiteY126" fmla="*/ 544045 h 2348117"/>
                <a:gd name="connsiteX127" fmla="*/ 171429 w 213962"/>
                <a:gd name="connsiteY127" fmla="*/ 544045 h 2348117"/>
                <a:gd name="connsiteX128" fmla="*/ 176933 w 213962"/>
                <a:gd name="connsiteY128" fmla="*/ 591943 h 2348117"/>
                <a:gd name="connsiteX129" fmla="*/ 176933 w 213962"/>
                <a:gd name="connsiteY129" fmla="*/ 591826 h 2348117"/>
                <a:gd name="connsiteX130" fmla="*/ 182086 w 213962"/>
                <a:gd name="connsiteY130" fmla="*/ 640897 h 2348117"/>
                <a:gd name="connsiteX131" fmla="*/ 182086 w 213962"/>
                <a:gd name="connsiteY131" fmla="*/ 640897 h 2348117"/>
                <a:gd name="connsiteX132" fmla="*/ 186771 w 213962"/>
                <a:gd name="connsiteY132" fmla="*/ 690904 h 2348117"/>
                <a:gd name="connsiteX133" fmla="*/ 186771 w 213962"/>
                <a:gd name="connsiteY133" fmla="*/ 690904 h 2348117"/>
                <a:gd name="connsiteX134" fmla="*/ 191104 w 213962"/>
                <a:gd name="connsiteY134" fmla="*/ 741965 h 2348117"/>
                <a:gd name="connsiteX135" fmla="*/ 191104 w 213962"/>
                <a:gd name="connsiteY135" fmla="*/ 741965 h 2348117"/>
                <a:gd name="connsiteX136" fmla="*/ 194968 w 213962"/>
                <a:gd name="connsiteY136" fmla="*/ 793846 h 2348117"/>
                <a:gd name="connsiteX137" fmla="*/ 194968 w 213962"/>
                <a:gd name="connsiteY137" fmla="*/ 793846 h 2348117"/>
                <a:gd name="connsiteX138" fmla="*/ 198365 w 213962"/>
                <a:gd name="connsiteY138" fmla="*/ 846547 h 2348117"/>
                <a:gd name="connsiteX139" fmla="*/ 198365 w 213962"/>
                <a:gd name="connsiteY139" fmla="*/ 846547 h 2348117"/>
                <a:gd name="connsiteX140" fmla="*/ 201292 w 213962"/>
                <a:gd name="connsiteY140" fmla="*/ 899951 h 2348117"/>
                <a:gd name="connsiteX141" fmla="*/ 201292 w 213962"/>
                <a:gd name="connsiteY141" fmla="*/ 899951 h 2348117"/>
                <a:gd name="connsiteX142" fmla="*/ 203752 w 213962"/>
                <a:gd name="connsiteY142" fmla="*/ 953706 h 2348117"/>
                <a:gd name="connsiteX143" fmla="*/ 203752 w 213962"/>
                <a:gd name="connsiteY143" fmla="*/ 953706 h 2348117"/>
                <a:gd name="connsiteX144" fmla="*/ 205625 w 213962"/>
                <a:gd name="connsiteY144" fmla="*/ 1008047 h 2348117"/>
                <a:gd name="connsiteX145" fmla="*/ 205625 w 213962"/>
                <a:gd name="connsiteY145" fmla="*/ 1007929 h 2348117"/>
                <a:gd name="connsiteX146" fmla="*/ 207031 w 213962"/>
                <a:gd name="connsiteY146" fmla="*/ 1062621 h 2348117"/>
                <a:gd name="connsiteX147" fmla="*/ 207031 w 213962"/>
                <a:gd name="connsiteY147" fmla="*/ 1062621 h 2348117"/>
                <a:gd name="connsiteX148" fmla="*/ 207968 w 213962"/>
                <a:gd name="connsiteY148" fmla="*/ 1117430 h 2348117"/>
                <a:gd name="connsiteX149" fmla="*/ 207968 w 213962"/>
                <a:gd name="connsiteY149" fmla="*/ 1117313 h 2348117"/>
                <a:gd name="connsiteX150" fmla="*/ 208202 w 213962"/>
                <a:gd name="connsiteY150" fmla="*/ 1172473 h 2348117"/>
                <a:gd name="connsiteX151" fmla="*/ 208202 w 213962"/>
                <a:gd name="connsiteY151" fmla="*/ 1172473 h 2348117"/>
                <a:gd name="connsiteX152" fmla="*/ 207968 w 213962"/>
                <a:gd name="connsiteY152" fmla="*/ 1227516 h 2348117"/>
                <a:gd name="connsiteX153" fmla="*/ 207968 w 213962"/>
                <a:gd name="connsiteY153" fmla="*/ 1227399 h 2348117"/>
                <a:gd name="connsiteX154" fmla="*/ 206914 w 213962"/>
                <a:gd name="connsiteY154" fmla="*/ 1282208 h 2348117"/>
                <a:gd name="connsiteX155" fmla="*/ 206914 w 213962"/>
                <a:gd name="connsiteY155" fmla="*/ 1282208 h 2348117"/>
                <a:gd name="connsiteX156" fmla="*/ 205509 w 213962"/>
                <a:gd name="connsiteY156" fmla="*/ 1336900 h 2348117"/>
                <a:gd name="connsiteX157" fmla="*/ 205509 w 213962"/>
                <a:gd name="connsiteY157" fmla="*/ 1336783 h 2348117"/>
                <a:gd name="connsiteX158" fmla="*/ 203400 w 213962"/>
                <a:gd name="connsiteY158" fmla="*/ 1391123 h 2348117"/>
                <a:gd name="connsiteX159" fmla="*/ 203400 w 213962"/>
                <a:gd name="connsiteY159" fmla="*/ 1391123 h 2348117"/>
                <a:gd name="connsiteX160" fmla="*/ 200941 w 213962"/>
                <a:gd name="connsiteY160" fmla="*/ 1444878 h 2348117"/>
                <a:gd name="connsiteX161" fmla="*/ 200941 w 213962"/>
                <a:gd name="connsiteY161" fmla="*/ 1444878 h 2348117"/>
                <a:gd name="connsiteX162" fmla="*/ 197779 w 213962"/>
                <a:gd name="connsiteY162" fmla="*/ 1498164 h 2348117"/>
                <a:gd name="connsiteX163" fmla="*/ 197779 w 213962"/>
                <a:gd name="connsiteY163" fmla="*/ 1498164 h 2348117"/>
                <a:gd name="connsiteX164" fmla="*/ 194149 w 213962"/>
                <a:gd name="connsiteY164" fmla="*/ 1550865 h 2348117"/>
                <a:gd name="connsiteX165" fmla="*/ 194149 w 213962"/>
                <a:gd name="connsiteY165" fmla="*/ 1550865 h 2348117"/>
                <a:gd name="connsiteX166" fmla="*/ 190050 w 213962"/>
                <a:gd name="connsiteY166" fmla="*/ 1602746 h 2348117"/>
                <a:gd name="connsiteX167" fmla="*/ 190050 w 213962"/>
                <a:gd name="connsiteY167" fmla="*/ 1602746 h 2348117"/>
                <a:gd name="connsiteX168" fmla="*/ 185482 w 213962"/>
                <a:gd name="connsiteY168" fmla="*/ 1653807 h 2348117"/>
                <a:gd name="connsiteX169" fmla="*/ 185482 w 213962"/>
                <a:gd name="connsiteY169" fmla="*/ 1653691 h 2348117"/>
                <a:gd name="connsiteX170" fmla="*/ 180564 w 213962"/>
                <a:gd name="connsiteY170" fmla="*/ 1703932 h 2348117"/>
                <a:gd name="connsiteX171" fmla="*/ 180564 w 213962"/>
                <a:gd name="connsiteY171" fmla="*/ 1703815 h 2348117"/>
                <a:gd name="connsiteX172" fmla="*/ 175060 w 213962"/>
                <a:gd name="connsiteY172" fmla="*/ 1752885 h 2348117"/>
                <a:gd name="connsiteX173" fmla="*/ 175060 w 213962"/>
                <a:gd name="connsiteY173" fmla="*/ 1752768 h 2348117"/>
                <a:gd name="connsiteX174" fmla="*/ 169321 w 213962"/>
                <a:gd name="connsiteY174" fmla="*/ 1800668 h 2348117"/>
                <a:gd name="connsiteX175" fmla="*/ 169321 w 213962"/>
                <a:gd name="connsiteY175" fmla="*/ 1800668 h 2348117"/>
                <a:gd name="connsiteX176" fmla="*/ 162997 w 213962"/>
                <a:gd name="connsiteY176" fmla="*/ 1847161 h 2348117"/>
                <a:gd name="connsiteX177" fmla="*/ 163114 w 213962"/>
                <a:gd name="connsiteY177" fmla="*/ 1847161 h 2348117"/>
                <a:gd name="connsiteX178" fmla="*/ 156439 w 213962"/>
                <a:gd name="connsiteY178" fmla="*/ 1892367 h 2348117"/>
                <a:gd name="connsiteX179" fmla="*/ 156439 w 213962"/>
                <a:gd name="connsiteY179" fmla="*/ 1892250 h 2348117"/>
                <a:gd name="connsiteX180" fmla="*/ 149646 w 213962"/>
                <a:gd name="connsiteY180" fmla="*/ 1936050 h 2348117"/>
                <a:gd name="connsiteX181" fmla="*/ 149646 w 213962"/>
                <a:gd name="connsiteY181" fmla="*/ 1935933 h 2348117"/>
                <a:gd name="connsiteX182" fmla="*/ 142385 w 213962"/>
                <a:gd name="connsiteY182" fmla="*/ 1977977 h 2348117"/>
                <a:gd name="connsiteX183" fmla="*/ 142385 w 213962"/>
                <a:gd name="connsiteY183" fmla="*/ 1977977 h 2348117"/>
                <a:gd name="connsiteX184" fmla="*/ 134773 w 213962"/>
                <a:gd name="connsiteY184" fmla="*/ 2018381 h 2348117"/>
                <a:gd name="connsiteX185" fmla="*/ 134773 w 213962"/>
                <a:gd name="connsiteY185" fmla="*/ 2018263 h 2348117"/>
                <a:gd name="connsiteX186" fmla="*/ 126927 w 213962"/>
                <a:gd name="connsiteY186" fmla="*/ 2056794 h 2348117"/>
                <a:gd name="connsiteX187" fmla="*/ 127044 w 213962"/>
                <a:gd name="connsiteY187" fmla="*/ 2056677 h 2348117"/>
                <a:gd name="connsiteX188" fmla="*/ 118846 w 213962"/>
                <a:gd name="connsiteY188" fmla="*/ 2093333 h 2348117"/>
                <a:gd name="connsiteX189" fmla="*/ 118846 w 213962"/>
                <a:gd name="connsiteY189" fmla="*/ 2093333 h 2348117"/>
                <a:gd name="connsiteX190" fmla="*/ 114747 w 213962"/>
                <a:gd name="connsiteY190" fmla="*/ 2110783 h 2348117"/>
                <a:gd name="connsiteX191" fmla="*/ 114747 w 213962"/>
                <a:gd name="connsiteY191" fmla="*/ 2110783 h 2348117"/>
                <a:gd name="connsiteX192" fmla="*/ 110531 w 213962"/>
                <a:gd name="connsiteY192" fmla="*/ 2127765 h 2348117"/>
                <a:gd name="connsiteX193" fmla="*/ 110531 w 213962"/>
                <a:gd name="connsiteY193" fmla="*/ 2127765 h 2348117"/>
                <a:gd name="connsiteX194" fmla="*/ 106198 w 213962"/>
                <a:gd name="connsiteY194" fmla="*/ 2144277 h 2348117"/>
                <a:gd name="connsiteX195" fmla="*/ 106198 w 213962"/>
                <a:gd name="connsiteY195" fmla="*/ 2144277 h 2348117"/>
                <a:gd name="connsiteX196" fmla="*/ 101865 w 213962"/>
                <a:gd name="connsiteY196" fmla="*/ 2160088 h 2348117"/>
                <a:gd name="connsiteX197" fmla="*/ 101865 w 213962"/>
                <a:gd name="connsiteY197" fmla="*/ 2160088 h 2348117"/>
                <a:gd name="connsiteX198" fmla="*/ 97532 w 213962"/>
                <a:gd name="connsiteY198" fmla="*/ 2175430 h 2348117"/>
                <a:gd name="connsiteX199" fmla="*/ 97532 w 213962"/>
                <a:gd name="connsiteY199" fmla="*/ 2175430 h 2348117"/>
                <a:gd name="connsiteX200" fmla="*/ 93081 w 213962"/>
                <a:gd name="connsiteY200" fmla="*/ 2190186 h 2348117"/>
                <a:gd name="connsiteX201" fmla="*/ 93081 w 213962"/>
                <a:gd name="connsiteY201" fmla="*/ 2190186 h 2348117"/>
                <a:gd name="connsiteX202" fmla="*/ 88631 w 213962"/>
                <a:gd name="connsiteY202" fmla="*/ 2204356 h 2348117"/>
                <a:gd name="connsiteX203" fmla="*/ 88631 w 213962"/>
                <a:gd name="connsiteY203" fmla="*/ 2204356 h 2348117"/>
                <a:gd name="connsiteX204" fmla="*/ 84181 w 213962"/>
                <a:gd name="connsiteY204" fmla="*/ 2217942 h 2348117"/>
                <a:gd name="connsiteX205" fmla="*/ 84181 w 213962"/>
                <a:gd name="connsiteY205" fmla="*/ 2217942 h 2348117"/>
                <a:gd name="connsiteX206" fmla="*/ 79614 w 213962"/>
                <a:gd name="connsiteY206" fmla="*/ 2230824 h 2348117"/>
                <a:gd name="connsiteX207" fmla="*/ 79614 w 213962"/>
                <a:gd name="connsiteY207" fmla="*/ 2230707 h 2348117"/>
                <a:gd name="connsiteX208" fmla="*/ 74929 w 213962"/>
                <a:gd name="connsiteY208" fmla="*/ 2243121 h 2348117"/>
                <a:gd name="connsiteX209" fmla="*/ 74929 w 213962"/>
                <a:gd name="connsiteY209" fmla="*/ 2243121 h 2348117"/>
                <a:gd name="connsiteX210" fmla="*/ 70362 w 213962"/>
                <a:gd name="connsiteY210" fmla="*/ 2254715 h 2348117"/>
                <a:gd name="connsiteX211" fmla="*/ 70362 w 213962"/>
                <a:gd name="connsiteY211" fmla="*/ 2254715 h 2348117"/>
                <a:gd name="connsiteX212" fmla="*/ 65677 w 213962"/>
                <a:gd name="connsiteY212" fmla="*/ 2265841 h 2348117"/>
                <a:gd name="connsiteX213" fmla="*/ 65677 w 213962"/>
                <a:gd name="connsiteY213" fmla="*/ 2265723 h 2348117"/>
                <a:gd name="connsiteX214" fmla="*/ 60993 w 213962"/>
                <a:gd name="connsiteY214" fmla="*/ 2276029 h 2348117"/>
                <a:gd name="connsiteX215" fmla="*/ 60993 w 213962"/>
                <a:gd name="connsiteY215" fmla="*/ 2276029 h 2348117"/>
                <a:gd name="connsiteX216" fmla="*/ 56308 w 213962"/>
                <a:gd name="connsiteY216" fmla="*/ 2285633 h 2348117"/>
                <a:gd name="connsiteX217" fmla="*/ 56308 w 213962"/>
                <a:gd name="connsiteY217" fmla="*/ 2285633 h 2348117"/>
                <a:gd name="connsiteX218" fmla="*/ 51507 w 213962"/>
                <a:gd name="connsiteY218" fmla="*/ 2294533 h 2348117"/>
                <a:gd name="connsiteX219" fmla="*/ 51624 w 213962"/>
                <a:gd name="connsiteY219" fmla="*/ 2294416 h 2348117"/>
                <a:gd name="connsiteX220" fmla="*/ 46822 w 213962"/>
                <a:gd name="connsiteY220" fmla="*/ 2302731 h 2348117"/>
                <a:gd name="connsiteX221" fmla="*/ 46822 w 213962"/>
                <a:gd name="connsiteY221" fmla="*/ 2302731 h 2348117"/>
                <a:gd name="connsiteX222" fmla="*/ 42021 w 213962"/>
                <a:gd name="connsiteY222" fmla="*/ 2310227 h 2348117"/>
                <a:gd name="connsiteX223" fmla="*/ 42138 w 213962"/>
                <a:gd name="connsiteY223" fmla="*/ 2310110 h 2348117"/>
                <a:gd name="connsiteX224" fmla="*/ 37219 w 213962"/>
                <a:gd name="connsiteY224" fmla="*/ 2316902 h 2348117"/>
                <a:gd name="connsiteX225" fmla="*/ 37336 w 213962"/>
                <a:gd name="connsiteY225" fmla="*/ 2316668 h 2348117"/>
                <a:gd name="connsiteX226" fmla="*/ 32418 w 213962"/>
                <a:gd name="connsiteY226" fmla="*/ 2322757 h 2348117"/>
                <a:gd name="connsiteX227" fmla="*/ 32535 w 213962"/>
                <a:gd name="connsiteY227" fmla="*/ 2322641 h 2348117"/>
                <a:gd name="connsiteX228" fmla="*/ 27733 w 213962"/>
                <a:gd name="connsiteY228" fmla="*/ 2328028 h 2348117"/>
                <a:gd name="connsiteX229" fmla="*/ 27968 w 213962"/>
                <a:gd name="connsiteY229" fmla="*/ 2327794 h 2348117"/>
                <a:gd name="connsiteX230" fmla="*/ 23049 w 213962"/>
                <a:gd name="connsiteY230" fmla="*/ 2332361 h 2348117"/>
                <a:gd name="connsiteX231" fmla="*/ 23283 w 213962"/>
                <a:gd name="connsiteY231" fmla="*/ 2332127 h 2348117"/>
                <a:gd name="connsiteX232" fmla="*/ 18364 w 213962"/>
                <a:gd name="connsiteY232" fmla="*/ 2335757 h 2348117"/>
                <a:gd name="connsiteX233" fmla="*/ 18598 w 213962"/>
                <a:gd name="connsiteY233" fmla="*/ 2335640 h 2348117"/>
                <a:gd name="connsiteX234" fmla="*/ 13680 w 213962"/>
                <a:gd name="connsiteY234" fmla="*/ 2338685 h 2348117"/>
                <a:gd name="connsiteX235" fmla="*/ 14031 w 213962"/>
                <a:gd name="connsiteY235" fmla="*/ 2338451 h 2348117"/>
                <a:gd name="connsiteX236" fmla="*/ 8996 w 213962"/>
                <a:gd name="connsiteY236" fmla="*/ 2340559 h 2348117"/>
                <a:gd name="connsiteX237" fmla="*/ 9464 w 213962"/>
                <a:gd name="connsiteY237" fmla="*/ 2340442 h 2348117"/>
                <a:gd name="connsiteX238" fmla="*/ 4545 w 213962"/>
                <a:gd name="connsiteY238" fmla="*/ 2341613 h 2348117"/>
                <a:gd name="connsiteX239" fmla="*/ 5014 w 213962"/>
                <a:gd name="connsiteY239" fmla="*/ 2341613 h 2348117"/>
                <a:gd name="connsiteX240" fmla="*/ 95 w 213962"/>
                <a:gd name="connsiteY240" fmla="*/ 2341964 h 2348117"/>
                <a:gd name="connsiteX241" fmla="*/ 87109 w 213962"/>
                <a:gd name="connsiteY241" fmla="*/ 23125 h 2348117"/>
                <a:gd name="connsiteX242" fmla="*/ 12040 w 213962"/>
                <a:gd name="connsiteY242" fmla="*/ -298 h 2348117"/>
                <a:gd name="connsiteX243" fmla="*/ 38273 w 213962"/>
                <a:gd name="connsiteY243" fmla="*/ 73835 h 234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</a:cxnLst>
              <a:rect l="l" t="t" r="r" b="b"/>
              <a:pathLst>
                <a:path w="213962" h="2348117">
                  <a:moveTo>
                    <a:pt x="563" y="2347820"/>
                  </a:moveTo>
                  <a:lnTo>
                    <a:pt x="5716" y="2347352"/>
                  </a:lnTo>
                  <a:lnTo>
                    <a:pt x="11103" y="2346063"/>
                  </a:lnTo>
                  <a:lnTo>
                    <a:pt x="16490" y="2343721"/>
                  </a:lnTo>
                  <a:lnTo>
                    <a:pt x="21761" y="2340559"/>
                  </a:lnTo>
                  <a:lnTo>
                    <a:pt x="26796" y="2336694"/>
                  </a:lnTo>
                  <a:lnTo>
                    <a:pt x="31949" y="2332010"/>
                  </a:lnTo>
                  <a:lnTo>
                    <a:pt x="36985" y="2326505"/>
                  </a:lnTo>
                  <a:lnTo>
                    <a:pt x="42021" y="2320298"/>
                  </a:lnTo>
                  <a:lnTo>
                    <a:pt x="46940" y="2313506"/>
                  </a:lnTo>
                  <a:lnTo>
                    <a:pt x="51858" y="2305777"/>
                  </a:lnTo>
                  <a:lnTo>
                    <a:pt x="56660" y="2297344"/>
                  </a:lnTo>
                  <a:lnTo>
                    <a:pt x="61461" y="2288327"/>
                  </a:lnTo>
                  <a:lnTo>
                    <a:pt x="66263" y="2278489"/>
                  </a:lnTo>
                  <a:lnTo>
                    <a:pt x="71064" y="2268066"/>
                  </a:lnTo>
                  <a:lnTo>
                    <a:pt x="75749" y="2256940"/>
                  </a:lnTo>
                  <a:lnTo>
                    <a:pt x="80433" y="2245229"/>
                  </a:lnTo>
                  <a:lnTo>
                    <a:pt x="85118" y="2232815"/>
                  </a:lnTo>
                  <a:lnTo>
                    <a:pt x="89685" y="2219815"/>
                  </a:lnTo>
                  <a:lnTo>
                    <a:pt x="94135" y="2206113"/>
                  </a:lnTo>
                  <a:lnTo>
                    <a:pt x="98703" y="2191942"/>
                  </a:lnTo>
                  <a:lnTo>
                    <a:pt x="103153" y="2177069"/>
                  </a:lnTo>
                  <a:lnTo>
                    <a:pt x="107603" y="2161727"/>
                  </a:lnTo>
                  <a:lnTo>
                    <a:pt x="111819" y="2145800"/>
                  </a:lnTo>
                  <a:lnTo>
                    <a:pt x="116152" y="2129170"/>
                  </a:lnTo>
                  <a:lnTo>
                    <a:pt x="120368" y="2112188"/>
                  </a:lnTo>
                  <a:lnTo>
                    <a:pt x="124585" y="2094621"/>
                  </a:lnTo>
                  <a:lnTo>
                    <a:pt x="132665" y="2057965"/>
                  </a:lnTo>
                  <a:lnTo>
                    <a:pt x="140512" y="2019435"/>
                  </a:lnTo>
                  <a:lnTo>
                    <a:pt x="148124" y="1979031"/>
                  </a:lnTo>
                  <a:lnTo>
                    <a:pt x="155385" y="1936988"/>
                  </a:lnTo>
                  <a:lnTo>
                    <a:pt x="162294" y="1893187"/>
                  </a:lnTo>
                  <a:lnTo>
                    <a:pt x="168853" y="1847981"/>
                  </a:lnTo>
                  <a:lnTo>
                    <a:pt x="175060" y="1801370"/>
                  </a:lnTo>
                  <a:lnTo>
                    <a:pt x="180915" y="1753471"/>
                  </a:lnTo>
                  <a:lnTo>
                    <a:pt x="186302" y="1704518"/>
                  </a:lnTo>
                  <a:lnTo>
                    <a:pt x="191338" y="1654276"/>
                  </a:lnTo>
                  <a:lnTo>
                    <a:pt x="195905" y="1603215"/>
                  </a:lnTo>
                  <a:lnTo>
                    <a:pt x="200004" y="1551334"/>
                  </a:lnTo>
                  <a:lnTo>
                    <a:pt x="203518" y="1498516"/>
                  </a:lnTo>
                  <a:lnTo>
                    <a:pt x="206679" y="1445229"/>
                  </a:lnTo>
                  <a:lnTo>
                    <a:pt x="209256" y="1391357"/>
                  </a:lnTo>
                  <a:lnTo>
                    <a:pt x="211247" y="1337017"/>
                  </a:lnTo>
                  <a:lnTo>
                    <a:pt x="212769" y="1282325"/>
                  </a:lnTo>
                  <a:lnTo>
                    <a:pt x="213706" y="1227516"/>
                  </a:lnTo>
                  <a:lnTo>
                    <a:pt x="214057" y="1172473"/>
                  </a:lnTo>
                  <a:lnTo>
                    <a:pt x="213823" y="1117313"/>
                  </a:lnTo>
                  <a:lnTo>
                    <a:pt x="212887" y="1062504"/>
                  </a:lnTo>
                  <a:lnTo>
                    <a:pt x="211481" y="1007812"/>
                  </a:lnTo>
                  <a:lnTo>
                    <a:pt x="209490" y="953471"/>
                  </a:lnTo>
                  <a:lnTo>
                    <a:pt x="207031" y="899600"/>
                  </a:lnTo>
                  <a:lnTo>
                    <a:pt x="204220" y="846196"/>
                  </a:lnTo>
                  <a:lnTo>
                    <a:pt x="200707" y="793495"/>
                  </a:lnTo>
                  <a:lnTo>
                    <a:pt x="196842" y="741497"/>
                  </a:lnTo>
                  <a:lnTo>
                    <a:pt x="192626" y="690436"/>
                  </a:lnTo>
                  <a:lnTo>
                    <a:pt x="187942" y="640311"/>
                  </a:lnTo>
                  <a:lnTo>
                    <a:pt x="182789" y="591241"/>
                  </a:lnTo>
                  <a:lnTo>
                    <a:pt x="177285" y="543342"/>
                  </a:lnTo>
                  <a:lnTo>
                    <a:pt x="171429" y="496613"/>
                  </a:lnTo>
                  <a:lnTo>
                    <a:pt x="165105" y="451525"/>
                  </a:lnTo>
                  <a:lnTo>
                    <a:pt x="158664" y="407842"/>
                  </a:lnTo>
                  <a:lnTo>
                    <a:pt x="151754" y="365681"/>
                  </a:lnTo>
                  <a:lnTo>
                    <a:pt x="144728" y="325277"/>
                  </a:lnTo>
                  <a:lnTo>
                    <a:pt x="137232" y="286747"/>
                  </a:lnTo>
                  <a:lnTo>
                    <a:pt x="129503" y="250090"/>
                  </a:lnTo>
                  <a:lnTo>
                    <a:pt x="125638" y="232523"/>
                  </a:lnTo>
                  <a:lnTo>
                    <a:pt x="121657" y="215425"/>
                  </a:lnTo>
                  <a:lnTo>
                    <a:pt x="117558" y="199029"/>
                  </a:lnTo>
                  <a:lnTo>
                    <a:pt x="113459" y="182985"/>
                  </a:lnTo>
                  <a:lnTo>
                    <a:pt x="109360" y="167643"/>
                  </a:lnTo>
                  <a:lnTo>
                    <a:pt x="105144" y="152769"/>
                  </a:lnTo>
                  <a:lnTo>
                    <a:pt x="100811" y="138482"/>
                  </a:lnTo>
                  <a:lnTo>
                    <a:pt x="96595" y="125014"/>
                  </a:lnTo>
                  <a:lnTo>
                    <a:pt x="92262" y="111897"/>
                  </a:lnTo>
                  <a:lnTo>
                    <a:pt x="87929" y="99483"/>
                  </a:lnTo>
                  <a:lnTo>
                    <a:pt x="83478" y="87772"/>
                  </a:lnTo>
                  <a:lnTo>
                    <a:pt x="79028" y="76646"/>
                  </a:lnTo>
                  <a:lnTo>
                    <a:pt x="74578" y="66223"/>
                  </a:lnTo>
                  <a:lnTo>
                    <a:pt x="70011" y="56386"/>
                  </a:lnTo>
                  <a:lnTo>
                    <a:pt x="65209" y="47016"/>
                  </a:lnTo>
                  <a:lnTo>
                    <a:pt x="56308" y="38233"/>
                  </a:lnTo>
                  <a:lnTo>
                    <a:pt x="52210" y="42449"/>
                  </a:lnTo>
                  <a:lnTo>
                    <a:pt x="60759" y="50881"/>
                  </a:lnTo>
                  <a:lnTo>
                    <a:pt x="60173" y="50061"/>
                  </a:lnTo>
                  <a:lnTo>
                    <a:pt x="64740" y="59079"/>
                  </a:lnTo>
                  <a:lnTo>
                    <a:pt x="64740" y="58962"/>
                  </a:lnTo>
                  <a:lnTo>
                    <a:pt x="69191" y="68565"/>
                  </a:lnTo>
                  <a:lnTo>
                    <a:pt x="69191" y="68448"/>
                  </a:lnTo>
                  <a:lnTo>
                    <a:pt x="73524" y="78988"/>
                  </a:lnTo>
                  <a:lnTo>
                    <a:pt x="73524" y="78871"/>
                  </a:lnTo>
                  <a:lnTo>
                    <a:pt x="78091" y="89880"/>
                  </a:lnTo>
                  <a:lnTo>
                    <a:pt x="77974" y="89880"/>
                  </a:lnTo>
                  <a:lnTo>
                    <a:pt x="82424" y="101474"/>
                  </a:lnTo>
                  <a:lnTo>
                    <a:pt x="82424" y="101474"/>
                  </a:lnTo>
                  <a:lnTo>
                    <a:pt x="86640" y="113771"/>
                  </a:lnTo>
                  <a:lnTo>
                    <a:pt x="86640" y="113771"/>
                  </a:lnTo>
                  <a:lnTo>
                    <a:pt x="91090" y="126770"/>
                  </a:lnTo>
                  <a:lnTo>
                    <a:pt x="91090" y="126770"/>
                  </a:lnTo>
                  <a:lnTo>
                    <a:pt x="95307" y="140238"/>
                  </a:lnTo>
                  <a:lnTo>
                    <a:pt x="95307" y="140238"/>
                  </a:lnTo>
                  <a:lnTo>
                    <a:pt x="99522" y="154409"/>
                  </a:lnTo>
                  <a:lnTo>
                    <a:pt x="99406" y="154409"/>
                  </a:lnTo>
                  <a:lnTo>
                    <a:pt x="103621" y="169165"/>
                  </a:lnTo>
                  <a:lnTo>
                    <a:pt x="103621" y="169165"/>
                  </a:lnTo>
                  <a:lnTo>
                    <a:pt x="107838" y="184507"/>
                  </a:lnTo>
                  <a:lnTo>
                    <a:pt x="107838" y="184507"/>
                  </a:lnTo>
                  <a:lnTo>
                    <a:pt x="111936" y="200434"/>
                  </a:lnTo>
                  <a:lnTo>
                    <a:pt x="111936" y="200434"/>
                  </a:lnTo>
                  <a:lnTo>
                    <a:pt x="115918" y="216830"/>
                  </a:lnTo>
                  <a:lnTo>
                    <a:pt x="115918" y="216830"/>
                  </a:lnTo>
                  <a:lnTo>
                    <a:pt x="119900" y="233812"/>
                  </a:lnTo>
                  <a:lnTo>
                    <a:pt x="119900" y="233812"/>
                  </a:lnTo>
                  <a:lnTo>
                    <a:pt x="123882" y="251379"/>
                  </a:lnTo>
                  <a:lnTo>
                    <a:pt x="123882" y="251261"/>
                  </a:lnTo>
                  <a:lnTo>
                    <a:pt x="131494" y="287918"/>
                  </a:lnTo>
                  <a:lnTo>
                    <a:pt x="131494" y="287918"/>
                  </a:lnTo>
                  <a:lnTo>
                    <a:pt x="138872" y="326448"/>
                  </a:lnTo>
                  <a:lnTo>
                    <a:pt x="138872" y="326331"/>
                  </a:lnTo>
                  <a:lnTo>
                    <a:pt x="146016" y="366735"/>
                  </a:lnTo>
                  <a:lnTo>
                    <a:pt x="146016" y="366618"/>
                  </a:lnTo>
                  <a:lnTo>
                    <a:pt x="152925" y="408778"/>
                  </a:lnTo>
                  <a:lnTo>
                    <a:pt x="152925" y="408662"/>
                  </a:lnTo>
                  <a:lnTo>
                    <a:pt x="159367" y="452345"/>
                  </a:lnTo>
                  <a:lnTo>
                    <a:pt x="159367" y="452345"/>
                  </a:lnTo>
                  <a:lnTo>
                    <a:pt x="165574" y="497433"/>
                  </a:lnTo>
                  <a:lnTo>
                    <a:pt x="165574" y="497433"/>
                  </a:lnTo>
                  <a:lnTo>
                    <a:pt x="171429" y="544045"/>
                  </a:lnTo>
                  <a:lnTo>
                    <a:pt x="171429" y="544045"/>
                  </a:lnTo>
                  <a:lnTo>
                    <a:pt x="176933" y="591943"/>
                  </a:lnTo>
                  <a:lnTo>
                    <a:pt x="176933" y="591826"/>
                  </a:lnTo>
                  <a:lnTo>
                    <a:pt x="182086" y="640897"/>
                  </a:lnTo>
                  <a:lnTo>
                    <a:pt x="182086" y="640897"/>
                  </a:lnTo>
                  <a:lnTo>
                    <a:pt x="186771" y="690904"/>
                  </a:lnTo>
                  <a:lnTo>
                    <a:pt x="186771" y="690904"/>
                  </a:lnTo>
                  <a:lnTo>
                    <a:pt x="191104" y="741965"/>
                  </a:lnTo>
                  <a:lnTo>
                    <a:pt x="191104" y="741965"/>
                  </a:lnTo>
                  <a:lnTo>
                    <a:pt x="194968" y="793846"/>
                  </a:lnTo>
                  <a:lnTo>
                    <a:pt x="194968" y="793846"/>
                  </a:lnTo>
                  <a:lnTo>
                    <a:pt x="198365" y="846547"/>
                  </a:lnTo>
                  <a:lnTo>
                    <a:pt x="198365" y="846547"/>
                  </a:lnTo>
                  <a:lnTo>
                    <a:pt x="201292" y="899951"/>
                  </a:lnTo>
                  <a:lnTo>
                    <a:pt x="201292" y="899951"/>
                  </a:lnTo>
                  <a:lnTo>
                    <a:pt x="203752" y="953706"/>
                  </a:lnTo>
                  <a:lnTo>
                    <a:pt x="203752" y="953706"/>
                  </a:lnTo>
                  <a:lnTo>
                    <a:pt x="205625" y="1008047"/>
                  </a:lnTo>
                  <a:lnTo>
                    <a:pt x="205625" y="1007929"/>
                  </a:lnTo>
                  <a:lnTo>
                    <a:pt x="207031" y="1062621"/>
                  </a:lnTo>
                  <a:lnTo>
                    <a:pt x="207031" y="1062621"/>
                  </a:lnTo>
                  <a:lnTo>
                    <a:pt x="207968" y="1117430"/>
                  </a:lnTo>
                  <a:lnTo>
                    <a:pt x="207968" y="1117313"/>
                  </a:lnTo>
                  <a:lnTo>
                    <a:pt x="208202" y="1172473"/>
                  </a:lnTo>
                  <a:lnTo>
                    <a:pt x="208202" y="1172473"/>
                  </a:lnTo>
                  <a:lnTo>
                    <a:pt x="207968" y="1227516"/>
                  </a:lnTo>
                  <a:lnTo>
                    <a:pt x="207968" y="1227399"/>
                  </a:lnTo>
                  <a:lnTo>
                    <a:pt x="206914" y="1282208"/>
                  </a:lnTo>
                  <a:lnTo>
                    <a:pt x="206914" y="1282208"/>
                  </a:lnTo>
                  <a:lnTo>
                    <a:pt x="205509" y="1336900"/>
                  </a:lnTo>
                  <a:lnTo>
                    <a:pt x="205509" y="1336783"/>
                  </a:lnTo>
                  <a:lnTo>
                    <a:pt x="203400" y="1391123"/>
                  </a:lnTo>
                  <a:lnTo>
                    <a:pt x="203400" y="1391123"/>
                  </a:lnTo>
                  <a:lnTo>
                    <a:pt x="200941" y="1444878"/>
                  </a:lnTo>
                  <a:lnTo>
                    <a:pt x="200941" y="1444878"/>
                  </a:lnTo>
                  <a:lnTo>
                    <a:pt x="197779" y="1498164"/>
                  </a:lnTo>
                  <a:lnTo>
                    <a:pt x="197779" y="1498164"/>
                  </a:lnTo>
                  <a:lnTo>
                    <a:pt x="194149" y="1550865"/>
                  </a:lnTo>
                  <a:lnTo>
                    <a:pt x="194149" y="1550865"/>
                  </a:lnTo>
                  <a:lnTo>
                    <a:pt x="190050" y="1602746"/>
                  </a:lnTo>
                  <a:lnTo>
                    <a:pt x="190050" y="1602746"/>
                  </a:lnTo>
                  <a:lnTo>
                    <a:pt x="185482" y="1653807"/>
                  </a:lnTo>
                  <a:lnTo>
                    <a:pt x="185482" y="1653691"/>
                  </a:lnTo>
                  <a:lnTo>
                    <a:pt x="180564" y="1703932"/>
                  </a:lnTo>
                  <a:lnTo>
                    <a:pt x="180564" y="1703815"/>
                  </a:lnTo>
                  <a:lnTo>
                    <a:pt x="175060" y="1752885"/>
                  </a:lnTo>
                  <a:lnTo>
                    <a:pt x="175060" y="1752768"/>
                  </a:lnTo>
                  <a:lnTo>
                    <a:pt x="169321" y="1800668"/>
                  </a:lnTo>
                  <a:lnTo>
                    <a:pt x="169321" y="1800668"/>
                  </a:lnTo>
                  <a:lnTo>
                    <a:pt x="162997" y="1847161"/>
                  </a:lnTo>
                  <a:lnTo>
                    <a:pt x="163114" y="1847161"/>
                  </a:lnTo>
                  <a:lnTo>
                    <a:pt x="156439" y="1892367"/>
                  </a:lnTo>
                  <a:lnTo>
                    <a:pt x="156439" y="1892250"/>
                  </a:lnTo>
                  <a:lnTo>
                    <a:pt x="149646" y="1936050"/>
                  </a:lnTo>
                  <a:lnTo>
                    <a:pt x="149646" y="1935933"/>
                  </a:lnTo>
                  <a:lnTo>
                    <a:pt x="142385" y="1977977"/>
                  </a:lnTo>
                  <a:lnTo>
                    <a:pt x="142385" y="1977977"/>
                  </a:lnTo>
                  <a:lnTo>
                    <a:pt x="134773" y="2018381"/>
                  </a:lnTo>
                  <a:lnTo>
                    <a:pt x="134773" y="2018263"/>
                  </a:lnTo>
                  <a:lnTo>
                    <a:pt x="126927" y="2056794"/>
                  </a:lnTo>
                  <a:lnTo>
                    <a:pt x="127044" y="2056677"/>
                  </a:lnTo>
                  <a:lnTo>
                    <a:pt x="118846" y="2093333"/>
                  </a:lnTo>
                  <a:lnTo>
                    <a:pt x="118846" y="2093333"/>
                  </a:lnTo>
                  <a:lnTo>
                    <a:pt x="114747" y="2110783"/>
                  </a:lnTo>
                  <a:lnTo>
                    <a:pt x="114747" y="2110783"/>
                  </a:lnTo>
                  <a:lnTo>
                    <a:pt x="110531" y="2127765"/>
                  </a:lnTo>
                  <a:lnTo>
                    <a:pt x="110531" y="2127765"/>
                  </a:lnTo>
                  <a:lnTo>
                    <a:pt x="106198" y="2144277"/>
                  </a:lnTo>
                  <a:lnTo>
                    <a:pt x="106198" y="2144277"/>
                  </a:lnTo>
                  <a:lnTo>
                    <a:pt x="101865" y="2160088"/>
                  </a:lnTo>
                  <a:lnTo>
                    <a:pt x="101865" y="2160088"/>
                  </a:lnTo>
                  <a:lnTo>
                    <a:pt x="97532" y="2175430"/>
                  </a:lnTo>
                  <a:lnTo>
                    <a:pt x="97532" y="2175430"/>
                  </a:lnTo>
                  <a:lnTo>
                    <a:pt x="93081" y="2190186"/>
                  </a:lnTo>
                  <a:lnTo>
                    <a:pt x="93081" y="2190186"/>
                  </a:lnTo>
                  <a:lnTo>
                    <a:pt x="88631" y="2204356"/>
                  </a:lnTo>
                  <a:lnTo>
                    <a:pt x="88631" y="2204356"/>
                  </a:lnTo>
                  <a:lnTo>
                    <a:pt x="84181" y="2217942"/>
                  </a:lnTo>
                  <a:lnTo>
                    <a:pt x="84181" y="2217942"/>
                  </a:lnTo>
                  <a:lnTo>
                    <a:pt x="79614" y="2230824"/>
                  </a:lnTo>
                  <a:lnTo>
                    <a:pt x="79614" y="2230707"/>
                  </a:lnTo>
                  <a:lnTo>
                    <a:pt x="74929" y="2243121"/>
                  </a:lnTo>
                  <a:lnTo>
                    <a:pt x="74929" y="2243121"/>
                  </a:lnTo>
                  <a:lnTo>
                    <a:pt x="70362" y="2254715"/>
                  </a:lnTo>
                  <a:lnTo>
                    <a:pt x="70362" y="2254715"/>
                  </a:lnTo>
                  <a:lnTo>
                    <a:pt x="65677" y="2265841"/>
                  </a:lnTo>
                  <a:lnTo>
                    <a:pt x="65677" y="2265723"/>
                  </a:lnTo>
                  <a:lnTo>
                    <a:pt x="60993" y="2276029"/>
                  </a:lnTo>
                  <a:lnTo>
                    <a:pt x="60993" y="2276029"/>
                  </a:lnTo>
                  <a:lnTo>
                    <a:pt x="56308" y="2285633"/>
                  </a:lnTo>
                  <a:lnTo>
                    <a:pt x="56308" y="2285633"/>
                  </a:lnTo>
                  <a:lnTo>
                    <a:pt x="51507" y="2294533"/>
                  </a:lnTo>
                  <a:lnTo>
                    <a:pt x="51624" y="2294416"/>
                  </a:lnTo>
                  <a:lnTo>
                    <a:pt x="46822" y="2302731"/>
                  </a:lnTo>
                  <a:lnTo>
                    <a:pt x="46822" y="2302731"/>
                  </a:lnTo>
                  <a:lnTo>
                    <a:pt x="42021" y="2310227"/>
                  </a:lnTo>
                  <a:lnTo>
                    <a:pt x="42138" y="2310110"/>
                  </a:lnTo>
                  <a:lnTo>
                    <a:pt x="37219" y="2316902"/>
                  </a:lnTo>
                  <a:lnTo>
                    <a:pt x="37336" y="2316668"/>
                  </a:lnTo>
                  <a:lnTo>
                    <a:pt x="32418" y="2322757"/>
                  </a:lnTo>
                  <a:lnTo>
                    <a:pt x="32535" y="2322641"/>
                  </a:lnTo>
                  <a:lnTo>
                    <a:pt x="27733" y="2328028"/>
                  </a:lnTo>
                  <a:lnTo>
                    <a:pt x="27968" y="2327794"/>
                  </a:lnTo>
                  <a:lnTo>
                    <a:pt x="23049" y="2332361"/>
                  </a:lnTo>
                  <a:lnTo>
                    <a:pt x="23283" y="2332127"/>
                  </a:lnTo>
                  <a:lnTo>
                    <a:pt x="18364" y="2335757"/>
                  </a:lnTo>
                  <a:lnTo>
                    <a:pt x="18598" y="2335640"/>
                  </a:lnTo>
                  <a:lnTo>
                    <a:pt x="13680" y="2338685"/>
                  </a:lnTo>
                  <a:lnTo>
                    <a:pt x="14031" y="2338451"/>
                  </a:lnTo>
                  <a:lnTo>
                    <a:pt x="8996" y="2340559"/>
                  </a:lnTo>
                  <a:lnTo>
                    <a:pt x="9464" y="2340442"/>
                  </a:lnTo>
                  <a:lnTo>
                    <a:pt x="4545" y="2341613"/>
                  </a:lnTo>
                  <a:lnTo>
                    <a:pt x="5014" y="2341613"/>
                  </a:lnTo>
                  <a:lnTo>
                    <a:pt x="95" y="2341964"/>
                  </a:lnTo>
                  <a:close/>
                  <a:moveTo>
                    <a:pt x="87109" y="23125"/>
                  </a:moveTo>
                  <a:lnTo>
                    <a:pt x="12040" y="-298"/>
                  </a:lnTo>
                  <a:lnTo>
                    <a:pt x="38273" y="73835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4091415-DFF4-D520-03AF-A50C650EFD6F}"/>
                </a:ext>
              </a:extLst>
            </p:cNvPr>
            <p:cNvSpPr/>
            <p:nvPr/>
          </p:nvSpPr>
          <p:spPr>
            <a:xfrm flipV="1">
              <a:off x="5397658" y="2512274"/>
              <a:ext cx="214079" cy="2673105"/>
            </a:xfrm>
            <a:custGeom>
              <a:avLst/>
              <a:gdLst>
                <a:gd name="connsiteX0" fmla="*/ 681 w 214079"/>
                <a:gd name="connsiteY0" fmla="*/ 2672841 h 2673105"/>
                <a:gd name="connsiteX1" fmla="*/ 5951 w 214079"/>
                <a:gd name="connsiteY1" fmla="*/ 2672255 h 2673105"/>
                <a:gd name="connsiteX2" fmla="*/ 11338 w 214079"/>
                <a:gd name="connsiteY2" fmla="*/ 2670733 h 2673105"/>
                <a:gd name="connsiteX3" fmla="*/ 16725 w 214079"/>
                <a:gd name="connsiteY3" fmla="*/ 2668157 h 2673105"/>
                <a:gd name="connsiteX4" fmla="*/ 21995 w 214079"/>
                <a:gd name="connsiteY4" fmla="*/ 2664643 h 2673105"/>
                <a:gd name="connsiteX5" fmla="*/ 27148 w 214079"/>
                <a:gd name="connsiteY5" fmla="*/ 2660076 h 2673105"/>
                <a:gd name="connsiteX6" fmla="*/ 32184 w 214079"/>
                <a:gd name="connsiteY6" fmla="*/ 2654806 h 2673105"/>
                <a:gd name="connsiteX7" fmla="*/ 37219 w 214079"/>
                <a:gd name="connsiteY7" fmla="*/ 2648598 h 2673105"/>
                <a:gd name="connsiteX8" fmla="*/ 42255 w 214079"/>
                <a:gd name="connsiteY8" fmla="*/ 2641572 h 2673105"/>
                <a:gd name="connsiteX9" fmla="*/ 47174 w 214079"/>
                <a:gd name="connsiteY9" fmla="*/ 2633608 h 2673105"/>
                <a:gd name="connsiteX10" fmla="*/ 51976 w 214079"/>
                <a:gd name="connsiteY10" fmla="*/ 2624942 h 2673105"/>
                <a:gd name="connsiteX11" fmla="*/ 56894 w 214079"/>
                <a:gd name="connsiteY11" fmla="*/ 2615456 h 2673105"/>
                <a:gd name="connsiteX12" fmla="*/ 61696 w 214079"/>
                <a:gd name="connsiteY12" fmla="*/ 2605150 h 2673105"/>
                <a:gd name="connsiteX13" fmla="*/ 66497 w 214079"/>
                <a:gd name="connsiteY13" fmla="*/ 2594024 h 2673105"/>
                <a:gd name="connsiteX14" fmla="*/ 71182 w 214079"/>
                <a:gd name="connsiteY14" fmla="*/ 2582195 h 2673105"/>
                <a:gd name="connsiteX15" fmla="*/ 75866 w 214079"/>
                <a:gd name="connsiteY15" fmla="*/ 2569431 h 2673105"/>
                <a:gd name="connsiteX16" fmla="*/ 80550 w 214079"/>
                <a:gd name="connsiteY16" fmla="*/ 2556197 h 2673105"/>
                <a:gd name="connsiteX17" fmla="*/ 85235 w 214079"/>
                <a:gd name="connsiteY17" fmla="*/ 2542026 h 2673105"/>
                <a:gd name="connsiteX18" fmla="*/ 89802 w 214079"/>
                <a:gd name="connsiteY18" fmla="*/ 2527269 h 2673105"/>
                <a:gd name="connsiteX19" fmla="*/ 94370 w 214079"/>
                <a:gd name="connsiteY19" fmla="*/ 2511693 h 2673105"/>
                <a:gd name="connsiteX20" fmla="*/ 98820 w 214079"/>
                <a:gd name="connsiteY20" fmla="*/ 2495532 h 2673105"/>
                <a:gd name="connsiteX21" fmla="*/ 103270 w 214079"/>
                <a:gd name="connsiteY21" fmla="*/ 2478668 h 2673105"/>
                <a:gd name="connsiteX22" fmla="*/ 107720 w 214079"/>
                <a:gd name="connsiteY22" fmla="*/ 2461101 h 2673105"/>
                <a:gd name="connsiteX23" fmla="*/ 112053 w 214079"/>
                <a:gd name="connsiteY23" fmla="*/ 2442948 h 2673105"/>
                <a:gd name="connsiteX24" fmla="*/ 116270 w 214079"/>
                <a:gd name="connsiteY24" fmla="*/ 2424210 h 2673105"/>
                <a:gd name="connsiteX25" fmla="*/ 120486 w 214079"/>
                <a:gd name="connsiteY25" fmla="*/ 2404769 h 2673105"/>
                <a:gd name="connsiteX26" fmla="*/ 124702 w 214079"/>
                <a:gd name="connsiteY26" fmla="*/ 2384743 h 2673105"/>
                <a:gd name="connsiteX27" fmla="*/ 128801 w 214079"/>
                <a:gd name="connsiteY27" fmla="*/ 2364248 h 2673105"/>
                <a:gd name="connsiteX28" fmla="*/ 132899 w 214079"/>
                <a:gd name="connsiteY28" fmla="*/ 2343051 h 2673105"/>
                <a:gd name="connsiteX29" fmla="*/ 136764 w 214079"/>
                <a:gd name="connsiteY29" fmla="*/ 2321384 h 2673105"/>
                <a:gd name="connsiteX30" fmla="*/ 140629 w 214079"/>
                <a:gd name="connsiteY30" fmla="*/ 2299133 h 2673105"/>
                <a:gd name="connsiteX31" fmla="*/ 148241 w 214079"/>
                <a:gd name="connsiteY31" fmla="*/ 2253225 h 2673105"/>
                <a:gd name="connsiteX32" fmla="*/ 155502 w 214079"/>
                <a:gd name="connsiteY32" fmla="*/ 2205326 h 2673105"/>
                <a:gd name="connsiteX33" fmla="*/ 162412 w 214079"/>
                <a:gd name="connsiteY33" fmla="*/ 2155553 h 2673105"/>
                <a:gd name="connsiteX34" fmla="*/ 168970 w 214079"/>
                <a:gd name="connsiteY34" fmla="*/ 2104023 h 2673105"/>
                <a:gd name="connsiteX35" fmla="*/ 175177 w 214079"/>
                <a:gd name="connsiteY35" fmla="*/ 2050971 h 2673105"/>
                <a:gd name="connsiteX36" fmla="*/ 181032 w 214079"/>
                <a:gd name="connsiteY36" fmla="*/ 1996513 h 2673105"/>
                <a:gd name="connsiteX37" fmla="*/ 186419 w 214079"/>
                <a:gd name="connsiteY37" fmla="*/ 1940533 h 2673105"/>
                <a:gd name="connsiteX38" fmla="*/ 191455 w 214079"/>
                <a:gd name="connsiteY38" fmla="*/ 1883499 h 2673105"/>
                <a:gd name="connsiteX39" fmla="*/ 196023 w 214079"/>
                <a:gd name="connsiteY39" fmla="*/ 1825294 h 2673105"/>
                <a:gd name="connsiteX40" fmla="*/ 200122 w 214079"/>
                <a:gd name="connsiteY40" fmla="*/ 1766152 h 2673105"/>
                <a:gd name="connsiteX41" fmla="*/ 203635 w 214079"/>
                <a:gd name="connsiteY41" fmla="*/ 1706073 h 2673105"/>
                <a:gd name="connsiteX42" fmla="*/ 206797 w 214079"/>
                <a:gd name="connsiteY42" fmla="*/ 1645408 h 2673105"/>
                <a:gd name="connsiteX43" fmla="*/ 209373 w 214079"/>
                <a:gd name="connsiteY43" fmla="*/ 1583924 h 2673105"/>
                <a:gd name="connsiteX44" fmla="*/ 211364 w 214079"/>
                <a:gd name="connsiteY44" fmla="*/ 1522088 h 2673105"/>
                <a:gd name="connsiteX45" fmla="*/ 212887 w 214079"/>
                <a:gd name="connsiteY45" fmla="*/ 1459901 h 2673105"/>
                <a:gd name="connsiteX46" fmla="*/ 213941 w 214079"/>
                <a:gd name="connsiteY46" fmla="*/ 1397363 h 2673105"/>
                <a:gd name="connsiteX47" fmla="*/ 214175 w 214079"/>
                <a:gd name="connsiteY47" fmla="*/ 1334824 h 2673105"/>
                <a:gd name="connsiteX48" fmla="*/ 213941 w 214079"/>
                <a:gd name="connsiteY48" fmla="*/ 1272286 h 2673105"/>
                <a:gd name="connsiteX49" fmla="*/ 213004 w 214079"/>
                <a:gd name="connsiteY49" fmla="*/ 1209865 h 2673105"/>
                <a:gd name="connsiteX50" fmla="*/ 211598 w 214079"/>
                <a:gd name="connsiteY50" fmla="*/ 1147560 h 2673105"/>
                <a:gd name="connsiteX51" fmla="*/ 209608 w 214079"/>
                <a:gd name="connsiteY51" fmla="*/ 1085725 h 2673105"/>
                <a:gd name="connsiteX52" fmla="*/ 207148 w 214079"/>
                <a:gd name="connsiteY52" fmla="*/ 1024357 h 2673105"/>
                <a:gd name="connsiteX53" fmla="*/ 204337 w 214079"/>
                <a:gd name="connsiteY53" fmla="*/ 963575 h 2673105"/>
                <a:gd name="connsiteX54" fmla="*/ 200824 w 214079"/>
                <a:gd name="connsiteY54" fmla="*/ 903614 h 2673105"/>
                <a:gd name="connsiteX55" fmla="*/ 196959 w 214079"/>
                <a:gd name="connsiteY55" fmla="*/ 844472 h 2673105"/>
                <a:gd name="connsiteX56" fmla="*/ 192743 w 214079"/>
                <a:gd name="connsiteY56" fmla="*/ 786267 h 2673105"/>
                <a:gd name="connsiteX57" fmla="*/ 188059 w 214079"/>
                <a:gd name="connsiteY57" fmla="*/ 729115 h 2673105"/>
                <a:gd name="connsiteX58" fmla="*/ 182906 w 214079"/>
                <a:gd name="connsiteY58" fmla="*/ 673252 h 2673105"/>
                <a:gd name="connsiteX59" fmla="*/ 177402 w 214079"/>
                <a:gd name="connsiteY59" fmla="*/ 618795 h 2673105"/>
                <a:gd name="connsiteX60" fmla="*/ 171546 w 214079"/>
                <a:gd name="connsiteY60" fmla="*/ 565743 h 2673105"/>
                <a:gd name="connsiteX61" fmla="*/ 165339 w 214079"/>
                <a:gd name="connsiteY61" fmla="*/ 514213 h 2673105"/>
                <a:gd name="connsiteX62" fmla="*/ 158781 w 214079"/>
                <a:gd name="connsiteY62" fmla="*/ 464440 h 2673105"/>
                <a:gd name="connsiteX63" fmla="*/ 151872 w 214079"/>
                <a:gd name="connsiteY63" fmla="*/ 416541 h 2673105"/>
                <a:gd name="connsiteX64" fmla="*/ 144845 w 214079"/>
                <a:gd name="connsiteY64" fmla="*/ 370632 h 2673105"/>
                <a:gd name="connsiteX65" fmla="*/ 141097 w 214079"/>
                <a:gd name="connsiteY65" fmla="*/ 348381 h 2673105"/>
                <a:gd name="connsiteX66" fmla="*/ 137350 w 214079"/>
                <a:gd name="connsiteY66" fmla="*/ 326715 h 2673105"/>
                <a:gd name="connsiteX67" fmla="*/ 133602 w 214079"/>
                <a:gd name="connsiteY67" fmla="*/ 305517 h 2673105"/>
                <a:gd name="connsiteX68" fmla="*/ 129737 w 214079"/>
                <a:gd name="connsiteY68" fmla="*/ 284905 h 2673105"/>
                <a:gd name="connsiteX69" fmla="*/ 125756 w 214079"/>
                <a:gd name="connsiteY69" fmla="*/ 264996 h 2673105"/>
                <a:gd name="connsiteX70" fmla="*/ 121774 w 214079"/>
                <a:gd name="connsiteY70" fmla="*/ 245555 h 2673105"/>
                <a:gd name="connsiteX71" fmla="*/ 117675 w 214079"/>
                <a:gd name="connsiteY71" fmla="*/ 226817 h 2673105"/>
                <a:gd name="connsiteX72" fmla="*/ 113576 w 214079"/>
                <a:gd name="connsiteY72" fmla="*/ 208548 h 2673105"/>
                <a:gd name="connsiteX73" fmla="*/ 109477 w 214079"/>
                <a:gd name="connsiteY73" fmla="*/ 191098 h 2673105"/>
                <a:gd name="connsiteX74" fmla="*/ 105261 w 214079"/>
                <a:gd name="connsiteY74" fmla="*/ 174234 h 2673105"/>
                <a:gd name="connsiteX75" fmla="*/ 101045 w 214079"/>
                <a:gd name="connsiteY75" fmla="*/ 158072 h 2673105"/>
                <a:gd name="connsiteX76" fmla="*/ 96829 w 214079"/>
                <a:gd name="connsiteY76" fmla="*/ 142496 h 2673105"/>
                <a:gd name="connsiteX77" fmla="*/ 92496 w 214079"/>
                <a:gd name="connsiteY77" fmla="*/ 127740 h 2673105"/>
                <a:gd name="connsiteX78" fmla="*/ 88046 w 214079"/>
                <a:gd name="connsiteY78" fmla="*/ 113569 h 2673105"/>
                <a:gd name="connsiteX79" fmla="*/ 83595 w 214079"/>
                <a:gd name="connsiteY79" fmla="*/ 100218 h 2673105"/>
                <a:gd name="connsiteX80" fmla="*/ 79262 w 214079"/>
                <a:gd name="connsiteY80" fmla="*/ 87570 h 2673105"/>
                <a:gd name="connsiteX81" fmla="*/ 74695 w 214079"/>
                <a:gd name="connsiteY81" fmla="*/ 75741 h 2673105"/>
                <a:gd name="connsiteX82" fmla="*/ 70245 w 214079"/>
                <a:gd name="connsiteY82" fmla="*/ 64616 h 2673105"/>
                <a:gd name="connsiteX83" fmla="*/ 65443 w 214079"/>
                <a:gd name="connsiteY83" fmla="*/ 54075 h 2673105"/>
                <a:gd name="connsiteX84" fmla="*/ 54903 w 214079"/>
                <a:gd name="connsiteY84" fmla="*/ 40373 h 2673105"/>
                <a:gd name="connsiteX85" fmla="*/ 50219 w 214079"/>
                <a:gd name="connsiteY85" fmla="*/ 44004 h 2673105"/>
                <a:gd name="connsiteX86" fmla="*/ 60642 w 214079"/>
                <a:gd name="connsiteY86" fmla="*/ 57355 h 2673105"/>
                <a:gd name="connsiteX87" fmla="*/ 60290 w 214079"/>
                <a:gd name="connsiteY87" fmla="*/ 56769 h 2673105"/>
                <a:gd name="connsiteX88" fmla="*/ 64858 w 214079"/>
                <a:gd name="connsiteY88" fmla="*/ 66958 h 2673105"/>
                <a:gd name="connsiteX89" fmla="*/ 64858 w 214079"/>
                <a:gd name="connsiteY89" fmla="*/ 66841 h 2673105"/>
                <a:gd name="connsiteX90" fmla="*/ 69308 w 214079"/>
                <a:gd name="connsiteY90" fmla="*/ 77849 h 2673105"/>
                <a:gd name="connsiteX91" fmla="*/ 69308 w 214079"/>
                <a:gd name="connsiteY91" fmla="*/ 77849 h 2673105"/>
                <a:gd name="connsiteX92" fmla="*/ 73758 w 214079"/>
                <a:gd name="connsiteY92" fmla="*/ 89561 h 2673105"/>
                <a:gd name="connsiteX93" fmla="*/ 73758 w 214079"/>
                <a:gd name="connsiteY93" fmla="*/ 89561 h 2673105"/>
                <a:gd name="connsiteX94" fmla="*/ 78091 w 214079"/>
                <a:gd name="connsiteY94" fmla="*/ 102209 h 2673105"/>
                <a:gd name="connsiteX95" fmla="*/ 78091 w 214079"/>
                <a:gd name="connsiteY95" fmla="*/ 102092 h 2673105"/>
                <a:gd name="connsiteX96" fmla="*/ 82542 w 214079"/>
                <a:gd name="connsiteY96" fmla="*/ 115443 h 2673105"/>
                <a:gd name="connsiteX97" fmla="*/ 82424 w 214079"/>
                <a:gd name="connsiteY97" fmla="*/ 115326 h 2673105"/>
                <a:gd name="connsiteX98" fmla="*/ 86875 w 214079"/>
                <a:gd name="connsiteY98" fmla="*/ 129379 h 2673105"/>
                <a:gd name="connsiteX99" fmla="*/ 86875 w 214079"/>
                <a:gd name="connsiteY99" fmla="*/ 129379 h 2673105"/>
                <a:gd name="connsiteX100" fmla="*/ 91208 w 214079"/>
                <a:gd name="connsiteY100" fmla="*/ 144135 h 2673105"/>
                <a:gd name="connsiteX101" fmla="*/ 91091 w 214079"/>
                <a:gd name="connsiteY101" fmla="*/ 144018 h 2673105"/>
                <a:gd name="connsiteX102" fmla="*/ 95307 w 214079"/>
                <a:gd name="connsiteY102" fmla="*/ 159594 h 2673105"/>
                <a:gd name="connsiteX103" fmla="*/ 95307 w 214079"/>
                <a:gd name="connsiteY103" fmla="*/ 159594 h 2673105"/>
                <a:gd name="connsiteX104" fmla="*/ 99640 w 214079"/>
                <a:gd name="connsiteY104" fmla="*/ 175756 h 2673105"/>
                <a:gd name="connsiteX105" fmla="*/ 99640 w 214079"/>
                <a:gd name="connsiteY105" fmla="*/ 175639 h 2673105"/>
                <a:gd name="connsiteX106" fmla="*/ 103739 w 214079"/>
                <a:gd name="connsiteY106" fmla="*/ 192503 h 2673105"/>
                <a:gd name="connsiteX107" fmla="*/ 103739 w 214079"/>
                <a:gd name="connsiteY107" fmla="*/ 192503 h 2673105"/>
                <a:gd name="connsiteX108" fmla="*/ 107838 w 214079"/>
                <a:gd name="connsiteY108" fmla="*/ 209953 h 2673105"/>
                <a:gd name="connsiteX109" fmla="*/ 107838 w 214079"/>
                <a:gd name="connsiteY109" fmla="*/ 209953 h 2673105"/>
                <a:gd name="connsiteX110" fmla="*/ 112053 w 214079"/>
                <a:gd name="connsiteY110" fmla="*/ 228105 h 2673105"/>
                <a:gd name="connsiteX111" fmla="*/ 112053 w 214079"/>
                <a:gd name="connsiteY111" fmla="*/ 228105 h 2673105"/>
                <a:gd name="connsiteX112" fmla="*/ 116035 w 214079"/>
                <a:gd name="connsiteY112" fmla="*/ 246727 h 2673105"/>
                <a:gd name="connsiteX113" fmla="*/ 116035 w 214079"/>
                <a:gd name="connsiteY113" fmla="*/ 246727 h 2673105"/>
                <a:gd name="connsiteX114" fmla="*/ 120017 w 214079"/>
                <a:gd name="connsiteY114" fmla="*/ 266167 h 2673105"/>
                <a:gd name="connsiteX115" fmla="*/ 120017 w 214079"/>
                <a:gd name="connsiteY115" fmla="*/ 266167 h 2673105"/>
                <a:gd name="connsiteX116" fmla="*/ 123882 w 214079"/>
                <a:gd name="connsiteY116" fmla="*/ 286076 h 2673105"/>
                <a:gd name="connsiteX117" fmla="*/ 123882 w 214079"/>
                <a:gd name="connsiteY117" fmla="*/ 286076 h 2673105"/>
                <a:gd name="connsiteX118" fmla="*/ 127746 w 214079"/>
                <a:gd name="connsiteY118" fmla="*/ 306571 h 2673105"/>
                <a:gd name="connsiteX119" fmla="*/ 127746 w 214079"/>
                <a:gd name="connsiteY119" fmla="*/ 306571 h 2673105"/>
                <a:gd name="connsiteX120" fmla="*/ 131611 w 214079"/>
                <a:gd name="connsiteY120" fmla="*/ 327769 h 2673105"/>
                <a:gd name="connsiteX121" fmla="*/ 131611 w 214079"/>
                <a:gd name="connsiteY121" fmla="*/ 327769 h 2673105"/>
                <a:gd name="connsiteX122" fmla="*/ 135359 w 214079"/>
                <a:gd name="connsiteY122" fmla="*/ 349317 h 2673105"/>
                <a:gd name="connsiteX123" fmla="*/ 135359 w 214079"/>
                <a:gd name="connsiteY123" fmla="*/ 349317 h 2673105"/>
                <a:gd name="connsiteX124" fmla="*/ 138989 w 214079"/>
                <a:gd name="connsiteY124" fmla="*/ 371569 h 2673105"/>
                <a:gd name="connsiteX125" fmla="*/ 138989 w 214079"/>
                <a:gd name="connsiteY125" fmla="*/ 371452 h 2673105"/>
                <a:gd name="connsiteX126" fmla="*/ 146133 w 214079"/>
                <a:gd name="connsiteY126" fmla="*/ 417477 h 2673105"/>
                <a:gd name="connsiteX127" fmla="*/ 146133 w 214079"/>
                <a:gd name="connsiteY127" fmla="*/ 417360 h 2673105"/>
                <a:gd name="connsiteX128" fmla="*/ 153043 w 214079"/>
                <a:gd name="connsiteY128" fmla="*/ 465259 h 2673105"/>
                <a:gd name="connsiteX129" fmla="*/ 152926 w 214079"/>
                <a:gd name="connsiteY129" fmla="*/ 465259 h 2673105"/>
                <a:gd name="connsiteX130" fmla="*/ 159484 w 214079"/>
                <a:gd name="connsiteY130" fmla="*/ 514916 h 2673105"/>
                <a:gd name="connsiteX131" fmla="*/ 159484 w 214079"/>
                <a:gd name="connsiteY131" fmla="*/ 514916 h 2673105"/>
                <a:gd name="connsiteX132" fmla="*/ 165691 w 214079"/>
                <a:gd name="connsiteY132" fmla="*/ 566445 h 2673105"/>
                <a:gd name="connsiteX133" fmla="*/ 165691 w 214079"/>
                <a:gd name="connsiteY133" fmla="*/ 566328 h 2673105"/>
                <a:gd name="connsiteX134" fmla="*/ 171546 w 214079"/>
                <a:gd name="connsiteY134" fmla="*/ 619380 h 2673105"/>
                <a:gd name="connsiteX135" fmla="*/ 171546 w 214079"/>
                <a:gd name="connsiteY135" fmla="*/ 619380 h 2673105"/>
                <a:gd name="connsiteX136" fmla="*/ 177051 w 214079"/>
                <a:gd name="connsiteY136" fmla="*/ 673838 h 2673105"/>
                <a:gd name="connsiteX137" fmla="*/ 177051 w 214079"/>
                <a:gd name="connsiteY137" fmla="*/ 673838 h 2673105"/>
                <a:gd name="connsiteX138" fmla="*/ 182204 w 214079"/>
                <a:gd name="connsiteY138" fmla="*/ 729701 h 2673105"/>
                <a:gd name="connsiteX139" fmla="*/ 182204 w 214079"/>
                <a:gd name="connsiteY139" fmla="*/ 729701 h 2673105"/>
                <a:gd name="connsiteX140" fmla="*/ 186888 w 214079"/>
                <a:gd name="connsiteY140" fmla="*/ 786735 h 2673105"/>
                <a:gd name="connsiteX141" fmla="*/ 186888 w 214079"/>
                <a:gd name="connsiteY141" fmla="*/ 786735 h 2673105"/>
                <a:gd name="connsiteX142" fmla="*/ 191221 w 214079"/>
                <a:gd name="connsiteY142" fmla="*/ 844823 h 2673105"/>
                <a:gd name="connsiteX143" fmla="*/ 191221 w 214079"/>
                <a:gd name="connsiteY143" fmla="*/ 844823 h 2673105"/>
                <a:gd name="connsiteX144" fmla="*/ 195085 w 214079"/>
                <a:gd name="connsiteY144" fmla="*/ 903965 h 2673105"/>
                <a:gd name="connsiteX145" fmla="*/ 195085 w 214079"/>
                <a:gd name="connsiteY145" fmla="*/ 903965 h 2673105"/>
                <a:gd name="connsiteX146" fmla="*/ 198482 w 214079"/>
                <a:gd name="connsiteY146" fmla="*/ 963927 h 2673105"/>
                <a:gd name="connsiteX147" fmla="*/ 198482 w 214079"/>
                <a:gd name="connsiteY147" fmla="*/ 963927 h 2673105"/>
                <a:gd name="connsiteX148" fmla="*/ 201410 w 214079"/>
                <a:gd name="connsiteY148" fmla="*/ 1024592 h 2673105"/>
                <a:gd name="connsiteX149" fmla="*/ 201410 w 214079"/>
                <a:gd name="connsiteY149" fmla="*/ 1024592 h 2673105"/>
                <a:gd name="connsiteX150" fmla="*/ 203869 w 214079"/>
                <a:gd name="connsiteY150" fmla="*/ 1085959 h 2673105"/>
                <a:gd name="connsiteX151" fmla="*/ 203869 w 214079"/>
                <a:gd name="connsiteY151" fmla="*/ 1085959 h 2673105"/>
                <a:gd name="connsiteX152" fmla="*/ 205743 w 214079"/>
                <a:gd name="connsiteY152" fmla="*/ 1147795 h 2673105"/>
                <a:gd name="connsiteX153" fmla="*/ 205743 w 214079"/>
                <a:gd name="connsiteY153" fmla="*/ 1147795 h 2673105"/>
                <a:gd name="connsiteX154" fmla="*/ 207148 w 214079"/>
                <a:gd name="connsiteY154" fmla="*/ 1209982 h 2673105"/>
                <a:gd name="connsiteX155" fmla="*/ 207148 w 214079"/>
                <a:gd name="connsiteY155" fmla="*/ 1209865 h 2673105"/>
                <a:gd name="connsiteX156" fmla="*/ 208085 w 214079"/>
                <a:gd name="connsiteY156" fmla="*/ 1272403 h 2673105"/>
                <a:gd name="connsiteX157" fmla="*/ 208085 w 214079"/>
                <a:gd name="connsiteY157" fmla="*/ 1272286 h 2673105"/>
                <a:gd name="connsiteX158" fmla="*/ 208319 w 214079"/>
                <a:gd name="connsiteY158" fmla="*/ 1334824 h 2673105"/>
                <a:gd name="connsiteX159" fmla="*/ 208319 w 214079"/>
                <a:gd name="connsiteY159" fmla="*/ 1334824 h 2673105"/>
                <a:gd name="connsiteX160" fmla="*/ 208085 w 214079"/>
                <a:gd name="connsiteY160" fmla="*/ 1397363 h 2673105"/>
                <a:gd name="connsiteX161" fmla="*/ 208085 w 214079"/>
                <a:gd name="connsiteY161" fmla="*/ 1397363 h 2673105"/>
                <a:gd name="connsiteX162" fmla="*/ 207031 w 214079"/>
                <a:gd name="connsiteY162" fmla="*/ 1459784 h 2673105"/>
                <a:gd name="connsiteX163" fmla="*/ 207031 w 214079"/>
                <a:gd name="connsiteY163" fmla="*/ 1459784 h 2673105"/>
                <a:gd name="connsiteX164" fmla="*/ 205626 w 214079"/>
                <a:gd name="connsiteY164" fmla="*/ 1521971 h 2673105"/>
                <a:gd name="connsiteX165" fmla="*/ 205626 w 214079"/>
                <a:gd name="connsiteY165" fmla="*/ 1521971 h 2673105"/>
                <a:gd name="connsiteX166" fmla="*/ 203518 w 214079"/>
                <a:gd name="connsiteY166" fmla="*/ 1583806 h 2673105"/>
                <a:gd name="connsiteX167" fmla="*/ 203518 w 214079"/>
                <a:gd name="connsiteY167" fmla="*/ 1583689 h 2673105"/>
                <a:gd name="connsiteX168" fmla="*/ 201058 w 214079"/>
                <a:gd name="connsiteY168" fmla="*/ 1645174 h 2673105"/>
                <a:gd name="connsiteX169" fmla="*/ 201058 w 214079"/>
                <a:gd name="connsiteY169" fmla="*/ 1645056 h 2673105"/>
                <a:gd name="connsiteX170" fmla="*/ 197896 w 214079"/>
                <a:gd name="connsiteY170" fmla="*/ 1705838 h 2673105"/>
                <a:gd name="connsiteX171" fmla="*/ 197896 w 214079"/>
                <a:gd name="connsiteY171" fmla="*/ 1705838 h 2673105"/>
                <a:gd name="connsiteX172" fmla="*/ 194266 w 214079"/>
                <a:gd name="connsiteY172" fmla="*/ 1765800 h 2673105"/>
                <a:gd name="connsiteX173" fmla="*/ 194266 w 214079"/>
                <a:gd name="connsiteY173" fmla="*/ 1765800 h 2673105"/>
                <a:gd name="connsiteX174" fmla="*/ 190167 w 214079"/>
                <a:gd name="connsiteY174" fmla="*/ 1824825 h 2673105"/>
                <a:gd name="connsiteX175" fmla="*/ 190167 w 214079"/>
                <a:gd name="connsiteY175" fmla="*/ 1824825 h 2673105"/>
                <a:gd name="connsiteX176" fmla="*/ 185599 w 214079"/>
                <a:gd name="connsiteY176" fmla="*/ 1883030 h 2673105"/>
                <a:gd name="connsiteX177" fmla="*/ 185599 w 214079"/>
                <a:gd name="connsiteY177" fmla="*/ 1882913 h 2673105"/>
                <a:gd name="connsiteX178" fmla="*/ 180681 w 214079"/>
                <a:gd name="connsiteY178" fmla="*/ 1940064 h 2673105"/>
                <a:gd name="connsiteX179" fmla="*/ 180681 w 214079"/>
                <a:gd name="connsiteY179" fmla="*/ 1940064 h 2673105"/>
                <a:gd name="connsiteX180" fmla="*/ 175177 w 214079"/>
                <a:gd name="connsiteY180" fmla="*/ 1995927 h 2673105"/>
                <a:gd name="connsiteX181" fmla="*/ 175177 w 214079"/>
                <a:gd name="connsiteY181" fmla="*/ 1995810 h 2673105"/>
                <a:gd name="connsiteX182" fmla="*/ 169438 w 214079"/>
                <a:gd name="connsiteY182" fmla="*/ 2050268 h 2673105"/>
                <a:gd name="connsiteX183" fmla="*/ 169438 w 214079"/>
                <a:gd name="connsiteY183" fmla="*/ 2050268 h 2673105"/>
                <a:gd name="connsiteX184" fmla="*/ 163114 w 214079"/>
                <a:gd name="connsiteY184" fmla="*/ 2103320 h 2673105"/>
                <a:gd name="connsiteX185" fmla="*/ 163114 w 214079"/>
                <a:gd name="connsiteY185" fmla="*/ 2103320 h 2673105"/>
                <a:gd name="connsiteX186" fmla="*/ 156556 w 214079"/>
                <a:gd name="connsiteY186" fmla="*/ 2154733 h 2673105"/>
                <a:gd name="connsiteX187" fmla="*/ 156556 w 214079"/>
                <a:gd name="connsiteY187" fmla="*/ 2154733 h 2673105"/>
                <a:gd name="connsiteX188" fmla="*/ 149763 w 214079"/>
                <a:gd name="connsiteY188" fmla="*/ 2204506 h 2673105"/>
                <a:gd name="connsiteX189" fmla="*/ 149763 w 214079"/>
                <a:gd name="connsiteY189" fmla="*/ 2204389 h 2673105"/>
                <a:gd name="connsiteX190" fmla="*/ 142503 w 214079"/>
                <a:gd name="connsiteY190" fmla="*/ 2252288 h 2673105"/>
                <a:gd name="connsiteX191" fmla="*/ 142503 w 214079"/>
                <a:gd name="connsiteY191" fmla="*/ 2252288 h 2673105"/>
                <a:gd name="connsiteX192" fmla="*/ 134890 w 214079"/>
                <a:gd name="connsiteY192" fmla="*/ 2298196 h 2673105"/>
                <a:gd name="connsiteX193" fmla="*/ 134890 w 214079"/>
                <a:gd name="connsiteY193" fmla="*/ 2298196 h 2673105"/>
                <a:gd name="connsiteX194" fmla="*/ 131026 w 214079"/>
                <a:gd name="connsiteY194" fmla="*/ 2320331 h 2673105"/>
                <a:gd name="connsiteX195" fmla="*/ 131026 w 214079"/>
                <a:gd name="connsiteY195" fmla="*/ 2320331 h 2673105"/>
                <a:gd name="connsiteX196" fmla="*/ 127044 w 214079"/>
                <a:gd name="connsiteY196" fmla="*/ 2341996 h 2673105"/>
                <a:gd name="connsiteX197" fmla="*/ 127044 w 214079"/>
                <a:gd name="connsiteY197" fmla="*/ 2341996 h 2673105"/>
                <a:gd name="connsiteX198" fmla="*/ 123062 w 214079"/>
                <a:gd name="connsiteY198" fmla="*/ 2363077 h 2673105"/>
                <a:gd name="connsiteX199" fmla="*/ 123062 w 214079"/>
                <a:gd name="connsiteY199" fmla="*/ 2363077 h 2673105"/>
                <a:gd name="connsiteX200" fmla="*/ 118963 w 214079"/>
                <a:gd name="connsiteY200" fmla="*/ 2383689 h 2673105"/>
                <a:gd name="connsiteX201" fmla="*/ 118963 w 214079"/>
                <a:gd name="connsiteY201" fmla="*/ 2383571 h 2673105"/>
                <a:gd name="connsiteX202" fmla="*/ 114864 w 214079"/>
                <a:gd name="connsiteY202" fmla="*/ 2403598 h 2673105"/>
                <a:gd name="connsiteX203" fmla="*/ 114864 w 214079"/>
                <a:gd name="connsiteY203" fmla="*/ 2403481 h 2673105"/>
                <a:gd name="connsiteX204" fmla="*/ 110648 w 214079"/>
                <a:gd name="connsiteY204" fmla="*/ 2422922 h 2673105"/>
                <a:gd name="connsiteX205" fmla="*/ 110648 w 214079"/>
                <a:gd name="connsiteY205" fmla="*/ 2422922 h 2673105"/>
                <a:gd name="connsiteX206" fmla="*/ 106315 w 214079"/>
                <a:gd name="connsiteY206" fmla="*/ 2441660 h 2673105"/>
                <a:gd name="connsiteX207" fmla="*/ 106315 w 214079"/>
                <a:gd name="connsiteY207" fmla="*/ 2441543 h 2673105"/>
                <a:gd name="connsiteX208" fmla="*/ 101982 w 214079"/>
                <a:gd name="connsiteY208" fmla="*/ 2459812 h 2673105"/>
                <a:gd name="connsiteX209" fmla="*/ 101982 w 214079"/>
                <a:gd name="connsiteY209" fmla="*/ 2459695 h 2673105"/>
                <a:gd name="connsiteX210" fmla="*/ 97649 w 214079"/>
                <a:gd name="connsiteY210" fmla="*/ 2477262 h 2673105"/>
                <a:gd name="connsiteX211" fmla="*/ 97649 w 214079"/>
                <a:gd name="connsiteY211" fmla="*/ 2477145 h 2673105"/>
                <a:gd name="connsiteX212" fmla="*/ 93199 w 214079"/>
                <a:gd name="connsiteY212" fmla="*/ 2494010 h 2673105"/>
                <a:gd name="connsiteX213" fmla="*/ 93199 w 214079"/>
                <a:gd name="connsiteY213" fmla="*/ 2493892 h 2673105"/>
                <a:gd name="connsiteX214" fmla="*/ 88631 w 214079"/>
                <a:gd name="connsiteY214" fmla="*/ 2510054 h 2673105"/>
                <a:gd name="connsiteX215" fmla="*/ 88631 w 214079"/>
                <a:gd name="connsiteY215" fmla="*/ 2510054 h 2673105"/>
                <a:gd name="connsiteX216" fmla="*/ 84181 w 214079"/>
                <a:gd name="connsiteY216" fmla="*/ 2525630 h 2673105"/>
                <a:gd name="connsiteX217" fmla="*/ 84181 w 214079"/>
                <a:gd name="connsiteY217" fmla="*/ 2525513 h 2673105"/>
                <a:gd name="connsiteX218" fmla="*/ 79614 w 214079"/>
                <a:gd name="connsiteY218" fmla="*/ 2540269 h 2673105"/>
                <a:gd name="connsiteX219" fmla="*/ 79731 w 214079"/>
                <a:gd name="connsiteY219" fmla="*/ 2540269 h 2673105"/>
                <a:gd name="connsiteX220" fmla="*/ 75046 w 214079"/>
                <a:gd name="connsiteY220" fmla="*/ 2554323 h 2673105"/>
                <a:gd name="connsiteX221" fmla="*/ 75046 w 214079"/>
                <a:gd name="connsiteY221" fmla="*/ 2554205 h 2673105"/>
                <a:gd name="connsiteX222" fmla="*/ 70362 w 214079"/>
                <a:gd name="connsiteY222" fmla="*/ 2567556 h 2673105"/>
                <a:gd name="connsiteX223" fmla="*/ 70362 w 214079"/>
                <a:gd name="connsiteY223" fmla="*/ 2567439 h 2673105"/>
                <a:gd name="connsiteX224" fmla="*/ 65795 w 214079"/>
                <a:gd name="connsiteY224" fmla="*/ 2580088 h 2673105"/>
                <a:gd name="connsiteX225" fmla="*/ 65795 w 214079"/>
                <a:gd name="connsiteY225" fmla="*/ 2580088 h 2673105"/>
                <a:gd name="connsiteX226" fmla="*/ 60993 w 214079"/>
                <a:gd name="connsiteY226" fmla="*/ 2591799 h 2673105"/>
                <a:gd name="connsiteX227" fmla="*/ 61110 w 214079"/>
                <a:gd name="connsiteY227" fmla="*/ 2591799 h 2673105"/>
                <a:gd name="connsiteX228" fmla="*/ 56309 w 214079"/>
                <a:gd name="connsiteY228" fmla="*/ 2602808 h 2673105"/>
                <a:gd name="connsiteX229" fmla="*/ 56309 w 214079"/>
                <a:gd name="connsiteY229" fmla="*/ 2602690 h 2673105"/>
                <a:gd name="connsiteX230" fmla="*/ 51624 w 214079"/>
                <a:gd name="connsiteY230" fmla="*/ 2612879 h 2673105"/>
                <a:gd name="connsiteX231" fmla="*/ 51624 w 214079"/>
                <a:gd name="connsiteY231" fmla="*/ 2612879 h 2673105"/>
                <a:gd name="connsiteX232" fmla="*/ 46823 w 214079"/>
                <a:gd name="connsiteY232" fmla="*/ 2622248 h 2673105"/>
                <a:gd name="connsiteX233" fmla="*/ 46823 w 214079"/>
                <a:gd name="connsiteY233" fmla="*/ 2622131 h 2673105"/>
                <a:gd name="connsiteX234" fmla="*/ 42021 w 214079"/>
                <a:gd name="connsiteY234" fmla="*/ 2630798 h 2673105"/>
                <a:gd name="connsiteX235" fmla="*/ 42138 w 214079"/>
                <a:gd name="connsiteY235" fmla="*/ 2630680 h 2673105"/>
                <a:gd name="connsiteX236" fmla="*/ 37219 w 214079"/>
                <a:gd name="connsiteY236" fmla="*/ 2638410 h 2673105"/>
                <a:gd name="connsiteX237" fmla="*/ 37337 w 214079"/>
                <a:gd name="connsiteY237" fmla="*/ 2638292 h 2673105"/>
                <a:gd name="connsiteX238" fmla="*/ 32418 w 214079"/>
                <a:gd name="connsiteY238" fmla="*/ 2645085 h 2673105"/>
                <a:gd name="connsiteX239" fmla="*/ 32535 w 214079"/>
                <a:gd name="connsiteY239" fmla="*/ 2644968 h 2673105"/>
                <a:gd name="connsiteX240" fmla="*/ 27733 w 214079"/>
                <a:gd name="connsiteY240" fmla="*/ 2651058 h 2673105"/>
                <a:gd name="connsiteX241" fmla="*/ 27968 w 214079"/>
                <a:gd name="connsiteY241" fmla="*/ 2650824 h 2673105"/>
                <a:gd name="connsiteX242" fmla="*/ 23049 w 214079"/>
                <a:gd name="connsiteY242" fmla="*/ 2655977 h 2673105"/>
                <a:gd name="connsiteX243" fmla="*/ 23166 w 214079"/>
                <a:gd name="connsiteY243" fmla="*/ 2655743 h 2673105"/>
                <a:gd name="connsiteX244" fmla="*/ 18247 w 214079"/>
                <a:gd name="connsiteY244" fmla="*/ 2660076 h 2673105"/>
                <a:gd name="connsiteX245" fmla="*/ 18482 w 214079"/>
                <a:gd name="connsiteY245" fmla="*/ 2659842 h 2673105"/>
                <a:gd name="connsiteX246" fmla="*/ 13563 w 214079"/>
                <a:gd name="connsiteY246" fmla="*/ 2663238 h 2673105"/>
                <a:gd name="connsiteX247" fmla="*/ 14031 w 214079"/>
                <a:gd name="connsiteY247" fmla="*/ 2663004 h 2673105"/>
                <a:gd name="connsiteX248" fmla="*/ 8996 w 214079"/>
                <a:gd name="connsiteY248" fmla="*/ 2665345 h 2673105"/>
                <a:gd name="connsiteX249" fmla="*/ 9464 w 214079"/>
                <a:gd name="connsiteY249" fmla="*/ 2665229 h 2673105"/>
                <a:gd name="connsiteX250" fmla="*/ 4545 w 214079"/>
                <a:gd name="connsiteY250" fmla="*/ 2666634 h 2673105"/>
                <a:gd name="connsiteX251" fmla="*/ 5014 w 214079"/>
                <a:gd name="connsiteY251" fmla="*/ 2666517 h 2673105"/>
                <a:gd name="connsiteX252" fmla="*/ 95 w 214079"/>
                <a:gd name="connsiteY252" fmla="*/ 2666985 h 2673105"/>
                <a:gd name="connsiteX253" fmla="*/ 86055 w 214079"/>
                <a:gd name="connsiteY253" fmla="*/ 26437 h 2673105"/>
                <a:gd name="connsiteX254" fmla="*/ 12157 w 214079"/>
                <a:gd name="connsiteY254" fmla="*/ -265 h 2673105"/>
                <a:gd name="connsiteX255" fmla="*/ 35228 w 214079"/>
                <a:gd name="connsiteY255" fmla="*/ 74922 h 267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</a:cxnLst>
              <a:rect l="l" t="t" r="r" b="b"/>
              <a:pathLst>
                <a:path w="214079" h="2673105">
                  <a:moveTo>
                    <a:pt x="681" y="2672841"/>
                  </a:moveTo>
                  <a:lnTo>
                    <a:pt x="5951" y="2672255"/>
                  </a:lnTo>
                  <a:lnTo>
                    <a:pt x="11338" y="2670733"/>
                  </a:lnTo>
                  <a:lnTo>
                    <a:pt x="16725" y="2668157"/>
                  </a:lnTo>
                  <a:lnTo>
                    <a:pt x="21995" y="2664643"/>
                  </a:lnTo>
                  <a:lnTo>
                    <a:pt x="27148" y="2660076"/>
                  </a:lnTo>
                  <a:lnTo>
                    <a:pt x="32184" y="2654806"/>
                  </a:lnTo>
                  <a:lnTo>
                    <a:pt x="37219" y="2648598"/>
                  </a:lnTo>
                  <a:lnTo>
                    <a:pt x="42255" y="2641572"/>
                  </a:lnTo>
                  <a:lnTo>
                    <a:pt x="47174" y="2633608"/>
                  </a:lnTo>
                  <a:lnTo>
                    <a:pt x="51976" y="2624942"/>
                  </a:lnTo>
                  <a:lnTo>
                    <a:pt x="56894" y="2615456"/>
                  </a:lnTo>
                  <a:lnTo>
                    <a:pt x="61696" y="2605150"/>
                  </a:lnTo>
                  <a:lnTo>
                    <a:pt x="66497" y="2594024"/>
                  </a:lnTo>
                  <a:lnTo>
                    <a:pt x="71182" y="2582195"/>
                  </a:lnTo>
                  <a:lnTo>
                    <a:pt x="75866" y="2569431"/>
                  </a:lnTo>
                  <a:lnTo>
                    <a:pt x="80550" y="2556197"/>
                  </a:lnTo>
                  <a:lnTo>
                    <a:pt x="85235" y="2542026"/>
                  </a:lnTo>
                  <a:lnTo>
                    <a:pt x="89802" y="2527269"/>
                  </a:lnTo>
                  <a:lnTo>
                    <a:pt x="94370" y="2511693"/>
                  </a:lnTo>
                  <a:lnTo>
                    <a:pt x="98820" y="2495532"/>
                  </a:lnTo>
                  <a:lnTo>
                    <a:pt x="103270" y="2478668"/>
                  </a:lnTo>
                  <a:lnTo>
                    <a:pt x="107720" y="2461101"/>
                  </a:lnTo>
                  <a:lnTo>
                    <a:pt x="112053" y="2442948"/>
                  </a:lnTo>
                  <a:lnTo>
                    <a:pt x="116270" y="2424210"/>
                  </a:lnTo>
                  <a:lnTo>
                    <a:pt x="120486" y="2404769"/>
                  </a:lnTo>
                  <a:lnTo>
                    <a:pt x="124702" y="2384743"/>
                  </a:lnTo>
                  <a:lnTo>
                    <a:pt x="128801" y="2364248"/>
                  </a:lnTo>
                  <a:lnTo>
                    <a:pt x="132899" y="2343051"/>
                  </a:lnTo>
                  <a:lnTo>
                    <a:pt x="136764" y="2321384"/>
                  </a:lnTo>
                  <a:lnTo>
                    <a:pt x="140629" y="2299133"/>
                  </a:lnTo>
                  <a:lnTo>
                    <a:pt x="148241" y="2253225"/>
                  </a:lnTo>
                  <a:lnTo>
                    <a:pt x="155502" y="2205326"/>
                  </a:lnTo>
                  <a:lnTo>
                    <a:pt x="162412" y="2155553"/>
                  </a:lnTo>
                  <a:lnTo>
                    <a:pt x="168970" y="2104023"/>
                  </a:lnTo>
                  <a:lnTo>
                    <a:pt x="175177" y="2050971"/>
                  </a:lnTo>
                  <a:lnTo>
                    <a:pt x="181032" y="1996513"/>
                  </a:lnTo>
                  <a:lnTo>
                    <a:pt x="186419" y="1940533"/>
                  </a:lnTo>
                  <a:lnTo>
                    <a:pt x="191455" y="1883499"/>
                  </a:lnTo>
                  <a:lnTo>
                    <a:pt x="196023" y="1825294"/>
                  </a:lnTo>
                  <a:lnTo>
                    <a:pt x="200122" y="1766152"/>
                  </a:lnTo>
                  <a:lnTo>
                    <a:pt x="203635" y="1706073"/>
                  </a:lnTo>
                  <a:lnTo>
                    <a:pt x="206797" y="1645408"/>
                  </a:lnTo>
                  <a:lnTo>
                    <a:pt x="209373" y="1583924"/>
                  </a:lnTo>
                  <a:lnTo>
                    <a:pt x="211364" y="1522088"/>
                  </a:lnTo>
                  <a:lnTo>
                    <a:pt x="212887" y="1459901"/>
                  </a:lnTo>
                  <a:lnTo>
                    <a:pt x="213941" y="1397363"/>
                  </a:lnTo>
                  <a:lnTo>
                    <a:pt x="214175" y="1334824"/>
                  </a:lnTo>
                  <a:lnTo>
                    <a:pt x="213941" y="1272286"/>
                  </a:lnTo>
                  <a:lnTo>
                    <a:pt x="213004" y="1209865"/>
                  </a:lnTo>
                  <a:lnTo>
                    <a:pt x="211598" y="1147560"/>
                  </a:lnTo>
                  <a:lnTo>
                    <a:pt x="209608" y="1085725"/>
                  </a:lnTo>
                  <a:lnTo>
                    <a:pt x="207148" y="1024357"/>
                  </a:lnTo>
                  <a:lnTo>
                    <a:pt x="204337" y="963575"/>
                  </a:lnTo>
                  <a:lnTo>
                    <a:pt x="200824" y="903614"/>
                  </a:lnTo>
                  <a:lnTo>
                    <a:pt x="196959" y="844472"/>
                  </a:lnTo>
                  <a:lnTo>
                    <a:pt x="192743" y="786267"/>
                  </a:lnTo>
                  <a:lnTo>
                    <a:pt x="188059" y="729115"/>
                  </a:lnTo>
                  <a:lnTo>
                    <a:pt x="182906" y="673252"/>
                  </a:lnTo>
                  <a:lnTo>
                    <a:pt x="177402" y="618795"/>
                  </a:lnTo>
                  <a:lnTo>
                    <a:pt x="171546" y="565743"/>
                  </a:lnTo>
                  <a:lnTo>
                    <a:pt x="165339" y="514213"/>
                  </a:lnTo>
                  <a:lnTo>
                    <a:pt x="158781" y="464440"/>
                  </a:lnTo>
                  <a:lnTo>
                    <a:pt x="151872" y="416541"/>
                  </a:lnTo>
                  <a:lnTo>
                    <a:pt x="144845" y="370632"/>
                  </a:lnTo>
                  <a:lnTo>
                    <a:pt x="141097" y="348381"/>
                  </a:lnTo>
                  <a:lnTo>
                    <a:pt x="137350" y="326715"/>
                  </a:lnTo>
                  <a:lnTo>
                    <a:pt x="133602" y="305517"/>
                  </a:lnTo>
                  <a:lnTo>
                    <a:pt x="129737" y="284905"/>
                  </a:lnTo>
                  <a:lnTo>
                    <a:pt x="125756" y="264996"/>
                  </a:lnTo>
                  <a:lnTo>
                    <a:pt x="121774" y="245555"/>
                  </a:lnTo>
                  <a:lnTo>
                    <a:pt x="117675" y="226817"/>
                  </a:lnTo>
                  <a:lnTo>
                    <a:pt x="113576" y="208548"/>
                  </a:lnTo>
                  <a:lnTo>
                    <a:pt x="109477" y="191098"/>
                  </a:lnTo>
                  <a:lnTo>
                    <a:pt x="105261" y="174234"/>
                  </a:lnTo>
                  <a:lnTo>
                    <a:pt x="101045" y="158072"/>
                  </a:lnTo>
                  <a:lnTo>
                    <a:pt x="96829" y="142496"/>
                  </a:lnTo>
                  <a:lnTo>
                    <a:pt x="92496" y="127740"/>
                  </a:lnTo>
                  <a:lnTo>
                    <a:pt x="88046" y="113569"/>
                  </a:lnTo>
                  <a:lnTo>
                    <a:pt x="83595" y="100218"/>
                  </a:lnTo>
                  <a:lnTo>
                    <a:pt x="79262" y="87570"/>
                  </a:lnTo>
                  <a:lnTo>
                    <a:pt x="74695" y="75741"/>
                  </a:lnTo>
                  <a:lnTo>
                    <a:pt x="70245" y="64616"/>
                  </a:lnTo>
                  <a:lnTo>
                    <a:pt x="65443" y="54075"/>
                  </a:lnTo>
                  <a:lnTo>
                    <a:pt x="54903" y="40373"/>
                  </a:lnTo>
                  <a:lnTo>
                    <a:pt x="50219" y="44004"/>
                  </a:lnTo>
                  <a:lnTo>
                    <a:pt x="60642" y="57355"/>
                  </a:lnTo>
                  <a:lnTo>
                    <a:pt x="60290" y="56769"/>
                  </a:lnTo>
                  <a:lnTo>
                    <a:pt x="64858" y="66958"/>
                  </a:lnTo>
                  <a:lnTo>
                    <a:pt x="64858" y="66841"/>
                  </a:lnTo>
                  <a:lnTo>
                    <a:pt x="69308" y="77849"/>
                  </a:lnTo>
                  <a:lnTo>
                    <a:pt x="69308" y="77849"/>
                  </a:lnTo>
                  <a:lnTo>
                    <a:pt x="73758" y="89561"/>
                  </a:lnTo>
                  <a:lnTo>
                    <a:pt x="73758" y="89561"/>
                  </a:lnTo>
                  <a:lnTo>
                    <a:pt x="78091" y="102209"/>
                  </a:lnTo>
                  <a:lnTo>
                    <a:pt x="78091" y="102092"/>
                  </a:lnTo>
                  <a:lnTo>
                    <a:pt x="82542" y="115443"/>
                  </a:lnTo>
                  <a:lnTo>
                    <a:pt x="82424" y="115326"/>
                  </a:lnTo>
                  <a:lnTo>
                    <a:pt x="86875" y="129379"/>
                  </a:lnTo>
                  <a:lnTo>
                    <a:pt x="86875" y="129379"/>
                  </a:lnTo>
                  <a:lnTo>
                    <a:pt x="91208" y="144135"/>
                  </a:lnTo>
                  <a:lnTo>
                    <a:pt x="91091" y="144018"/>
                  </a:lnTo>
                  <a:lnTo>
                    <a:pt x="95307" y="159594"/>
                  </a:lnTo>
                  <a:lnTo>
                    <a:pt x="95307" y="159594"/>
                  </a:lnTo>
                  <a:lnTo>
                    <a:pt x="99640" y="175756"/>
                  </a:lnTo>
                  <a:lnTo>
                    <a:pt x="99640" y="175639"/>
                  </a:lnTo>
                  <a:lnTo>
                    <a:pt x="103739" y="192503"/>
                  </a:lnTo>
                  <a:lnTo>
                    <a:pt x="103739" y="192503"/>
                  </a:lnTo>
                  <a:lnTo>
                    <a:pt x="107838" y="209953"/>
                  </a:lnTo>
                  <a:lnTo>
                    <a:pt x="107838" y="209953"/>
                  </a:lnTo>
                  <a:lnTo>
                    <a:pt x="112053" y="228105"/>
                  </a:lnTo>
                  <a:lnTo>
                    <a:pt x="112053" y="228105"/>
                  </a:lnTo>
                  <a:lnTo>
                    <a:pt x="116035" y="246727"/>
                  </a:lnTo>
                  <a:lnTo>
                    <a:pt x="116035" y="246727"/>
                  </a:lnTo>
                  <a:lnTo>
                    <a:pt x="120017" y="266167"/>
                  </a:lnTo>
                  <a:lnTo>
                    <a:pt x="120017" y="266167"/>
                  </a:lnTo>
                  <a:lnTo>
                    <a:pt x="123882" y="286076"/>
                  </a:lnTo>
                  <a:lnTo>
                    <a:pt x="123882" y="286076"/>
                  </a:lnTo>
                  <a:lnTo>
                    <a:pt x="127746" y="306571"/>
                  </a:lnTo>
                  <a:lnTo>
                    <a:pt x="127746" y="306571"/>
                  </a:lnTo>
                  <a:lnTo>
                    <a:pt x="131611" y="327769"/>
                  </a:lnTo>
                  <a:lnTo>
                    <a:pt x="131611" y="327769"/>
                  </a:lnTo>
                  <a:lnTo>
                    <a:pt x="135359" y="349317"/>
                  </a:lnTo>
                  <a:lnTo>
                    <a:pt x="135359" y="349317"/>
                  </a:lnTo>
                  <a:lnTo>
                    <a:pt x="138989" y="371569"/>
                  </a:lnTo>
                  <a:lnTo>
                    <a:pt x="138989" y="371452"/>
                  </a:lnTo>
                  <a:lnTo>
                    <a:pt x="146133" y="417477"/>
                  </a:lnTo>
                  <a:lnTo>
                    <a:pt x="146133" y="417360"/>
                  </a:lnTo>
                  <a:lnTo>
                    <a:pt x="153043" y="465259"/>
                  </a:lnTo>
                  <a:lnTo>
                    <a:pt x="152926" y="465259"/>
                  </a:lnTo>
                  <a:lnTo>
                    <a:pt x="159484" y="514916"/>
                  </a:lnTo>
                  <a:lnTo>
                    <a:pt x="159484" y="514916"/>
                  </a:lnTo>
                  <a:lnTo>
                    <a:pt x="165691" y="566445"/>
                  </a:lnTo>
                  <a:lnTo>
                    <a:pt x="165691" y="566328"/>
                  </a:lnTo>
                  <a:lnTo>
                    <a:pt x="171546" y="619380"/>
                  </a:lnTo>
                  <a:lnTo>
                    <a:pt x="171546" y="619380"/>
                  </a:lnTo>
                  <a:lnTo>
                    <a:pt x="177051" y="673838"/>
                  </a:lnTo>
                  <a:lnTo>
                    <a:pt x="177051" y="673838"/>
                  </a:lnTo>
                  <a:lnTo>
                    <a:pt x="182204" y="729701"/>
                  </a:lnTo>
                  <a:lnTo>
                    <a:pt x="182204" y="729701"/>
                  </a:lnTo>
                  <a:lnTo>
                    <a:pt x="186888" y="786735"/>
                  </a:lnTo>
                  <a:lnTo>
                    <a:pt x="186888" y="786735"/>
                  </a:lnTo>
                  <a:lnTo>
                    <a:pt x="191221" y="844823"/>
                  </a:lnTo>
                  <a:lnTo>
                    <a:pt x="191221" y="844823"/>
                  </a:lnTo>
                  <a:lnTo>
                    <a:pt x="195085" y="903965"/>
                  </a:lnTo>
                  <a:lnTo>
                    <a:pt x="195085" y="903965"/>
                  </a:lnTo>
                  <a:lnTo>
                    <a:pt x="198482" y="963927"/>
                  </a:lnTo>
                  <a:lnTo>
                    <a:pt x="198482" y="963927"/>
                  </a:lnTo>
                  <a:lnTo>
                    <a:pt x="201410" y="1024592"/>
                  </a:lnTo>
                  <a:lnTo>
                    <a:pt x="201410" y="1024592"/>
                  </a:lnTo>
                  <a:lnTo>
                    <a:pt x="203869" y="1085959"/>
                  </a:lnTo>
                  <a:lnTo>
                    <a:pt x="203869" y="1085959"/>
                  </a:lnTo>
                  <a:lnTo>
                    <a:pt x="205743" y="1147795"/>
                  </a:lnTo>
                  <a:lnTo>
                    <a:pt x="205743" y="1147795"/>
                  </a:lnTo>
                  <a:lnTo>
                    <a:pt x="207148" y="1209982"/>
                  </a:lnTo>
                  <a:lnTo>
                    <a:pt x="207148" y="1209865"/>
                  </a:lnTo>
                  <a:lnTo>
                    <a:pt x="208085" y="1272403"/>
                  </a:lnTo>
                  <a:lnTo>
                    <a:pt x="208085" y="1272286"/>
                  </a:lnTo>
                  <a:lnTo>
                    <a:pt x="208319" y="1334824"/>
                  </a:lnTo>
                  <a:lnTo>
                    <a:pt x="208319" y="1334824"/>
                  </a:lnTo>
                  <a:lnTo>
                    <a:pt x="208085" y="1397363"/>
                  </a:lnTo>
                  <a:lnTo>
                    <a:pt x="208085" y="1397363"/>
                  </a:lnTo>
                  <a:lnTo>
                    <a:pt x="207031" y="1459784"/>
                  </a:lnTo>
                  <a:lnTo>
                    <a:pt x="207031" y="1459784"/>
                  </a:lnTo>
                  <a:lnTo>
                    <a:pt x="205626" y="1521971"/>
                  </a:lnTo>
                  <a:lnTo>
                    <a:pt x="205626" y="1521971"/>
                  </a:lnTo>
                  <a:lnTo>
                    <a:pt x="203518" y="1583806"/>
                  </a:lnTo>
                  <a:lnTo>
                    <a:pt x="203518" y="1583689"/>
                  </a:lnTo>
                  <a:lnTo>
                    <a:pt x="201058" y="1645174"/>
                  </a:lnTo>
                  <a:lnTo>
                    <a:pt x="201058" y="1645056"/>
                  </a:lnTo>
                  <a:lnTo>
                    <a:pt x="197896" y="1705838"/>
                  </a:lnTo>
                  <a:lnTo>
                    <a:pt x="197896" y="1705838"/>
                  </a:lnTo>
                  <a:lnTo>
                    <a:pt x="194266" y="1765800"/>
                  </a:lnTo>
                  <a:lnTo>
                    <a:pt x="194266" y="1765800"/>
                  </a:lnTo>
                  <a:lnTo>
                    <a:pt x="190167" y="1824825"/>
                  </a:lnTo>
                  <a:lnTo>
                    <a:pt x="190167" y="1824825"/>
                  </a:lnTo>
                  <a:lnTo>
                    <a:pt x="185599" y="1883030"/>
                  </a:lnTo>
                  <a:lnTo>
                    <a:pt x="185599" y="1882913"/>
                  </a:lnTo>
                  <a:lnTo>
                    <a:pt x="180681" y="1940064"/>
                  </a:lnTo>
                  <a:lnTo>
                    <a:pt x="180681" y="1940064"/>
                  </a:lnTo>
                  <a:lnTo>
                    <a:pt x="175177" y="1995927"/>
                  </a:lnTo>
                  <a:lnTo>
                    <a:pt x="175177" y="1995810"/>
                  </a:lnTo>
                  <a:lnTo>
                    <a:pt x="169438" y="2050268"/>
                  </a:lnTo>
                  <a:lnTo>
                    <a:pt x="169438" y="2050268"/>
                  </a:lnTo>
                  <a:lnTo>
                    <a:pt x="163114" y="2103320"/>
                  </a:lnTo>
                  <a:lnTo>
                    <a:pt x="163114" y="2103320"/>
                  </a:lnTo>
                  <a:lnTo>
                    <a:pt x="156556" y="2154733"/>
                  </a:lnTo>
                  <a:lnTo>
                    <a:pt x="156556" y="2154733"/>
                  </a:lnTo>
                  <a:lnTo>
                    <a:pt x="149763" y="2204506"/>
                  </a:lnTo>
                  <a:lnTo>
                    <a:pt x="149763" y="2204389"/>
                  </a:lnTo>
                  <a:lnTo>
                    <a:pt x="142503" y="2252288"/>
                  </a:lnTo>
                  <a:lnTo>
                    <a:pt x="142503" y="2252288"/>
                  </a:lnTo>
                  <a:lnTo>
                    <a:pt x="134890" y="2298196"/>
                  </a:lnTo>
                  <a:lnTo>
                    <a:pt x="134890" y="2298196"/>
                  </a:lnTo>
                  <a:lnTo>
                    <a:pt x="131026" y="2320331"/>
                  </a:lnTo>
                  <a:lnTo>
                    <a:pt x="131026" y="2320331"/>
                  </a:lnTo>
                  <a:lnTo>
                    <a:pt x="127044" y="2341996"/>
                  </a:lnTo>
                  <a:lnTo>
                    <a:pt x="127044" y="2341996"/>
                  </a:lnTo>
                  <a:lnTo>
                    <a:pt x="123062" y="2363077"/>
                  </a:lnTo>
                  <a:lnTo>
                    <a:pt x="123062" y="2363077"/>
                  </a:lnTo>
                  <a:lnTo>
                    <a:pt x="118963" y="2383689"/>
                  </a:lnTo>
                  <a:lnTo>
                    <a:pt x="118963" y="2383571"/>
                  </a:lnTo>
                  <a:lnTo>
                    <a:pt x="114864" y="2403598"/>
                  </a:lnTo>
                  <a:lnTo>
                    <a:pt x="114864" y="2403481"/>
                  </a:lnTo>
                  <a:lnTo>
                    <a:pt x="110648" y="2422922"/>
                  </a:lnTo>
                  <a:lnTo>
                    <a:pt x="110648" y="2422922"/>
                  </a:lnTo>
                  <a:lnTo>
                    <a:pt x="106315" y="2441660"/>
                  </a:lnTo>
                  <a:lnTo>
                    <a:pt x="106315" y="2441543"/>
                  </a:lnTo>
                  <a:lnTo>
                    <a:pt x="101982" y="2459812"/>
                  </a:lnTo>
                  <a:lnTo>
                    <a:pt x="101982" y="2459695"/>
                  </a:lnTo>
                  <a:lnTo>
                    <a:pt x="97649" y="2477262"/>
                  </a:lnTo>
                  <a:lnTo>
                    <a:pt x="97649" y="2477145"/>
                  </a:lnTo>
                  <a:lnTo>
                    <a:pt x="93199" y="2494010"/>
                  </a:lnTo>
                  <a:lnTo>
                    <a:pt x="93199" y="2493892"/>
                  </a:lnTo>
                  <a:lnTo>
                    <a:pt x="88631" y="2510054"/>
                  </a:lnTo>
                  <a:lnTo>
                    <a:pt x="88631" y="2510054"/>
                  </a:lnTo>
                  <a:lnTo>
                    <a:pt x="84181" y="2525630"/>
                  </a:lnTo>
                  <a:lnTo>
                    <a:pt x="84181" y="2525513"/>
                  </a:lnTo>
                  <a:lnTo>
                    <a:pt x="79614" y="2540269"/>
                  </a:lnTo>
                  <a:lnTo>
                    <a:pt x="79731" y="2540269"/>
                  </a:lnTo>
                  <a:lnTo>
                    <a:pt x="75046" y="2554323"/>
                  </a:lnTo>
                  <a:lnTo>
                    <a:pt x="75046" y="2554205"/>
                  </a:lnTo>
                  <a:lnTo>
                    <a:pt x="70362" y="2567556"/>
                  </a:lnTo>
                  <a:lnTo>
                    <a:pt x="70362" y="2567439"/>
                  </a:lnTo>
                  <a:lnTo>
                    <a:pt x="65795" y="2580088"/>
                  </a:lnTo>
                  <a:lnTo>
                    <a:pt x="65795" y="2580088"/>
                  </a:lnTo>
                  <a:lnTo>
                    <a:pt x="60993" y="2591799"/>
                  </a:lnTo>
                  <a:lnTo>
                    <a:pt x="61110" y="2591799"/>
                  </a:lnTo>
                  <a:lnTo>
                    <a:pt x="56309" y="2602808"/>
                  </a:lnTo>
                  <a:lnTo>
                    <a:pt x="56309" y="2602690"/>
                  </a:lnTo>
                  <a:lnTo>
                    <a:pt x="51624" y="2612879"/>
                  </a:lnTo>
                  <a:lnTo>
                    <a:pt x="51624" y="2612879"/>
                  </a:lnTo>
                  <a:lnTo>
                    <a:pt x="46823" y="2622248"/>
                  </a:lnTo>
                  <a:lnTo>
                    <a:pt x="46823" y="2622131"/>
                  </a:lnTo>
                  <a:lnTo>
                    <a:pt x="42021" y="2630798"/>
                  </a:lnTo>
                  <a:lnTo>
                    <a:pt x="42138" y="2630680"/>
                  </a:lnTo>
                  <a:lnTo>
                    <a:pt x="37219" y="2638410"/>
                  </a:lnTo>
                  <a:lnTo>
                    <a:pt x="37337" y="2638292"/>
                  </a:lnTo>
                  <a:lnTo>
                    <a:pt x="32418" y="2645085"/>
                  </a:lnTo>
                  <a:lnTo>
                    <a:pt x="32535" y="2644968"/>
                  </a:lnTo>
                  <a:lnTo>
                    <a:pt x="27733" y="2651058"/>
                  </a:lnTo>
                  <a:lnTo>
                    <a:pt x="27968" y="2650824"/>
                  </a:lnTo>
                  <a:lnTo>
                    <a:pt x="23049" y="2655977"/>
                  </a:lnTo>
                  <a:lnTo>
                    <a:pt x="23166" y="2655743"/>
                  </a:lnTo>
                  <a:lnTo>
                    <a:pt x="18247" y="2660076"/>
                  </a:lnTo>
                  <a:lnTo>
                    <a:pt x="18482" y="2659842"/>
                  </a:lnTo>
                  <a:lnTo>
                    <a:pt x="13563" y="2663238"/>
                  </a:lnTo>
                  <a:lnTo>
                    <a:pt x="14031" y="2663004"/>
                  </a:lnTo>
                  <a:lnTo>
                    <a:pt x="8996" y="2665345"/>
                  </a:lnTo>
                  <a:lnTo>
                    <a:pt x="9464" y="2665229"/>
                  </a:lnTo>
                  <a:lnTo>
                    <a:pt x="4545" y="2666634"/>
                  </a:lnTo>
                  <a:lnTo>
                    <a:pt x="5014" y="2666517"/>
                  </a:lnTo>
                  <a:lnTo>
                    <a:pt x="95" y="2666985"/>
                  </a:lnTo>
                  <a:close/>
                  <a:moveTo>
                    <a:pt x="86055" y="26437"/>
                  </a:moveTo>
                  <a:lnTo>
                    <a:pt x="12157" y="-265"/>
                  </a:lnTo>
                  <a:lnTo>
                    <a:pt x="35228" y="74922"/>
                  </a:lnTo>
                  <a:close/>
                </a:path>
              </a:pathLst>
            </a:custGeom>
            <a:solidFill>
              <a:srgbClr val="C00000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FD58946-65A3-6C24-7A84-6507EB8ACF94}"/>
                </a:ext>
              </a:extLst>
            </p:cNvPr>
            <p:cNvSpPr txBox="1"/>
            <p:nvPr/>
          </p:nvSpPr>
          <p:spPr>
            <a:xfrm>
              <a:off x="7959261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222FDC1-54BD-54DE-9F3A-A4878E64806A}"/>
                </a:ext>
              </a:extLst>
            </p:cNvPr>
            <p:cNvSpPr txBox="1"/>
            <p:nvPr/>
          </p:nvSpPr>
          <p:spPr>
            <a:xfrm>
              <a:off x="8029585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8984666-FAC9-49B0-877D-2931D473AD6C}"/>
                </a:ext>
              </a:extLst>
            </p:cNvPr>
            <p:cNvSpPr txBox="1"/>
            <p:nvPr/>
          </p:nvSpPr>
          <p:spPr>
            <a:xfrm>
              <a:off x="8099908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010055C-A820-DB5B-0BA0-CDE98337682D}"/>
                </a:ext>
              </a:extLst>
            </p:cNvPr>
            <p:cNvSpPr txBox="1"/>
            <p:nvPr/>
          </p:nvSpPr>
          <p:spPr>
            <a:xfrm>
              <a:off x="8170229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C422616-C2BA-E701-F677-50D393E0F326}"/>
                </a:ext>
              </a:extLst>
            </p:cNvPr>
            <p:cNvSpPr txBox="1"/>
            <p:nvPr/>
          </p:nvSpPr>
          <p:spPr>
            <a:xfrm>
              <a:off x="8240554" y="2865127"/>
              <a:ext cx="20605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5800F75-8077-093E-1E95-1DE7D89EACBE}"/>
                </a:ext>
              </a:extLst>
            </p:cNvPr>
            <p:cNvSpPr txBox="1"/>
            <p:nvPr/>
          </p:nvSpPr>
          <p:spPr>
            <a:xfrm>
              <a:off x="8268630" y="2865127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ABA454E2-B7AD-F557-C5FB-E203D9CA827A}"/>
                </a:ext>
              </a:extLst>
            </p:cNvPr>
            <p:cNvSpPr txBox="1"/>
            <p:nvPr/>
          </p:nvSpPr>
          <p:spPr>
            <a:xfrm>
              <a:off x="8310498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CF23EA6-D1E8-4590-3B92-C6AC51F46B31}"/>
                </a:ext>
              </a:extLst>
            </p:cNvPr>
            <p:cNvSpPr txBox="1"/>
            <p:nvPr/>
          </p:nvSpPr>
          <p:spPr>
            <a:xfrm>
              <a:off x="8380819" y="2865127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: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2B9EDF2-A950-658F-EF38-0C7830130C78}"/>
                </a:ext>
              </a:extLst>
            </p:cNvPr>
            <p:cNvSpPr txBox="1"/>
            <p:nvPr/>
          </p:nvSpPr>
          <p:spPr>
            <a:xfrm>
              <a:off x="8415983" y="2865127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AD6EA49-D019-4D14-3D33-A73BF0EB7DE2}"/>
                </a:ext>
              </a:extLst>
            </p:cNvPr>
            <p:cNvSpPr txBox="1"/>
            <p:nvPr/>
          </p:nvSpPr>
          <p:spPr>
            <a:xfrm>
              <a:off x="8451144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9057550-58CB-696E-39B5-AA3B873ECA4D}"/>
                </a:ext>
              </a:extLst>
            </p:cNvPr>
            <p:cNvSpPr txBox="1"/>
            <p:nvPr/>
          </p:nvSpPr>
          <p:spPr>
            <a:xfrm>
              <a:off x="8521468" y="2865127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44099094-546A-3467-1360-9E006DFD8331}"/>
                </a:ext>
              </a:extLst>
            </p:cNvPr>
            <p:cNvSpPr txBox="1"/>
            <p:nvPr/>
          </p:nvSpPr>
          <p:spPr>
            <a:xfrm>
              <a:off x="8556629" y="2865127"/>
              <a:ext cx="23476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6CD0BA-31FF-26EC-F97E-08B7B332461B}"/>
                </a:ext>
              </a:extLst>
            </p:cNvPr>
            <p:cNvSpPr txBox="1"/>
            <p:nvPr/>
          </p:nvSpPr>
          <p:spPr>
            <a:xfrm>
              <a:off x="8619869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A7BCA74-8158-2963-F611-C5567B9FFB09}"/>
                </a:ext>
              </a:extLst>
            </p:cNvPr>
            <p:cNvSpPr txBox="1"/>
            <p:nvPr/>
          </p:nvSpPr>
          <p:spPr>
            <a:xfrm>
              <a:off x="8690190" y="2865127"/>
              <a:ext cx="20605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2391905-7FCE-231B-692B-6ABC28BA2E3B}"/>
                </a:ext>
              </a:extLst>
            </p:cNvPr>
            <p:cNvSpPr txBox="1"/>
            <p:nvPr/>
          </p:nvSpPr>
          <p:spPr>
            <a:xfrm>
              <a:off x="8718270" y="2865127"/>
              <a:ext cx="23476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k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295D6C3-99E3-F258-F314-DCB6AB9029F1}"/>
                </a:ext>
              </a:extLst>
            </p:cNvPr>
            <p:cNvSpPr txBox="1"/>
            <p:nvPr/>
          </p:nvSpPr>
          <p:spPr>
            <a:xfrm>
              <a:off x="8781510" y="2865127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0A0B3A3-828E-F5D6-0E4E-53690A64F377}"/>
                </a:ext>
              </a:extLst>
            </p:cNvPr>
            <p:cNvSpPr txBox="1"/>
            <p:nvPr/>
          </p:nvSpPr>
          <p:spPr>
            <a:xfrm>
              <a:off x="8851833" y="2865127"/>
              <a:ext cx="23476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6520385-386C-F9A9-488F-76C96BC23276}"/>
                </a:ext>
              </a:extLst>
            </p:cNvPr>
            <p:cNvSpPr txBox="1"/>
            <p:nvPr/>
          </p:nvSpPr>
          <p:spPr>
            <a:xfrm>
              <a:off x="7959261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1CF23AD-8413-6C15-CBC7-BBD59AF5150C}"/>
                </a:ext>
              </a:extLst>
            </p:cNvPr>
            <p:cNvSpPr txBox="1"/>
            <p:nvPr/>
          </p:nvSpPr>
          <p:spPr>
            <a:xfrm>
              <a:off x="8029747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CBDC26B-EAF9-0C20-7E04-EAF939CC4D59}"/>
                </a:ext>
              </a:extLst>
            </p:cNvPr>
            <p:cNvSpPr txBox="1"/>
            <p:nvPr/>
          </p:nvSpPr>
          <p:spPr>
            <a:xfrm>
              <a:off x="8099850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ED0E60A-7BAA-D491-6574-2B6CCF915C0B}"/>
                </a:ext>
              </a:extLst>
            </p:cNvPr>
            <p:cNvSpPr txBox="1"/>
            <p:nvPr/>
          </p:nvSpPr>
          <p:spPr>
            <a:xfrm>
              <a:off x="8170338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3F26CD1-4B43-D532-5ABC-4ABACBE3795C}"/>
                </a:ext>
              </a:extLst>
            </p:cNvPr>
            <p:cNvSpPr txBox="1"/>
            <p:nvPr/>
          </p:nvSpPr>
          <p:spPr>
            <a:xfrm>
              <a:off x="8240445" y="3019451"/>
              <a:ext cx="20605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F01DDCC-CFD1-7100-A187-3A450346F76C}"/>
                </a:ext>
              </a:extLst>
            </p:cNvPr>
            <p:cNvSpPr txBox="1"/>
            <p:nvPr/>
          </p:nvSpPr>
          <p:spPr>
            <a:xfrm>
              <a:off x="8268589" y="3019451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D4484D5-371D-73F1-B9B7-ACECB9743249}"/>
                </a:ext>
              </a:extLst>
            </p:cNvPr>
            <p:cNvSpPr txBox="1"/>
            <p:nvPr/>
          </p:nvSpPr>
          <p:spPr>
            <a:xfrm>
              <a:off x="8310549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9E31710-5396-E4F1-E315-A609A3D17628}"/>
                </a:ext>
              </a:extLst>
            </p:cNvPr>
            <p:cNvSpPr txBox="1"/>
            <p:nvPr/>
          </p:nvSpPr>
          <p:spPr>
            <a:xfrm>
              <a:off x="8381034" y="3019451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: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07147CB-E4D7-137F-9E95-E04A84B26867}"/>
                </a:ext>
              </a:extLst>
            </p:cNvPr>
            <p:cNvSpPr txBox="1"/>
            <p:nvPr/>
          </p:nvSpPr>
          <p:spPr>
            <a:xfrm>
              <a:off x="8416278" y="3019451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8711005-3928-37FD-2EAE-BB980C4394C6}"/>
                </a:ext>
              </a:extLst>
            </p:cNvPr>
            <p:cNvSpPr txBox="1"/>
            <p:nvPr/>
          </p:nvSpPr>
          <p:spPr>
            <a:xfrm>
              <a:off x="8451142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D7BF0BF-81B8-21C9-FD75-22450433A2FD}"/>
                </a:ext>
              </a:extLst>
            </p:cNvPr>
            <p:cNvSpPr txBox="1"/>
            <p:nvPr/>
          </p:nvSpPr>
          <p:spPr>
            <a:xfrm>
              <a:off x="8521627" y="3019451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8D1F1B3-2B77-B103-CC54-210469F2FB81}"/>
                </a:ext>
              </a:extLst>
            </p:cNvPr>
            <p:cNvSpPr txBox="1"/>
            <p:nvPr/>
          </p:nvSpPr>
          <p:spPr>
            <a:xfrm>
              <a:off x="8556869" y="3019451"/>
              <a:ext cx="236356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056246A-C54C-ADB0-C758-38CED7A4EFD4}"/>
                </a:ext>
              </a:extLst>
            </p:cNvPr>
            <p:cNvSpPr txBox="1"/>
            <p:nvPr/>
          </p:nvSpPr>
          <p:spPr>
            <a:xfrm>
              <a:off x="8619750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E72622C-1389-29BF-3D37-D9641BBF84BF}"/>
                </a:ext>
              </a:extLst>
            </p:cNvPr>
            <p:cNvSpPr txBox="1"/>
            <p:nvPr/>
          </p:nvSpPr>
          <p:spPr>
            <a:xfrm>
              <a:off x="8690235" y="3019451"/>
              <a:ext cx="20605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9A4B413-8B84-596C-BE91-84A77DD245C2}"/>
                </a:ext>
              </a:extLst>
            </p:cNvPr>
            <p:cNvSpPr txBox="1"/>
            <p:nvPr/>
          </p:nvSpPr>
          <p:spPr>
            <a:xfrm>
              <a:off x="8718379" y="3019451"/>
              <a:ext cx="236356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k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20359EB-50EC-46F4-BC4D-9EE27799E0A2}"/>
                </a:ext>
              </a:extLst>
            </p:cNvPr>
            <p:cNvSpPr txBox="1"/>
            <p:nvPr/>
          </p:nvSpPr>
          <p:spPr>
            <a:xfrm>
              <a:off x="8781385" y="3019451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4816D7A-1696-237A-24B2-601BA92B0DE5}"/>
                </a:ext>
              </a:extLst>
            </p:cNvPr>
            <p:cNvSpPr txBox="1"/>
            <p:nvPr/>
          </p:nvSpPr>
          <p:spPr>
            <a:xfrm>
              <a:off x="8851872" y="3019451"/>
              <a:ext cx="236356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27C4A1D-C798-B487-14EC-23B0E184A22D}"/>
                </a:ext>
              </a:extLst>
            </p:cNvPr>
            <p:cNvSpPr txBox="1"/>
            <p:nvPr/>
          </p:nvSpPr>
          <p:spPr>
            <a:xfrm>
              <a:off x="7959261" y="3174538"/>
              <a:ext cx="247519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78B0807-7058-CEF0-5C7D-6A87D0BF1580}"/>
                </a:ext>
              </a:extLst>
            </p:cNvPr>
            <p:cNvSpPr txBox="1"/>
            <p:nvPr/>
          </p:nvSpPr>
          <p:spPr>
            <a:xfrm>
              <a:off x="8036541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A9F81D1-92F0-21A5-988C-3DECD926AB06}"/>
                </a:ext>
              </a:extLst>
            </p:cNvPr>
            <p:cNvSpPr txBox="1"/>
            <p:nvPr/>
          </p:nvSpPr>
          <p:spPr>
            <a:xfrm>
              <a:off x="8106862" y="3174538"/>
              <a:ext cx="247519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388D960-A12B-8996-1CCF-94E818B3A899}"/>
                </a:ext>
              </a:extLst>
            </p:cNvPr>
            <p:cNvSpPr txBox="1"/>
            <p:nvPr/>
          </p:nvSpPr>
          <p:spPr>
            <a:xfrm>
              <a:off x="8184144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4D4B55F-EA11-5FC0-51D0-B32AFF722AFE}"/>
                </a:ext>
              </a:extLst>
            </p:cNvPr>
            <p:cNvSpPr txBox="1"/>
            <p:nvPr/>
          </p:nvSpPr>
          <p:spPr>
            <a:xfrm>
              <a:off x="8261297" y="3174538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2D2FAC7-D671-BBFE-67AB-DC0271162782}"/>
                </a:ext>
              </a:extLst>
            </p:cNvPr>
            <p:cNvSpPr txBox="1"/>
            <p:nvPr/>
          </p:nvSpPr>
          <p:spPr>
            <a:xfrm>
              <a:off x="8296458" y="3174538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7DA83A0-C3D4-88F7-FDD1-3C77B1CCBC8A}"/>
                </a:ext>
              </a:extLst>
            </p:cNvPr>
            <p:cNvSpPr txBox="1"/>
            <p:nvPr/>
          </p:nvSpPr>
          <p:spPr>
            <a:xfrm>
              <a:off x="8331620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F02C248-8397-B9EA-4F09-F56727E7388D}"/>
                </a:ext>
              </a:extLst>
            </p:cNvPr>
            <p:cNvSpPr txBox="1"/>
            <p:nvPr/>
          </p:nvSpPr>
          <p:spPr>
            <a:xfrm>
              <a:off x="8401943" y="3174538"/>
              <a:ext cx="218812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: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DDEF2F8-7479-8258-BE09-76868F7BECDE}"/>
                </a:ext>
              </a:extLst>
            </p:cNvPr>
            <p:cNvSpPr txBox="1"/>
            <p:nvPr/>
          </p:nvSpPr>
          <p:spPr>
            <a:xfrm>
              <a:off x="8450892" y="3174538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63AA23-FECB-2BDE-9C7D-4B68D784C69E}"/>
                </a:ext>
              </a:extLst>
            </p:cNvPr>
            <p:cNvSpPr txBox="1"/>
            <p:nvPr/>
          </p:nvSpPr>
          <p:spPr>
            <a:xfrm>
              <a:off x="8478968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3F4F1266-1A69-51E3-B847-321C9B5430F6}"/>
                </a:ext>
              </a:extLst>
            </p:cNvPr>
            <p:cNvSpPr txBox="1"/>
            <p:nvPr/>
          </p:nvSpPr>
          <p:spPr>
            <a:xfrm>
              <a:off x="8549293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D8B4127-5EC1-BD5D-2BB1-5C73886AA48C}"/>
                </a:ext>
              </a:extLst>
            </p:cNvPr>
            <p:cNvSpPr txBox="1"/>
            <p:nvPr/>
          </p:nvSpPr>
          <p:spPr>
            <a:xfrm>
              <a:off x="8619616" y="3174538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14C075E-362B-8337-1AFB-3C0AF5175EC2}"/>
                </a:ext>
              </a:extLst>
            </p:cNvPr>
            <p:cNvSpPr txBox="1"/>
            <p:nvPr/>
          </p:nvSpPr>
          <p:spPr>
            <a:xfrm>
              <a:off x="8661480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F2FDCA3-A96A-0F4C-D490-A09FD2B22E22}"/>
                </a:ext>
              </a:extLst>
            </p:cNvPr>
            <p:cNvSpPr txBox="1"/>
            <p:nvPr/>
          </p:nvSpPr>
          <p:spPr>
            <a:xfrm>
              <a:off x="8731805" y="3174538"/>
              <a:ext cx="247519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2EDF445-7691-3633-E1EE-388FCF880E84}"/>
                </a:ext>
              </a:extLst>
            </p:cNvPr>
            <p:cNvSpPr txBox="1"/>
            <p:nvPr/>
          </p:nvSpPr>
          <p:spPr>
            <a:xfrm>
              <a:off x="8809083" y="3174538"/>
              <a:ext cx="212433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FEE48B1-BBBA-C1C1-8B40-A60071A051DE}"/>
                </a:ext>
              </a:extLst>
            </p:cNvPr>
            <p:cNvSpPr txBox="1"/>
            <p:nvPr/>
          </p:nvSpPr>
          <p:spPr>
            <a:xfrm>
              <a:off x="8844245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k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981D84F-071B-F0EC-3DBF-6DBB9F553C1F}"/>
                </a:ext>
              </a:extLst>
            </p:cNvPr>
            <p:cNvSpPr txBox="1"/>
            <p:nvPr/>
          </p:nvSpPr>
          <p:spPr>
            <a:xfrm>
              <a:off x="8914568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032AEF6-A976-1AC0-84CD-619BB315677B}"/>
                </a:ext>
              </a:extLst>
            </p:cNvPr>
            <p:cNvSpPr txBox="1"/>
            <p:nvPr/>
          </p:nvSpPr>
          <p:spPr>
            <a:xfrm>
              <a:off x="8991595" y="3174538"/>
              <a:ext cx="24114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b="1">
                  <a:ln/>
                  <a:solidFill>
                    <a:srgbClr val="2F5597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BAB2ED78-910C-F083-C6D5-674E5BE8DBBD}"/>
                </a:ext>
              </a:extLst>
            </p:cNvPr>
            <p:cNvSpPr txBox="1"/>
            <p:nvPr/>
          </p:nvSpPr>
          <p:spPr>
            <a:xfrm>
              <a:off x="7959261" y="3329246"/>
              <a:ext cx="287391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5702B74E-00FE-538C-F83A-1FBAE077F48C}"/>
                </a:ext>
              </a:extLst>
            </p:cNvPr>
            <p:cNvSpPr txBox="1"/>
            <p:nvPr/>
          </p:nvSpPr>
          <p:spPr>
            <a:xfrm>
              <a:off x="7959261" y="3483570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61A9B30-F961-5674-7E94-406A1D334AC6}"/>
                </a:ext>
              </a:extLst>
            </p:cNvPr>
            <p:cNvSpPr txBox="1"/>
            <p:nvPr/>
          </p:nvSpPr>
          <p:spPr>
            <a:xfrm>
              <a:off x="8029748" y="3483570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4A1217C-F69A-FEBB-BF6B-9CC9A9306A20}"/>
                </a:ext>
              </a:extLst>
            </p:cNvPr>
            <p:cNvSpPr txBox="1"/>
            <p:nvPr/>
          </p:nvSpPr>
          <p:spPr>
            <a:xfrm>
              <a:off x="8099852" y="3483570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F7EAF58-8380-99A6-AD80-605E163570BD}"/>
                </a:ext>
              </a:extLst>
            </p:cNvPr>
            <p:cNvSpPr txBox="1"/>
            <p:nvPr/>
          </p:nvSpPr>
          <p:spPr>
            <a:xfrm>
              <a:off x="8170337" y="3483570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9FCBC83-0603-F00A-FC1A-914645BD6F87}"/>
                </a:ext>
              </a:extLst>
            </p:cNvPr>
            <p:cNvSpPr txBox="1"/>
            <p:nvPr/>
          </p:nvSpPr>
          <p:spPr>
            <a:xfrm>
              <a:off x="8240445" y="3483570"/>
              <a:ext cx="20605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478A56D-18BB-5442-8A91-1F7F0A477E02}"/>
                </a:ext>
              </a:extLst>
            </p:cNvPr>
            <p:cNvSpPr txBox="1"/>
            <p:nvPr/>
          </p:nvSpPr>
          <p:spPr>
            <a:xfrm>
              <a:off x="8268589" y="3483570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54B1235-0FD6-0AAC-C986-D5163224410C}"/>
                </a:ext>
              </a:extLst>
            </p:cNvPr>
            <p:cNvSpPr txBox="1"/>
            <p:nvPr/>
          </p:nvSpPr>
          <p:spPr>
            <a:xfrm>
              <a:off x="8310550" y="3483570"/>
              <a:ext cx="258684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F81619-4C8D-4A1F-9E0A-9F600F3BAFA1}"/>
                </a:ext>
              </a:extLst>
            </p:cNvPr>
            <p:cNvSpPr txBox="1"/>
            <p:nvPr/>
          </p:nvSpPr>
          <p:spPr>
            <a:xfrm>
              <a:off x="8402080" y="3483570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: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3AF46FA-F0E5-5EC6-8356-B59A994E809D}"/>
                </a:ext>
              </a:extLst>
            </p:cNvPr>
            <p:cNvSpPr txBox="1"/>
            <p:nvPr/>
          </p:nvSpPr>
          <p:spPr>
            <a:xfrm>
              <a:off x="8437324" y="3483570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AB58604-B99B-C4D6-535F-35762171BE52}"/>
                </a:ext>
              </a:extLst>
            </p:cNvPr>
            <p:cNvSpPr txBox="1"/>
            <p:nvPr/>
          </p:nvSpPr>
          <p:spPr>
            <a:xfrm>
              <a:off x="8472186" y="3483570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6448BD5-E02A-06EC-EC95-ADC28B8D93A9}"/>
                </a:ext>
              </a:extLst>
            </p:cNvPr>
            <p:cNvSpPr txBox="1"/>
            <p:nvPr/>
          </p:nvSpPr>
          <p:spPr>
            <a:xfrm>
              <a:off x="8542671" y="3483570"/>
              <a:ext cx="21243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165284E-CB00-7F42-55B1-04A999CEA358}"/>
                </a:ext>
              </a:extLst>
            </p:cNvPr>
            <p:cNvSpPr txBox="1"/>
            <p:nvPr/>
          </p:nvSpPr>
          <p:spPr>
            <a:xfrm>
              <a:off x="8584505" y="3483570"/>
              <a:ext cx="236356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64AD5DF-3738-95CC-8D25-804CFE3E05CA}"/>
                </a:ext>
              </a:extLst>
            </p:cNvPr>
            <p:cNvSpPr txBox="1"/>
            <p:nvPr/>
          </p:nvSpPr>
          <p:spPr>
            <a:xfrm>
              <a:off x="8647893" y="3483570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601E280-6F4E-1CE6-39BC-59D20056292E}"/>
                </a:ext>
              </a:extLst>
            </p:cNvPr>
            <p:cNvSpPr txBox="1"/>
            <p:nvPr/>
          </p:nvSpPr>
          <p:spPr>
            <a:xfrm>
              <a:off x="8718380" y="3483570"/>
              <a:ext cx="206053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6B80360-75CD-4047-50A6-38DB308E1AE4}"/>
                </a:ext>
              </a:extLst>
            </p:cNvPr>
            <p:cNvSpPr txBox="1"/>
            <p:nvPr/>
          </p:nvSpPr>
          <p:spPr>
            <a:xfrm>
              <a:off x="8746143" y="3483570"/>
              <a:ext cx="236356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k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E89FF46-2DBE-4EB5-BDD3-858D2661A7E8}"/>
                </a:ext>
              </a:extLst>
            </p:cNvPr>
            <p:cNvSpPr txBox="1"/>
            <p:nvPr/>
          </p:nvSpPr>
          <p:spPr>
            <a:xfrm>
              <a:off x="8809530" y="3483570"/>
              <a:ext cx="241140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e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D04C363-3144-37BF-D752-F726251F2C42}"/>
                </a:ext>
              </a:extLst>
            </p:cNvPr>
            <p:cNvSpPr txBox="1"/>
            <p:nvPr/>
          </p:nvSpPr>
          <p:spPr>
            <a:xfrm>
              <a:off x="8880016" y="3483570"/>
              <a:ext cx="236356" cy="217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3">
                  <a:ln/>
                  <a:solidFill>
                    <a:srgbClr val="40404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B4FCFB3-C3DE-4192-4F8A-BD3CDEA392C2}"/>
                </a:ext>
              </a:extLst>
            </p:cNvPr>
            <p:cNvSpPr txBox="1"/>
            <p:nvPr/>
          </p:nvSpPr>
          <p:spPr>
            <a:xfrm>
              <a:off x="3567907" y="1850144"/>
              <a:ext cx="698859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10" dirty="0">
                  <a:ln/>
                  <a:solidFill>
                    <a:srgbClr val="4472C4"/>
                  </a:solidFill>
                  <a:latin typeface="Arial"/>
                  <a:cs typeface="Arial"/>
                  <a:sym typeface="Arial"/>
                  <a:rtl val="0"/>
                </a:rPr>
                <a:t>Input Spike</a:t>
              </a: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2FEEE279-5CB9-10B8-70AD-889D217CA113}"/>
                </a:ext>
              </a:extLst>
            </p:cNvPr>
            <p:cNvSpPr/>
            <p:nvPr/>
          </p:nvSpPr>
          <p:spPr>
            <a:xfrm flipV="1">
              <a:off x="3978970" y="2034570"/>
              <a:ext cx="313741" cy="349348"/>
            </a:xfrm>
            <a:custGeom>
              <a:avLst/>
              <a:gdLst>
                <a:gd name="connsiteX0" fmla="*/ 313798 w 313741"/>
                <a:gd name="connsiteY0" fmla="*/ -592 h 349348"/>
                <a:gd name="connsiteX1" fmla="*/ 56 w 313741"/>
                <a:gd name="connsiteY1" fmla="*/ 348757 h 34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741" h="349348">
                  <a:moveTo>
                    <a:pt x="313798" y="-592"/>
                  </a:moveTo>
                  <a:lnTo>
                    <a:pt x="56" y="348757"/>
                  </a:lnTo>
                </a:path>
              </a:pathLst>
            </a:custGeom>
            <a:noFill/>
            <a:ln w="5853" cap="flat">
              <a:solidFill>
                <a:srgbClr val="4472C4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AFA5C09-B5FF-B69C-0673-C69BBE8F3D7B}"/>
                </a:ext>
              </a:extLst>
            </p:cNvPr>
            <p:cNvSpPr/>
            <p:nvPr/>
          </p:nvSpPr>
          <p:spPr>
            <a:xfrm flipV="1">
              <a:off x="6305506" y="3259221"/>
              <a:ext cx="201197" cy="201083"/>
            </a:xfrm>
            <a:custGeom>
              <a:avLst/>
              <a:gdLst>
                <a:gd name="connsiteX0" fmla="*/ 121 w 201197"/>
                <a:gd name="connsiteY0" fmla="*/ -363 h 201083"/>
                <a:gd name="connsiteX1" fmla="*/ 201318 w 201197"/>
                <a:gd name="connsiteY1" fmla="*/ 200721 h 20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197" h="201083">
                  <a:moveTo>
                    <a:pt x="121" y="-363"/>
                  </a:moveTo>
                  <a:lnTo>
                    <a:pt x="201318" y="200721"/>
                  </a:ln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56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1CA5BFB-241C-F444-F116-A8E708B6E2ED}"/>
                </a:ext>
              </a:extLst>
            </p:cNvPr>
            <p:cNvSpPr txBox="1"/>
            <p:nvPr/>
          </p:nvSpPr>
          <p:spPr>
            <a:xfrm>
              <a:off x="6069902" y="1689663"/>
              <a:ext cx="939680" cy="216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dirty="0">
                  <a:ln/>
                  <a:solidFill>
                    <a:srgbClr val="C00000"/>
                  </a:solidFill>
                  <a:latin typeface="Arial"/>
                  <a:cs typeface="Arial"/>
                  <a:sym typeface="Arial"/>
                  <a:rtl val="0"/>
                </a:rPr>
                <a:t>Lateral Inhibition</a:t>
              </a: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0379C73-2C38-AE31-4541-62D16C97A34E}"/>
                </a:ext>
              </a:extLst>
            </p:cNvPr>
            <p:cNvSpPr/>
            <p:nvPr/>
          </p:nvSpPr>
          <p:spPr>
            <a:xfrm flipV="1">
              <a:off x="5613143" y="1801281"/>
              <a:ext cx="446194" cy="120626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C00000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BAFA295-89D2-47EF-D41A-652827950E6E}"/>
                </a:ext>
              </a:extLst>
            </p:cNvPr>
            <p:cNvSpPr txBox="1"/>
            <p:nvPr/>
          </p:nvSpPr>
          <p:spPr>
            <a:xfrm>
              <a:off x="5107362" y="5060916"/>
              <a:ext cx="253899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CA86402-CEB2-7F82-2C53-5FFDB796B1A3}"/>
                </a:ext>
              </a:extLst>
            </p:cNvPr>
            <p:cNvSpPr txBox="1"/>
            <p:nvPr/>
          </p:nvSpPr>
          <p:spPr>
            <a:xfrm>
              <a:off x="5184656" y="5060916"/>
              <a:ext cx="215622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-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626C294-1FBA-7380-5619-0F00B503FF57}"/>
                </a:ext>
              </a:extLst>
            </p:cNvPr>
            <p:cNvSpPr txBox="1"/>
            <p:nvPr/>
          </p:nvSpPr>
          <p:spPr>
            <a:xfrm>
              <a:off x="5226817" y="5060916"/>
              <a:ext cx="249314" cy="209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8DBD42E-3943-94C6-BB7D-1F185B0D8BE8}"/>
                </a:ext>
              </a:extLst>
            </p:cNvPr>
            <p:cNvSpPr txBox="1"/>
            <p:nvPr/>
          </p:nvSpPr>
          <p:spPr>
            <a:xfrm>
              <a:off x="5104903" y="4739206"/>
              <a:ext cx="253899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2D1D59A-C648-334D-5BE5-56B386AB8BF3}"/>
                </a:ext>
              </a:extLst>
            </p:cNvPr>
            <p:cNvSpPr txBox="1"/>
            <p:nvPr/>
          </p:nvSpPr>
          <p:spPr>
            <a:xfrm>
              <a:off x="5182549" y="4739206"/>
              <a:ext cx="215622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-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1A3CA20-4670-5E80-7FB0-3CDC1E04DF4D}"/>
                </a:ext>
              </a:extLst>
            </p:cNvPr>
            <p:cNvSpPr txBox="1"/>
            <p:nvPr/>
          </p:nvSpPr>
          <p:spPr>
            <a:xfrm>
              <a:off x="5224708" y="4739206"/>
              <a:ext cx="237950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6AC54011-8590-4CE8-3FEE-E548D66ECB06}"/>
                </a:ext>
              </a:extLst>
            </p:cNvPr>
            <p:cNvSpPr txBox="1"/>
            <p:nvPr/>
          </p:nvSpPr>
          <p:spPr>
            <a:xfrm>
              <a:off x="5104903" y="4415973"/>
              <a:ext cx="253899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256FF7C7-91FD-4781-F836-0E6ABFB09795}"/>
                </a:ext>
              </a:extLst>
            </p:cNvPr>
            <p:cNvSpPr txBox="1"/>
            <p:nvPr/>
          </p:nvSpPr>
          <p:spPr>
            <a:xfrm>
              <a:off x="5182549" y="4415973"/>
              <a:ext cx="215622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-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D58EDF1C-B1E4-AC82-47ED-D2F48B108ABF}"/>
                </a:ext>
              </a:extLst>
            </p:cNvPr>
            <p:cNvSpPr txBox="1"/>
            <p:nvPr/>
          </p:nvSpPr>
          <p:spPr>
            <a:xfrm>
              <a:off x="5224708" y="4415973"/>
              <a:ext cx="237950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661F6EF-D056-92E1-8FC6-B03962468B09}"/>
                </a:ext>
              </a:extLst>
            </p:cNvPr>
            <p:cNvSpPr txBox="1"/>
            <p:nvPr/>
          </p:nvSpPr>
          <p:spPr>
            <a:xfrm>
              <a:off x="5101742" y="4080679"/>
              <a:ext cx="253899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3AA55F82-8713-BF86-57C4-93494AF96E3A}"/>
                </a:ext>
              </a:extLst>
            </p:cNvPr>
            <p:cNvSpPr txBox="1"/>
            <p:nvPr/>
          </p:nvSpPr>
          <p:spPr>
            <a:xfrm>
              <a:off x="5179035" y="4080679"/>
              <a:ext cx="215622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-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1AEDD31F-3CED-E1D5-E3B1-DE138B2FCD30}"/>
                </a:ext>
              </a:extLst>
            </p:cNvPr>
            <p:cNvSpPr txBox="1"/>
            <p:nvPr/>
          </p:nvSpPr>
          <p:spPr>
            <a:xfrm>
              <a:off x="5221546" y="4080679"/>
              <a:ext cx="237950" cy="2099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764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0389D31-2DB9-0513-6EFA-6309F53BB80B}"/>
                </a:ext>
              </a:extLst>
            </p:cNvPr>
            <p:cNvSpPr/>
            <p:nvPr/>
          </p:nvSpPr>
          <p:spPr>
            <a:xfrm flipV="1">
              <a:off x="6056761" y="3112478"/>
              <a:ext cx="210683" cy="92684"/>
            </a:xfrm>
            <a:custGeom>
              <a:avLst/>
              <a:gdLst>
                <a:gd name="connsiteX0" fmla="*/ 114 w 210683"/>
                <a:gd name="connsiteY0" fmla="*/ 13582 h 92684"/>
                <a:gd name="connsiteX1" fmla="*/ 79281 w 210683"/>
                <a:gd name="connsiteY1" fmla="*/ 5735 h 92684"/>
                <a:gd name="connsiteX2" fmla="*/ 126828 w 210683"/>
                <a:gd name="connsiteY2" fmla="*/ 92282 h 92684"/>
                <a:gd name="connsiteX3" fmla="*/ 134675 w 210683"/>
                <a:gd name="connsiteY3" fmla="*/ 7024 h 92684"/>
                <a:gd name="connsiteX4" fmla="*/ 210797 w 210683"/>
                <a:gd name="connsiteY4" fmla="*/ 3042 h 9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683" h="92684">
                  <a:moveTo>
                    <a:pt x="114" y="13582"/>
                  </a:moveTo>
                  <a:cubicBezTo>
                    <a:pt x="29157" y="3042"/>
                    <a:pt x="58201" y="-7382"/>
                    <a:pt x="79281" y="5735"/>
                  </a:cubicBezTo>
                  <a:cubicBezTo>
                    <a:pt x="100361" y="18852"/>
                    <a:pt x="117576" y="92048"/>
                    <a:pt x="126828" y="92282"/>
                  </a:cubicBezTo>
                  <a:cubicBezTo>
                    <a:pt x="136080" y="92516"/>
                    <a:pt x="120739" y="21897"/>
                    <a:pt x="134675" y="7024"/>
                  </a:cubicBezTo>
                  <a:cubicBezTo>
                    <a:pt x="148728" y="-7850"/>
                    <a:pt x="198032" y="5032"/>
                    <a:pt x="210797" y="3042"/>
                  </a:cubicBez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200EC30-A75A-FBF6-480C-CB5FCC3791CD}"/>
                </a:ext>
              </a:extLst>
            </p:cNvPr>
            <p:cNvSpPr txBox="1"/>
            <p:nvPr/>
          </p:nvSpPr>
          <p:spPr>
            <a:xfrm>
              <a:off x="7174380" y="3833435"/>
              <a:ext cx="279416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718A0646-3654-901C-ABD9-07BFCF8F9DCC}"/>
                </a:ext>
              </a:extLst>
            </p:cNvPr>
            <p:cNvSpPr txBox="1"/>
            <p:nvPr/>
          </p:nvSpPr>
          <p:spPr>
            <a:xfrm>
              <a:off x="7293706" y="3833435"/>
              <a:ext cx="212433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696BB35B-943D-AAF2-C26E-B722899FBD2D}"/>
                </a:ext>
              </a:extLst>
            </p:cNvPr>
            <p:cNvSpPr txBox="1"/>
            <p:nvPr/>
          </p:nvSpPr>
          <p:spPr>
            <a:xfrm>
              <a:off x="7321877" y="3833435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9261C3F5-F425-2A9E-78A0-F77E50632207}"/>
                </a:ext>
              </a:extLst>
            </p:cNvPr>
            <p:cNvSpPr txBox="1"/>
            <p:nvPr/>
          </p:nvSpPr>
          <p:spPr>
            <a:xfrm>
              <a:off x="7413032" y="3833435"/>
              <a:ext cx="249115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A16B60A-C676-7226-54DE-F7E4D80B3849}"/>
                </a:ext>
              </a:extLst>
            </p:cNvPr>
            <p:cNvSpPr txBox="1"/>
            <p:nvPr/>
          </p:nvSpPr>
          <p:spPr>
            <a:xfrm>
              <a:off x="7497223" y="3833435"/>
              <a:ext cx="249115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49F9804E-2BA3-5982-74B4-F807E2D10896}"/>
                </a:ext>
              </a:extLst>
            </p:cNvPr>
            <p:cNvSpPr txBox="1"/>
            <p:nvPr/>
          </p:nvSpPr>
          <p:spPr>
            <a:xfrm>
              <a:off x="7581414" y="3833435"/>
              <a:ext cx="212433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018FDF0C-DE83-D9BC-A5B4-D31F68F802E2}"/>
                </a:ext>
              </a:extLst>
            </p:cNvPr>
            <p:cNvSpPr txBox="1"/>
            <p:nvPr/>
          </p:nvSpPr>
          <p:spPr>
            <a:xfrm>
              <a:off x="7616547" y="3833435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903097A2-9AFA-E0B1-3955-EE7B95852AEC}"/>
                </a:ext>
              </a:extLst>
            </p:cNvPr>
            <p:cNvSpPr txBox="1"/>
            <p:nvPr/>
          </p:nvSpPr>
          <p:spPr>
            <a:xfrm>
              <a:off x="7665605" y="3833435"/>
              <a:ext cx="212433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D7D1A75-7E5D-1764-F185-B6BA8B037673}"/>
                </a:ext>
              </a:extLst>
            </p:cNvPr>
            <p:cNvSpPr txBox="1"/>
            <p:nvPr/>
          </p:nvSpPr>
          <p:spPr>
            <a:xfrm>
              <a:off x="7700740" y="3833435"/>
              <a:ext cx="249115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2438115-21FD-425F-53C5-578E2F632546}"/>
                </a:ext>
              </a:extLst>
            </p:cNvPr>
            <p:cNvSpPr txBox="1"/>
            <p:nvPr/>
          </p:nvSpPr>
          <p:spPr>
            <a:xfrm>
              <a:off x="7784931" y="3833435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781D8EED-2974-3D37-3F65-54E5DCCAF61F}"/>
                </a:ext>
              </a:extLst>
            </p:cNvPr>
            <p:cNvSpPr txBox="1"/>
            <p:nvPr/>
          </p:nvSpPr>
          <p:spPr>
            <a:xfrm>
              <a:off x="7876084" y="3833435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599426C-4DBF-122C-E6BA-BAA48A544499}"/>
                </a:ext>
              </a:extLst>
            </p:cNvPr>
            <p:cNvSpPr txBox="1"/>
            <p:nvPr/>
          </p:nvSpPr>
          <p:spPr>
            <a:xfrm>
              <a:off x="7918180" y="3833435"/>
              <a:ext cx="212433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B0B89FD2-3157-EEFD-6877-43FA5E813B23}"/>
                </a:ext>
              </a:extLst>
            </p:cNvPr>
            <p:cNvSpPr txBox="1"/>
            <p:nvPr/>
          </p:nvSpPr>
          <p:spPr>
            <a:xfrm>
              <a:off x="7953313" y="3833435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o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8EC78EDD-629E-2F31-3D90-8459C7641655}"/>
                </a:ext>
              </a:extLst>
            </p:cNvPr>
            <p:cNvSpPr txBox="1"/>
            <p:nvPr/>
          </p:nvSpPr>
          <p:spPr>
            <a:xfrm>
              <a:off x="8044466" y="3833435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ADFA813-47A5-5C92-9FDF-8C520DE48845}"/>
                </a:ext>
              </a:extLst>
            </p:cNvPr>
            <p:cNvSpPr txBox="1"/>
            <p:nvPr/>
          </p:nvSpPr>
          <p:spPr>
            <a:xfrm>
              <a:off x="8128821" y="3833435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6B8126D-4CD3-1CD0-A334-1E126CBB4C72}"/>
                </a:ext>
              </a:extLst>
            </p:cNvPr>
            <p:cNvSpPr txBox="1"/>
            <p:nvPr/>
          </p:nvSpPr>
          <p:spPr>
            <a:xfrm>
              <a:off x="8184839" y="3833435"/>
              <a:ext cx="287391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O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AF4EC7A7-FA85-2555-E077-5FC8671C6272}"/>
                </a:ext>
              </a:extLst>
            </p:cNvPr>
            <p:cNvSpPr txBox="1"/>
            <p:nvPr/>
          </p:nvSpPr>
          <p:spPr>
            <a:xfrm>
              <a:off x="8311124" y="3833435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u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14010670-E3D0-CAB7-595F-8B49146A3CB3}"/>
                </a:ext>
              </a:extLst>
            </p:cNvPr>
            <p:cNvSpPr txBox="1"/>
            <p:nvPr/>
          </p:nvSpPr>
          <p:spPr>
            <a:xfrm>
              <a:off x="8395477" y="3833435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CCDAFDAB-979F-B0AB-DC00-B1A127B841D4}"/>
                </a:ext>
              </a:extLst>
            </p:cNvPr>
            <p:cNvSpPr txBox="1"/>
            <p:nvPr/>
          </p:nvSpPr>
          <p:spPr>
            <a:xfrm>
              <a:off x="8437579" y="3833435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073C00EE-1889-98DE-AC4B-83BE5C7AD649}"/>
                </a:ext>
              </a:extLst>
            </p:cNvPr>
            <p:cNvSpPr txBox="1"/>
            <p:nvPr/>
          </p:nvSpPr>
          <p:spPr>
            <a:xfrm>
              <a:off x="8521923" y="3833435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u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E7E07E6B-4D92-E004-DE84-50B990D3CF95}"/>
                </a:ext>
              </a:extLst>
            </p:cNvPr>
            <p:cNvSpPr txBox="1"/>
            <p:nvPr/>
          </p:nvSpPr>
          <p:spPr>
            <a:xfrm>
              <a:off x="8606279" y="3833435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C4A904BF-DCFD-9147-D8F5-FD3695CFBEF0}"/>
                </a:ext>
              </a:extLst>
            </p:cNvPr>
            <p:cNvSpPr txBox="1"/>
            <p:nvPr/>
          </p:nvSpPr>
          <p:spPr>
            <a:xfrm>
              <a:off x="2449459" y="3873893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B560FFE6-45E6-FF59-F554-00D9256EA4C2}"/>
                </a:ext>
              </a:extLst>
            </p:cNvPr>
            <p:cNvSpPr txBox="1"/>
            <p:nvPr/>
          </p:nvSpPr>
          <p:spPr>
            <a:xfrm>
              <a:off x="2491555" y="3873893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7FA4470-9A54-2B10-E6FA-5CBFAADD3FC5}"/>
                </a:ext>
              </a:extLst>
            </p:cNvPr>
            <p:cNvSpPr txBox="1"/>
            <p:nvPr/>
          </p:nvSpPr>
          <p:spPr>
            <a:xfrm>
              <a:off x="2575908" y="3873893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37C92850-DEC5-7018-21F6-1DA0125F82D9}"/>
                </a:ext>
              </a:extLst>
            </p:cNvPr>
            <p:cNvSpPr txBox="1"/>
            <p:nvPr/>
          </p:nvSpPr>
          <p:spPr>
            <a:xfrm>
              <a:off x="2660263" y="3873893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u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3B26EF26-D106-50B0-F7B5-0119F738ECE1}"/>
                </a:ext>
              </a:extLst>
            </p:cNvPr>
            <p:cNvSpPr txBox="1"/>
            <p:nvPr/>
          </p:nvSpPr>
          <p:spPr>
            <a:xfrm>
              <a:off x="2744616" y="3873893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A093C4E2-DBD4-62D9-68BC-C5F02324034F}"/>
                </a:ext>
              </a:extLst>
            </p:cNvPr>
            <p:cNvSpPr txBox="1"/>
            <p:nvPr/>
          </p:nvSpPr>
          <p:spPr>
            <a:xfrm>
              <a:off x="2786711" y="3873893"/>
              <a:ext cx="22040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1058B1DB-04F7-9545-ADA5-D0F72C953CE2}"/>
                </a:ext>
              </a:extLst>
            </p:cNvPr>
            <p:cNvSpPr txBox="1"/>
            <p:nvPr/>
          </p:nvSpPr>
          <p:spPr>
            <a:xfrm>
              <a:off x="2856816" y="3873893"/>
              <a:ext cx="249115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s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20F70F14-512C-0912-BD26-E59E5201ECD0}"/>
                </a:ext>
              </a:extLst>
            </p:cNvPr>
            <p:cNvSpPr txBox="1"/>
            <p:nvPr/>
          </p:nvSpPr>
          <p:spPr>
            <a:xfrm>
              <a:off x="2941009" y="3873893"/>
              <a:ext cx="212433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5D2AF64D-4ACB-797A-4B3B-40B43D892770}"/>
                </a:ext>
              </a:extLst>
            </p:cNvPr>
            <p:cNvSpPr txBox="1"/>
            <p:nvPr/>
          </p:nvSpPr>
          <p:spPr>
            <a:xfrm>
              <a:off x="2976140" y="3873893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g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68053E44-B8C2-804A-AD6A-41DD37DAD6D1}"/>
                </a:ext>
              </a:extLst>
            </p:cNvPr>
            <p:cNvSpPr txBox="1"/>
            <p:nvPr/>
          </p:nvSpPr>
          <p:spPr>
            <a:xfrm>
              <a:off x="3060493" y="3873893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0979663E-E478-331D-F5C0-BEB4C4464DD6}"/>
                </a:ext>
              </a:extLst>
            </p:cNvPr>
            <p:cNvSpPr txBox="1"/>
            <p:nvPr/>
          </p:nvSpPr>
          <p:spPr>
            <a:xfrm>
              <a:off x="3144848" y="3873893"/>
              <a:ext cx="257088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476B7D63-CDCF-DB7A-4173-E11CF747FA31}"/>
                </a:ext>
              </a:extLst>
            </p:cNvPr>
            <p:cNvSpPr txBox="1"/>
            <p:nvPr/>
          </p:nvSpPr>
          <p:spPr>
            <a:xfrm>
              <a:off x="3236003" y="3873893"/>
              <a:ext cx="212433" cy="251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37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27027285-7838-EFF4-22CB-F9398AC59E66}"/>
                </a:ext>
              </a:extLst>
            </p:cNvPr>
            <p:cNvSpPr txBox="1"/>
            <p:nvPr/>
          </p:nvSpPr>
          <p:spPr>
            <a:xfrm>
              <a:off x="6311652" y="2148293"/>
              <a:ext cx="778602" cy="216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dirty="0">
                  <a:ln/>
                  <a:solidFill>
                    <a:schemeClr val="accent6">
                      <a:lumMod val="75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Output Spike</a:t>
              </a: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7524FA07-23E0-73CC-E1BE-E9324A1099E1}"/>
                </a:ext>
              </a:extLst>
            </p:cNvPr>
            <p:cNvSpPr/>
            <p:nvPr/>
          </p:nvSpPr>
          <p:spPr>
            <a:xfrm flipV="1">
              <a:off x="6193782" y="2344686"/>
              <a:ext cx="400404" cy="424300"/>
            </a:xfrm>
            <a:custGeom>
              <a:avLst/>
              <a:gdLst>
                <a:gd name="connsiteX0" fmla="*/ 120 w 400404"/>
                <a:gd name="connsiteY0" fmla="*/ -523 h 424300"/>
                <a:gd name="connsiteX1" fmla="*/ 400524 w 400404"/>
                <a:gd name="connsiteY1" fmla="*/ 423778 h 42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0404" h="424300">
                  <a:moveTo>
                    <a:pt x="120" y="-523"/>
                  </a:moveTo>
                  <a:lnTo>
                    <a:pt x="400524" y="423778"/>
                  </a:ln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56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48CE5292-D64B-5AE6-F62B-B9A864EE5D23}"/>
                </a:ext>
              </a:extLst>
            </p:cNvPr>
            <p:cNvSpPr/>
            <p:nvPr/>
          </p:nvSpPr>
          <p:spPr>
            <a:xfrm flipV="1">
              <a:off x="5637704" y="2279336"/>
              <a:ext cx="97593" cy="210920"/>
            </a:xfrm>
            <a:custGeom>
              <a:avLst/>
              <a:gdLst>
                <a:gd name="connsiteX0" fmla="*/ 10321 w 97593"/>
                <a:gd name="connsiteY0" fmla="*/ 210364 h 210920"/>
                <a:gd name="connsiteX1" fmla="*/ 7979 w 97593"/>
                <a:gd name="connsiteY1" fmla="*/ 130844 h 210920"/>
                <a:gd name="connsiteX2" fmla="*/ 97687 w 97593"/>
                <a:gd name="connsiteY2" fmla="*/ 89503 h 210920"/>
                <a:gd name="connsiteX3" fmla="*/ 13132 w 97593"/>
                <a:gd name="connsiteY3" fmla="*/ 75567 h 210920"/>
                <a:gd name="connsiteX4" fmla="*/ 14537 w 97593"/>
                <a:gd name="connsiteY4" fmla="*/ -557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3" h="210920">
                  <a:moveTo>
                    <a:pt x="10321" y="210364"/>
                  </a:moveTo>
                  <a:cubicBezTo>
                    <a:pt x="1889" y="180734"/>
                    <a:pt x="-6543" y="150988"/>
                    <a:pt x="7979" y="130844"/>
                  </a:cubicBezTo>
                  <a:cubicBezTo>
                    <a:pt x="22501" y="110701"/>
                    <a:pt x="96867" y="98638"/>
                    <a:pt x="97687" y="89503"/>
                  </a:cubicBezTo>
                  <a:cubicBezTo>
                    <a:pt x="98506" y="80251"/>
                    <a:pt x="27068" y="90557"/>
                    <a:pt x="13132" y="75567"/>
                  </a:cubicBezTo>
                  <a:cubicBezTo>
                    <a:pt x="-687" y="60577"/>
                    <a:pt x="15591" y="12209"/>
                    <a:pt x="14537" y="-557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5897DEA-8A9A-8226-8499-A32B5E9E1269}"/>
                </a:ext>
              </a:extLst>
            </p:cNvPr>
            <p:cNvSpPr/>
            <p:nvPr/>
          </p:nvSpPr>
          <p:spPr>
            <a:xfrm flipV="1">
              <a:off x="5645082" y="2055064"/>
              <a:ext cx="97593" cy="210920"/>
            </a:xfrm>
            <a:custGeom>
              <a:avLst/>
              <a:gdLst>
                <a:gd name="connsiteX0" fmla="*/ 10321 w 97593"/>
                <a:gd name="connsiteY0" fmla="*/ 210319 h 210920"/>
                <a:gd name="connsiteX1" fmla="*/ 7979 w 97593"/>
                <a:gd name="connsiteY1" fmla="*/ 130682 h 210920"/>
                <a:gd name="connsiteX2" fmla="*/ 97687 w 97593"/>
                <a:gd name="connsiteY2" fmla="*/ 89341 h 210920"/>
                <a:gd name="connsiteX3" fmla="*/ 13132 w 97593"/>
                <a:gd name="connsiteY3" fmla="*/ 75522 h 210920"/>
                <a:gd name="connsiteX4" fmla="*/ 14538 w 97593"/>
                <a:gd name="connsiteY4" fmla="*/ -602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3" h="210920">
                  <a:moveTo>
                    <a:pt x="10321" y="210319"/>
                  </a:moveTo>
                  <a:cubicBezTo>
                    <a:pt x="1889" y="180572"/>
                    <a:pt x="-6543" y="150826"/>
                    <a:pt x="7979" y="130682"/>
                  </a:cubicBezTo>
                  <a:cubicBezTo>
                    <a:pt x="22501" y="110539"/>
                    <a:pt x="96867" y="98593"/>
                    <a:pt x="97687" y="89341"/>
                  </a:cubicBezTo>
                  <a:cubicBezTo>
                    <a:pt x="98506" y="80206"/>
                    <a:pt x="27069" y="90512"/>
                    <a:pt x="13132" y="75522"/>
                  </a:cubicBezTo>
                  <a:cubicBezTo>
                    <a:pt x="-687" y="60531"/>
                    <a:pt x="15592" y="12163"/>
                    <a:pt x="14538" y="-602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D97E1535-5362-BFC6-A754-E26CDC296C8B}"/>
                </a:ext>
              </a:extLst>
            </p:cNvPr>
            <p:cNvSpPr/>
            <p:nvPr/>
          </p:nvSpPr>
          <p:spPr>
            <a:xfrm flipV="1">
              <a:off x="5652376" y="1830911"/>
              <a:ext cx="97677" cy="210920"/>
            </a:xfrm>
            <a:custGeom>
              <a:avLst/>
              <a:gdLst>
                <a:gd name="connsiteX0" fmla="*/ 10406 w 97677"/>
                <a:gd name="connsiteY0" fmla="*/ 210274 h 210920"/>
                <a:gd name="connsiteX1" fmla="*/ 8063 w 97677"/>
                <a:gd name="connsiteY1" fmla="*/ 130754 h 210920"/>
                <a:gd name="connsiteX2" fmla="*/ 97771 w 97677"/>
                <a:gd name="connsiteY2" fmla="*/ 89413 h 210920"/>
                <a:gd name="connsiteX3" fmla="*/ 13216 w 97677"/>
                <a:gd name="connsiteY3" fmla="*/ 75594 h 210920"/>
                <a:gd name="connsiteX4" fmla="*/ 14622 w 97677"/>
                <a:gd name="connsiteY4" fmla="*/ -646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7" h="210920">
                  <a:moveTo>
                    <a:pt x="10406" y="210274"/>
                  </a:moveTo>
                  <a:cubicBezTo>
                    <a:pt x="1856" y="180645"/>
                    <a:pt x="-6575" y="150897"/>
                    <a:pt x="8063" y="130754"/>
                  </a:cubicBezTo>
                  <a:cubicBezTo>
                    <a:pt x="22585" y="110611"/>
                    <a:pt x="96834" y="98665"/>
                    <a:pt x="97771" y="89413"/>
                  </a:cubicBezTo>
                  <a:cubicBezTo>
                    <a:pt x="98590" y="80161"/>
                    <a:pt x="27035" y="90585"/>
                    <a:pt x="13216" y="75594"/>
                  </a:cubicBezTo>
                  <a:cubicBezTo>
                    <a:pt x="-603" y="60487"/>
                    <a:pt x="15676" y="12236"/>
                    <a:pt x="14622" y="-646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B5B96FD-452E-28DA-B024-D4D74B5A86D6}"/>
                </a:ext>
              </a:extLst>
            </p:cNvPr>
            <p:cNvSpPr/>
            <p:nvPr/>
          </p:nvSpPr>
          <p:spPr>
            <a:xfrm flipV="1">
              <a:off x="5635980" y="2604442"/>
              <a:ext cx="97677" cy="210920"/>
            </a:xfrm>
            <a:custGeom>
              <a:avLst/>
              <a:gdLst>
                <a:gd name="connsiteX0" fmla="*/ 10405 w 97677"/>
                <a:gd name="connsiteY0" fmla="*/ 210429 h 210920"/>
                <a:gd name="connsiteX1" fmla="*/ 8063 w 97677"/>
                <a:gd name="connsiteY1" fmla="*/ 130792 h 210920"/>
                <a:gd name="connsiteX2" fmla="*/ 97770 w 97677"/>
                <a:gd name="connsiteY2" fmla="*/ 89451 h 210920"/>
                <a:gd name="connsiteX3" fmla="*/ 13216 w 97677"/>
                <a:gd name="connsiteY3" fmla="*/ 75631 h 210920"/>
                <a:gd name="connsiteX4" fmla="*/ 14621 w 97677"/>
                <a:gd name="connsiteY4" fmla="*/ -492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77" h="210920">
                  <a:moveTo>
                    <a:pt x="10405" y="210429"/>
                  </a:moveTo>
                  <a:cubicBezTo>
                    <a:pt x="1856" y="180682"/>
                    <a:pt x="-6576" y="150935"/>
                    <a:pt x="8063" y="130792"/>
                  </a:cubicBezTo>
                  <a:cubicBezTo>
                    <a:pt x="22585" y="110648"/>
                    <a:pt x="96834" y="98703"/>
                    <a:pt x="97770" y="89451"/>
                  </a:cubicBezTo>
                  <a:cubicBezTo>
                    <a:pt x="98590" y="80316"/>
                    <a:pt x="27035" y="90622"/>
                    <a:pt x="13216" y="75631"/>
                  </a:cubicBezTo>
                  <a:cubicBezTo>
                    <a:pt x="-603" y="60641"/>
                    <a:pt x="15675" y="12274"/>
                    <a:pt x="14621" y="-492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7362990E-81A6-B66C-8780-24AE98FAC702}"/>
                </a:ext>
              </a:extLst>
            </p:cNvPr>
            <p:cNvSpPr/>
            <p:nvPr/>
          </p:nvSpPr>
          <p:spPr>
            <a:xfrm flipV="1">
              <a:off x="5634334" y="2929665"/>
              <a:ext cx="97684" cy="210920"/>
            </a:xfrm>
            <a:custGeom>
              <a:avLst/>
              <a:gdLst>
                <a:gd name="connsiteX0" fmla="*/ 10295 w 97684"/>
                <a:gd name="connsiteY0" fmla="*/ 210493 h 210920"/>
                <a:gd name="connsiteX1" fmla="*/ 8070 w 97684"/>
                <a:gd name="connsiteY1" fmla="*/ 130973 h 210920"/>
                <a:gd name="connsiteX2" fmla="*/ 97778 w 97684"/>
                <a:gd name="connsiteY2" fmla="*/ 89633 h 210920"/>
                <a:gd name="connsiteX3" fmla="*/ 13223 w 97684"/>
                <a:gd name="connsiteY3" fmla="*/ 75696 h 210920"/>
                <a:gd name="connsiteX4" fmla="*/ 14628 w 97684"/>
                <a:gd name="connsiteY4" fmla="*/ -427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84" h="210920">
                  <a:moveTo>
                    <a:pt x="10295" y="210493"/>
                  </a:moveTo>
                  <a:cubicBezTo>
                    <a:pt x="1863" y="180746"/>
                    <a:pt x="-6569" y="151117"/>
                    <a:pt x="8070" y="130973"/>
                  </a:cubicBezTo>
                  <a:cubicBezTo>
                    <a:pt x="22592" y="110830"/>
                    <a:pt x="96840" y="98767"/>
                    <a:pt x="97778" y="89633"/>
                  </a:cubicBezTo>
                  <a:cubicBezTo>
                    <a:pt x="98597" y="80380"/>
                    <a:pt x="27042" y="90686"/>
                    <a:pt x="13223" y="75696"/>
                  </a:cubicBezTo>
                  <a:cubicBezTo>
                    <a:pt x="-596" y="60705"/>
                    <a:pt x="15682" y="12338"/>
                    <a:pt x="14628" y="-427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F312CD38-8719-2633-0BB2-F994601CEDB8}"/>
                </a:ext>
              </a:extLst>
            </p:cNvPr>
            <p:cNvSpPr/>
            <p:nvPr/>
          </p:nvSpPr>
          <p:spPr>
            <a:xfrm flipV="1">
              <a:off x="5632668" y="3254771"/>
              <a:ext cx="97595" cy="210920"/>
            </a:xfrm>
            <a:custGeom>
              <a:avLst/>
              <a:gdLst>
                <a:gd name="connsiteX0" fmla="*/ 10321 w 97595"/>
                <a:gd name="connsiteY0" fmla="*/ 210558 h 210920"/>
                <a:gd name="connsiteX1" fmla="*/ 7979 w 97595"/>
                <a:gd name="connsiteY1" fmla="*/ 130921 h 210920"/>
                <a:gd name="connsiteX2" fmla="*/ 97686 w 97595"/>
                <a:gd name="connsiteY2" fmla="*/ 89580 h 210920"/>
                <a:gd name="connsiteX3" fmla="*/ 13249 w 97595"/>
                <a:gd name="connsiteY3" fmla="*/ 75761 h 210920"/>
                <a:gd name="connsiteX4" fmla="*/ 14654 w 97595"/>
                <a:gd name="connsiteY4" fmla="*/ -362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5" h="210920">
                  <a:moveTo>
                    <a:pt x="10321" y="210558"/>
                  </a:moveTo>
                  <a:cubicBezTo>
                    <a:pt x="1889" y="180811"/>
                    <a:pt x="-6543" y="151065"/>
                    <a:pt x="7979" y="130921"/>
                  </a:cubicBezTo>
                  <a:cubicBezTo>
                    <a:pt x="22618" y="110778"/>
                    <a:pt x="96867" y="98832"/>
                    <a:pt x="97686" y="89580"/>
                  </a:cubicBezTo>
                  <a:cubicBezTo>
                    <a:pt x="98623" y="80445"/>
                    <a:pt x="27068" y="90751"/>
                    <a:pt x="13249" y="75761"/>
                  </a:cubicBezTo>
                  <a:cubicBezTo>
                    <a:pt x="-687" y="60770"/>
                    <a:pt x="15708" y="12402"/>
                    <a:pt x="14654" y="-362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C1AA0E6-FB05-7CA0-D42A-F90CD615CF18}"/>
                </a:ext>
              </a:extLst>
            </p:cNvPr>
            <p:cNvSpPr/>
            <p:nvPr/>
          </p:nvSpPr>
          <p:spPr>
            <a:xfrm flipV="1">
              <a:off x="5631029" y="3579994"/>
              <a:ext cx="97595" cy="210920"/>
            </a:xfrm>
            <a:custGeom>
              <a:avLst/>
              <a:gdLst>
                <a:gd name="connsiteX0" fmla="*/ 10321 w 97595"/>
                <a:gd name="connsiteY0" fmla="*/ 210623 h 210920"/>
                <a:gd name="connsiteX1" fmla="*/ 7979 w 97595"/>
                <a:gd name="connsiteY1" fmla="*/ 131104 h 210920"/>
                <a:gd name="connsiteX2" fmla="*/ 97686 w 97595"/>
                <a:gd name="connsiteY2" fmla="*/ 89762 h 210920"/>
                <a:gd name="connsiteX3" fmla="*/ 13249 w 97595"/>
                <a:gd name="connsiteY3" fmla="*/ 75826 h 210920"/>
                <a:gd name="connsiteX4" fmla="*/ 14537 w 97595"/>
                <a:gd name="connsiteY4" fmla="*/ -298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5" h="210920">
                  <a:moveTo>
                    <a:pt x="10321" y="210623"/>
                  </a:moveTo>
                  <a:cubicBezTo>
                    <a:pt x="1889" y="180877"/>
                    <a:pt x="-6543" y="151247"/>
                    <a:pt x="7979" y="131104"/>
                  </a:cubicBezTo>
                  <a:cubicBezTo>
                    <a:pt x="22618" y="110960"/>
                    <a:pt x="96866" y="98897"/>
                    <a:pt x="97686" y="89762"/>
                  </a:cubicBezTo>
                  <a:cubicBezTo>
                    <a:pt x="98623" y="80511"/>
                    <a:pt x="27068" y="90817"/>
                    <a:pt x="13249" y="75826"/>
                  </a:cubicBezTo>
                  <a:cubicBezTo>
                    <a:pt x="-687" y="60836"/>
                    <a:pt x="15708" y="12468"/>
                    <a:pt x="14537" y="-298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E129D3D-2668-3444-539A-67D8A2472D03}"/>
                </a:ext>
              </a:extLst>
            </p:cNvPr>
            <p:cNvSpPr/>
            <p:nvPr/>
          </p:nvSpPr>
          <p:spPr>
            <a:xfrm rot="2682460" flipV="1">
              <a:off x="4271994" y="3761059"/>
              <a:ext cx="190540" cy="129508"/>
            </a:xfrm>
            <a:custGeom>
              <a:avLst/>
              <a:gdLst>
                <a:gd name="connsiteX0" fmla="*/ 63 w 190540"/>
                <a:gd name="connsiteY0" fmla="*/ -385 h 129508"/>
                <a:gd name="connsiteX1" fmla="*/ 73609 w 190540"/>
                <a:gd name="connsiteY1" fmla="*/ 30181 h 129508"/>
                <a:gd name="connsiteX2" fmla="*/ 74428 w 190540"/>
                <a:gd name="connsiteY2" fmla="*/ 128908 h 129508"/>
                <a:gd name="connsiteX3" fmla="*/ 121741 w 190540"/>
                <a:gd name="connsiteY3" fmla="*/ 57469 h 129508"/>
                <a:gd name="connsiteX4" fmla="*/ 190603 w 190540"/>
                <a:gd name="connsiteY4" fmla="*/ 90027 h 12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40" h="129508">
                  <a:moveTo>
                    <a:pt x="63" y="-385"/>
                  </a:moveTo>
                  <a:cubicBezTo>
                    <a:pt x="30629" y="4065"/>
                    <a:pt x="61195" y="8633"/>
                    <a:pt x="73609" y="30181"/>
                  </a:cubicBezTo>
                  <a:cubicBezTo>
                    <a:pt x="86022" y="51730"/>
                    <a:pt x="66465" y="124341"/>
                    <a:pt x="74428" y="128908"/>
                  </a:cubicBezTo>
                  <a:cubicBezTo>
                    <a:pt x="82509" y="133475"/>
                    <a:pt x="102418" y="64027"/>
                    <a:pt x="121741" y="57469"/>
                  </a:cubicBezTo>
                  <a:cubicBezTo>
                    <a:pt x="141182" y="51028"/>
                    <a:pt x="178540" y="85810"/>
                    <a:pt x="190603" y="90027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51699452-AA88-2FF5-9968-3C7632C9BAC1}"/>
                </a:ext>
              </a:extLst>
            </p:cNvPr>
            <p:cNvSpPr/>
            <p:nvPr/>
          </p:nvSpPr>
          <p:spPr>
            <a:xfrm rot="2682460" flipV="1">
              <a:off x="4246394" y="3930448"/>
              <a:ext cx="190540" cy="129508"/>
            </a:xfrm>
            <a:custGeom>
              <a:avLst/>
              <a:gdLst>
                <a:gd name="connsiteX0" fmla="*/ 63 w 190540"/>
                <a:gd name="connsiteY0" fmla="*/ -385 h 129508"/>
                <a:gd name="connsiteX1" fmla="*/ 73609 w 190540"/>
                <a:gd name="connsiteY1" fmla="*/ 30181 h 129508"/>
                <a:gd name="connsiteX2" fmla="*/ 74428 w 190540"/>
                <a:gd name="connsiteY2" fmla="*/ 128908 h 129508"/>
                <a:gd name="connsiteX3" fmla="*/ 121741 w 190540"/>
                <a:gd name="connsiteY3" fmla="*/ 57469 h 129508"/>
                <a:gd name="connsiteX4" fmla="*/ 190603 w 190540"/>
                <a:gd name="connsiteY4" fmla="*/ 90027 h 12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40" h="129508">
                  <a:moveTo>
                    <a:pt x="63" y="-385"/>
                  </a:moveTo>
                  <a:cubicBezTo>
                    <a:pt x="30629" y="4065"/>
                    <a:pt x="61195" y="8633"/>
                    <a:pt x="73609" y="30181"/>
                  </a:cubicBezTo>
                  <a:cubicBezTo>
                    <a:pt x="86022" y="51730"/>
                    <a:pt x="66465" y="124341"/>
                    <a:pt x="74428" y="128908"/>
                  </a:cubicBezTo>
                  <a:cubicBezTo>
                    <a:pt x="82509" y="133475"/>
                    <a:pt x="102418" y="64027"/>
                    <a:pt x="121741" y="57469"/>
                  </a:cubicBezTo>
                  <a:cubicBezTo>
                    <a:pt x="141182" y="51028"/>
                    <a:pt x="178540" y="85810"/>
                    <a:pt x="190603" y="90027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6E7023A6-F648-94E7-3DF2-EE51DD416064}"/>
                </a:ext>
              </a:extLst>
            </p:cNvPr>
            <p:cNvSpPr/>
            <p:nvPr/>
          </p:nvSpPr>
          <p:spPr>
            <a:xfrm rot="3744887" flipV="1">
              <a:off x="4231633" y="4074921"/>
              <a:ext cx="190540" cy="129508"/>
            </a:xfrm>
            <a:custGeom>
              <a:avLst/>
              <a:gdLst>
                <a:gd name="connsiteX0" fmla="*/ 63 w 190540"/>
                <a:gd name="connsiteY0" fmla="*/ -385 h 129508"/>
                <a:gd name="connsiteX1" fmla="*/ 73609 w 190540"/>
                <a:gd name="connsiteY1" fmla="*/ 30181 h 129508"/>
                <a:gd name="connsiteX2" fmla="*/ 74428 w 190540"/>
                <a:gd name="connsiteY2" fmla="*/ 128908 h 129508"/>
                <a:gd name="connsiteX3" fmla="*/ 121741 w 190540"/>
                <a:gd name="connsiteY3" fmla="*/ 57469 h 129508"/>
                <a:gd name="connsiteX4" fmla="*/ 190603 w 190540"/>
                <a:gd name="connsiteY4" fmla="*/ 90027 h 12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40" h="129508">
                  <a:moveTo>
                    <a:pt x="63" y="-385"/>
                  </a:moveTo>
                  <a:cubicBezTo>
                    <a:pt x="30629" y="4065"/>
                    <a:pt x="61195" y="8633"/>
                    <a:pt x="73609" y="30181"/>
                  </a:cubicBezTo>
                  <a:cubicBezTo>
                    <a:pt x="86022" y="51730"/>
                    <a:pt x="66465" y="124341"/>
                    <a:pt x="74428" y="128908"/>
                  </a:cubicBezTo>
                  <a:cubicBezTo>
                    <a:pt x="82509" y="133475"/>
                    <a:pt x="102418" y="64027"/>
                    <a:pt x="121741" y="57469"/>
                  </a:cubicBezTo>
                  <a:cubicBezTo>
                    <a:pt x="141182" y="51028"/>
                    <a:pt x="178540" y="85810"/>
                    <a:pt x="190603" y="90027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4DBA6B57-0D12-BD28-6491-BB195D59FD1E}"/>
                </a:ext>
              </a:extLst>
            </p:cNvPr>
            <p:cNvSpPr/>
            <p:nvPr/>
          </p:nvSpPr>
          <p:spPr>
            <a:xfrm rot="4078842" flipV="1">
              <a:off x="4192926" y="4190045"/>
              <a:ext cx="190540" cy="129508"/>
            </a:xfrm>
            <a:custGeom>
              <a:avLst/>
              <a:gdLst>
                <a:gd name="connsiteX0" fmla="*/ 63 w 190540"/>
                <a:gd name="connsiteY0" fmla="*/ -385 h 129508"/>
                <a:gd name="connsiteX1" fmla="*/ 73609 w 190540"/>
                <a:gd name="connsiteY1" fmla="*/ 30181 h 129508"/>
                <a:gd name="connsiteX2" fmla="*/ 74428 w 190540"/>
                <a:gd name="connsiteY2" fmla="*/ 128908 h 129508"/>
                <a:gd name="connsiteX3" fmla="*/ 121741 w 190540"/>
                <a:gd name="connsiteY3" fmla="*/ 57469 h 129508"/>
                <a:gd name="connsiteX4" fmla="*/ 190603 w 190540"/>
                <a:gd name="connsiteY4" fmla="*/ 90027 h 12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40" h="129508">
                  <a:moveTo>
                    <a:pt x="63" y="-385"/>
                  </a:moveTo>
                  <a:cubicBezTo>
                    <a:pt x="30629" y="4065"/>
                    <a:pt x="61195" y="8633"/>
                    <a:pt x="73609" y="30181"/>
                  </a:cubicBezTo>
                  <a:cubicBezTo>
                    <a:pt x="86022" y="51730"/>
                    <a:pt x="66465" y="124341"/>
                    <a:pt x="74428" y="128908"/>
                  </a:cubicBezTo>
                  <a:cubicBezTo>
                    <a:pt x="82509" y="133475"/>
                    <a:pt x="102418" y="64027"/>
                    <a:pt x="121741" y="57469"/>
                  </a:cubicBezTo>
                  <a:cubicBezTo>
                    <a:pt x="141182" y="51028"/>
                    <a:pt x="178540" y="85810"/>
                    <a:pt x="190603" y="90027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D79712E-B2B8-32BF-A6FF-CA0D965A2A9C}"/>
                </a:ext>
              </a:extLst>
            </p:cNvPr>
            <p:cNvSpPr txBox="1"/>
            <p:nvPr/>
          </p:nvSpPr>
          <p:spPr>
            <a:xfrm>
              <a:off x="5945942" y="3439017"/>
              <a:ext cx="635066" cy="216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SG" sz="810" dirty="0">
                  <a:ln/>
                  <a:solidFill>
                    <a:schemeClr val="accent6">
                      <a:lumMod val="75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Excitatory</a:t>
              </a: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0CDEDAFF-6A0B-92E1-4CF2-BD8CBD5E039E}"/>
                </a:ext>
              </a:extLst>
            </p:cNvPr>
            <p:cNvSpPr/>
            <p:nvPr/>
          </p:nvSpPr>
          <p:spPr>
            <a:xfrm>
              <a:off x="5150793" y="1741130"/>
              <a:ext cx="247125" cy="247649"/>
            </a:xfrm>
            <a:prstGeom prst="ellipse">
              <a:avLst/>
            </a:prstGeom>
            <a:solidFill>
              <a:srgbClr val="FF0000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156"/>
            </a:p>
          </p:txBody>
        </p:sp>
        <p:sp>
          <p:nvSpPr>
            <p:cNvPr id="229" name="Multiplication Sign 228">
              <a:extLst>
                <a:ext uri="{FF2B5EF4-FFF2-40B4-BE49-F238E27FC236}">
                  <a16:creationId xmlns:a16="http://schemas.microsoft.com/office/drawing/2014/main" id="{6219E0F0-2BB8-5CF1-A95A-027234D1D1CC}"/>
                </a:ext>
              </a:extLst>
            </p:cNvPr>
            <p:cNvSpPr/>
            <p:nvPr/>
          </p:nvSpPr>
          <p:spPr>
            <a:xfrm rot="19613156">
              <a:off x="5423002" y="1830674"/>
              <a:ext cx="219330" cy="223602"/>
            </a:xfrm>
            <a:prstGeom prst="mathMultiply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156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A7DA3685-BA0A-B347-923C-D381B38BF277}"/>
                </a:ext>
              </a:extLst>
            </p:cNvPr>
            <p:cNvSpPr txBox="1"/>
            <p:nvPr/>
          </p:nvSpPr>
          <p:spPr>
            <a:xfrm>
              <a:off x="6258310" y="1496061"/>
              <a:ext cx="193548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800" dirty="0">
                  <a:solidFill>
                    <a:srgbClr val="5F8A42"/>
                  </a:solidFill>
                </a:rPr>
                <a:t>DIP: Inhibitory connection severed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5DB98B0-4690-214A-5D61-8B05D13B3309}"/>
                </a:ext>
              </a:extLst>
            </p:cNvPr>
            <p:cNvSpPr txBox="1"/>
            <p:nvPr/>
          </p:nvSpPr>
          <p:spPr>
            <a:xfrm>
              <a:off x="6058853" y="1297694"/>
              <a:ext cx="15700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900" dirty="0">
                  <a:solidFill>
                    <a:srgbClr val="FF3B3B"/>
                  </a:solidFill>
                </a:rPr>
                <a:t>Stuck at 1</a:t>
              </a: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2BF4A26A-F7F6-7C35-C661-E5B8FBE18C4F}"/>
                </a:ext>
              </a:extLst>
            </p:cNvPr>
            <p:cNvSpPr/>
            <p:nvPr/>
          </p:nvSpPr>
          <p:spPr>
            <a:xfrm flipV="1">
              <a:off x="5392717" y="1428557"/>
              <a:ext cx="749184" cy="322247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FF0000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75CFA0BA-2BAB-611C-A02D-4A39389AC8E1}"/>
                </a:ext>
              </a:extLst>
            </p:cNvPr>
            <p:cNvSpPr/>
            <p:nvPr/>
          </p:nvSpPr>
          <p:spPr>
            <a:xfrm flipV="1">
              <a:off x="5564698" y="1609923"/>
              <a:ext cx="749239" cy="245230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548235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56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E9EE6C5-5CDF-F45D-7B6D-8FC017A3C488}"/>
              </a:ext>
            </a:extLst>
          </p:cNvPr>
          <p:cNvSpPr txBox="1"/>
          <p:nvPr/>
        </p:nvSpPr>
        <p:spPr>
          <a:xfrm>
            <a:off x="4038600" y="6017796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Overview of STDP network and STDP-DIP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C3621-EB73-E59B-8942-274BCA22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BB3EF-163F-7C98-95A8-41EDEFF5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07183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0AB5-8F44-DAC7-99B7-4D8F2989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STDP-DIP: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AA73-1A9A-2970-CEF3-783303763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2400" dirty="0"/>
              <a:t>MSB faults observed to cause most impact</a:t>
            </a:r>
          </a:p>
          <a:p>
            <a:pPr>
              <a:lnSpc>
                <a:spcPct val="100000"/>
              </a:lnSpc>
            </a:pPr>
            <a:r>
              <a:rPr lang="en-SG" sz="2400" dirty="0"/>
              <a:t>Synaptic weights of neurons checked for Stuck-at-1 MSBs</a:t>
            </a:r>
          </a:p>
          <a:p>
            <a:pPr>
              <a:lnSpc>
                <a:spcPct val="100000"/>
              </a:lnSpc>
            </a:pPr>
            <a:r>
              <a:rPr lang="en-SG" sz="2400" dirty="0"/>
              <a:t>Another way is to detect hyperactive (fires continuously) neuron</a:t>
            </a:r>
          </a:p>
          <a:p>
            <a:pPr>
              <a:lnSpc>
                <a:spcPct val="100000"/>
              </a:lnSpc>
            </a:pPr>
            <a:r>
              <a:rPr lang="en-SG" sz="2400" dirty="0"/>
              <a:t>Why?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Memory check exists but needs 30% to 50% more energy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ECC negates 40% energy saved</a:t>
            </a:r>
          </a:p>
          <a:p>
            <a:pPr lvl="1">
              <a:lnSpc>
                <a:spcPct val="100000"/>
              </a:lnSpc>
            </a:pPr>
            <a:endParaRPr lang="en-SG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AAEB-4328-47F7-EAA6-2C67AC43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2C4A4-D96B-4D57-CD5A-03BC1B6A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43739-63A7-3801-CAC2-410BD014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18</a:t>
            </a:fld>
            <a:endParaRPr lang="en-JP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3BCAD4-01BD-65C7-2167-D9B7025872BF}"/>
              </a:ext>
            </a:extLst>
          </p:cNvPr>
          <p:cNvSpPr txBox="1"/>
          <p:nvPr/>
        </p:nvSpPr>
        <p:spPr>
          <a:xfrm>
            <a:off x="1116561" y="6003769"/>
            <a:ext cx="4849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(a) Bit values of synaptic weights of healthy neuron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AD59EA-024E-085F-AFA4-3B7805D5A007}"/>
              </a:ext>
            </a:extLst>
          </p:cNvPr>
          <p:cNvSpPr txBox="1"/>
          <p:nvPr/>
        </p:nvSpPr>
        <p:spPr>
          <a:xfrm>
            <a:off x="6270221" y="6003769"/>
            <a:ext cx="4512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latin typeface="Arial" panose="020B0604020202020204" pitchFamily="34" charset="0"/>
                <a:cs typeface="Arial" panose="020B0604020202020204" pitchFamily="34" charset="0"/>
              </a:rPr>
              <a:t>(b) Bit values of synaptic weights of SA1 neuron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9ED67E-F85E-42D2-70AE-5CE83027181F}"/>
              </a:ext>
            </a:extLst>
          </p:cNvPr>
          <p:cNvSpPr txBox="1"/>
          <p:nvPr/>
        </p:nvSpPr>
        <p:spPr>
          <a:xfrm>
            <a:off x="7846214" y="4631391"/>
            <a:ext cx="2578855" cy="3385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Bit permanently Stuck at 1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BB7F000-71FE-E280-DE9F-F154CDC0B09E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7375655" y="4969945"/>
            <a:ext cx="1759987" cy="42009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324A518-5BC1-16CB-92BA-142CF5B3DF3E}"/>
              </a:ext>
            </a:extLst>
          </p:cNvPr>
          <p:cNvSpPr>
            <a:spLocks/>
          </p:cNvSpPr>
          <p:nvPr/>
        </p:nvSpPr>
        <p:spPr>
          <a:xfrm>
            <a:off x="7095694" y="5426305"/>
            <a:ext cx="354149" cy="391886"/>
          </a:xfrm>
          <a:prstGeom prst="rect">
            <a:avLst/>
          </a:prstGeom>
          <a:solidFill>
            <a:srgbClr val="FF616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D83774-7EAC-62C7-8DEB-C31BEDA1DEB1}"/>
              </a:ext>
            </a:extLst>
          </p:cNvPr>
          <p:cNvSpPr>
            <a:spLocks/>
          </p:cNvSpPr>
          <p:nvPr/>
        </p:nvSpPr>
        <p:spPr>
          <a:xfrm>
            <a:off x="7449843" y="542630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08295-4B10-DBDE-0BE3-BCA867A1BA8F}"/>
              </a:ext>
            </a:extLst>
          </p:cNvPr>
          <p:cNvSpPr>
            <a:spLocks/>
          </p:cNvSpPr>
          <p:nvPr/>
        </p:nvSpPr>
        <p:spPr>
          <a:xfrm>
            <a:off x="7803992" y="542630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9276C4-96FC-85EA-BFEA-DCAE2DDCE2B0}"/>
              </a:ext>
            </a:extLst>
          </p:cNvPr>
          <p:cNvSpPr>
            <a:spLocks/>
          </p:cNvSpPr>
          <p:nvPr/>
        </p:nvSpPr>
        <p:spPr>
          <a:xfrm>
            <a:off x="8512290" y="542630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79051-6871-5FDA-B4F2-DC042B5ECE94}"/>
              </a:ext>
            </a:extLst>
          </p:cNvPr>
          <p:cNvSpPr>
            <a:spLocks/>
          </p:cNvSpPr>
          <p:nvPr/>
        </p:nvSpPr>
        <p:spPr>
          <a:xfrm>
            <a:off x="8866439" y="542630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663BCA-4026-825F-76B3-300B482C8CAF}"/>
              </a:ext>
            </a:extLst>
          </p:cNvPr>
          <p:cNvSpPr>
            <a:spLocks/>
          </p:cNvSpPr>
          <p:nvPr/>
        </p:nvSpPr>
        <p:spPr>
          <a:xfrm>
            <a:off x="9220588" y="542630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806351-6F08-4654-E79B-110CD5E51912}"/>
              </a:ext>
            </a:extLst>
          </p:cNvPr>
          <p:cNvSpPr>
            <a:spLocks/>
          </p:cNvSpPr>
          <p:nvPr/>
        </p:nvSpPr>
        <p:spPr>
          <a:xfrm>
            <a:off x="9574737" y="542630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96F0A-D946-7F10-7888-B69D82316177}"/>
              </a:ext>
            </a:extLst>
          </p:cNvPr>
          <p:cNvSpPr>
            <a:spLocks/>
          </p:cNvSpPr>
          <p:nvPr/>
        </p:nvSpPr>
        <p:spPr>
          <a:xfrm>
            <a:off x="8158141" y="5426305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67E7D-389D-A2E7-CFDC-9B9DE4F085DF}"/>
              </a:ext>
            </a:extLst>
          </p:cNvPr>
          <p:cNvSpPr txBox="1"/>
          <p:nvPr/>
        </p:nvSpPr>
        <p:spPr>
          <a:xfrm>
            <a:off x="6710899" y="5014395"/>
            <a:ext cx="775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i="1" dirty="0">
                <a:latin typeface="Arial" panose="020B0604020202020204" pitchFamily="34" charset="0"/>
                <a:cs typeface="Arial" panose="020B0604020202020204" pitchFamily="34" charset="0"/>
              </a:rPr>
              <a:t>MSB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44CABA-1B88-5039-6C11-8689012745E6}"/>
              </a:ext>
            </a:extLst>
          </p:cNvPr>
          <p:cNvSpPr txBox="1"/>
          <p:nvPr/>
        </p:nvSpPr>
        <p:spPr>
          <a:xfrm>
            <a:off x="9677623" y="5014395"/>
            <a:ext cx="775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i="1" dirty="0">
                <a:latin typeface="Arial" panose="020B0604020202020204" pitchFamily="34" charset="0"/>
                <a:cs typeface="Arial" panose="020B0604020202020204" pitchFamily="34" charset="0"/>
              </a:rPr>
              <a:t>LSB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9F5187-B47C-DAC1-877F-130996DAFFF5}"/>
              </a:ext>
            </a:extLst>
          </p:cNvPr>
          <p:cNvCxnSpPr>
            <a:cxnSpLocks/>
          </p:cNvCxnSpPr>
          <p:nvPr/>
        </p:nvCxnSpPr>
        <p:spPr>
          <a:xfrm>
            <a:off x="7375655" y="5183671"/>
            <a:ext cx="23019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C74558-CF27-F1BB-9BD7-9755CA950BFD}"/>
                  </a:ext>
                </a:extLst>
              </p:cNvPr>
              <p:cNvSpPr txBox="1"/>
              <p:nvPr/>
            </p:nvSpPr>
            <p:spPr>
              <a:xfrm>
                <a:off x="6564470" y="5421883"/>
                <a:ext cx="354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C74558-CF27-F1BB-9BD7-9755CA950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470" y="5421883"/>
                <a:ext cx="354149" cy="369332"/>
              </a:xfrm>
              <a:prstGeom prst="rect">
                <a:avLst/>
              </a:prstGeom>
              <a:blipFill>
                <a:blip r:embed="rId3"/>
                <a:stretch>
                  <a:fillRect r="-1551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B8D6718-4FEC-1F2E-6CEA-7F819E966A2B}"/>
              </a:ext>
            </a:extLst>
          </p:cNvPr>
          <p:cNvSpPr>
            <a:spLocks/>
          </p:cNvSpPr>
          <p:nvPr/>
        </p:nvSpPr>
        <p:spPr>
          <a:xfrm>
            <a:off x="2243043" y="5421541"/>
            <a:ext cx="354149" cy="3918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997A23-5632-89EC-7952-A7410A18D741}"/>
              </a:ext>
            </a:extLst>
          </p:cNvPr>
          <p:cNvSpPr>
            <a:spLocks/>
          </p:cNvSpPr>
          <p:nvPr/>
        </p:nvSpPr>
        <p:spPr>
          <a:xfrm>
            <a:off x="2597192" y="5421541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A630FE-0994-5EFB-F40C-B24E4C0E58B3}"/>
              </a:ext>
            </a:extLst>
          </p:cNvPr>
          <p:cNvSpPr>
            <a:spLocks/>
          </p:cNvSpPr>
          <p:nvPr/>
        </p:nvSpPr>
        <p:spPr>
          <a:xfrm>
            <a:off x="2951341" y="5421541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9CFEE1-F54B-D275-2444-03B0ACF6CDC3}"/>
              </a:ext>
            </a:extLst>
          </p:cNvPr>
          <p:cNvSpPr>
            <a:spLocks/>
          </p:cNvSpPr>
          <p:nvPr/>
        </p:nvSpPr>
        <p:spPr>
          <a:xfrm>
            <a:off x="3659639" y="5421541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C96207-5572-BA74-DA01-AD676553B1A4}"/>
              </a:ext>
            </a:extLst>
          </p:cNvPr>
          <p:cNvSpPr>
            <a:spLocks/>
          </p:cNvSpPr>
          <p:nvPr/>
        </p:nvSpPr>
        <p:spPr>
          <a:xfrm>
            <a:off x="4013788" y="5421541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099B57-3084-BEA7-6FF3-6A0E69F01378}"/>
              </a:ext>
            </a:extLst>
          </p:cNvPr>
          <p:cNvSpPr>
            <a:spLocks/>
          </p:cNvSpPr>
          <p:nvPr/>
        </p:nvSpPr>
        <p:spPr>
          <a:xfrm>
            <a:off x="4367937" y="5421541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7A1A2D-7367-9C26-89C2-4EBCB8D3EEE3}"/>
              </a:ext>
            </a:extLst>
          </p:cNvPr>
          <p:cNvSpPr>
            <a:spLocks/>
          </p:cNvSpPr>
          <p:nvPr/>
        </p:nvSpPr>
        <p:spPr>
          <a:xfrm>
            <a:off x="4722086" y="5421541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3FCC96-63D9-F66C-FC04-A520802F5FA3}"/>
              </a:ext>
            </a:extLst>
          </p:cNvPr>
          <p:cNvSpPr>
            <a:spLocks/>
          </p:cNvSpPr>
          <p:nvPr/>
        </p:nvSpPr>
        <p:spPr>
          <a:xfrm>
            <a:off x="3305490" y="5421541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C6EB7C-C966-953C-CDBB-5997827347A2}"/>
              </a:ext>
            </a:extLst>
          </p:cNvPr>
          <p:cNvSpPr txBox="1"/>
          <p:nvPr/>
        </p:nvSpPr>
        <p:spPr>
          <a:xfrm>
            <a:off x="1858248" y="5009631"/>
            <a:ext cx="775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i="1" dirty="0">
                <a:latin typeface="Arial" panose="020B0604020202020204" pitchFamily="34" charset="0"/>
                <a:cs typeface="Arial" panose="020B0604020202020204" pitchFamily="34" charset="0"/>
              </a:rPr>
              <a:t>MSB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190FA-6782-E4A5-C271-0EA2FB0688DB}"/>
              </a:ext>
            </a:extLst>
          </p:cNvPr>
          <p:cNvSpPr txBox="1"/>
          <p:nvPr/>
        </p:nvSpPr>
        <p:spPr>
          <a:xfrm>
            <a:off x="4824972" y="5009631"/>
            <a:ext cx="775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i="1" dirty="0">
                <a:latin typeface="Arial" panose="020B0604020202020204" pitchFamily="34" charset="0"/>
                <a:cs typeface="Arial" panose="020B0604020202020204" pitchFamily="34" charset="0"/>
              </a:rPr>
              <a:t>LSB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226522F-4166-3109-4D7D-FA2D25EA449F}"/>
              </a:ext>
            </a:extLst>
          </p:cNvPr>
          <p:cNvCxnSpPr>
            <a:cxnSpLocks/>
          </p:cNvCxnSpPr>
          <p:nvPr/>
        </p:nvCxnSpPr>
        <p:spPr>
          <a:xfrm>
            <a:off x="2523004" y="5178907"/>
            <a:ext cx="23019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9351DB-ECAC-69F1-786C-758604B103EF}"/>
                  </a:ext>
                </a:extLst>
              </p:cNvPr>
              <p:cNvSpPr txBox="1"/>
              <p:nvPr/>
            </p:nvSpPr>
            <p:spPr>
              <a:xfrm>
                <a:off x="1711819" y="5417119"/>
                <a:ext cx="354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9351DB-ECAC-69F1-786C-758604B10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819" y="5417119"/>
                <a:ext cx="354149" cy="369332"/>
              </a:xfrm>
              <a:prstGeom prst="rect">
                <a:avLst/>
              </a:prstGeom>
              <a:blipFill>
                <a:blip r:embed="rId4"/>
                <a:stretch>
                  <a:fillRect r="-1551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720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D009-5699-B2ED-1BEC-98DE3261B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STDP-DIP: Algorithm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1BE5-5E6D-9F66-3B7B-0CE4CF392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825625"/>
            <a:ext cx="5567680" cy="4351338"/>
          </a:xfrm>
        </p:spPr>
        <p:txBody>
          <a:bodyPr/>
          <a:lstStyle/>
          <a:p>
            <a:r>
              <a:rPr lang="en-US" sz="2000" dirty="0"/>
              <a:t>Brief lateral inhibition triggered by each spike</a:t>
            </a:r>
          </a:p>
          <a:p>
            <a:endParaRPr lang="en-US" sz="1600" dirty="0"/>
          </a:p>
          <a:p>
            <a:r>
              <a:rPr lang="en-US" sz="2000" dirty="0"/>
              <a:t>Healthy competition and diverse feature learning</a:t>
            </a:r>
            <a:endParaRPr lang="en-SG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7F344-86C2-5C02-2DEC-978EC5C2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EDA8A5-11CB-6198-56DF-3C1399DD894D}"/>
              </a:ext>
            </a:extLst>
          </p:cNvPr>
          <p:cNvGrpSpPr>
            <a:grpSpLocks noChangeAspect="1"/>
          </p:cNvGrpSpPr>
          <p:nvPr/>
        </p:nvGrpSpPr>
        <p:grpSpPr>
          <a:xfrm>
            <a:off x="838200" y="2211735"/>
            <a:ext cx="5179486" cy="3767037"/>
            <a:chOff x="664572" y="1442996"/>
            <a:chExt cx="7488828" cy="54466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878737-BA6E-1B29-9A1E-62E05B6472D5}"/>
                </a:ext>
              </a:extLst>
            </p:cNvPr>
            <p:cNvSpPr/>
            <p:nvPr/>
          </p:nvSpPr>
          <p:spPr>
            <a:xfrm>
              <a:off x="5865544" y="4893517"/>
              <a:ext cx="461350" cy="245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1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3E63CFE-037D-1370-8DAD-18F16CB36B60}"/>
                </a:ext>
              </a:extLst>
            </p:cNvPr>
            <p:cNvSpPr/>
            <p:nvPr/>
          </p:nvSpPr>
          <p:spPr>
            <a:xfrm flipV="1">
              <a:off x="664572" y="3086269"/>
              <a:ext cx="1490872" cy="1442962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solidFill>
              <a:srgbClr val="FFFFFF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DD2E35E-5C05-89A3-72D9-91BCCF3CA802}"/>
                </a:ext>
              </a:extLst>
            </p:cNvPr>
            <p:cNvSpPr/>
            <p:nvPr/>
          </p:nvSpPr>
          <p:spPr>
            <a:xfrm flipV="1">
              <a:off x="664572" y="3334168"/>
              <a:ext cx="1490872" cy="1010332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D00AA70-CAC2-CF17-9D91-864D50F5E557}"/>
                </a:ext>
              </a:extLst>
            </p:cNvPr>
            <p:cNvSpPr/>
            <p:nvPr/>
          </p:nvSpPr>
          <p:spPr>
            <a:xfrm flipV="1">
              <a:off x="5549131" y="3160950"/>
              <a:ext cx="2604269" cy="1209252"/>
            </a:xfrm>
            <a:custGeom>
              <a:avLst/>
              <a:gdLst>
                <a:gd name="connsiteX0" fmla="*/ 166 w 2337778"/>
                <a:gd name="connsiteY0" fmla="*/ -365 h 1482183"/>
                <a:gd name="connsiteX1" fmla="*/ 2337945 w 2337778"/>
                <a:gd name="connsiteY1" fmla="*/ -365 h 1482183"/>
                <a:gd name="connsiteX2" fmla="*/ 2337945 w 2337778"/>
                <a:gd name="connsiteY2" fmla="*/ 1481818 h 1482183"/>
                <a:gd name="connsiteX3" fmla="*/ 166 w 2337778"/>
                <a:gd name="connsiteY3" fmla="*/ 1481818 h 14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7778" h="1482183">
                  <a:moveTo>
                    <a:pt x="166" y="-365"/>
                  </a:moveTo>
                  <a:lnTo>
                    <a:pt x="2337945" y="-365"/>
                  </a:lnTo>
                  <a:lnTo>
                    <a:pt x="2337945" y="1481818"/>
                  </a:lnTo>
                  <a:lnTo>
                    <a:pt x="166" y="148181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BB0E430-CDA2-E1F5-1712-2679B5EB59FA}"/>
                </a:ext>
              </a:extLst>
            </p:cNvPr>
            <p:cNvSpPr/>
            <p:nvPr/>
          </p:nvSpPr>
          <p:spPr>
            <a:xfrm flipV="1">
              <a:off x="3068983" y="1442996"/>
              <a:ext cx="1472653" cy="4557538"/>
            </a:xfrm>
            <a:custGeom>
              <a:avLst/>
              <a:gdLst>
                <a:gd name="connsiteX0" fmla="*/ 89 w 1335070"/>
                <a:gd name="connsiteY0" fmla="*/ -362 h 4131749"/>
                <a:gd name="connsiteX1" fmla="*/ 1335160 w 1335070"/>
                <a:gd name="connsiteY1" fmla="*/ -362 h 4131749"/>
                <a:gd name="connsiteX2" fmla="*/ 1335160 w 1335070"/>
                <a:gd name="connsiteY2" fmla="*/ 4131388 h 4131749"/>
                <a:gd name="connsiteX3" fmla="*/ 89 w 1335070"/>
                <a:gd name="connsiteY3" fmla="*/ 4131388 h 4131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070" h="4131749">
                  <a:moveTo>
                    <a:pt x="89" y="-362"/>
                  </a:moveTo>
                  <a:lnTo>
                    <a:pt x="1335160" y="-362"/>
                  </a:lnTo>
                  <a:lnTo>
                    <a:pt x="1335160" y="4131388"/>
                  </a:lnTo>
                  <a:lnTo>
                    <a:pt x="89" y="413138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1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14CED3F-1671-01B7-F7B1-FF45D0FD011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519153" y="5016072"/>
              <a:ext cx="581269" cy="581282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6DCE64-3FFC-523B-8EFA-F8F4CE80F567}"/>
                </a:ext>
              </a:extLst>
            </p:cNvPr>
            <p:cNvSpPr txBox="1"/>
            <p:nvPr/>
          </p:nvSpPr>
          <p:spPr>
            <a:xfrm>
              <a:off x="3638695" y="3023393"/>
              <a:ext cx="309404" cy="2381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50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36650D5-4479-E07A-7060-7DC80EA43D24}"/>
                </a:ext>
              </a:extLst>
            </p:cNvPr>
            <p:cNvSpPr/>
            <p:nvPr/>
          </p:nvSpPr>
          <p:spPr>
            <a:xfrm flipV="1">
              <a:off x="866096" y="3430149"/>
              <a:ext cx="1143244" cy="625885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18DB969-8303-C290-AD17-55647564AD50}"/>
                </a:ext>
              </a:extLst>
            </p:cNvPr>
            <p:cNvSpPr/>
            <p:nvPr/>
          </p:nvSpPr>
          <p:spPr>
            <a:xfrm flipV="1">
              <a:off x="866096" y="3423045"/>
              <a:ext cx="1143244" cy="632988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noFill/>
            <a:ln w="11705" cap="flat">
              <a:solidFill>
                <a:srgbClr val="7F7F7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15CC9A-EC56-E6D4-B7F1-9D0444F2FA26}"/>
                </a:ext>
              </a:extLst>
            </p:cNvPr>
            <p:cNvSpPr txBox="1"/>
            <p:nvPr/>
          </p:nvSpPr>
          <p:spPr>
            <a:xfrm>
              <a:off x="1146341" y="3446435"/>
              <a:ext cx="259882" cy="281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7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8E45E5-9B10-9247-38C8-01E98BA04DBF}"/>
                </a:ext>
              </a:extLst>
            </p:cNvPr>
            <p:cNvSpPr txBox="1"/>
            <p:nvPr/>
          </p:nvSpPr>
          <p:spPr>
            <a:xfrm>
              <a:off x="864293" y="3530600"/>
              <a:ext cx="1245283" cy="346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Input Spikes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F3BAF9-7A45-41E0-6581-4FCE67A76C8E}"/>
                </a:ext>
              </a:extLst>
            </p:cNvPr>
            <p:cNvSpPr txBox="1"/>
            <p:nvPr/>
          </p:nvSpPr>
          <p:spPr>
            <a:xfrm>
              <a:off x="1068831" y="3664016"/>
              <a:ext cx="259882" cy="281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7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E80FB5-FD4F-44E1-4DAB-339DE26BD19D}"/>
                </a:ext>
              </a:extLst>
            </p:cNvPr>
            <p:cNvSpPr txBox="1"/>
            <p:nvPr/>
          </p:nvSpPr>
          <p:spPr>
            <a:xfrm>
              <a:off x="1185063" y="3664016"/>
              <a:ext cx="259882" cy="281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7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1B0407-4E97-960A-EC35-3B0239FC8903}"/>
                </a:ext>
              </a:extLst>
            </p:cNvPr>
            <p:cNvSpPr txBox="1"/>
            <p:nvPr/>
          </p:nvSpPr>
          <p:spPr>
            <a:xfrm>
              <a:off x="1502558" y="3664016"/>
              <a:ext cx="259882" cy="281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7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9F9AC70-2736-92AA-2F36-48FC3121A7B0}"/>
                </a:ext>
              </a:extLst>
            </p:cNvPr>
            <p:cNvSpPr/>
            <p:nvPr/>
          </p:nvSpPr>
          <p:spPr>
            <a:xfrm flipV="1">
              <a:off x="2010780" y="2098684"/>
              <a:ext cx="1501142" cy="1634149"/>
            </a:xfrm>
            <a:custGeom>
              <a:avLst/>
              <a:gdLst>
                <a:gd name="connsiteX0" fmla="*/ 4511 w 1681252"/>
                <a:gd name="connsiteY0" fmla="*/ -530 h 1960706"/>
                <a:gd name="connsiteX1" fmla="*/ 1645360 w 1681252"/>
                <a:gd name="connsiteY1" fmla="*/ 1913800 h 1960706"/>
                <a:gd name="connsiteX2" fmla="*/ 1640910 w 1681252"/>
                <a:gd name="connsiteY2" fmla="*/ 1917548 h 1960706"/>
                <a:gd name="connsiteX3" fmla="*/ 61 w 1681252"/>
                <a:gd name="connsiteY3" fmla="*/ 3335 h 1960706"/>
                <a:gd name="connsiteX4" fmla="*/ 1662224 w 1681252"/>
                <a:gd name="connsiteY4" fmla="*/ 1883936 h 1960706"/>
                <a:gd name="connsiteX5" fmla="*/ 1681313 w 1681252"/>
                <a:gd name="connsiteY5" fmla="*/ 1960177 h 1960706"/>
                <a:gd name="connsiteX6" fmla="*/ 1608821 w 1681252"/>
                <a:gd name="connsiteY6" fmla="*/ 1929611 h 1960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252" h="1960706">
                  <a:moveTo>
                    <a:pt x="4511" y="-530"/>
                  </a:moveTo>
                  <a:lnTo>
                    <a:pt x="1645360" y="1913800"/>
                  </a:lnTo>
                  <a:lnTo>
                    <a:pt x="1640910" y="1917548"/>
                  </a:lnTo>
                  <a:lnTo>
                    <a:pt x="61" y="3335"/>
                  </a:lnTo>
                  <a:close/>
                  <a:moveTo>
                    <a:pt x="1662224" y="1883936"/>
                  </a:moveTo>
                  <a:lnTo>
                    <a:pt x="1681313" y="1960177"/>
                  </a:lnTo>
                  <a:lnTo>
                    <a:pt x="1608821" y="192961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CDB6DD7-6D28-7206-333A-42583D289C22}"/>
                </a:ext>
              </a:extLst>
            </p:cNvPr>
            <p:cNvSpPr/>
            <p:nvPr/>
          </p:nvSpPr>
          <p:spPr>
            <a:xfrm>
              <a:off x="2011182" y="3732834"/>
              <a:ext cx="1526044" cy="1496328"/>
            </a:xfrm>
            <a:custGeom>
              <a:avLst/>
              <a:gdLst>
                <a:gd name="connsiteX0" fmla="*/ 3691 w 1680783"/>
                <a:gd name="connsiteY0" fmla="*/ -465 h 1311081"/>
                <a:gd name="connsiteX1" fmla="*/ 1636460 w 1680783"/>
                <a:gd name="connsiteY1" fmla="*/ 1272320 h 1311081"/>
                <a:gd name="connsiteX2" fmla="*/ 1632829 w 1680783"/>
                <a:gd name="connsiteY2" fmla="*/ 1276887 h 1311081"/>
                <a:gd name="connsiteX3" fmla="*/ 61 w 1680783"/>
                <a:gd name="connsiteY3" fmla="*/ 4103 h 1311081"/>
                <a:gd name="connsiteX4" fmla="*/ 1647000 w 1680783"/>
                <a:gd name="connsiteY4" fmla="*/ 1239646 h 1311081"/>
                <a:gd name="connsiteX5" fmla="*/ 1680845 w 1680783"/>
                <a:gd name="connsiteY5" fmla="*/ 1310616 h 1311081"/>
                <a:gd name="connsiteX6" fmla="*/ 1603786 w 1680783"/>
                <a:gd name="connsiteY6" fmla="*/ 1295040 h 1311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783" h="1311081">
                  <a:moveTo>
                    <a:pt x="3691" y="-465"/>
                  </a:moveTo>
                  <a:lnTo>
                    <a:pt x="1636460" y="1272320"/>
                  </a:lnTo>
                  <a:lnTo>
                    <a:pt x="1632829" y="1276887"/>
                  </a:lnTo>
                  <a:lnTo>
                    <a:pt x="61" y="4103"/>
                  </a:lnTo>
                  <a:close/>
                  <a:moveTo>
                    <a:pt x="1647000" y="1239646"/>
                  </a:moveTo>
                  <a:lnTo>
                    <a:pt x="1680845" y="1310616"/>
                  </a:lnTo>
                  <a:lnTo>
                    <a:pt x="1603786" y="129504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AE9987-E799-C3A5-70C3-1DECCFCEA106}"/>
                </a:ext>
              </a:extLst>
            </p:cNvPr>
            <p:cNvSpPr/>
            <p:nvPr/>
          </p:nvSpPr>
          <p:spPr>
            <a:xfrm flipV="1">
              <a:off x="5639815" y="3271441"/>
              <a:ext cx="2429987" cy="1007618"/>
            </a:xfrm>
            <a:custGeom>
              <a:avLst/>
              <a:gdLst>
                <a:gd name="connsiteX0" fmla="*/ 150 w 1036436"/>
                <a:gd name="connsiteY0" fmla="*/ -375 h 913481"/>
                <a:gd name="connsiteX1" fmla="*/ 1036587 w 1036436"/>
                <a:gd name="connsiteY1" fmla="*/ -375 h 913481"/>
                <a:gd name="connsiteX2" fmla="*/ 1036587 w 1036436"/>
                <a:gd name="connsiteY2" fmla="*/ 913107 h 913481"/>
                <a:gd name="connsiteX3" fmla="*/ 150 w 1036436"/>
                <a:gd name="connsiteY3" fmla="*/ 91310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150" y="-375"/>
                  </a:moveTo>
                  <a:lnTo>
                    <a:pt x="1036587" y="-375"/>
                  </a:lnTo>
                  <a:lnTo>
                    <a:pt x="1036587" y="913107"/>
                  </a:lnTo>
                  <a:lnTo>
                    <a:pt x="150" y="91310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solidFill>
                <a:srgbClr val="86868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2A423E-014F-CC0D-1EA6-BDD300755FF7}"/>
                </a:ext>
              </a:extLst>
            </p:cNvPr>
            <p:cNvSpPr txBox="1"/>
            <p:nvPr/>
          </p:nvSpPr>
          <p:spPr>
            <a:xfrm>
              <a:off x="5626567" y="3341330"/>
              <a:ext cx="1169741" cy="779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Label Counting (Output)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6394F4-3B06-60CD-8F2C-23EA836B7775}"/>
                </a:ext>
              </a:extLst>
            </p:cNvPr>
            <p:cNvSpPr/>
            <p:nvPr/>
          </p:nvSpPr>
          <p:spPr>
            <a:xfrm flipV="1">
              <a:off x="4084877" y="2093982"/>
              <a:ext cx="1554937" cy="1687401"/>
            </a:xfrm>
            <a:custGeom>
              <a:avLst/>
              <a:gdLst>
                <a:gd name="connsiteX0" fmla="*/ 2807 w 1528304"/>
                <a:gd name="connsiteY0" fmla="*/ 783853 h 784306"/>
                <a:gd name="connsiteX1" fmla="*/ 1477592 w 1528304"/>
                <a:gd name="connsiteY1" fmla="*/ 28825 h 784306"/>
                <a:gd name="connsiteX2" fmla="*/ 1475016 w 1528304"/>
                <a:gd name="connsiteY2" fmla="*/ 23555 h 784306"/>
                <a:gd name="connsiteX3" fmla="*/ 114 w 1528304"/>
                <a:gd name="connsiteY3" fmla="*/ 778583 h 784306"/>
                <a:gd name="connsiteX4" fmla="*/ 1481925 w 1528304"/>
                <a:gd name="connsiteY4" fmla="*/ 62788 h 784306"/>
                <a:gd name="connsiteX5" fmla="*/ 1528418 w 1528304"/>
                <a:gd name="connsiteY5" fmla="*/ -453 h 784306"/>
                <a:gd name="connsiteX6" fmla="*/ 1449837 w 1528304"/>
                <a:gd name="connsiteY6" fmla="*/ 249 h 784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8304" h="784306">
                  <a:moveTo>
                    <a:pt x="2807" y="783853"/>
                  </a:moveTo>
                  <a:lnTo>
                    <a:pt x="1477592" y="28825"/>
                  </a:lnTo>
                  <a:lnTo>
                    <a:pt x="1475016" y="23555"/>
                  </a:lnTo>
                  <a:lnTo>
                    <a:pt x="114" y="778583"/>
                  </a:lnTo>
                  <a:close/>
                  <a:moveTo>
                    <a:pt x="1481925" y="62788"/>
                  </a:moveTo>
                  <a:lnTo>
                    <a:pt x="1528418" y="-453"/>
                  </a:lnTo>
                  <a:lnTo>
                    <a:pt x="1449837" y="249"/>
                  </a:lnTo>
                  <a:close/>
                </a:path>
              </a:pathLst>
            </a:custGeom>
            <a:solidFill>
              <a:srgbClr val="385723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548743C-CCB3-AE0D-C11D-E885EC5FA0BA}"/>
                </a:ext>
              </a:extLst>
            </p:cNvPr>
            <p:cNvSpPr/>
            <p:nvPr/>
          </p:nvSpPr>
          <p:spPr>
            <a:xfrm flipV="1">
              <a:off x="4095701" y="3634174"/>
              <a:ext cx="1548253" cy="165274"/>
            </a:xfrm>
            <a:custGeom>
              <a:avLst/>
              <a:gdLst>
                <a:gd name="connsiteX0" fmla="*/ 699 w 1527250"/>
                <a:gd name="connsiteY0" fmla="*/ 163338 h 163723"/>
                <a:gd name="connsiteX1" fmla="*/ 1469277 w 1527250"/>
                <a:gd name="connsiteY1" fmla="*/ 36622 h 163723"/>
                <a:gd name="connsiteX2" fmla="*/ 1468809 w 1527250"/>
                <a:gd name="connsiteY2" fmla="*/ 30766 h 163723"/>
                <a:gd name="connsiteX3" fmla="*/ 114 w 1527250"/>
                <a:gd name="connsiteY3" fmla="*/ 157483 h 163723"/>
                <a:gd name="connsiteX4" fmla="*/ 1460377 w 1527250"/>
                <a:gd name="connsiteY4" fmla="*/ 69648 h 163723"/>
                <a:gd name="connsiteX5" fmla="*/ 1527364 w 1527250"/>
                <a:gd name="connsiteY5" fmla="*/ 28658 h 163723"/>
                <a:gd name="connsiteX6" fmla="*/ 1454404 w 1527250"/>
                <a:gd name="connsiteY6" fmla="*/ -386 h 163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250" h="163723">
                  <a:moveTo>
                    <a:pt x="699" y="163338"/>
                  </a:moveTo>
                  <a:lnTo>
                    <a:pt x="1469277" y="36622"/>
                  </a:lnTo>
                  <a:lnTo>
                    <a:pt x="1468809" y="30766"/>
                  </a:lnTo>
                  <a:lnTo>
                    <a:pt x="114" y="157483"/>
                  </a:lnTo>
                  <a:close/>
                  <a:moveTo>
                    <a:pt x="1460377" y="69648"/>
                  </a:moveTo>
                  <a:lnTo>
                    <a:pt x="1527364" y="28658"/>
                  </a:lnTo>
                  <a:lnTo>
                    <a:pt x="1454404" y="-386"/>
                  </a:lnTo>
                  <a:close/>
                </a:path>
              </a:pathLst>
            </a:custGeom>
            <a:solidFill>
              <a:srgbClr val="385723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37E26A-9381-8406-59E6-178324F263BF}"/>
                </a:ext>
              </a:extLst>
            </p:cNvPr>
            <p:cNvSpPr/>
            <p:nvPr/>
          </p:nvSpPr>
          <p:spPr>
            <a:xfrm rot="5400000" flipV="1">
              <a:off x="2680255" y="4325604"/>
              <a:ext cx="170001" cy="161422"/>
            </a:xfrm>
            <a:custGeom>
              <a:avLst/>
              <a:gdLst>
                <a:gd name="connsiteX0" fmla="*/ 63 w 154118"/>
                <a:gd name="connsiteY0" fmla="*/ -555 h 146341"/>
                <a:gd name="connsiteX1" fmla="*/ 60843 w 154118"/>
                <a:gd name="connsiteY1" fmla="*/ 50858 h 146341"/>
                <a:gd name="connsiteX2" fmla="*/ 31683 w 154118"/>
                <a:gd name="connsiteY2" fmla="*/ 145251 h 146341"/>
                <a:gd name="connsiteX3" fmla="*/ 98436 w 154118"/>
                <a:gd name="connsiteY3" fmla="*/ 91614 h 146341"/>
                <a:gd name="connsiteX4" fmla="*/ 154181 w 154118"/>
                <a:gd name="connsiteY4" fmla="*/ 143495 h 146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118" h="146341">
                  <a:moveTo>
                    <a:pt x="63" y="-555"/>
                  </a:moveTo>
                  <a:cubicBezTo>
                    <a:pt x="27818" y="13031"/>
                    <a:pt x="55573" y="26615"/>
                    <a:pt x="60843" y="50858"/>
                  </a:cubicBezTo>
                  <a:cubicBezTo>
                    <a:pt x="66113" y="75218"/>
                    <a:pt x="25359" y="138459"/>
                    <a:pt x="31683" y="145251"/>
                  </a:cubicBezTo>
                  <a:cubicBezTo>
                    <a:pt x="37890" y="152044"/>
                    <a:pt x="78059" y="91965"/>
                    <a:pt x="98436" y="91614"/>
                  </a:cubicBezTo>
                  <a:cubicBezTo>
                    <a:pt x="118814" y="91379"/>
                    <a:pt x="143875" y="135765"/>
                    <a:pt x="154181" y="14349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59D04D-FD48-2279-BB06-E33C818E2355}"/>
                </a:ext>
              </a:extLst>
            </p:cNvPr>
            <p:cNvSpPr/>
            <p:nvPr/>
          </p:nvSpPr>
          <p:spPr>
            <a:xfrm rot="20996024" flipV="1">
              <a:off x="2611989" y="2744725"/>
              <a:ext cx="170518" cy="161290"/>
            </a:xfrm>
            <a:custGeom>
              <a:avLst/>
              <a:gdLst>
                <a:gd name="connsiteX0" fmla="*/ 63 w 154587"/>
                <a:gd name="connsiteY0" fmla="*/ -515 h 146222"/>
                <a:gd name="connsiteX1" fmla="*/ 61078 w 154587"/>
                <a:gd name="connsiteY1" fmla="*/ 50780 h 146222"/>
                <a:gd name="connsiteX2" fmla="*/ 32151 w 154587"/>
                <a:gd name="connsiteY2" fmla="*/ 145174 h 146222"/>
                <a:gd name="connsiteX3" fmla="*/ 98787 w 154587"/>
                <a:gd name="connsiteY3" fmla="*/ 91301 h 146222"/>
                <a:gd name="connsiteX4" fmla="*/ 154650 w 154587"/>
                <a:gd name="connsiteY4" fmla="*/ 143065 h 14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587" h="146222">
                  <a:moveTo>
                    <a:pt x="63" y="-515"/>
                  </a:moveTo>
                  <a:cubicBezTo>
                    <a:pt x="27935" y="12953"/>
                    <a:pt x="55691" y="26421"/>
                    <a:pt x="61078" y="50780"/>
                  </a:cubicBezTo>
                  <a:cubicBezTo>
                    <a:pt x="66348" y="75022"/>
                    <a:pt x="25944" y="138381"/>
                    <a:pt x="32151" y="145174"/>
                  </a:cubicBezTo>
                  <a:cubicBezTo>
                    <a:pt x="38475" y="151966"/>
                    <a:pt x="78410" y="91653"/>
                    <a:pt x="98787" y="91301"/>
                  </a:cubicBezTo>
                  <a:cubicBezTo>
                    <a:pt x="119165" y="90950"/>
                    <a:pt x="144461" y="135336"/>
                    <a:pt x="154650" y="14306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30FD94-D4B2-CA77-1548-7346D5C2DA41}"/>
                </a:ext>
              </a:extLst>
            </p:cNvPr>
            <p:cNvSpPr/>
            <p:nvPr/>
          </p:nvSpPr>
          <p:spPr>
            <a:xfrm rot="1464180" flipV="1">
              <a:off x="2646798" y="3534732"/>
              <a:ext cx="191445" cy="154379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3CDC0D-1F60-9D50-B610-293B83BFFDD9}"/>
                </a:ext>
              </a:extLst>
            </p:cNvPr>
            <p:cNvSpPr/>
            <p:nvPr/>
          </p:nvSpPr>
          <p:spPr>
            <a:xfrm rot="1395994" flipV="1">
              <a:off x="4778890" y="2687227"/>
              <a:ext cx="225419" cy="115000"/>
            </a:xfrm>
            <a:custGeom>
              <a:avLst/>
              <a:gdLst>
                <a:gd name="connsiteX0" fmla="*/ 113 w 204359"/>
                <a:gd name="connsiteY0" fmla="*/ 51763 h 104256"/>
                <a:gd name="connsiteX1" fmla="*/ 76119 w 204359"/>
                <a:gd name="connsiteY1" fmla="*/ 28340 h 104256"/>
                <a:gd name="connsiteX2" fmla="*/ 139945 w 204359"/>
                <a:gd name="connsiteY2" fmla="*/ 103761 h 104256"/>
                <a:gd name="connsiteX3" fmla="*/ 130693 w 204359"/>
                <a:gd name="connsiteY3" fmla="*/ 18502 h 104256"/>
                <a:gd name="connsiteX4" fmla="*/ 204473 w 204359"/>
                <a:gd name="connsiteY4" fmla="*/ -470 h 10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359" h="104256">
                  <a:moveTo>
                    <a:pt x="113" y="51763"/>
                  </a:moveTo>
                  <a:cubicBezTo>
                    <a:pt x="26464" y="35718"/>
                    <a:pt x="52814" y="19674"/>
                    <a:pt x="76119" y="28340"/>
                  </a:cubicBezTo>
                  <a:cubicBezTo>
                    <a:pt x="99424" y="37006"/>
                    <a:pt x="130810" y="105284"/>
                    <a:pt x="139945" y="103761"/>
                  </a:cubicBezTo>
                  <a:cubicBezTo>
                    <a:pt x="149079" y="102121"/>
                    <a:pt x="120036" y="35953"/>
                    <a:pt x="130693" y="18502"/>
                  </a:cubicBezTo>
                  <a:cubicBezTo>
                    <a:pt x="141467" y="1170"/>
                    <a:pt x="192411" y="3980"/>
                    <a:pt x="204473" y="-470"/>
                  </a:cubicBez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776174-E3D2-6A1F-E16B-B639F5A8F0A9}"/>
                </a:ext>
              </a:extLst>
            </p:cNvPr>
            <p:cNvSpPr txBox="1"/>
            <p:nvPr/>
          </p:nvSpPr>
          <p:spPr>
            <a:xfrm>
              <a:off x="1502152" y="2125550"/>
              <a:ext cx="1252047" cy="36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 dirty="0">
                  <a:ln/>
                  <a:solidFill>
                    <a:srgbClr val="4472C4"/>
                  </a:solidFill>
                  <a:latin typeface="Arial"/>
                  <a:cs typeface="Arial"/>
                  <a:sym typeface="Arial"/>
                  <a:rtl val="0"/>
                </a:rPr>
                <a:t>Input Spike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6E79CBF-86C3-0987-579F-692C9CBE35D2}"/>
                </a:ext>
              </a:extLst>
            </p:cNvPr>
            <p:cNvSpPr/>
            <p:nvPr/>
          </p:nvSpPr>
          <p:spPr>
            <a:xfrm flipV="1">
              <a:off x="2276976" y="2381755"/>
              <a:ext cx="346073" cy="385350"/>
            </a:xfrm>
            <a:custGeom>
              <a:avLst/>
              <a:gdLst>
                <a:gd name="connsiteX0" fmla="*/ 313798 w 313741"/>
                <a:gd name="connsiteY0" fmla="*/ -592 h 349348"/>
                <a:gd name="connsiteX1" fmla="*/ 56 w 313741"/>
                <a:gd name="connsiteY1" fmla="*/ 348757 h 34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741" h="349348">
                  <a:moveTo>
                    <a:pt x="313798" y="-592"/>
                  </a:moveTo>
                  <a:lnTo>
                    <a:pt x="56" y="348757"/>
                  </a:lnTo>
                </a:path>
              </a:pathLst>
            </a:custGeom>
            <a:noFill/>
            <a:ln w="5853" cap="flat">
              <a:solidFill>
                <a:srgbClr val="4472C4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285962A-C553-DCB2-8203-1ECC1F414C0C}"/>
                </a:ext>
              </a:extLst>
            </p:cNvPr>
            <p:cNvSpPr/>
            <p:nvPr/>
          </p:nvSpPr>
          <p:spPr>
            <a:xfrm flipH="1" flipV="1">
              <a:off x="4783229" y="3714484"/>
              <a:ext cx="155035" cy="246847"/>
            </a:xfrm>
            <a:custGeom>
              <a:avLst/>
              <a:gdLst>
                <a:gd name="connsiteX0" fmla="*/ 121 w 201197"/>
                <a:gd name="connsiteY0" fmla="*/ -363 h 201083"/>
                <a:gd name="connsiteX1" fmla="*/ 201318 w 201197"/>
                <a:gd name="connsiteY1" fmla="*/ 200721 h 20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197" h="201083">
                  <a:moveTo>
                    <a:pt x="121" y="-363"/>
                  </a:moveTo>
                  <a:lnTo>
                    <a:pt x="201318" y="200721"/>
                  </a:ln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D7106CC-A7A1-2034-924A-B3F1D65D73DA}"/>
                </a:ext>
              </a:extLst>
            </p:cNvPr>
            <p:cNvSpPr txBox="1"/>
            <p:nvPr/>
          </p:nvSpPr>
          <p:spPr>
            <a:xfrm>
              <a:off x="4900602" y="2040819"/>
              <a:ext cx="1716604" cy="36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C00000"/>
                  </a:solidFill>
                  <a:latin typeface="Arial"/>
                  <a:cs typeface="Arial"/>
                  <a:sym typeface="Arial"/>
                  <a:rtl val="0"/>
                </a:rPr>
                <a:t>Lateral Inhibition</a:t>
              </a: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6407FBB-0012-262D-6205-9EBC57530305}"/>
                </a:ext>
              </a:extLst>
            </p:cNvPr>
            <p:cNvSpPr/>
            <p:nvPr/>
          </p:nvSpPr>
          <p:spPr>
            <a:xfrm flipV="1">
              <a:off x="4408425" y="2225496"/>
              <a:ext cx="618598" cy="377943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C00000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A7CE591-1716-AF86-836E-4364E6D8582B}"/>
                </a:ext>
              </a:extLst>
            </p:cNvPr>
            <p:cNvSpPr/>
            <p:nvPr/>
          </p:nvSpPr>
          <p:spPr>
            <a:xfrm rot="340039" flipV="1">
              <a:off x="4656080" y="3556596"/>
              <a:ext cx="232395" cy="102236"/>
            </a:xfrm>
            <a:custGeom>
              <a:avLst/>
              <a:gdLst>
                <a:gd name="connsiteX0" fmla="*/ 114 w 210683"/>
                <a:gd name="connsiteY0" fmla="*/ 13582 h 92684"/>
                <a:gd name="connsiteX1" fmla="*/ 79281 w 210683"/>
                <a:gd name="connsiteY1" fmla="*/ 5735 h 92684"/>
                <a:gd name="connsiteX2" fmla="*/ 126828 w 210683"/>
                <a:gd name="connsiteY2" fmla="*/ 92282 h 92684"/>
                <a:gd name="connsiteX3" fmla="*/ 134675 w 210683"/>
                <a:gd name="connsiteY3" fmla="*/ 7024 h 92684"/>
                <a:gd name="connsiteX4" fmla="*/ 210797 w 210683"/>
                <a:gd name="connsiteY4" fmla="*/ 3042 h 9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683" h="92684">
                  <a:moveTo>
                    <a:pt x="114" y="13582"/>
                  </a:moveTo>
                  <a:cubicBezTo>
                    <a:pt x="29157" y="3042"/>
                    <a:pt x="58201" y="-7382"/>
                    <a:pt x="79281" y="5735"/>
                  </a:cubicBezTo>
                  <a:cubicBezTo>
                    <a:pt x="100361" y="18852"/>
                    <a:pt x="117576" y="92048"/>
                    <a:pt x="126828" y="92282"/>
                  </a:cubicBezTo>
                  <a:cubicBezTo>
                    <a:pt x="136080" y="92516"/>
                    <a:pt x="120739" y="21897"/>
                    <a:pt x="134675" y="7024"/>
                  </a:cubicBezTo>
                  <a:cubicBezTo>
                    <a:pt x="148728" y="-7850"/>
                    <a:pt x="198032" y="5032"/>
                    <a:pt x="210797" y="3042"/>
                  </a:cubicBez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254F702-0B36-A20B-4EE6-B20ED7F51961}"/>
                </a:ext>
              </a:extLst>
            </p:cNvPr>
            <p:cNvSpPr txBox="1"/>
            <p:nvPr/>
          </p:nvSpPr>
          <p:spPr>
            <a:xfrm>
              <a:off x="882571" y="4017559"/>
              <a:ext cx="1204691" cy="346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Input Signal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58618BB-2845-DC27-411A-ECE9BE15E0FD}"/>
                </a:ext>
              </a:extLst>
            </p:cNvPr>
            <p:cNvSpPr txBox="1"/>
            <p:nvPr/>
          </p:nvSpPr>
          <p:spPr>
            <a:xfrm>
              <a:off x="5403729" y="2401591"/>
              <a:ext cx="1405395" cy="3680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chemeClr val="accent6">
                      <a:lumMod val="75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Output Spike</a:t>
              </a: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BAE86C6-E172-CEC9-693E-ED5121787955}"/>
                </a:ext>
              </a:extLst>
            </p:cNvPr>
            <p:cNvSpPr/>
            <p:nvPr/>
          </p:nvSpPr>
          <p:spPr>
            <a:xfrm rot="403161" flipV="1">
              <a:off x="5040557" y="2559630"/>
              <a:ext cx="465309" cy="258645"/>
            </a:xfrm>
            <a:custGeom>
              <a:avLst/>
              <a:gdLst>
                <a:gd name="connsiteX0" fmla="*/ 120 w 400404"/>
                <a:gd name="connsiteY0" fmla="*/ -523 h 424300"/>
                <a:gd name="connsiteX1" fmla="*/ 400524 w 400404"/>
                <a:gd name="connsiteY1" fmla="*/ 423778 h 42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0404" h="424300">
                  <a:moveTo>
                    <a:pt x="120" y="-523"/>
                  </a:moveTo>
                  <a:lnTo>
                    <a:pt x="400524" y="423778"/>
                  </a:ln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1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2195BCD-5036-55C2-2825-F62889E52DF0}"/>
                </a:ext>
              </a:extLst>
            </p:cNvPr>
            <p:cNvSpPr/>
            <p:nvPr/>
          </p:nvSpPr>
          <p:spPr>
            <a:xfrm flipV="1">
              <a:off x="4331510" y="2592715"/>
              <a:ext cx="107650" cy="232655"/>
            </a:xfrm>
            <a:custGeom>
              <a:avLst/>
              <a:gdLst>
                <a:gd name="connsiteX0" fmla="*/ 10321 w 97593"/>
                <a:gd name="connsiteY0" fmla="*/ 210364 h 210920"/>
                <a:gd name="connsiteX1" fmla="*/ 7979 w 97593"/>
                <a:gd name="connsiteY1" fmla="*/ 130844 h 210920"/>
                <a:gd name="connsiteX2" fmla="*/ 97687 w 97593"/>
                <a:gd name="connsiteY2" fmla="*/ 89503 h 210920"/>
                <a:gd name="connsiteX3" fmla="*/ 13132 w 97593"/>
                <a:gd name="connsiteY3" fmla="*/ 75567 h 210920"/>
                <a:gd name="connsiteX4" fmla="*/ 14537 w 97593"/>
                <a:gd name="connsiteY4" fmla="*/ -557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3" h="210920">
                  <a:moveTo>
                    <a:pt x="10321" y="210364"/>
                  </a:moveTo>
                  <a:cubicBezTo>
                    <a:pt x="1889" y="180734"/>
                    <a:pt x="-6543" y="150988"/>
                    <a:pt x="7979" y="130844"/>
                  </a:cubicBezTo>
                  <a:cubicBezTo>
                    <a:pt x="22501" y="110701"/>
                    <a:pt x="96867" y="98638"/>
                    <a:pt x="97687" y="89503"/>
                  </a:cubicBezTo>
                  <a:cubicBezTo>
                    <a:pt x="98506" y="80251"/>
                    <a:pt x="27068" y="90557"/>
                    <a:pt x="13132" y="75567"/>
                  </a:cubicBezTo>
                  <a:cubicBezTo>
                    <a:pt x="-687" y="60577"/>
                    <a:pt x="15591" y="12209"/>
                    <a:pt x="14537" y="-557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3DFBE86-92AB-28AE-8809-CFC77E31DE6A}"/>
                </a:ext>
              </a:extLst>
            </p:cNvPr>
            <p:cNvSpPr/>
            <p:nvPr/>
          </p:nvSpPr>
          <p:spPr>
            <a:xfrm flipV="1">
              <a:off x="4359439" y="3826040"/>
              <a:ext cx="107650" cy="232655"/>
            </a:xfrm>
            <a:custGeom>
              <a:avLst/>
              <a:gdLst>
                <a:gd name="connsiteX0" fmla="*/ 10321 w 97593"/>
                <a:gd name="connsiteY0" fmla="*/ 210319 h 210920"/>
                <a:gd name="connsiteX1" fmla="*/ 7979 w 97593"/>
                <a:gd name="connsiteY1" fmla="*/ 130682 h 210920"/>
                <a:gd name="connsiteX2" fmla="*/ 97687 w 97593"/>
                <a:gd name="connsiteY2" fmla="*/ 89341 h 210920"/>
                <a:gd name="connsiteX3" fmla="*/ 13132 w 97593"/>
                <a:gd name="connsiteY3" fmla="*/ 75522 h 210920"/>
                <a:gd name="connsiteX4" fmla="*/ 14538 w 97593"/>
                <a:gd name="connsiteY4" fmla="*/ -602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3" h="210920">
                  <a:moveTo>
                    <a:pt x="10321" y="210319"/>
                  </a:moveTo>
                  <a:cubicBezTo>
                    <a:pt x="1889" y="180572"/>
                    <a:pt x="-6543" y="150826"/>
                    <a:pt x="7979" y="130682"/>
                  </a:cubicBezTo>
                  <a:cubicBezTo>
                    <a:pt x="22501" y="110539"/>
                    <a:pt x="96867" y="98593"/>
                    <a:pt x="97687" y="89341"/>
                  </a:cubicBezTo>
                  <a:cubicBezTo>
                    <a:pt x="98506" y="80206"/>
                    <a:pt x="27069" y="90512"/>
                    <a:pt x="13132" y="75522"/>
                  </a:cubicBezTo>
                  <a:cubicBezTo>
                    <a:pt x="-687" y="60531"/>
                    <a:pt x="15592" y="12163"/>
                    <a:pt x="14538" y="-602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E5318E-FF40-F3D1-6F5E-F6287DD8C8BA}"/>
                </a:ext>
              </a:extLst>
            </p:cNvPr>
            <p:cNvSpPr txBox="1"/>
            <p:nvPr/>
          </p:nvSpPr>
          <p:spPr>
            <a:xfrm>
              <a:off x="4549869" y="3879756"/>
              <a:ext cx="1130270" cy="3680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chemeClr val="accent6">
                      <a:lumMod val="75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Excitatory</a:t>
              </a: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819A20F-E1A5-FA47-F8BF-C94ED7A4761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514431" y="1825615"/>
              <a:ext cx="581269" cy="581282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6A4A732-9879-E059-3AF5-7AA6486F3F0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514841" y="3377079"/>
              <a:ext cx="581269" cy="581282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1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23E7A09-A8D8-E1E8-712B-16A482E27DB4}"/>
                </a:ext>
              </a:extLst>
            </p:cNvPr>
            <p:cNvSpPr/>
            <p:nvPr/>
          </p:nvSpPr>
          <p:spPr>
            <a:xfrm rot="602110" flipV="1">
              <a:off x="2027739" y="3543923"/>
              <a:ext cx="1473856" cy="324031"/>
            </a:xfrm>
            <a:custGeom>
              <a:avLst/>
              <a:gdLst>
                <a:gd name="connsiteX0" fmla="*/ 1232 w 1679612"/>
                <a:gd name="connsiteY0" fmla="*/ -370 h 357429"/>
                <a:gd name="connsiteX1" fmla="*/ 1622758 w 1679612"/>
                <a:gd name="connsiteY1" fmla="*/ 322043 h 357429"/>
                <a:gd name="connsiteX2" fmla="*/ 1621587 w 1679612"/>
                <a:gd name="connsiteY2" fmla="*/ 327781 h 357429"/>
                <a:gd name="connsiteX3" fmla="*/ 61 w 1679612"/>
                <a:gd name="connsiteY3" fmla="*/ 5369 h 357429"/>
                <a:gd name="connsiteX4" fmla="*/ 1617605 w 1679612"/>
                <a:gd name="connsiteY4" fmla="*/ 288080 h 357429"/>
                <a:gd name="connsiteX5" fmla="*/ 1679674 w 1679612"/>
                <a:gd name="connsiteY5" fmla="*/ 336330 h 357429"/>
                <a:gd name="connsiteX6" fmla="*/ 1603903 w 1679612"/>
                <a:gd name="connsiteY6" fmla="*/ 357059 h 35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9612" h="357429">
                  <a:moveTo>
                    <a:pt x="1232" y="-370"/>
                  </a:moveTo>
                  <a:lnTo>
                    <a:pt x="1622758" y="322043"/>
                  </a:lnTo>
                  <a:lnTo>
                    <a:pt x="1621587" y="327781"/>
                  </a:lnTo>
                  <a:lnTo>
                    <a:pt x="61" y="5369"/>
                  </a:lnTo>
                  <a:close/>
                  <a:moveTo>
                    <a:pt x="1617605" y="288080"/>
                  </a:moveTo>
                  <a:lnTo>
                    <a:pt x="1679674" y="336330"/>
                  </a:lnTo>
                  <a:lnTo>
                    <a:pt x="1603903" y="357059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SG" sz="1100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73974288-249C-BA2A-DF4D-1AFAFC110190}"/>
                </a:ext>
              </a:extLst>
            </p:cNvPr>
            <p:cNvSpPr/>
            <p:nvPr/>
          </p:nvSpPr>
          <p:spPr>
            <a:xfrm>
              <a:off x="3786582" y="2098686"/>
              <a:ext cx="526921" cy="1520383"/>
            </a:xfrm>
            <a:prstGeom prst="arc">
              <a:avLst>
                <a:gd name="adj1" fmla="val 16354753"/>
                <a:gd name="adj2" fmla="val 5211848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100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85B4EAE9-AFF3-6962-673E-CA2BE5B6878B}"/>
                </a:ext>
              </a:extLst>
            </p:cNvPr>
            <p:cNvSpPr/>
            <p:nvPr/>
          </p:nvSpPr>
          <p:spPr>
            <a:xfrm>
              <a:off x="3819724" y="2112800"/>
              <a:ext cx="524598" cy="3217927"/>
            </a:xfrm>
            <a:prstGeom prst="arc">
              <a:avLst>
                <a:gd name="adj1" fmla="val 16222927"/>
                <a:gd name="adj2" fmla="val 5366038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1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C379ECB-8A05-2255-C3E6-CF000F3E68D3}"/>
                </a:ext>
              </a:extLst>
            </p:cNvPr>
            <p:cNvSpPr txBox="1"/>
            <p:nvPr/>
          </p:nvSpPr>
          <p:spPr>
            <a:xfrm>
              <a:off x="3660741" y="3505248"/>
              <a:ext cx="370293" cy="36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56AC95-FBEC-B804-105C-74A2FF1F88AB}"/>
                </a:ext>
              </a:extLst>
            </p:cNvPr>
            <p:cNvSpPr txBox="1"/>
            <p:nvPr/>
          </p:nvSpPr>
          <p:spPr>
            <a:xfrm>
              <a:off x="3660741" y="1943380"/>
              <a:ext cx="370293" cy="36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6E5578-946D-A4B5-26B3-22723A822BF2}"/>
                </a:ext>
              </a:extLst>
            </p:cNvPr>
            <p:cNvSpPr txBox="1"/>
            <p:nvPr/>
          </p:nvSpPr>
          <p:spPr>
            <a:xfrm>
              <a:off x="3653771" y="5154311"/>
              <a:ext cx="370293" cy="36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5373B8E-3B76-4594-CF52-BCD20618A474}"/>
                </a:ext>
              </a:extLst>
            </p:cNvPr>
            <p:cNvSpPr txBox="1"/>
            <p:nvPr/>
          </p:nvSpPr>
          <p:spPr>
            <a:xfrm>
              <a:off x="2981872" y="5980114"/>
              <a:ext cx="1680522" cy="3680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Excitatory Layer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3E07EBA-6317-1F45-5420-DD06C1BBAFCC}"/>
                    </a:ext>
                  </a:extLst>
                </p:cNvPr>
                <p:cNvSpPr txBox="1"/>
                <p:nvPr/>
              </p:nvSpPr>
              <p:spPr>
                <a:xfrm>
                  <a:off x="6560330" y="3344049"/>
                  <a:ext cx="1397538" cy="359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SG" sz="100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Digit 4</a:t>
                  </a: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DABD2D2-90DD-81D1-4183-5BBFCAD6C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330" y="3344049"/>
                  <a:ext cx="1397538" cy="359178"/>
                </a:xfrm>
                <a:prstGeom prst="rect">
                  <a:avLst/>
                </a:prstGeom>
                <a:blipFill>
                  <a:blip r:embed="rId3"/>
                  <a:stretch>
                    <a:fillRect b="-975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1610887-0500-9C10-2C17-3FD02AAC4089}"/>
                    </a:ext>
                  </a:extLst>
                </p:cNvPr>
                <p:cNvSpPr txBox="1"/>
                <p:nvPr/>
              </p:nvSpPr>
              <p:spPr>
                <a:xfrm>
                  <a:off x="6568610" y="3637180"/>
                  <a:ext cx="1397538" cy="359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SG" sz="100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Digit 2</a:t>
                  </a: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441BFE7-2927-8C46-5BAE-B509953C3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8610" y="3637180"/>
                  <a:ext cx="1397538" cy="359178"/>
                </a:xfrm>
                <a:prstGeom prst="rect">
                  <a:avLst/>
                </a:prstGeom>
                <a:blipFill>
                  <a:blip r:embed="rId4"/>
                  <a:stretch>
                    <a:fillRect t="-2500" b="-1000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C5EF0EB-CDCD-9273-D0C2-DB168F90EF02}"/>
                    </a:ext>
                  </a:extLst>
                </p:cNvPr>
                <p:cNvSpPr txBox="1"/>
                <p:nvPr/>
              </p:nvSpPr>
              <p:spPr>
                <a:xfrm>
                  <a:off x="6547079" y="3938258"/>
                  <a:ext cx="1397538" cy="3591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0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SG" sz="100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Digit 7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90557E0-F884-3570-35F1-C25DB72380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079" y="3938258"/>
                  <a:ext cx="1397538" cy="359178"/>
                </a:xfrm>
                <a:prstGeom prst="rect">
                  <a:avLst/>
                </a:prstGeom>
                <a:blipFill>
                  <a:blip r:embed="rId5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D2A3A24-2BDA-DD69-BD79-213234948B52}"/>
                </a:ext>
              </a:extLst>
            </p:cNvPr>
            <p:cNvSpPr txBox="1"/>
            <p:nvPr/>
          </p:nvSpPr>
          <p:spPr>
            <a:xfrm>
              <a:off x="2304788" y="6444612"/>
              <a:ext cx="3286622" cy="445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Normal STDP Operation</a:t>
              </a:r>
            </a:p>
          </p:txBody>
        </p:sp>
      </p:grpSp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29AB63C2-8419-B183-FBE3-FEA8C16A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E7E150FA-C336-5E87-6B08-535CB8F0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19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5495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F1B1-F8FD-A4E2-06BD-57DC82AD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C83B-FC2F-95F2-09AE-F4DC4CA4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STDP-DIP: Algorithm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7B45-2C6E-B7E4-59DF-3101B9FE4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825625"/>
            <a:ext cx="5455920" cy="4351338"/>
          </a:xfrm>
        </p:spPr>
        <p:txBody>
          <a:bodyPr/>
          <a:lstStyle/>
          <a:p>
            <a:r>
              <a:rPr lang="en-US" sz="2000" dirty="0"/>
              <a:t>Faulty neuron fires continuously</a:t>
            </a:r>
          </a:p>
          <a:p>
            <a:endParaRPr lang="en-US" sz="2000" dirty="0"/>
          </a:p>
          <a:p>
            <a:r>
              <a:rPr lang="en-SG" sz="2000" dirty="0"/>
              <a:t>Runaway lateral inhibition, paralyzes neurons, stops learning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C18B4-74DE-29AB-6D5D-F7A083F7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Master's Thesis | Subbaiah Ravi Hariprakash</a:t>
            </a:r>
            <a:endParaRPr lang="en-JP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3739A09-6691-3BCD-E932-EE8F6166EF39}"/>
              </a:ext>
            </a:extLst>
          </p:cNvPr>
          <p:cNvGrpSpPr>
            <a:grpSpLocks noChangeAspect="1"/>
          </p:cNvGrpSpPr>
          <p:nvPr/>
        </p:nvGrpSpPr>
        <p:grpSpPr>
          <a:xfrm>
            <a:off x="754850" y="2002856"/>
            <a:ext cx="5483955" cy="3976775"/>
            <a:chOff x="429897" y="5605608"/>
            <a:chExt cx="7447146" cy="5400412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5305057-7E14-DDCB-9992-00A1C4288A3D}"/>
                </a:ext>
              </a:extLst>
            </p:cNvPr>
            <p:cNvSpPr/>
            <p:nvPr/>
          </p:nvSpPr>
          <p:spPr>
            <a:xfrm flipV="1">
              <a:off x="2795314" y="5880079"/>
              <a:ext cx="1387809" cy="4294962"/>
            </a:xfrm>
            <a:custGeom>
              <a:avLst/>
              <a:gdLst>
                <a:gd name="connsiteX0" fmla="*/ 89 w 1335070"/>
                <a:gd name="connsiteY0" fmla="*/ -362 h 4131749"/>
                <a:gd name="connsiteX1" fmla="*/ 1335160 w 1335070"/>
                <a:gd name="connsiteY1" fmla="*/ -362 h 4131749"/>
                <a:gd name="connsiteX2" fmla="*/ 1335160 w 1335070"/>
                <a:gd name="connsiteY2" fmla="*/ 4131388 h 4131749"/>
                <a:gd name="connsiteX3" fmla="*/ 89 w 1335070"/>
                <a:gd name="connsiteY3" fmla="*/ 4131388 h 4131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070" h="4131749">
                  <a:moveTo>
                    <a:pt x="89" y="-362"/>
                  </a:moveTo>
                  <a:lnTo>
                    <a:pt x="1335160" y="-362"/>
                  </a:lnTo>
                  <a:lnTo>
                    <a:pt x="1335160" y="4131388"/>
                  </a:lnTo>
                  <a:lnTo>
                    <a:pt x="89" y="413138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20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A38F3FA-6B4F-669C-F7FD-1547676F0A5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219547" y="9247297"/>
              <a:ext cx="547780" cy="547792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1509C72-592D-3224-24F1-93B360A4AA10}"/>
                </a:ext>
              </a:extLst>
            </p:cNvPr>
            <p:cNvSpPr txBox="1"/>
            <p:nvPr/>
          </p:nvSpPr>
          <p:spPr>
            <a:xfrm>
              <a:off x="3332202" y="7369425"/>
              <a:ext cx="331096" cy="268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60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2D7AB24-D5AE-BE5B-7C2B-D6698D4984CE}"/>
                </a:ext>
              </a:extLst>
            </p:cNvPr>
            <p:cNvSpPr/>
            <p:nvPr/>
          </p:nvSpPr>
          <p:spPr>
            <a:xfrm rot="5400000" flipV="1">
              <a:off x="2428981" y="8596610"/>
              <a:ext cx="160207" cy="152122"/>
            </a:xfrm>
            <a:custGeom>
              <a:avLst/>
              <a:gdLst>
                <a:gd name="connsiteX0" fmla="*/ 63 w 154118"/>
                <a:gd name="connsiteY0" fmla="*/ -555 h 146341"/>
                <a:gd name="connsiteX1" fmla="*/ 60843 w 154118"/>
                <a:gd name="connsiteY1" fmla="*/ 50858 h 146341"/>
                <a:gd name="connsiteX2" fmla="*/ 31683 w 154118"/>
                <a:gd name="connsiteY2" fmla="*/ 145251 h 146341"/>
                <a:gd name="connsiteX3" fmla="*/ 98436 w 154118"/>
                <a:gd name="connsiteY3" fmla="*/ 91614 h 146341"/>
                <a:gd name="connsiteX4" fmla="*/ 154181 w 154118"/>
                <a:gd name="connsiteY4" fmla="*/ 143495 h 146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118" h="146341">
                  <a:moveTo>
                    <a:pt x="63" y="-555"/>
                  </a:moveTo>
                  <a:cubicBezTo>
                    <a:pt x="27818" y="13031"/>
                    <a:pt x="55573" y="26615"/>
                    <a:pt x="60843" y="50858"/>
                  </a:cubicBezTo>
                  <a:cubicBezTo>
                    <a:pt x="66113" y="75218"/>
                    <a:pt x="25359" y="138459"/>
                    <a:pt x="31683" y="145251"/>
                  </a:cubicBezTo>
                  <a:cubicBezTo>
                    <a:pt x="37890" y="152044"/>
                    <a:pt x="78059" y="91965"/>
                    <a:pt x="98436" y="91614"/>
                  </a:cubicBezTo>
                  <a:cubicBezTo>
                    <a:pt x="118814" y="91379"/>
                    <a:pt x="143875" y="135765"/>
                    <a:pt x="154181" y="14349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A116322-8160-E04A-ABB1-88977533179B}"/>
                </a:ext>
              </a:extLst>
            </p:cNvPr>
            <p:cNvSpPr/>
            <p:nvPr/>
          </p:nvSpPr>
          <p:spPr>
            <a:xfrm rot="20996024" flipV="1">
              <a:off x="2364648" y="7106811"/>
              <a:ext cx="160694" cy="151998"/>
            </a:xfrm>
            <a:custGeom>
              <a:avLst/>
              <a:gdLst>
                <a:gd name="connsiteX0" fmla="*/ 63 w 154587"/>
                <a:gd name="connsiteY0" fmla="*/ -515 h 146222"/>
                <a:gd name="connsiteX1" fmla="*/ 61078 w 154587"/>
                <a:gd name="connsiteY1" fmla="*/ 50780 h 146222"/>
                <a:gd name="connsiteX2" fmla="*/ 32151 w 154587"/>
                <a:gd name="connsiteY2" fmla="*/ 145174 h 146222"/>
                <a:gd name="connsiteX3" fmla="*/ 98787 w 154587"/>
                <a:gd name="connsiteY3" fmla="*/ 91301 h 146222"/>
                <a:gd name="connsiteX4" fmla="*/ 154650 w 154587"/>
                <a:gd name="connsiteY4" fmla="*/ 143065 h 14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587" h="146222">
                  <a:moveTo>
                    <a:pt x="63" y="-515"/>
                  </a:moveTo>
                  <a:cubicBezTo>
                    <a:pt x="27935" y="12953"/>
                    <a:pt x="55691" y="26421"/>
                    <a:pt x="61078" y="50780"/>
                  </a:cubicBezTo>
                  <a:cubicBezTo>
                    <a:pt x="66348" y="75022"/>
                    <a:pt x="25944" y="138381"/>
                    <a:pt x="32151" y="145174"/>
                  </a:cubicBezTo>
                  <a:cubicBezTo>
                    <a:pt x="38475" y="151966"/>
                    <a:pt x="78410" y="91653"/>
                    <a:pt x="98787" y="91301"/>
                  </a:cubicBezTo>
                  <a:cubicBezTo>
                    <a:pt x="119165" y="90950"/>
                    <a:pt x="144461" y="135336"/>
                    <a:pt x="154650" y="14306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1D1E1A9-2F93-FD4B-3D2A-7EF10ED23512}"/>
                </a:ext>
              </a:extLst>
            </p:cNvPr>
            <p:cNvSpPr/>
            <p:nvPr/>
          </p:nvSpPr>
          <p:spPr>
            <a:xfrm rot="1464180" flipV="1">
              <a:off x="2397452" y="7851303"/>
              <a:ext cx="180415" cy="145484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FF616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5B84C16-424C-A9F6-53E0-E1B6DC721006}"/>
                </a:ext>
              </a:extLst>
            </p:cNvPr>
            <p:cNvSpPr txBox="1"/>
            <p:nvPr/>
          </p:nvSpPr>
          <p:spPr>
            <a:xfrm>
              <a:off x="1318750" y="6523309"/>
              <a:ext cx="1292711" cy="379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100" dirty="0">
                  <a:ln/>
                  <a:solidFill>
                    <a:srgbClr val="4472C4"/>
                  </a:solidFill>
                  <a:latin typeface="Arial"/>
                  <a:cs typeface="Arial"/>
                  <a:sym typeface="Arial"/>
                  <a:rtl val="0"/>
                </a:rPr>
                <a:t>Input Spike</a:t>
              </a: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F3C6D72-8036-565E-7638-8F56AAA643CC}"/>
                </a:ext>
              </a:extLst>
            </p:cNvPr>
            <p:cNvSpPr/>
            <p:nvPr/>
          </p:nvSpPr>
          <p:spPr>
            <a:xfrm flipV="1">
              <a:off x="2048936" y="6764752"/>
              <a:ext cx="326134" cy="363148"/>
            </a:xfrm>
            <a:custGeom>
              <a:avLst/>
              <a:gdLst>
                <a:gd name="connsiteX0" fmla="*/ 313798 w 313741"/>
                <a:gd name="connsiteY0" fmla="*/ -592 h 349348"/>
                <a:gd name="connsiteX1" fmla="*/ 56 w 313741"/>
                <a:gd name="connsiteY1" fmla="*/ 348757 h 34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741" h="349348">
                  <a:moveTo>
                    <a:pt x="313798" y="-592"/>
                  </a:moveTo>
                  <a:lnTo>
                    <a:pt x="56" y="348757"/>
                  </a:lnTo>
                </a:path>
              </a:pathLst>
            </a:custGeom>
            <a:noFill/>
            <a:ln w="5853" cap="flat">
              <a:solidFill>
                <a:srgbClr val="4472C4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83523C8-EA75-0903-9FC7-DF90BC4DD05C}"/>
                </a:ext>
              </a:extLst>
            </p:cNvPr>
            <p:cNvSpPr txBox="1"/>
            <p:nvPr/>
          </p:nvSpPr>
          <p:spPr>
            <a:xfrm>
              <a:off x="4521406" y="6443460"/>
              <a:ext cx="1772356" cy="379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100" dirty="0">
                  <a:ln/>
                  <a:solidFill>
                    <a:srgbClr val="C00000"/>
                  </a:solidFill>
                  <a:latin typeface="Arial"/>
                  <a:cs typeface="Arial"/>
                  <a:sym typeface="Arial"/>
                  <a:rtl val="0"/>
                </a:rPr>
                <a:t>Lateral Inhibition</a:t>
              </a: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413B089-A175-B502-BBB0-54C95C4AD7CB}"/>
                </a:ext>
              </a:extLst>
            </p:cNvPr>
            <p:cNvSpPr/>
            <p:nvPr/>
          </p:nvSpPr>
          <p:spPr>
            <a:xfrm flipV="1">
              <a:off x="4129759" y="6698084"/>
              <a:ext cx="582958" cy="356168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C00000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8617A69-DB34-2F81-FD4A-21696B248FDE}"/>
                </a:ext>
              </a:extLst>
            </p:cNvPr>
            <p:cNvSpPr/>
            <p:nvPr/>
          </p:nvSpPr>
          <p:spPr>
            <a:xfrm flipV="1">
              <a:off x="4060513" y="7048739"/>
              <a:ext cx="101448" cy="219251"/>
            </a:xfrm>
            <a:custGeom>
              <a:avLst/>
              <a:gdLst>
                <a:gd name="connsiteX0" fmla="*/ 10321 w 97593"/>
                <a:gd name="connsiteY0" fmla="*/ 210364 h 210920"/>
                <a:gd name="connsiteX1" fmla="*/ 7979 w 97593"/>
                <a:gd name="connsiteY1" fmla="*/ 130844 h 210920"/>
                <a:gd name="connsiteX2" fmla="*/ 97687 w 97593"/>
                <a:gd name="connsiteY2" fmla="*/ 89503 h 210920"/>
                <a:gd name="connsiteX3" fmla="*/ 13132 w 97593"/>
                <a:gd name="connsiteY3" fmla="*/ 75567 h 210920"/>
                <a:gd name="connsiteX4" fmla="*/ 14537 w 97593"/>
                <a:gd name="connsiteY4" fmla="*/ -557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3" h="210920">
                  <a:moveTo>
                    <a:pt x="10321" y="210364"/>
                  </a:moveTo>
                  <a:cubicBezTo>
                    <a:pt x="1889" y="180734"/>
                    <a:pt x="-6543" y="150988"/>
                    <a:pt x="7979" y="130844"/>
                  </a:cubicBezTo>
                  <a:cubicBezTo>
                    <a:pt x="22501" y="110701"/>
                    <a:pt x="96867" y="98638"/>
                    <a:pt x="97687" y="89503"/>
                  </a:cubicBezTo>
                  <a:cubicBezTo>
                    <a:pt x="98506" y="80251"/>
                    <a:pt x="27068" y="90557"/>
                    <a:pt x="13132" y="75567"/>
                  </a:cubicBezTo>
                  <a:cubicBezTo>
                    <a:pt x="-687" y="60577"/>
                    <a:pt x="15591" y="12209"/>
                    <a:pt x="14537" y="-557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A79DB9D-93E1-EA59-C574-A6F6437FB781}"/>
                </a:ext>
              </a:extLst>
            </p:cNvPr>
            <p:cNvSpPr/>
            <p:nvPr/>
          </p:nvSpPr>
          <p:spPr>
            <a:xfrm rot="20805029" flipV="1">
              <a:off x="4046763" y="8231383"/>
              <a:ext cx="101448" cy="219251"/>
            </a:xfrm>
            <a:custGeom>
              <a:avLst/>
              <a:gdLst>
                <a:gd name="connsiteX0" fmla="*/ 10321 w 97593"/>
                <a:gd name="connsiteY0" fmla="*/ 210319 h 210920"/>
                <a:gd name="connsiteX1" fmla="*/ 7979 w 97593"/>
                <a:gd name="connsiteY1" fmla="*/ 130682 h 210920"/>
                <a:gd name="connsiteX2" fmla="*/ 97687 w 97593"/>
                <a:gd name="connsiteY2" fmla="*/ 89341 h 210920"/>
                <a:gd name="connsiteX3" fmla="*/ 13132 w 97593"/>
                <a:gd name="connsiteY3" fmla="*/ 75522 h 210920"/>
                <a:gd name="connsiteX4" fmla="*/ 14538 w 97593"/>
                <a:gd name="connsiteY4" fmla="*/ -602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3" h="210920">
                  <a:moveTo>
                    <a:pt x="10321" y="210319"/>
                  </a:moveTo>
                  <a:cubicBezTo>
                    <a:pt x="1889" y="180572"/>
                    <a:pt x="-6543" y="150826"/>
                    <a:pt x="7979" y="130682"/>
                  </a:cubicBezTo>
                  <a:cubicBezTo>
                    <a:pt x="22501" y="110539"/>
                    <a:pt x="96867" y="98593"/>
                    <a:pt x="97687" y="89341"/>
                  </a:cubicBezTo>
                  <a:cubicBezTo>
                    <a:pt x="98506" y="80206"/>
                    <a:pt x="27069" y="90512"/>
                    <a:pt x="13132" y="75522"/>
                  </a:cubicBezTo>
                  <a:cubicBezTo>
                    <a:pt x="-687" y="60531"/>
                    <a:pt x="15592" y="12163"/>
                    <a:pt x="14538" y="-602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9B08D52-9DDA-3702-C947-11CB4B7342DF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215098" y="6240654"/>
              <a:ext cx="547780" cy="547792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F3B250C-C947-FD63-83B9-E360B5289CB8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212733" y="7706109"/>
              <a:ext cx="547780" cy="547792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FF6161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B209ABC-2A28-84AB-39FA-D7AABB5C40EF}"/>
                </a:ext>
              </a:extLst>
            </p:cNvPr>
            <p:cNvSpPr txBox="1"/>
            <p:nvPr/>
          </p:nvSpPr>
          <p:spPr>
            <a:xfrm>
              <a:off x="3339578" y="7803859"/>
              <a:ext cx="382320" cy="379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10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34A92F5-1811-3DF5-4EB2-6F958F8BF428}"/>
                </a:ext>
              </a:extLst>
            </p:cNvPr>
            <p:cNvSpPr txBox="1"/>
            <p:nvPr/>
          </p:nvSpPr>
          <p:spPr>
            <a:xfrm>
              <a:off x="3339578" y="6328712"/>
              <a:ext cx="382320" cy="379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10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  <a:endParaRPr lang="en-SG" sz="60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6C0A555-A84C-C95A-1B92-77FDCB45DB8F}"/>
                </a:ext>
              </a:extLst>
            </p:cNvPr>
            <p:cNvSpPr txBox="1"/>
            <p:nvPr/>
          </p:nvSpPr>
          <p:spPr>
            <a:xfrm>
              <a:off x="3352714" y="9351917"/>
              <a:ext cx="382320" cy="379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10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12202D-4389-5BE2-6F8A-97A088B41602}"/>
                </a:ext>
              </a:extLst>
            </p:cNvPr>
            <p:cNvSpPr txBox="1"/>
            <p:nvPr/>
          </p:nvSpPr>
          <p:spPr>
            <a:xfrm>
              <a:off x="2728671" y="10155796"/>
              <a:ext cx="1735102" cy="379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1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Excitatory Layer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C0CACEB-A217-2397-2F1A-7F8A47F112B7}"/>
                </a:ext>
              </a:extLst>
            </p:cNvPr>
            <p:cNvSpPr txBox="1"/>
            <p:nvPr/>
          </p:nvSpPr>
          <p:spPr>
            <a:xfrm>
              <a:off x="2085100" y="10588063"/>
              <a:ext cx="3124873" cy="41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(a) Uncorrected SA1 Fault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637938A-9E03-F6E6-F125-2AE0FB3119ED}"/>
                </a:ext>
              </a:extLst>
            </p:cNvPr>
            <p:cNvSpPr/>
            <p:nvPr/>
          </p:nvSpPr>
          <p:spPr>
            <a:xfrm>
              <a:off x="3215328" y="6244013"/>
              <a:ext cx="547782" cy="547792"/>
            </a:xfrm>
            <a:prstGeom prst="ellipse">
              <a:avLst/>
            </a:prstGeom>
            <a:solidFill>
              <a:srgbClr val="FF6161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 dirty="0"/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A363AD02-16C0-9D27-05B9-3568152F6136}"/>
                </a:ext>
              </a:extLst>
            </p:cNvPr>
            <p:cNvSpPr/>
            <p:nvPr/>
          </p:nvSpPr>
          <p:spPr>
            <a:xfrm rot="10617792" flipH="1">
              <a:off x="3362404" y="6511563"/>
              <a:ext cx="671047" cy="1432789"/>
            </a:xfrm>
            <a:prstGeom prst="arc">
              <a:avLst>
                <a:gd name="adj1" fmla="val 16291713"/>
                <a:gd name="adj2" fmla="val 4890073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B0262A78-C718-26B7-623A-1226BDF4822D}"/>
                </a:ext>
              </a:extLst>
            </p:cNvPr>
            <p:cNvSpPr/>
            <p:nvPr/>
          </p:nvSpPr>
          <p:spPr>
            <a:xfrm rot="10617792" flipH="1">
              <a:off x="3366438" y="7910012"/>
              <a:ext cx="671047" cy="1585127"/>
            </a:xfrm>
            <a:prstGeom prst="arc">
              <a:avLst>
                <a:gd name="adj1" fmla="val 16287218"/>
                <a:gd name="adj2" fmla="val 4979147"/>
              </a:avLst>
            </a:prstGeom>
            <a:ln>
              <a:solidFill>
                <a:srgbClr val="C0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6ACFBE7-74B2-EC4E-750B-A1CA137A768D}"/>
                </a:ext>
              </a:extLst>
            </p:cNvPr>
            <p:cNvSpPr/>
            <p:nvPr/>
          </p:nvSpPr>
          <p:spPr>
            <a:xfrm>
              <a:off x="3219547" y="9247297"/>
              <a:ext cx="547782" cy="547792"/>
            </a:xfrm>
            <a:prstGeom prst="ellipse">
              <a:avLst/>
            </a:prstGeom>
            <a:solidFill>
              <a:srgbClr val="FF6161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38C7C6D-3D93-1F57-CBE5-C7CABC93922B}"/>
                </a:ext>
              </a:extLst>
            </p:cNvPr>
            <p:cNvSpPr/>
            <p:nvPr/>
          </p:nvSpPr>
          <p:spPr>
            <a:xfrm flipV="1">
              <a:off x="3767328" y="7945016"/>
              <a:ext cx="1459053" cy="155752"/>
            </a:xfrm>
            <a:custGeom>
              <a:avLst/>
              <a:gdLst>
                <a:gd name="connsiteX0" fmla="*/ 699 w 1527250"/>
                <a:gd name="connsiteY0" fmla="*/ 163338 h 163723"/>
                <a:gd name="connsiteX1" fmla="*/ 1469277 w 1527250"/>
                <a:gd name="connsiteY1" fmla="*/ 36622 h 163723"/>
                <a:gd name="connsiteX2" fmla="*/ 1468809 w 1527250"/>
                <a:gd name="connsiteY2" fmla="*/ 30766 h 163723"/>
                <a:gd name="connsiteX3" fmla="*/ 114 w 1527250"/>
                <a:gd name="connsiteY3" fmla="*/ 157483 h 163723"/>
                <a:gd name="connsiteX4" fmla="*/ 1460377 w 1527250"/>
                <a:gd name="connsiteY4" fmla="*/ 69648 h 163723"/>
                <a:gd name="connsiteX5" fmla="*/ 1527364 w 1527250"/>
                <a:gd name="connsiteY5" fmla="*/ 28658 h 163723"/>
                <a:gd name="connsiteX6" fmla="*/ 1454404 w 1527250"/>
                <a:gd name="connsiteY6" fmla="*/ -386 h 163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250" h="163723">
                  <a:moveTo>
                    <a:pt x="699" y="163338"/>
                  </a:moveTo>
                  <a:lnTo>
                    <a:pt x="1469277" y="36622"/>
                  </a:lnTo>
                  <a:lnTo>
                    <a:pt x="1468809" y="30766"/>
                  </a:lnTo>
                  <a:lnTo>
                    <a:pt x="114" y="157483"/>
                  </a:lnTo>
                  <a:close/>
                  <a:moveTo>
                    <a:pt x="1460377" y="69648"/>
                  </a:moveTo>
                  <a:lnTo>
                    <a:pt x="1527364" y="28658"/>
                  </a:lnTo>
                  <a:lnTo>
                    <a:pt x="1454404" y="-386"/>
                  </a:lnTo>
                  <a:close/>
                </a:path>
              </a:pathLst>
            </a:custGeom>
            <a:solidFill>
              <a:srgbClr val="FF6161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2CEDF4-98EB-AC15-33CC-069EF548C91B}"/>
                </a:ext>
              </a:extLst>
            </p:cNvPr>
            <p:cNvSpPr txBox="1"/>
            <p:nvPr/>
          </p:nvSpPr>
          <p:spPr>
            <a:xfrm>
              <a:off x="4183458" y="5605608"/>
              <a:ext cx="3362365" cy="564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50" dirty="0">
                  <a:ln/>
                  <a:solidFill>
                    <a:srgbClr val="FF6161"/>
                  </a:solidFill>
                  <a:latin typeface="Arial"/>
                  <a:cs typeface="Arial"/>
                  <a:sym typeface="Arial"/>
                  <a:rtl val="0"/>
                </a:rPr>
                <a:t>Healthy neurons paralyzed by continuous lateral inhibition</a:t>
              </a:r>
              <a:endParaRPr lang="en-SG" sz="1050" dirty="0">
                <a:ln/>
                <a:solidFill>
                  <a:srgbClr val="FF6161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1BBAD33-DF15-38C8-6178-97335F24D283}"/>
                </a:ext>
              </a:extLst>
            </p:cNvPr>
            <p:cNvSpPr/>
            <p:nvPr/>
          </p:nvSpPr>
          <p:spPr>
            <a:xfrm flipV="1">
              <a:off x="3525843" y="5800367"/>
              <a:ext cx="741786" cy="440286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FF6161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436FEC3-17B8-A85B-75C5-B61362ECC5D7}"/>
                </a:ext>
              </a:extLst>
            </p:cNvPr>
            <p:cNvSpPr/>
            <p:nvPr/>
          </p:nvSpPr>
          <p:spPr>
            <a:xfrm flipV="1">
              <a:off x="3509534" y="5823999"/>
              <a:ext cx="754993" cy="3398103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FF6161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72DD848-6395-CACF-D3BB-966E531E4201}"/>
                </a:ext>
              </a:extLst>
            </p:cNvPr>
            <p:cNvSpPr txBox="1"/>
            <p:nvPr/>
          </p:nvSpPr>
          <p:spPr>
            <a:xfrm>
              <a:off x="4458334" y="7121744"/>
              <a:ext cx="2029086" cy="355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100" dirty="0">
                  <a:solidFill>
                    <a:srgbClr val="FF3B3B"/>
                  </a:solidFill>
                </a:rPr>
                <a:t>Stuck at 1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3FF37AF-44AE-C5F0-261A-A891185B78BD}"/>
                </a:ext>
              </a:extLst>
            </p:cNvPr>
            <p:cNvSpPr/>
            <p:nvPr/>
          </p:nvSpPr>
          <p:spPr>
            <a:xfrm flipV="1">
              <a:off x="3597457" y="7290865"/>
              <a:ext cx="968203" cy="416454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FF0000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8BEE67F-50D5-1895-B302-A84B373C5516}"/>
                </a:ext>
              </a:extLst>
            </p:cNvPr>
            <p:cNvSpPr/>
            <p:nvPr/>
          </p:nvSpPr>
          <p:spPr>
            <a:xfrm rot="2487073" flipV="1">
              <a:off x="4920353" y="7934312"/>
              <a:ext cx="180415" cy="145484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FF616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59D271C-966F-CDDD-B1DC-BD790041CC89}"/>
                </a:ext>
              </a:extLst>
            </p:cNvPr>
            <p:cNvSpPr/>
            <p:nvPr/>
          </p:nvSpPr>
          <p:spPr>
            <a:xfrm rot="2555736" flipV="1">
              <a:off x="4692977" y="7906325"/>
              <a:ext cx="180415" cy="145484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FF616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9288C6C-640D-F71B-8902-9D0007086C02}"/>
                </a:ext>
              </a:extLst>
            </p:cNvPr>
            <p:cNvSpPr/>
            <p:nvPr/>
          </p:nvSpPr>
          <p:spPr>
            <a:xfrm flipV="1">
              <a:off x="429897" y="7365781"/>
              <a:ext cx="1490872" cy="1442962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solidFill>
              <a:srgbClr val="FFFFFF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DA639E9-BCF0-2D0B-BEBB-12BC53B76535}"/>
                </a:ext>
              </a:extLst>
            </p:cNvPr>
            <p:cNvSpPr/>
            <p:nvPr/>
          </p:nvSpPr>
          <p:spPr>
            <a:xfrm flipV="1">
              <a:off x="429897" y="7613680"/>
              <a:ext cx="1490872" cy="1010332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154C3B6-4FA6-10FD-7EDC-DBE9CD163A07}"/>
                </a:ext>
              </a:extLst>
            </p:cNvPr>
            <p:cNvSpPr/>
            <p:nvPr/>
          </p:nvSpPr>
          <p:spPr>
            <a:xfrm flipV="1">
              <a:off x="631421" y="7709661"/>
              <a:ext cx="1143244" cy="625885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57E3184-9CDE-7598-F6A9-E5E765DF26B1}"/>
                </a:ext>
              </a:extLst>
            </p:cNvPr>
            <p:cNvSpPr/>
            <p:nvPr/>
          </p:nvSpPr>
          <p:spPr>
            <a:xfrm flipV="1">
              <a:off x="631421" y="7702557"/>
              <a:ext cx="1143244" cy="632988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noFill/>
            <a:ln w="11705" cap="flat">
              <a:solidFill>
                <a:srgbClr val="7F7F7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0E2467F-9666-6BC9-EAA7-1AB8F2F8205E}"/>
                </a:ext>
              </a:extLst>
            </p:cNvPr>
            <p:cNvSpPr txBox="1"/>
            <p:nvPr/>
          </p:nvSpPr>
          <p:spPr>
            <a:xfrm>
              <a:off x="911665" y="7725948"/>
              <a:ext cx="268323" cy="3129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8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2563D9D-A275-5307-57AC-E87CC407F7B5}"/>
                </a:ext>
              </a:extLst>
            </p:cNvPr>
            <p:cNvSpPr txBox="1"/>
            <p:nvPr/>
          </p:nvSpPr>
          <p:spPr>
            <a:xfrm>
              <a:off x="629619" y="7810112"/>
              <a:ext cx="1346265" cy="3688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Input Spikes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9704465-A53B-32D6-739B-9CA25FA8A6AB}"/>
                </a:ext>
              </a:extLst>
            </p:cNvPr>
            <p:cNvSpPr txBox="1"/>
            <p:nvPr/>
          </p:nvSpPr>
          <p:spPr>
            <a:xfrm>
              <a:off x="834155" y="7943526"/>
              <a:ext cx="268323" cy="3129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8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DB61B63-1400-AA11-FC3F-9A89CBE06140}"/>
                </a:ext>
              </a:extLst>
            </p:cNvPr>
            <p:cNvSpPr txBox="1"/>
            <p:nvPr/>
          </p:nvSpPr>
          <p:spPr>
            <a:xfrm>
              <a:off x="950388" y="7943526"/>
              <a:ext cx="268323" cy="3129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8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26E317A-8CAE-11D0-C1F9-F5B60CF5C33B}"/>
                </a:ext>
              </a:extLst>
            </p:cNvPr>
            <p:cNvSpPr txBox="1"/>
            <p:nvPr/>
          </p:nvSpPr>
          <p:spPr>
            <a:xfrm>
              <a:off x="1267884" y="7943526"/>
              <a:ext cx="268323" cy="3129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8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5F3B71F-A3EA-47DE-04E6-EAD906D6FCAC}"/>
                </a:ext>
              </a:extLst>
            </p:cNvPr>
            <p:cNvSpPr txBox="1"/>
            <p:nvPr/>
          </p:nvSpPr>
          <p:spPr>
            <a:xfrm>
              <a:off x="647898" y="8297070"/>
              <a:ext cx="1304354" cy="3688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Input Signal</a:t>
              </a: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442DD4C-06E8-9BB7-5B3B-373DB60ADB2E}"/>
                </a:ext>
              </a:extLst>
            </p:cNvPr>
            <p:cNvSpPr/>
            <p:nvPr/>
          </p:nvSpPr>
          <p:spPr>
            <a:xfrm rot="2487073" flipV="1">
              <a:off x="4466607" y="7881867"/>
              <a:ext cx="180415" cy="145484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FF616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14166C-2283-54C2-4E9F-35FB0155A3FF}"/>
                </a:ext>
              </a:extLst>
            </p:cNvPr>
            <p:cNvSpPr/>
            <p:nvPr/>
          </p:nvSpPr>
          <p:spPr>
            <a:xfrm rot="2555736" flipV="1">
              <a:off x="4235250" y="7862393"/>
              <a:ext cx="180415" cy="145484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FF616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549C559-C912-B84E-BBD9-3BFEEFA75C85}"/>
                </a:ext>
              </a:extLst>
            </p:cNvPr>
            <p:cNvSpPr/>
            <p:nvPr/>
          </p:nvSpPr>
          <p:spPr>
            <a:xfrm flipV="1">
              <a:off x="1798077" y="6497990"/>
              <a:ext cx="1414656" cy="1540000"/>
            </a:xfrm>
            <a:custGeom>
              <a:avLst/>
              <a:gdLst>
                <a:gd name="connsiteX0" fmla="*/ 4511 w 1681252"/>
                <a:gd name="connsiteY0" fmla="*/ -530 h 1960706"/>
                <a:gd name="connsiteX1" fmla="*/ 1645360 w 1681252"/>
                <a:gd name="connsiteY1" fmla="*/ 1913800 h 1960706"/>
                <a:gd name="connsiteX2" fmla="*/ 1640910 w 1681252"/>
                <a:gd name="connsiteY2" fmla="*/ 1917548 h 1960706"/>
                <a:gd name="connsiteX3" fmla="*/ 61 w 1681252"/>
                <a:gd name="connsiteY3" fmla="*/ 3335 h 1960706"/>
                <a:gd name="connsiteX4" fmla="*/ 1662224 w 1681252"/>
                <a:gd name="connsiteY4" fmla="*/ 1883936 h 1960706"/>
                <a:gd name="connsiteX5" fmla="*/ 1681313 w 1681252"/>
                <a:gd name="connsiteY5" fmla="*/ 1960177 h 1960706"/>
                <a:gd name="connsiteX6" fmla="*/ 1608821 w 1681252"/>
                <a:gd name="connsiteY6" fmla="*/ 1929611 h 1960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252" h="1960706">
                  <a:moveTo>
                    <a:pt x="4511" y="-530"/>
                  </a:moveTo>
                  <a:lnTo>
                    <a:pt x="1645360" y="1913800"/>
                  </a:lnTo>
                  <a:lnTo>
                    <a:pt x="1640910" y="1917548"/>
                  </a:lnTo>
                  <a:lnTo>
                    <a:pt x="61" y="3335"/>
                  </a:lnTo>
                  <a:close/>
                  <a:moveTo>
                    <a:pt x="1662224" y="1883936"/>
                  </a:moveTo>
                  <a:lnTo>
                    <a:pt x="1681313" y="1960177"/>
                  </a:lnTo>
                  <a:lnTo>
                    <a:pt x="1608821" y="192961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FA44132-9C8C-7A71-A325-796894082817}"/>
                </a:ext>
              </a:extLst>
            </p:cNvPr>
            <p:cNvSpPr/>
            <p:nvPr/>
          </p:nvSpPr>
          <p:spPr>
            <a:xfrm>
              <a:off x="1798456" y="8037991"/>
              <a:ext cx="1438123" cy="1410120"/>
            </a:xfrm>
            <a:custGeom>
              <a:avLst/>
              <a:gdLst>
                <a:gd name="connsiteX0" fmla="*/ 3691 w 1680783"/>
                <a:gd name="connsiteY0" fmla="*/ -465 h 1311081"/>
                <a:gd name="connsiteX1" fmla="*/ 1636460 w 1680783"/>
                <a:gd name="connsiteY1" fmla="*/ 1272320 h 1311081"/>
                <a:gd name="connsiteX2" fmla="*/ 1632829 w 1680783"/>
                <a:gd name="connsiteY2" fmla="*/ 1276887 h 1311081"/>
                <a:gd name="connsiteX3" fmla="*/ 61 w 1680783"/>
                <a:gd name="connsiteY3" fmla="*/ 4103 h 1311081"/>
                <a:gd name="connsiteX4" fmla="*/ 1647000 w 1680783"/>
                <a:gd name="connsiteY4" fmla="*/ 1239646 h 1311081"/>
                <a:gd name="connsiteX5" fmla="*/ 1680845 w 1680783"/>
                <a:gd name="connsiteY5" fmla="*/ 1310616 h 1311081"/>
                <a:gd name="connsiteX6" fmla="*/ 1603786 w 1680783"/>
                <a:gd name="connsiteY6" fmla="*/ 1295040 h 1311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783" h="1311081">
                  <a:moveTo>
                    <a:pt x="3691" y="-465"/>
                  </a:moveTo>
                  <a:lnTo>
                    <a:pt x="1636460" y="1272320"/>
                  </a:lnTo>
                  <a:lnTo>
                    <a:pt x="1632829" y="1276887"/>
                  </a:lnTo>
                  <a:lnTo>
                    <a:pt x="61" y="4103"/>
                  </a:lnTo>
                  <a:close/>
                  <a:moveTo>
                    <a:pt x="1647000" y="1239646"/>
                  </a:moveTo>
                  <a:lnTo>
                    <a:pt x="1680845" y="1310616"/>
                  </a:lnTo>
                  <a:lnTo>
                    <a:pt x="1603786" y="129504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FAB0521-4B90-1217-825A-7FBB118C05BB}"/>
                </a:ext>
              </a:extLst>
            </p:cNvPr>
            <p:cNvSpPr/>
            <p:nvPr/>
          </p:nvSpPr>
          <p:spPr>
            <a:xfrm rot="2697702" flipV="1">
              <a:off x="2028307" y="7501354"/>
              <a:ext cx="961401" cy="1029080"/>
            </a:xfrm>
            <a:custGeom>
              <a:avLst/>
              <a:gdLst>
                <a:gd name="connsiteX0" fmla="*/ 4160 w 1681018"/>
                <a:gd name="connsiteY0" fmla="*/ -497 h 1635835"/>
                <a:gd name="connsiteX1" fmla="*/ 1641144 w 1681018"/>
                <a:gd name="connsiteY1" fmla="*/ 1592358 h 1635835"/>
                <a:gd name="connsiteX2" fmla="*/ 1637045 w 1681018"/>
                <a:gd name="connsiteY2" fmla="*/ 1596574 h 1635835"/>
                <a:gd name="connsiteX3" fmla="*/ 61 w 1681018"/>
                <a:gd name="connsiteY3" fmla="*/ 3718 h 1635835"/>
                <a:gd name="connsiteX4" fmla="*/ 1655198 w 1681018"/>
                <a:gd name="connsiteY4" fmla="*/ 1561089 h 1635835"/>
                <a:gd name="connsiteX5" fmla="*/ 1681079 w 1681018"/>
                <a:gd name="connsiteY5" fmla="*/ 1635338 h 1635835"/>
                <a:gd name="connsiteX6" fmla="*/ 1606128 w 1681018"/>
                <a:gd name="connsiteY6" fmla="*/ 1611447 h 163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018" h="1635835">
                  <a:moveTo>
                    <a:pt x="4160" y="-497"/>
                  </a:moveTo>
                  <a:lnTo>
                    <a:pt x="1641144" y="1592358"/>
                  </a:lnTo>
                  <a:lnTo>
                    <a:pt x="1637045" y="1596574"/>
                  </a:lnTo>
                  <a:lnTo>
                    <a:pt x="61" y="3718"/>
                  </a:lnTo>
                  <a:close/>
                  <a:moveTo>
                    <a:pt x="1655198" y="1561089"/>
                  </a:moveTo>
                  <a:lnTo>
                    <a:pt x="1681079" y="1635338"/>
                  </a:lnTo>
                  <a:lnTo>
                    <a:pt x="1606128" y="1611447"/>
                  </a:lnTo>
                  <a:close/>
                </a:path>
              </a:pathLst>
            </a:custGeom>
            <a:solidFill>
              <a:srgbClr val="FF6161"/>
            </a:solidFill>
            <a:ln w="3175" cap="flat">
              <a:solidFill>
                <a:srgbClr val="FF616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705DFAD-A3CC-B9A2-329D-84E9A170CDDC}"/>
                </a:ext>
              </a:extLst>
            </p:cNvPr>
            <p:cNvSpPr/>
            <p:nvPr/>
          </p:nvSpPr>
          <p:spPr>
            <a:xfrm flipV="1">
              <a:off x="5105842" y="7467638"/>
              <a:ext cx="2771201" cy="1209252"/>
            </a:xfrm>
            <a:custGeom>
              <a:avLst/>
              <a:gdLst>
                <a:gd name="connsiteX0" fmla="*/ 166 w 2337778"/>
                <a:gd name="connsiteY0" fmla="*/ -365 h 1482183"/>
                <a:gd name="connsiteX1" fmla="*/ 2337945 w 2337778"/>
                <a:gd name="connsiteY1" fmla="*/ -365 h 1482183"/>
                <a:gd name="connsiteX2" fmla="*/ 2337945 w 2337778"/>
                <a:gd name="connsiteY2" fmla="*/ 1481818 h 1482183"/>
                <a:gd name="connsiteX3" fmla="*/ 166 w 2337778"/>
                <a:gd name="connsiteY3" fmla="*/ 1481818 h 14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7778" h="1482183">
                  <a:moveTo>
                    <a:pt x="166" y="-365"/>
                  </a:moveTo>
                  <a:lnTo>
                    <a:pt x="2337945" y="-365"/>
                  </a:lnTo>
                  <a:lnTo>
                    <a:pt x="2337945" y="1481818"/>
                  </a:lnTo>
                  <a:lnTo>
                    <a:pt x="166" y="148181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20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21316DD-6137-7CAA-1F4B-0937C898B844}"/>
                </a:ext>
              </a:extLst>
            </p:cNvPr>
            <p:cNvSpPr/>
            <p:nvPr/>
          </p:nvSpPr>
          <p:spPr>
            <a:xfrm flipV="1">
              <a:off x="5196525" y="7578129"/>
              <a:ext cx="2596919" cy="1007618"/>
            </a:xfrm>
            <a:custGeom>
              <a:avLst/>
              <a:gdLst>
                <a:gd name="connsiteX0" fmla="*/ 150 w 1036436"/>
                <a:gd name="connsiteY0" fmla="*/ -375 h 913481"/>
                <a:gd name="connsiteX1" fmla="*/ 1036587 w 1036436"/>
                <a:gd name="connsiteY1" fmla="*/ -375 h 913481"/>
                <a:gd name="connsiteX2" fmla="*/ 1036587 w 1036436"/>
                <a:gd name="connsiteY2" fmla="*/ 913107 h 913481"/>
                <a:gd name="connsiteX3" fmla="*/ 150 w 1036436"/>
                <a:gd name="connsiteY3" fmla="*/ 91310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150" y="-375"/>
                  </a:moveTo>
                  <a:lnTo>
                    <a:pt x="1036587" y="-375"/>
                  </a:lnTo>
                  <a:lnTo>
                    <a:pt x="1036587" y="913107"/>
                  </a:lnTo>
                  <a:lnTo>
                    <a:pt x="150" y="91310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solidFill>
                <a:srgbClr val="86868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2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DA98AE9-0BDA-3F48-56E2-8A1DB741AB09}"/>
                </a:ext>
              </a:extLst>
            </p:cNvPr>
            <p:cNvSpPr txBox="1"/>
            <p:nvPr/>
          </p:nvSpPr>
          <p:spPr>
            <a:xfrm>
              <a:off x="5183277" y="7648018"/>
              <a:ext cx="1169742" cy="838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Label Counting (Output)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14C5793F-66DC-6842-87B1-7B3C1EDBBD30}"/>
                    </a:ext>
                  </a:extLst>
                </p:cNvPr>
                <p:cNvSpPr txBox="1"/>
                <p:nvPr/>
              </p:nvSpPr>
              <p:spPr>
                <a:xfrm>
                  <a:off x="6117041" y="7650738"/>
                  <a:ext cx="1397538" cy="3688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SG" sz="105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0 Spikes</a:t>
                  </a: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2086090-A50E-B89D-42AF-D7A3D7B9F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041" y="7650738"/>
                  <a:ext cx="1397538" cy="368814"/>
                </a:xfrm>
                <a:prstGeom prst="rect">
                  <a:avLst/>
                </a:prstGeom>
                <a:blipFill>
                  <a:blip r:embed="rId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F4A0E0DF-8DA0-EBBF-2E78-0FB37C11AE90}"/>
                    </a:ext>
                  </a:extLst>
                </p:cNvPr>
                <p:cNvSpPr txBox="1"/>
                <p:nvPr/>
              </p:nvSpPr>
              <p:spPr>
                <a:xfrm>
                  <a:off x="6192347" y="7951125"/>
                  <a:ext cx="1629420" cy="344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SG" sz="105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</a:t>
                  </a:r>
                  <a:r>
                    <a:rPr lang="en-SG" sz="1050" dirty="0">
                      <a:ln/>
                      <a:solidFill>
                        <a:srgbClr val="FF6161"/>
                      </a:solidFill>
                      <a:latin typeface="Arial"/>
                      <a:cs typeface="Arial"/>
                      <a:sym typeface="Arial"/>
                      <a:rtl val="0"/>
                    </a:rPr>
                    <a:t>Many Spikes</a:t>
                  </a:r>
                  <a:endParaRPr lang="en-SG" sz="105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88C65D9D-C6A8-8A85-244C-4A8AA4F34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2347" y="7951125"/>
                  <a:ext cx="1629420" cy="344815"/>
                </a:xfrm>
                <a:prstGeom prst="rect">
                  <a:avLst/>
                </a:prstGeom>
                <a:blipFill>
                  <a:blip r:embed="rId6"/>
                  <a:stretch>
                    <a:fillRect b="-1463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4BC7260-BBF3-F2F3-177A-F175E14513F5}"/>
                    </a:ext>
                  </a:extLst>
                </p:cNvPr>
                <p:cNvSpPr txBox="1"/>
                <p:nvPr/>
              </p:nvSpPr>
              <p:spPr>
                <a:xfrm>
                  <a:off x="6103793" y="8244946"/>
                  <a:ext cx="1397538" cy="3688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SG" sz="105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0 Spikes</a:t>
                  </a: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949FA42-2798-33B1-C1DD-B1F08108A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3793" y="8244946"/>
                  <a:ext cx="1397538" cy="368814"/>
                </a:xfrm>
                <a:prstGeom prst="rect">
                  <a:avLst/>
                </a:prstGeom>
                <a:blipFill>
                  <a:blip r:embed="rId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61CA4-0EE7-B2E9-0149-8CDF53E4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28DE2-3612-884A-549A-A7419F7A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20</a:t>
            </a:fld>
            <a:endParaRPr lang="en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66270B-EA4A-8487-F11C-BD469EF4CBFF}"/>
              </a:ext>
            </a:extLst>
          </p:cNvPr>
          <p:cNvSpPr/>
          <p:nvPr/>
        </p:nvSpPr>
        <p:spPr>
          <a:xfrm>
            <a:off x="7136286" y="4586194"/>
            <a:ext cx="2507750" cy="75035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619372-961D-D855-C8E1-1E5E3AC16FE7}"/>
              </a:ext>
            </a:extLst>
          </p:cNvPr>
          <p:cNvSpPr txBox="1"/>
          <p:nvPr/>
        </p:nvSpPr>
        <p:spPr>
          <a:xfrm>
            <a:off x="8204752" y="5352918"/>
            <a:ext cx="1153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>
                <a:latin typeface="Arial" panose="020B0604020202020204" pitchFamily="34" charset="0"/>
                <a:cs typeface="Arial" panose="020B0604020202020204" pitchFamily="34" charset="0"/>
              </a:rPr>
              <a:t>Time 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D1D04-2FFD-76BD-1B60-21ABB7CD9213}"/>
              </a:ext>
            </a:extLst>
          </p:cNvPr>
          <p:cNvSpPr txBox="1"/>
          <p:nvPr/>
        </p:nvSpPr>
        <p:spPr>
          <a:xfrm rot="16200000">
            <a:off x="6114195" y="4688966"/>
            <a:ext cx="134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latin typeface="Arial" panose="020B0604020202020204" pitchFamily="34" charset="0"/>
                <a:cs typeface="Arial" panose="020B0604020202020204" pitchFamily="34" charset="0"/>
              </a:rPr>
              <a:t>Neuron Index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70D92D-0ACE-D5F1-3970-5583C27DABF2}"/>
              </a:ext>
            </a:extLst>
          </p:cNvPr>
          <p:cNvCxnSpPr>
            <a:cxnSpLocks/>
          </p:cNvCxnSpPr>
          <p:nvPr/>
        </p:nvCxnSpPr>
        <p:spPr>
          <a:xfrm>
            <a:off x="7136286" y="4835192"/>
            <a:ext cx="250775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0FC8DF-2B10-E075-B9A8-1220B0A0571C}"/>
              </a:ext>
            </a:extLst>
          </p:cNvPr>
          <p:cNvCxnSpPr>
            <a:cxnSpLocks/>
          </p:cNvCxnSpPr>
          <p:nvPr/>
        </p:nvCxnSpPr>
        <p:spPr>
          <a:xfrm>
            <a:off x="7136286" y="5087267"/>
            <a:ext cx="250775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8B39E4E-2ADA-CEF3-E1C3-90B8F8790DE8}"/>
              </a:ext>
            </a:extLst>
          </p:cNvPr>
          <p:cNvSpPr txBox="1"/>
          <p:nvPr/>
        </p:nvSpPr>
        <p:spPr>
          <a:xfrm>
            <a:off x="6970526" y="4586194"/>
            <a:ext cx="97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83256-DBDA-3F53-4FE0-2266BDE24BC2}"/>
              </a:ext>
            </a:extLst>
          </p:cNvPr>
          <p:cNvSpPr txBox="1"/>
          <p:nvPr/>
        </p:nvSpPr>
        <p:spPr>
          <a:xfrm>
            <a:off x="6970526" y="4838269"/>
            <a:ext cx="97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81F3A1-7077-0F9D-0CD3-1CF12A719ADB}"/>
              </a:ext>
            </a:extLst>
          </p:cNvPr>
          <p:cNvSpPr txBox="1"/>
          <p:nvPr/>
        </p:nvSpPr>
        <p:spPr>
          <a:xfrm>
            <a:off x="6970526" y="5087267"/>
            <a:ext cx="97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D38C412-0D2E-56E5-9F0A-C21C4B2329A0}"/>
              </a:ext>
            </a:extLst>
          </p:cNvPr>
          <p:cNvSpPr/>
          <p:nvPr/>
        </p:nvSpPr>
        <p:spPr>
          <a:xfrm>
            <a:off x="7140093" y="4843414"/>
            <a:ext cx="2503943" cy="247876"/>
          </a:xfrm>
          <a:prstGeom prst="rect">
            <a:avLst/>
          </a:prstGeom>
          <a:solidFill>
            <a:srgbClr val="FF61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B8A3FB-6BD6-0B8F-F7E4-12286C2C42B7}"/>
              </a:ext>
            </a:extLst>
          </p:cNvPr>
          <p:cNvSpPr/>
          <p:nvPr/>
        </p:nvSpPr>
        <p:spPr>
          <a:xfrm>
            <a:off x="9313318" y="4838827"/>
            <a:ext cx="45234" cy="2442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1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20300A-41F5-E221-1782-A65C63DCE73E}"/>
              </a:ext>
            </a:extLst>
          </p:cNvPr>
          <p:cNvCxnSpPr>
            <a:cxnSpLocks/>
          </p:cNvCxnSpPr>
          <p:nvPr/>
        </p:nvCxnSpPr>
        <p:spPr>
          <a:xfrm flipV="1">
            <a:off x="9313318" y="3987687"/>
            <a:ext cx="340313" cy="84470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9D6252-A0FC-3983-855B-6AF651F79A67}"/>
              </a:ext>
            </a:extLst>
          </p:cNvPr>
          <p:cNvCxnSpPr>
            <a:cxnSpLocks/>
          </p:cNvCxnSpPr>
          <p:nvPr/>
        </p:nvCxnSpPr>
        <p:spPr>
          <a:xfrm flipV="1">
            <a:off x="9357886" y="4015739"/>
            <a:ext cx="2146257" cy="81945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E70FA47-24B0-F4A4-4044-45E0BF7E4814}"/>
              </a:ext>
            </a:extLst>
          </p:cNvPr>
          <p:cNvGrpSpPr/>
          <p:nvPr/>
        </p:nvGrpSpPr>
        <p:grpSpPr>
          <a:xfrm>
            <a:off x="9628349" y="3687119"/>
            <a:ext cx="1875794" cy="300568"/>
            <a:chOff x="9704070" y="4337363"/>
            <a:chExt cx="1108710" cy="300568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89E299E-D8EB-689D-E1F7-539E13BC0DFA}"/>
                </a:ext>
              </a:extLst>
            </p:cNvPr>
            <p:cNvGrpSpPr/>
            <p:nvPr/>
          </p:nvGrpSpPr>
          <p:grpSpPr>
            <a:xfrm>
              <a:off x="9719758" y="4390830"/>
              <a:ext cx="1081592" cy="246774"/>
              <a:chOff x="9942027" y="4390830"/>
              <a:chExt cx="460318" cy="246774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EC0A135-3AA9-94DE-D5D7-C5F9516BA1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27172" y="4391188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197F902-6751-427E-3448-7FAA495B0C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2472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833AF89-9CB9-1DD1-BA61-22429A40D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37" y="4391188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E31A394-7A11-94E6-1EEB-3F0EDF9E8A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3736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029E8E3-83F5-B0BA-9567-B857AEDBF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9701" y="4391188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9BD9D9A-F784-5163-5E9A-9A0549657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5001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5922E2E-675C-7606-F30A-5960399532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20966" y="4391188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C5D91FC-4C99-073E-22E2-4D87243A0B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36265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E498A4F-3D7E-EF70-8CDB-FD6CFD216A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50234" y="4390830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742FCB9D-BBE5-95DB-29EC-9919500A04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5534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A850A9B-466E-4699-E5E8-11AD05CCF6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9503" y="4390993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2CCA4770-57C9-A5F8-89C8-60DB375950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4803" y="4390967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BBFE098A-F0C5-106E-FA01-F645C99F81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0324" y="4391892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230C5812-90CB-7908-A6D5-1BE0792657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25402" y="4391188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2D9BFD34-F41C-9C79-2534-EB93940EDD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40702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8AB6B69-B88F-6EB5-4C8E-58C1F61537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6666" y="4391188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402C661-DA8D-DA93-84CF-15C8D8673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1966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A623C9CE-F31E-D2E1-B843-E010EC6205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7931" y="4391188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C867828F-D1E0-7FE5-9BEB-D31D305BF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03230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2CD6CBC7-C013-143C-7C32-AE754F1211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200" y="4390830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04808426-C618-C9A1-FCAA-BFEB57896E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2499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9FEAD253-744D-F904-A331-F5311A877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468" y="4391214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942D17B2-8059-22DC-7639-1D57E71E7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107" y="4390869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2AA60474-86C3-C725-C78D-90CD7A923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3076" y="4391359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C1BB493-EA8B-6FA7-A7CE-E4DD9C4434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8376" y="4390869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99FB56DD-4BAE-2213-CA06-C1A3F43D9A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2345" y="4391079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AAE2CD2F-FA89-D7B5-3B3E-8A42391C20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99234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4207C88-EF1C-28AF-6911-761329CA32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13203" y="4391214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40FADAE-31DB-94AF-F697-545A6BF0D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69965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2CABEE4F-FF0E-4A4A-9A72-EEFE2A635F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83934" y="4390830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E65EBC0C-22FE-1211-7B31-7B7CA0585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42027" y="4391005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2F5A735-830B-1710-2570-B44C4F9DB8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55996" y="4390830"/>
                <a:ext cx="0" cy="245712"/>
              </a:xfrm>
              <a:prstGeom prst="line">
                <a:avLst/>
              </a:prstGeom>
              <a:ln>
                <a:solidFill>
                  <a:srgbClr val="FF6161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C17989D-6312-26A6-61E1-42AA183E8A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04070" y="4337363"/>
              <a:ext cx="1108710" cy="3005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100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5CC3513C-5836-F175-A46C-3FA44E6D33E2}"/>
              </a:ext>
            </a:extLst>
          </p:cNvPr>
          <p:cNvSpPr txBox="1"/>
          <p:nvPr/>
        </p:nvSpPr>
        <p:spPr>
          <a:xfrm>
            <a:off x="7757977" y="5633358"/>
            <a:ext cx="1555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>
                <a:latin typeface="Arial" panose="020B0604020202020204" pitchFamily="34" charset="0"/>
                <a:cs typeface="Arial" panose="020B0604020202020204" pitchFamily="34" charset="0"/>
              </a:rPr>
              <a:t>(b) Spike timing</a:t>
            </a:r>
          </a:p>
        </p:txBody>
      </p:sp>
    </p:spTree>
    <p:extLst>
      <p:ext uri="{BB962C8B-B14F-4D97-AF65-F5344CB8AC3E}">
        <p14:creationId xmlns:p14="http://schemas.microsoft.com/office/powerpoint/2010/main" val="3151845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A335-BB83-0ADC-F63A-E19E964C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A7DA-62CB-2B95-8ED7-07B14863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STDP-DIP: Algorithm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AF83-732A-B86D-6E6D-8B9DEFB8B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825625"/>
            <a:ext cx="5506720" cy="4351338"/>
          </a:xfrm>
        </p:spPr>
        <p:txBody>
          <a:bodyPr/>
          <a:lstStyle/>
          <a:p>
            <a:r>
              <a:rPr lang="en-SG" sz="2000" dirty="0"/>
              <a:t>Detect faulty neuron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Faulty neuron connection severed</a:t>
            </a:r>
          </a:p>
          <a:p>
            <a:endParaRPr lang="en-US" sz="1600" dirty="0"/>
          </a:p>
          <a:p>
            <a:r>
              <a:rPr lang="en-US" sz="2000" dirty="0"/>
              <a:t>Healthy STDP spiking restored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D7631-4D26-B3BC-10C0-159A472A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47C474B-4094-8E9D-D420-98BFAF25D00B}"/>
              </a:ext>
            </a:extLst>
          </p:cNvPr>
          <p:cNvGrpSpPr>
            <a:grpSpLocks noChangeAspect="1"/>
          </p:cNvGrpSpPr>
          <p:nvPr/>
        </p:nvGrpSpPr>
        <p:grpSpPr>
          <a:xfrm>
            <a:off x="853254" y="2210067"/>
            <a:ext cx="5170721" cy="3763698"/>
            <a:chOff x="388201" y="11169203"/>
            <a:chExt cx="7605336" cy="5535823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F2496F4-A1D4-EADB-7864-165A73C27666}"/>
                </a:ext>
              </a:extLst>
            </p:cNvPr>
            <p:cNvSpPr/>
            <p:nvPr/>
          </p:nvSpPr>
          <p:spPr>
            <a:xfrm flipV="1">
              <a:off x="388201" y="12835359"/>
              <a:ext cx="1490872" cy="1442962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solidFill>
              <a:srgbClr val="FFFFFF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9580CF1-6ED7-E373-9D4F-A5314294E175}"/>
                </a:ext>
              </a:extLst>
            </p:cNvPr>
            <p:cNvSpPr/>
            <p:nvPr/>
          </p:nvSpPr>
          <p:spPr>
            <a:xfrm flipV="1">
              <a:off x="388201" y="13083258"/>
              <a:ext cx="1490872" cy="1010332"/>
            </a:xfrm>
            <a:custGeom>
              <a:avLst/>
              <a:gdLst>
                <a:gd name="connsiteX0" fmla="*/ 22 w 1351587"/>
                <a:gd name="connsiteY0" fmla="*/ -315 h 1308153"/>
                <a:gd name="connsiteX1" fmla="*/ 1351609 w 1351587"/>
                <a:gd name="connsiteY1" fmla="*/ -315 h 1308153"/>
                <a:gd name="connsiteX2" fmla="*/ 1351609 w 1351587"/>
                <a:gd name="connsiteY2" fmla="*/ 1307839 h 1308153"/>
                <a:gd name="connsiteX3" fmla="*/ 22 w 1351587"/>
                <a:gd name="connsiteY3" fmla="*/ 1307839 h 13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587" h="1308153">
                  <a:moveTo>
                    <a:pt x="22" y="-315"/>
                  </a:moveTo>
                  <a:lnTo>
                    <a:pt x="1351609" y="-315"/>
                  </a:lnTo>
                  <a:lnTo>
                    <a:pt x="1351609" y="1307839"/>
                  </a:lnTo>
                  <a:lnTo>
                    <a:pt x="22" y="1307839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84A33C0-F21B-D377-622F-2B666A49CBF1}"/>
                </a:ext>
              </a:extLst>
            </p:cNvPr>
            <p:cNvSpPr/>
            <p:nvPr/>
          </p:nvSpPr>
          <p:spPr>
            <a:xfrm flipV="1">
              <a:off x="589725" y="13179239"/>
              <a:ext cx="1143244" cy="625885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84F24BE-0634-8EF4-C202-E2772E270D68}"/>
                </a:ext>
              </a:extLst>
            </p:cNvPr>
            <p:cNvSpPr/>
            <p:nvPr/>
          </p:nvSpPr>
          <p:spPr>
            <a:xfrm flipV="1">
              <a:off x="589724" y="13172135"/>
              <a:ext cx="1143245" cy="632989"/>
            </a:xfrm>
            <a:custGeom>
              <a:avLst/>
              <a:gdLst>
                <a:gd name="connsiteX0" fmla="*/ 22 w 1036436"/>
                <a:gd name="connsiteY0" fmla="*/ -335 h 913481"/>
                <a:gd name="connsiteX1" fmla="*/ 1036459 w 1036436"/>
                <a:gd name="connsiteY1" fmla="*/ -335 h 913481"/>
                <a:gd name="connsiteX2" fmla="*/ 1036459 w 1036436"/>
                <a:gd name="connsiteY2" fmla="*/ 913147 h 913481"/>
                <a:gd name="connsiteX3" fmla="*/ 22 w 1036436"/>
                <a:gd name="connsiteY3" fmla="*/ 91314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22" y="-335"/>
                  </a:moveTo>
                  <a:lnTo>
                    <a:pt x="1036459" y="-335"/>
                  </a:lnTo>
                  <a:lnTo>
                    <a:pt x="1036459" y="913147"/>
                  </a:lnTo>
                  <a:lnTo>
                    <a:pt x="22" y="913147"/>
                  </a:lnTo>
                  <a:close/>
                </a:path>
              </a:pathLst>
            </a:custGeom>
            <a:noFill/>
            <a:ln w="11705" cap="flat">
              <a:solidFill>
                <a:srgbClr val="7F7F7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3D709AA-6243-C534-1D33-9EB43367CDFF}"/>
                </a:ext>
              </a:extLst>
            </p:cNvPr>
            <p:cNvSpPr txBox="1"/>
            <p:nvPr/>
          </p:nvSpPr>
          <p:spPr>
            <a:xfrm>
              <a:off x="869967" y="13195524"/>
              <a:ext cx="336206" cy="336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6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83E40F1-C365-20C1-F3B9-0834E28404E6}"/>
                </a:ext>
              </a:extLst>
            </p:cNvPr>
            <p:cNvSpPr txBox="1"/>
            <p:nvPr/>
          </p:nvSpPr>
          <p:spPr>
            <a:xfrm>
              <a:off x="508953" y="13285906"/>
              <a:ext cx="1363264" cy="373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Input Spikes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8DAEDD0-033B-C8D3-0810-DA38150D5D32}"/>
                </a:ext>
              </a:extLst>
            </p:cNvPr>
            <p:cNvSpPr txBox="1"/>
            <p:nvPr/>
          </p:nvSpPr>
          <p:spPr>
            <a:xfrm>
              <a:off x="792460" y="13413105"/>
              <a:ext cx="336206" cy="336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6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FEA2696-6484-079C-29C7-ADF6EE94EF51}"/>
                </a:ext>
              </a:extLst>
            </p:cNvPr>
            <p:cNvSpPr txBox="1"/>
            <p:nvPr/>
          </p:nvSpPr>
          <p:spPr>
            <a:xfrm>
              <a:off x="908693" y="13413105"/>
              <a:ext cx="336206" cy="336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6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1B66382-6967-0788-0DDF-5FE71C6D3C41}"/>
                </a:ext>
              </a:extLst>
            </p:cNvPr>
            <p:cNvSpPr txBox="1"/>
            <p:nvPr/>
          </p:nvSpPr>
          <p:spPr>
            <a:xfrm>
              <a:off x="1226188" y="13413105"/>
              <a:ext cx="336206" cy="3360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en-SG" sz="6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7D0C0B1-6B92-BA18-B793-9137DD340BEC}"/>
                </a:ext>
              </a:extLst>
            </p:cNvPr>
            <p:cNvSpPr txBox="1"/>
            <p:nvPr/>
          </p:nvSpPr>
          <p:spPr>
            <a:xfrm>
              <a:off x="506748" y="13772862"/>
              <a:ext cx="1320824" cy="373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Input Signal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99F23B5-ADEA-CBEB-3ECD-8AF3EBCA89FB}"/>
                </a:ext>
              </a:extLst>
            </p:cNvPr>
            <p:cNvSpPr/>
            <p:nvPr/>
          </p:nvSpPr>
          <p:spPr>
            <a:xfrm>
              <a:off x="5662447" y="14668329"/>
              <a:ext cx="467849" cy="248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G" sz="105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93055A8-C9E2-DF72-6CBC-FD334A540185}"/>
                </a:ext>
              </a:extLst>
            </p:cNvPr>
            <p:cNvSpPr/>
            <p:nvPr/>
          </p:nvSpPr>
          <p:spPr>
            <a:xfrm flipV="1">
              <a:off x="2826494" y="11169203"/>
              <a:ext cx="1493397" cy="4621734"/>
            </a:xfrm>
            <a:custGeom>
              <a:avLst/>
              <a:gdLst>
                <a:gd name="connsiteX0" fmla="*/ 89 w 1335070"/>
                <a:gd name="connsiteY0" fmla="*/ -362 h 4131749"/>
                <a:gd name="connsiteX1" fmla="*/ 1335160 w 1335070"/>
                <a:gd name="connsiteY1" fmla="*/ -362 h 4131749"/>
                <a:gd name="connsiteX2" fmla="*/ 1335160 w 1335070"/>
                <a:gd name="connsiteY2" fmla="*/ 4131388 h 4131749"/>
                <a:gd name="connsiteX3" fmla="*/ 89 w 1335070"/>
                <a:gd name="connsiteY3" fmla="*/ 4131388 h 4131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070" h="4131749">
                  <a:moveTo>
                    <a:pt x="89" y="-362"/>
                  </a:moveTo>
                  <a:lnTo>
                    <a:pt x="1335160" y="-362"/>
                  </a:lnTo>
                  <a:lnTo>
                    <a:pt x="1335160" y="4131388"/>
                  </a:lnTo>
                  <a:lnTo>
                    <a:pt x="89" y="413138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050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E601321-9F01-EC42-10D4-B3955716B97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283005" y="14792611"/>
              <a:ext cx="589457" cy="589470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B261691-1763-351F-ED6F-8AAAB3692D49}"/>
                </a:ext>
              </a:extLst>
            </p:cNvPr>
            <p:cNvSpPr txBox="1"/>
            <p:nvPr/>
          </p:nvSpPr>
          <p:spPr>
            <a:xfrm>
              <a:off x="3404229" y="12771866"/>
              <a:ext cx="388602" cy="280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40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20B09E1-4351-CD1D-76DB-AF6858691E31}"/>
                </a:ext>
              </a:extLst>
            </p:cNvPr>
            <p:cNvSpPr/>
            <p:nvPr/>
          </p:nvSpPr>
          <p:spPr>
            <a:xfrm flipV="1">
              <a:off x="1753385" y="11834129"/>
              <a:ext cx="1522287" cy="1657168"/>
            </a:xfrm>
            <a:custGeom>
              <a:avLst/>
              <a:gdLst>
                <a:gd name="connsiteX0" fmla="*/ 4511 w 1681252"/>
                <a:gd name="connsiteY0" fmla="*/ -530 h 1960706"/>
                <a:gd name="connsiteX1" fmla="*/ 1645360 w 1681252"/>
                <a:gd name="connsiteY1" fmla="*/ 1913800 h 1960706"/>
                <a:gd name="connsiteX2" fmla="*/ 1640910 w 1681252"/>
                <a:gd name="connsiteY2" fmla="*/ 1917548 h 1960706"/>
                <a:gd name="connsiteX3" fmla="*/ 61 w 1681252"/>
                <a:gd name="connsiteY3" fmla="*/ 3335 h 1960706"/>
                <a:gd name="connsiteX4" fmla="*/ 1662224 w 1681252"/>
                <a:gd name="connsiteY4" fmla="*/ 1883936 h 1960706"/>
                <a:gd name="connsiteX5" fmla="*/ 1681313 w 1681252"/>
                <a:gd name="connsiteY5" fmla="*/ 1960177 h 1960706"/>
                <a:gd name="connsiteX6" fmla="*/ 1608821 w 1681252"/>
                <a:gd name="connsiteY6" fmla="*/ 1929611 h 1960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252" h="1960706">
                  <a:moveTo>
                    <a:pt x="4511" y="-530"/>
                  </a:moveTo>
                  <a:lnTo>
                    <a:pt x="1645360" y="1913800"/>
                  </a:lnTo>
                  <a:lnTo>
                    <a:pt x="1640910" y="1917548"/>
                  </a:lnTo>
                  <a:lnTo>
                    <a:pt x="61" y="3335"/>
                  </a:lnTo>
                  <a:close/>
                  <a:moveTo>
                    <a:pt x="1662224" y="1883936"/>
                  </a:moveTo>
                  <a:lnTo>
                    <a:pt x="1681313" y="1960177"/>
                  </a:lnTo>
                  <a:lnTo>
                    <a:pt x="1608821" y="192961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611C8B1-1978-A54D-0FD4-EC26BC3F7551}"/>
                </a:ext>
              </a:extLst>
            </p:cNvPr>
            <p:cNvSpPr/>
            <p:nvPr/>
          </p:nvSpPr>
          <p:spPr>
            <a:xfrm>
              <a:off x="1753793" y="13491297"/>
              <a:ext cx="1547540" cy="1517405"/>
            </a:xfrm>
            <a:custGeom>
              <a:avLst/>
              <a:gdLst>
                <a:gd name="connsiteX0" fmla="*/ 3691 w 1680783"/>
                <a:gd name="connsiteY0" fmla="*/ -465 h 1311081"/>
                <a:gd name="connsiteX1" fmla="*/ 1636460 w 1680783"/>
                <a:gd name="connsiteY1" fmla="*/ 1272320 h 1311081"/>
                <a:gd name="connsiteX2" fmla="*/ 1632829 w 1680783"/>
                <a:gd name="connsiteY2" fmla="*/ 1276887 h 1311081"/>
                <a:gd name="connsiteX3" fmla="*/ 61 w 1680783"/>
                <a:gd name="connsiteY3" fmla="*/ 4103 h 1311081"/>
                <a:gd name="connsiteX4" fmla="*/ 1647000 w 1680783"/>
                <a:gd name="connsiteY4" fmla="*/ 1239646 h 1311081"/>
                <a:gd name="connsiteX5" fmla="*/ 1680845 w 1680783"/>
                <a:gd name="connsiteY5" fmla="*/ 1310616 h 1311081"/>
                <a:gd name="connsiteX6" fmla="*/ 1603786 w 1680783"/>
                <a:gd name="connsiteY6" fmla="*/ 1295040 h 1311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0783" h="1311081">
                  <a:moveTo>
                    <a:pt x="3691" y="-465"/>
                  </a:moveTo>
                  <a:lnTo>
                    <a:pt x="1636460" y="1272320"/>
                  </a:lnTo>
                  <a:lnTo>
                    <a:pt x="1632829" y="1276887"/>
                  </a:lnTo>
                  <a:lnTo>
                    <a:pt x="61" y="4103"/>
                  </a:lnTo>
                  <a:close/>
                  <a:moveTo>
                    <a:pt x="1647000" y="1239646"/>
                  </a:moveTo>
                  <a:lnTo>
                    <a:pt x="1680845" y="1310616"/>
                  </a:lnTo>
                  <a:lnTo>
                    <a:pt x="1603786" y="129504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7030A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476D15F-9770-8BCB-3882-354E671AB1A9}"/>
                </a:ext>
              </a:extLst>
            </p:cNvPr>
            <p:cNvSpPr/>
            <p:nvPr/>
          </p:nvSpPr>
          <p:spPr>
            <a:xfrm rot="5400000" flipV="1">
              <a:off x="2432290" y="14092418"/>
              <a:ext cx="172396" cy="163696"/>
            </a:xfrm>
            <a:custGeom>
              <a:avLst/>
              <a:gdLst>
                <a:gd name="connsiteX0" fmla="*/ 63 w 154118"/>
                <a:gd name="connsiteY0" fmla="*/ -555 h 146341"/>
                <a:gd name="connsiteX1" fmla="*/ 60843 w 154118"/>
                <a:gd name="connsiteY1" fmla="*/ 50858 h 146341"/>
                <a:gd name="connsiteX2" fmla="*/ 31683 w 154118"/>
                <a:gd name="connsiteY2" fmla="*/ 145251 h 146341"/>
                <a:gd name="connsiteX3" fmla="*/ 98436 w 154118"/>
                <a:gd name="connsiteY3" fmla="*/ 91614 h 146341"/>
                <a:gd name="connsiteX4" fmla="*/ 154181 w 154118"/>
                <a:gd name="connsiteY4" fmla="*/ 143495 h 146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118" h="146341">
                  <a:moveTo>
                    <a:pt x="63" y="-555"/>
                  </a:moveTo>
                  <a:cubicBezTo>
                    <a:pt x="27818" y="13031"/>
                    <a:pt x="55573" y="26615"/>
                    <a:pt x="60843" y="50858"/>
                  </a:cubicBezTo>
                  <a:cubicBezTo>
                    <a:pt x="66113" y="75218"/>
                    <a:pt x="25359" y="138459"/>
                    <a:pt x="31683" y="145251"/>
                  </a:cubicBezTo>
                  <a:cubicBezTo>
                    <a:pt x="37890" y="152044"/>
                    <a:pt x="78059" y="91965"/>
                    <a:pt x="98436" y="91614"/>
                  </a:cubicBezTo>
                  <a:cubicBezTo>
                    <a:pt x="118814" y="91379"/>
                    <a:pt x="143875" y="135765"/>
                    <a:pt x="154181" y="14349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CC78E22-9559-99F0-0530-894EDCBB519C}"/>
                </a:ext>
              </a:extLst>
            </p:cNvPr>
            <p:cNvSpPr/>
            <p:nvPr/>
          </p:nvSpPr>
          <p:spPr>
            <a:xfrm rot="20996024" flipV="1">
              <a:off x="2363063" y="12489270"/>
              <a:ext cx="172920" cy="163562"/>
            </a:xfrm>
            <a:custGeom>
              <a:avLst/>
              <a:gdLst>
                <a:gd name="connsiteX0" fmla="*/ 63 w 154587"/>
                <a:gd name="connsiteY0" fmla="*/ -515 h 146222"/>
                <a:gd name="connsiteX1" fmla="*/ 61078 w 154587"/>
                <a:gd name="connsiteY1" fmla="*/ 50780 h 146222"/>
                <a:gd name="connsiteX2" fmla="*/ 32151 w 154587"/>
                <a:gd name="connsiteY2" fmla="*/ 145174 h 146222"/>
                <a:gd name="connsiteX3" fmla="*/ 98787 w 154587"/>
                <a:gd name="connsiteY3" fmla="*/ 91301 h 146222"/>
                <a:gd name="connsiteX4" fmla="*/ 154650 w 154587"/>
                <a:gd name="connsiteY4" fmla="*/ 143065 h 14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587" h="146222">
                  <a:moveTo>
                    <a:pt x="63" y="-515"/>
                  </a:moveTo>
                  <a:cubicBezTo>
                    <a:pt x="27935" y="12953"/>
                    <a:pt x="55691" y="26421"/>
                    <a:pt x="61078" y="50780"/>
                  </a:cubicBezTo>
                  <a:cubicBezTo>
                    <a:pt x="66348" y="75022"/>
                    <a:pt x="25944" y="138381"/>
                    <a:pt x="32151" y="145174"/>
                  </a:cubicBezTo>
                  <a:cubicBezTo>
                    <a:pt x="38475" y="151966"/>
                    <a:pt x="78410" y="91653"/>
                    <a:pt x="98787" y="91301"/>
                  </a:cubicBezTo>
                  <a:cubicBezTo>
                    <a:pt x="119165" y="90950"/>
                    <a:pt x="144461" y="135336"/>
                    <a:pt x="154650" y="143065"/>
                  </a:cubicBezTo>
                </a:path>
              </a:pathLst>
            </a:custGeom>
            <a:noFill/>
            <a:ln w="5853" cap="flat">
              <a:solidFill>
                <a:srgbClr val="4472C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4897835-DFCB-7D9F-7139-1A8925F72BB7}"/>
                </a:ext>
              </a:extLst>
            </p:cNvPr>
            <p:cNvSpPr/>
            <p:nvPr/>
          </p:nvSpPr>
          <p:spPr>
            <a:xfrm rot="1464180" flipV="1">
              <a:off x="2099773" y="13327988"/>
              <a:ext cx="194141" cy="156553"/>
            </a:xfrm>
            <a:custGeom>
              <a:avLst/>
              <a:gdLst>
                <a:gd name="connsiteX0" fmla="*/ 63 w 173559"/>
                <a:gd name="connsiteY0" fmla="*/ -487 h 139956"/>
                <a:gd name="connsiteX1" fmla="*/ 67753 w 173559"/>
                <a:gd name="connsiteY1" fmla="*/ 41440 h 139956"/>
                <a:gd name="connsiteX2" fmla="*/ 52763 w 173559"/>
                <a:gd name="connsiteY2" fmla="*/ 139112 h 139956"/>
                <a:gd name="connsiteX3" fmla="*/ 110967 w 173559"/>
                <a:gd name="connsiteY3" fmla="*/ 76223 h 139956"/>
                <a:gd name="connsiteX4" fmla="*/ 173622 w 173559"/>
                <a:gd name="connsiteY4" fmla="*/ 119320 h 13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9" h="139956">
                  <a:moveTo>
                    <a:pt x="63" y="-487"/>
                  </a:moveTo>
                  <a:cubicBezTo>
                    <a:pt x="29458" y="8883"/>
                    <a:pt x="58853" y="18134"/>
                    <a:pt x="67753" y="41440"/>
                  </a:cubicBezTo>
                  <a:cubicBezTo>
                    <a:pt x="76536" y="64628"/>
                    <a:pt x="45619" y="133257"/>
                    <a:pt x="52763" y="139112"/>
                  </a:cubicBezTo>
                  <a:cubicBezTo>
                    <a:pt x="60024" y="144851"/>
                    <a:pt x="90824" y="79502"/>
                    <a:pt x="110967" y="76223"/>
                  </a:cubicBezTo>
                  <a:cubicBezTo>
                    <a:pt x="131110" y="72826"/>
                    <a:pt x="162379" y="113113"/>
                    <a:pt x="173622" y="119320"/>
                  </a:cubicBezTo>
                </a:path>
              </a:pathLst>
            </a:custGeom>
            <a:noFill/>
            <a:ln w="5853" cap="flat">
              <a:solidFill>
                <a:srgbClr val="76717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EFB18AE-DFDC-6B16-2075-BF260FFB849B}"/>
                </a:ext>
              </a:extLst>
            </p:cNvPr>
            <p:cNvSpPr txBox="1"/>
            <p:nvPr/>
          </p:nvSpPr>
          <p:spPr>
            <a:xfrm>
              <a:off x="1237590" y="11861373"/>
              <a:ext cx="1494309" cy="44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00" dirty="0">
                  <a:ln/>
                  <a:solidFill>
                    <a:srgbClr val="4472C4"/>
                  </a:solidFill>
                  <a:latin typeface="Arial"/>
                  <a:cs typeface="Arial"/>
                  <a:sym typeface="Arial"/>
                  <a:rtl val="0"/>
                </a:rPr>
                <a:t>Input Spike</a:t>
              </a: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E341010-B1BC-14F9-054E-04E9C463F7E8}"/>
                </a:ext>
              </a:extLst>
            </p:cNvPr>
            <p:cNvSpPr/>
            <p:nvPr/>
          </p:nvSpPr>
          <p:spPr>
            <a:xfrm flipV="1">
              <a:off x="2023331" y="12121187"/>
              <a:ext cx="350948" cy="390778"/>
            </a:xfrm>
            <a:custGeom>
              <a:avLst/>
              <a:gdLst>
                <a:gd name="connsiteX0" fmla="*/ 313798 w 313741"/>
                <a:gd name="connsiteY0" fmla="*/ -592 h 349348"/>
                <a:gd name="connsiteX1" fmla="*/ 56 w 313741"/>
                <a:gd name="connsiteY1" fmla="*/ 348757 h 34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741" h="349348">
                  <a:moveTo>
                    <a:pt x="313798" y="-592"/>
                  </a:moveTo>
                  <a:lnTo>
                    <a:pt x="56" y="348757"/>
                  </a:lnTo>
                </a:path>
              </a:pathLst>
            </a:custGeom>
            <a:noFill/>
            <a:ln w="5853" cap="flat">
              <a:solidFill>
                <a:srgbClr val="4472C4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9FC09EC-16CB-F39E-175F-EE75886003C3}"/>
                </a:ext>
              </a:extLst>
            </p:cNvPr>
            <p:cNvSpPr txBox="1"/>
            <p:nvPr/>
          </p:nvSpPr>
          <p:spPr>
            <a:xfrm>
              <a:off x="4402578" y="11459275"/>
              <a:ext cx="2643061" cy="652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548235"/>
                  </a:solidFill>
                  <a:latin typeface="Arial"/>
                  <a:cs typeface="Arial"/>
                  <a:sym typeface="Arial"/>
                  <a:rtl val="0"/>
                </a:rPr>
                <a:t>SA1 Detected: Inhibition Severed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8046B59-5E04-765F-1E48-31F9666CA239}"/>
                </a:ext>
              </a:extLst>
            </p:cNvPr>
            <p:cNvSpPr/>
            <p:nvPr/>
          </p:nvSpPr>
          <p:spPr>
            <a:xfrm flipV="1">
              <a:off x="2718125" y="12141301"/>
              <a:ext cx="2091685" cy="1217145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548235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05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B5DD116-70B2-5343-2B7B-3747A349BD1E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278217" y="11557214"/>
              <a:ext cx="589457" cy="589470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4472C4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EADD8EF-EA82-D620-202C-A7B21F705E69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3275672" y="13134165"/>
              <a:ext cx="589457" cy="589470"/>
            </a:xfrm>
            <a:custGeom>
              <a:avLst/>
              <a:gdLst>
                <a:gd name="connsiteX0" fmla="*/ 88 w 245933"/>
                <a:gd name="connsiteY0" fmla="*/ 122373 h 245937"/>
                <a:gd name="connsiteX1" fmla="*/ 123055 w 245933"/>
                <a:gd name="connsiteY1" fmla="*/ 245342 h 245937"/>
                <a:gd name="connsiteX2" fmla="*/ 246022 w 245933"/>
                <a:gd name="connsiteY2" fmla="*/ 122373 h 245937"/>
                <a:gd name="connsiteX3" fmla="*/ 123055 w 245933"/>
                <a:gd name="connsiteY3" fmla="*/ -596 h 245937"/>
                <a:gd name="connsiteX4" fmla="*/ 88 w 245933"/>
                <a:gd name="connsiteY4" fmla="*/ 122373 h 24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933" h="245937">
                  <a:moveTo>
                    <a:pt x="88" y="122373"/>
                  </a:moveTo>
                  <a:cubicBezTo>
                    <a:pt x="88" y="190299"/>
                    <a:pt x="55131" y="245342"/>
                    <a:pt x="123055" y="245342"/>
                  </a:cubicBezTo>
                  <a:cubicBezTo>
                    <a:pt x="190863" y="245342"/>
                    <a:pt x="246022" y="190299"/>
                    <a:pt x="246022" y="122373"/>
                  </a:cubicBezTo>
                  <a:cubicBezTo>
                    <a:pt x="246022" y="54448"/>
                    <a:pt x="190863" y="-596"/>
                    <a:pt x="123055" y="-596"/>
                  </a:cubicBezTo>
                  <a:cubicBezTo>
                    <a:pt x="55131" y="-596"/>
                    <a:pt x="88" y="54448"/>
                    <a:pt x="88" y="122373"/>
                  </a:cubicBezTo>
                  <a:close/>
                </a:path>
              </a:pathLst>
            </a:custGeom>
            <a:solidFill>
              <a:srgbClr val="767171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33B4EEE-7722-D18B-F325-56700429979D}"/>
                </a:ext>
              </a:extLst>
            </p:cNvPr>
            <p:cNvSpPr txBox="1"/>
            <p:nvPr/>
          </p:nvSpPr>
          <p:spPr>
            <a:xfrm>
              <a:off x="3369842" y="13222395"/>
              <a:ext cx="464455" cy="44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6163B6E-7553-DD82-F090-1E82E8C1DC1C}"/>
                </a:ext>
              </a:extLst>
            </p:cNvPr>
            <p:cNvSpPr txBox="1"/>
            <p:nvPr/>
          </p:nvSpPr>
          <p:spPr>
            <a:xfrm>
              <a:off x="3369842" y="11658182"/>
              <a:ext cx="464455" cy="44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78EBDB0-300D-AE28-CC75-D0FED2DDABE9}"/>
                </a:ext>
              </a:extLst>
            </p:cNvPr>
            <p:cNvSpPr txBox="1"/>
            <p:nvPr/>
          </p:nvSpPr>
          <p:spPr>
            <a:xfrm>
              <a:off x="3369842" y="14887056"/>
              <a:ext cx="464455" cy="44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464E593-F19B-4878-9BF2-71E1ED0C5D2D}"/>
                </a:ext>
              </a:extLst>
            </p:cNvPr>
            <p:cNvSpPr txBox="1"/>
            <p:nvPr/>
          </p:nvSpPr>
          <p:spPr>
            <a:xfrm>
              <a:off x="2798513" y="15829846"/>
              <a:ext cx="2001941" cy="44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Excitatory Layer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608AAD9-7B12-C37B-4360-5D2323806AB2}"/>
                </a:ext>
              </a:extLst>
            </p:cNvPr>
            <p:cNvSpPr txBox="1"/>
            <p:nvPr/>
          </p:nvSpPr>
          <p:spPr>
            <a:xfrm>
              <a:off x="2035593" y="16252333"/>
              <a:ext cx="4803009" cy="452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Corrected using STDP-DIP</a:t>
              </a: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4193EE3-2F72-FE50-409C-AAE830A553AC}"/>
                </a:ext>
              </a:extLst>
            </p:cNvPr>
            <p:cNvSpPr/>
            <p:nvPr/>
          </p:nvSpPr>
          <p:spPr>
            <a:xfrm rot="2697702" flipV="1">
              <a:off x="1901717" y="13154064"/>
              <a:ext cx="647873" cy="665988"/>
            </a:xfrm>
            <a:custGeom>
              <a:avLst/>
              <a:gdLst>
                <a:gd name="connsiteX0" fmla="*/ 4160 w 1681018"/>
                <a:gd name="connsiteY0" fmla="*/ -497 h 1635835"/>
                <a:gd name="connsiteX1" fmla="*/ 1641144 w 1681018"/>
                <a:gd name="connsiteY1" fmla="*/ 1592358 h 1635835"/>
                <a:gd name="connsiteX2" fmla="*/ 1637045 w 1681018"/>
                <a:gd name="connsiteY2" fmla="*/ 1596574 h 1635835"/>
                <a:gd name="connsiteX3" fmla="*/ 61 w 1681018"/>
                <a:gd name="connsiteY3" fmla="*/ 3718 h 1635835"/>
                <a:gd name="connsiteX4" fmla="*/ 1655198 w 1681018"/>
                <a:gd name="connsiteY4" fmla="*/ 1561089 h 1635835"/>
                <a:gd name="connsiteX5" fmla="*/ 1681079 w 1681018"/>
                <a:gd name="connsiteY5" fmla="*/ 1635338 h 1635835"/>
                <a:gd name="connsiteX6" fmla="*/ 1606128 w 1681018"/>
                <a:gd name="connsiteY6" fmla="*/ 1611447 h 163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1018" h="1635835">
                  <a:moveTo>
                    <a:pt x="4160" y="-497"/>
                  </a:moveTo>
                  <a:lnTo>
                    <a:pt x="1641144" y="1592358"/>
                  </a:lnTo>
                  <a:lnTo>
                    <a:pt x="1637045" y="1596574"/>
                  </a:lnTo>
                  <a:lnTo>
                    <a:pt x="61" y="3718"/>
                  </a:lnTo>
                  <a:close/>
                  <a:moveTo>
                    <a:pt x="1655198" y="1561089"/>
                  </a:moveTo>
                  <a:lnTo>
                    <a:pt x="1681079" y="1635338"/>
                  </a:lnTo>
                  <a:lnTo>
                    <a:pt x="1606128" y="1611447"/>
                  </a:lnTo>
                  <a:close/>
                </a:path>
              </a:pathLst>
            </a:custGeom>
            <a:solidFill>
              <a:srgbClr val="FF6161"/>
            </a:solidFill>
            <a:ln w="3175" cap="flat">
              <a:solidFill>
                <a:srgbClr val="76717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 dirty="0"/>
            </a:p>
          </p:txBody>
        </p:sp>
        <p:sp>
          <p:nvSpPr>
            <p:cNvPr id="87" name="Multiplication Sign 86">
              <a:extLst>
                <a:ext uri="{FF2B5EF4-FFF2-40B4-BE49-F238E27FC236}">
                  <a16:creationId xmlns:a16="http://schemas.microsoft.com/office/drawing/2014/main" id="{5F1E6911-B9D5-54DA-01EE-CA27047C55F5}"/>
                </a:ext>
              </a:extLst>
            </p:cNvPr>
            <p:cNvSpPr/>
            <p:nvPr/>
          </p:nvSpPr>
          <p:spPr>
            <a:xfrm rot="5218259">
              <a:off x="2505084" y="13313183"/>
              <a:ext cx="305015" cy="310956"/>
            </a:xfrm>
            <a:prstGeom prst="mathMultiply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05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67C9DDF-4162-36D5-BA5C-D3F324239D9F}"/>
                </a:ext>
              </a:extLst>
            </p:cNvPr>
            <p:cNvSpPr/>
            <p:nvPr/>
          </p:nvSpPr>
          <p:spPr>
            <a:xfrm flipV="1">
              <a:off x="3869852" y="11868604"/>
              <a:ext cx="1576840" cy="1711170"/>
            </a:xfrm>
            <a:custGeom>
              <a:avLst/>
              <a:gdLst>
                <a:gd name="connsiteX0" fmla="*/ 2807 w 1528304"/>
                <a:gd name="connsiteY0" fmla="*/ 783853 h 784306"/>
                <a:gd name="connsiteX1" fmla="*/ 1477592 w 1528304"/>
                <a:gd name="connsiteY1" fmla="*/ 28825 h 784306"/>
                <a:gd name="connsiteX2" fmla="*/ 1475016 w 1528304"/>
                <a:gd name="connsiteY2" fmla="*/ 23555 h 784306"/>
                <a:gd name="connsiteX3" fmla="*/ 114 w 1528304"/>
                <a:gd name="connsiteY3" fmla="*/ 778583 h 784306"/>
                <a:gd name="connsiteX4" fmla="*/ 1481925 w 1528304"/>
                <a:gd name="connsiteY4" fmla="*/ 62788 h 784306"/>
                <a:gd name="connsiteX5" fmla="*/ 1528418 w 1528304"/>
                <a:gd name="connsiteY5" fmla="*/ -453 h 784306"/>
                <a:gd name="connsiteX6" fmla="*/ 1449837 w 1528304"/>
                <a:gd name="connsiteY6" fmla="*/ 249 h 784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8304" h="784306">
                  <a:moveTo>
                    <a:pt x="2807" y="783853"/>
                  </a:moveTo>
                  <a:lnTo>
                    <a:pt x="1477592" y="28825"/>
                  </a:lnTo>
                  <a:lnTo>
                    <a:pt x="1475016" y="23555"/>
                  </a:lnTo>
                  <a:lnTo>
                    <a:pt x="114" y="778583"/>
                  </a:lnTo>
                  <a:close/>
                  <a:moveTo>
                    <a:pt x="1481925" y="62788"/>
                  </a:moveTo>
                  <a:lnTo>
                    <a:pt x="1528418" y="-453"/>
                  </a:lnTo>
                  <a:lnTo>
                    <a:pt x="1449837" y="249"/>
                  </a:lnTo>
                  <a:close/>
                </a:path>
              </a:pathLst>
            </a:custGeom>
            <a:solidFill>
              <a:srgbClr val="385723"/>
            </a:solidFill>
            <a:ln w="11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3FF9B85-FB32-EBA2-D0EB-A846C55AD11F}"/>
                </a:ext>
              </a:extLst>
            </p:cNvPr>
            <p:cNvSpPr/>
            <p:nvPr/>
          </p:nvSpPr>
          <p:spPr>
            <a:xfrm rot="1395994" flipV="1">
              <a:off x="4716439" y="12703120"/>
              <a:ext cx="228594" cy="116620"/>
            </a:xfrm>
            <a:custGeom>
              <a:avLst/>
              <a:gdLst>
                <a:gd name="connsiteX0" fmla="*/ 113 w 204359"/>
                <a:gd name="connsiteY0" fmla="*/ 51763 h 104256"/>
                <a:gd name="connsiteX1" fmla="*/ 76119 w 204359"/>
                <a:gd name="connsiteY1" fmla="*/ 28340 h 104256"/>
                <a:gd name="connsiteX2" fmla="*/ 139945 w 204359"/>
                <a:gd name="connsiteY2" fmla="*/ 103761 h 104256"/>
                <a:gd name="connsiteX3" fmla="*/ 130693 w 204359"/>
                <a:gd name="connsiteY3" fmla="*/ 18502 h 104256"/>
                <a:gd name="connsiteX4" fmla="*/ 204473 w 204359"/>
                <a:gd name="connsiteY4" fmla="*/ -470 h 104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359" h="104256">
                  <a:moveTo>
                    <a:pt x="113" y="51763"/>
                  </a:moveTo>
                  <a:cubicBezTo>
                    <a:pt x="26464" y="35718"/>
                    <a:pt x="52814" y="19674"/>
                    <a:pt x="76119" y="28340"/>
                  </a:cubicBezTo>
                  <a:cubicBezTo>
                    <a:pt x="99424" y="37006"/>
                    <a:pt x="130810" y="105284"/>
                    <a:pt x="139945" y="103761"/>
                  </a:cubicBezTo>
                  <a:cubicBezTo>
                    <a:pt x="149079" y="102121"/>
                    <a:pt x="120036" y="35953"/>
                    <a:pt x="130693" y="18502"/>
                  </a:cubicBezTo>
                  <a:cubicBezTo>
                    <a:pt x="141467" y="1170"/>
                    <a:pt x="192411" y="3980"/>
                    <a:pt x="204473" y="-470"/>
                  </a:cubicBez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F14C2DD-81F2-1057-C41A-66BC7381051B}"/>
                </a:ext>
              </a:extLst>
            </p:cNvPr>
            <p:cNvSpPr/>
            <p:nvPr/>
          </p:nvSpPr>
          <p:spPr>
            <a:xfrm rot="10800000" flipH="1">
              <a:off x="3856963" y="11874918"/>
              <a:ext cx="144058" cy="3133785"/>
            </a:xfrm>
            <a:custGeom>
              <a:avLst/>
              <a:gdLst>
                <a:gd name="connsiteX0" fmla="*/ 0 w 118120"/>
                <a:gd name="connsiteY0" fmla="*/ 0 h 2301240"/>
                <a:gd name="connsiteX1" fmla="*/ 118110 w 118120"/>
                <a:gd name="connsiteY1" fmla="*/ 1139190 h 2301240"/>
                <a:gd name="connsiteX2" fmla="*/ 7620 w 118120"/>
                <a:gd name="connsiteY2" fmla="*/ 2301240 h 2301240"/>
                <a:gd name="connsiteX3" fmla="*/ 7620 w 118120"/>
                <a:gd name="connsiteY3" fmla="*/ 2301240 h 230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120" h="2301240">
                  <a:moveTo>
                    <a:pt x="0" y="0"/>
                  </a:moveTo>
                  <a:cubicBezTo>
                    <a:pt x="58420" y="377825"/>
                    <a:pt x="116840" y="755650"/>
                    <a:pt x="118110" y="1139190"/>
                  </a:cubicBezTo>
                  <a:cubicBezTo>
                    <a:pt x="119380" y="1522730"/>
                    <a:pt x="7620" y="2301240"/>
                    <a:pt x="7620" y="2301240"/>
                  </a:cubicBezTo>
                  <a:lnTo>
                    <a:pt x="7620" y="2301240"/>
                  </a:lnTo>
                </a:path>
              </a:pathLst>
            </a:custGeom>
            <a:ln>
              <a:solidFill>
                <a:srgbClr val="C0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05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14A16E0-4F02-05F0-B904-A4B160BA886C}"/>
                </a:ext>
              </a:extLst>
            </p:cNvPr>
            <p:cNvSpPr txBox="1"/>
            <p:nvPr/>
          </p:nvSpPr>
          <p:spPr>
            <a:xfrm>
              <a:off x="4546048" y="14161264"/>
              <a:ext cx="2853830" cy="448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rgbClr val="C00000"/>
                  </a:solidFill>
                  <a:latin typeface="Arial"/>
                  <a:cs typeface="Arial"/>
                  <a:sym typeface="Arial"/>
                  <a:rtl val="0"/>
                </a:rPr>
                <a:t>Normal Lateral Inhibition</a:t>
              </a: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33F8CF6-BF09-18ED-C513-382E025401C9}"/>
                </a:ext>
              </a:extLst>
            </p:cNvPr>
            <p:cNvSpPr/>
            <p:nvPr/>
          </p:nvSpPr>
          <p:spPr>
            <a:xfrm>
              <a:off x="4162802" y="13517652"/>
              <a:ext cx="423413" cy="781257"/>
            </a:xfrm>
            <a:custGeom>
              <a:avLst/>
              <a:gdLst>
                <a:gd name="connsiteX0" fmla="*/ 104 w 446194"/>
                <a:gd name="connsiteY0" fmla="*/ -661 h 120626"/>
                <a:gd name="connsiteX1" fmla="*/ 446299 w 446194"/>
                <a:gd name="connsiteY1" fmla="*/ 119965 h 1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6194" h="120626">
                  <a:moveTo>
                    <a:pt x="104" y="-661"/>
                  </a:moveTo>
                  <a:lnTo>
                    <a:pt x="446299" y="119965"/>
                  </a:lnTo>
                </a:path>
              </a:pathLst>
            </a:custGeom>
            <a:noFill/>
            <a:ln w="5853" cap="flat">
              <a:solidFill>
                <a:srgbClr val="C00000"/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7052403-DC61-B68D-36F3-13CBA6CA6CAE}"/>
                </a:ext>
              </a:extLst>
            </p:cNvPr>
            <p:cNvSpPr/>
            <p:nvPr/>
          </p:nvSpPr>
          <p:spPr>
            <a:xfrm rot="567617" flipV="1">
              <a:off x="4048911" y="13328858"/>
              <a:ext cx="109166" cy="235932"/>
            </a:xfrm>
            <a:custGeom>
              <a:avLst/>
              <a:gdLst>
                <a:gd name="connsiteX0" fmla="*/ 10321 w 97593"/>
                <a:gd name="connsiteY0" fmla="*/ 210364 h 210920"/>
                <a:gd name="connsiteX1" fmla="*/ 7979 w 97593"/>
                <a:gd name="connsiteY1" fmla="*/ 130844 h 210920"/>
                <a:gd name="connsiteX2" fmla="*/ 97687 w 97593"/>
                <a:gd name="connsiteY2" fmla="*/ 89503 h 210920"/>
                <a:gd name="connsiteX3" fmla="*/ 13132 w 97593"/>
                <a:gd name="connsiteY3" fmla="*/ 75567 h 210920"/>
                <a:gd name="connsiteX4" fmla="*/ 14537 w 97593"/>
                <a:gd name="connsiteY4" fmla="*/ -557 h 210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93" h="210920">
                  <a:moveTo>
                    <a:pt x="10321" y="210364"/>
                  </a:moveTo>
                  <a:cubicBezTo>
                    <a:pt x="1889" y="180734"/>
                    <a:pt x="-6543" y="150988"/>
                    <a:pt x="7979" y="130844"/>
                  </a:cubicBezTo>
                  <a:cubicBezTo>
                    <a:pt x="22501" y="110701"/>
                    <a:pt x="96867" y="98638"/>
                    <a:pt x="97687" y="89503"/>
                  </a:cubicBezTo>
                  <a:cubicBezTo>
                    <a:pt x="98506" y="80251"/>
                    <a:pt x="27068" y="90557"/>
                    <a:pt x="13132" y="75567"/>
                  </a:cubicBezTo>
                  <a:cubicBezTo>
                    <a:pt x="-687" y="60577"/>
                    <a:pt x="15591" y="12209"/>
                    <a:pt x="14537" y="-557"/>
                  </a:cubicBezTo>
                </a:path>
              </a:pathLst>
            </a:custGeom>
            <a:noFill/>
            <a:ln w="585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7A816D6-3C88-C812-4F49-A470EBC5CA21}"/>
                </a:ext>
              </a:extLst>
            </p:cNvPr>
            <p:cNvSpPr txBox="1"/>
            <p:nvPr/>
          </p:nvSpPr>
          <p:spPr>
            <a:xfrm>
              <a:off x="5267311" y="12316575"/>
              <a:ext cx="1675189" cy="4481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SG" sz="1000" dirty="0">
                  <a:ln/>
                  <a:solidFill>
                    <a:schemeClr val="accent6">
                      <a:lumMod val="75000"/>
                    </a:schemeClr>
                  </a:solidFill>
                  <a:latin typeface="Arial"/>
                  <a:cs typeface="Arial"/>
                  <a:sym typeface="Arial"/>
                  <a:rtl val="0"/>
                </a:rPr>
                <a:t>Output Spike</a:t>
              </a: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97B3CA4-42EB-D45E-C741-2354D0CACFCF}"/>
                </a:ext>
              </a:extLst>
            </p:cNvPr>
            <p:cNvSpPr/>
            <p:nvPr/>
          </p:nvSpPr>
          <p:spPr>
            <a:xfrm rot="403161" flipV="1">
              <a:off x="4954863" y="12490605"/>
              <a:ext cx="350440" cy="249944"/>
            </a:xfrm>
            <a:custGeom>
              <a:avLst/>
              <a:gdLst>
                <a:gd name="connsiteX0" fmla="*/ 120 w 400404"/>
                <a:gd name="connsiteY0" fmla="*/ -523 h 424300"/>
                <a:gd name="connsiteX1" fmla="*/ 400524 w 400404"/>
                <a:gd name="connsiteY1" fmla="*/ 423778 h 42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0404" h="424300">
                  <a:moveTo>
                    <a:pt x="120" y="-523"/>
                  </a:moveTo>
                  <a:lnTo>
                    <a:pt x="400524" y="423778"/>
                  </a:lnTo>
                </a:path>
              </a:pathLst>
            </a:custGeom>
            <a:noFill/>
            <a:ln w="5853" cap="flat">
              <a:solidFill>
                <a:schemeClr val="accent6">
                  <a:lumMod val="75000"/>
                </a:schemeClr>
              </a:solidFill>
              <a:prstDash val="dash"/>
              <a:miter/>
            </a:ln>
          </p:spPr>
          <p:txBody>
            <a:bodyPr rtlCol="0" anchor="ctr"/>
            <a:lstStyle/>
            <a:p>
              <a:endParaRPr lang="en-SG" sz="105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765AC38-A4F9-905A-D147-D3E60C98789F}"/>
                </a:ext>
              </a:extLst>
            </p:cNvPr>
            <p:cNvSpPr/>
            <p:nvPr/>
          </p:nvSpPr>
          <p:spPr>
            <a:xfrm flipV="1">
              <a:off x="5338422" y="12955226"/>
              <a:ext cx="2538622" cy="1209252"/>
            </a:xfrm>
            <a:custGeom>
              <a:avLst/>
              <a:gdLst>
                <a:gd name="connsiteX0" fmla="*/ 166 w 2337778"/>
                <a:gd name="connsiteY0" fmla="*/ -365 h 1482183"/>
                <a:gd name="connsiteX1" fmla="*/ 2337945 w 2337778"/>
                <a:gd name="connsiteY1" fmla="*/ -365 h 1482183"/>
                <a:gd name="connsiteX2" fmla="*/ 2337945 w 2337778"/>
                <a:gd name="connsiteY2" fmla="*/ 1481818 h 1482183"/>
                <a:gd name="connsiteX3" fmla="*/ 166 w 2337778"/>
                <a:gd name="connsiteY3" fmla="*/ 1481818 h 14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7778" h="1482183">
                  <a:moveTo>
                    <a:pt x="166" y="-365"/>
                  </a:moveTo>
                  <a:lnTo>
                    <a:pt x="2337945" y="-365"/>
                  </a:lnTo>
                  <a:lnTo>
                    <a:pt x="2337945" y="1481818"/>
                  </a:lnTo>
                  <a:lnTo>
                    <a:pt x="166" y="1481818"/>
                  </a:lnTo>
                  <a:close/>
                </a:path>
              </a:pathLst>
            </a:custGeom>
            <a:noFill/>
            <a:ln w="17559" cap="flat">
              <a:solidFill>
                <a:srgbClr val="7F7F7F"/>
              </a:solidFill>
              <a:prstDash val="sysDash"/>
              <a:miter/>
            </a:ln>
          </p:spPr>
          <p:txBody>
            <a:bodyPr rtlCol="0" anchor="ctr"/>
            <a:lstStyle/>
            <a:p>
              <a:endParaRPr lang="en-SG" sz="105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2333E73-9CCF-82A7-92EA-446A9668CB0D}"/>
                </a:ext>
              </a:extLst>
            </p:cNvPr>
            <p:cNvSpPr/>
            <p:nvPr/>
          </p:nvSpPr>
          <p:spPr>
            <a:xfrm flipV="1">
              <a:off x="5429105" y="13065716"/>
              <a:ext cx="2398013" cy="1007618"/>
            </a:xfrm>
            <a:custGeom>
              <a:avLst/>
              <a:gdLst>
                <a:gd name="connsiteX0" fmla="*/ 150 w 1036436"/>
                <a:gd name="connsiteY0" fmla="*/ -375 h 913481"/>
                <a:gd name="connsiteX1" fmla="*/ 1036587 w 1036436"/>
                <a:gd name="connsiteY1" fmla="*/ -375 h 913481"/>
                <a:gd name="connsiteX2" fmla="*/ 1036587 w 1036436"/>
                <a:gd name="connsiteY2" fmla="*/ 913107 h 913481"/>
                <a:gd name="connsiteX3" fmla="*/ 150 w 1036436"/>
                <a:gd name="connsiteY3" fmla="*/ 913107 h 913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6436" h="913481">
                  <a:moveTo>
                    <a:pt x="150" y="-375"/>
                  </a:moveTo>
                  <a:lnTo>
                    <a:pt x="1036587" y="-375"/>
                  </a:lnTo>
                  <a:lnTo>
                    <a:pt x="1036587" y="913107"/>
                  </a:lnTo>
                  <a:lnTo>
                    <a:pt x="150" y="913107"/>
                  </a:lnTo>
                  <a:close/>
                </a:path>
              </a:pathLst>
            </a:custGeom>
            <a:solidFill>
              <a:srgbClr val="F2F2F2"/>
            </a:solidFill>
            <a:ln w="11705" cap="flat">
              <a:solidFill>
                <a:srgbClr val="86868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G" sz="105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12CF00D-A93D-48E4-EC91-6B8378988C0E}"/>
                </a:ext>
              </a:extLst>
            </p:cNvPr>
            <p:cNvSpPr txBox="1"/>
            <p:nvPr/>
          </p:nvSpPr>
          <p:spPr>
            <a:xfrm>
              <a:off x="5415855" y="13135607"/>
              <a:ext cx="1169741" cy="848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Label Counting (Output)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F2C6800-12E1-5FCC-E73E-32FEE898945B}"/>
                    </a:ext>
                  </a:extLst>
                </p:cNvPr>
                <p:cNvSpPr txBox="1"/>
                <p:nvPr/>
              </p:nvSpPr>
              <p:spPr>
                <a:xfrm>
                  <a:off x="6349619" y="13138324"/>
                  <a:ext cx="1397539" cy="3734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SG" sz="105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Digit 4</a:t>
                  </a: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F2C6800-12E1-5FCC-E73E-32FEE89894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9619" y="13138324"/>
                  <a:ext cx="1397539" cy="373471"/>
                </a:xfrm>
                <a:prstGeom prst="rect">
                  <a:avLst/>
                </a:prstGeom>
                <a:blipFill>
                  <a:blip r:embed="rId4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3349126-BABA-BDE9-CE13-37D5D257DADE}"/>
                    </a:ext>
                  </a:extLst>
                </p:cNvPr>
                <p:cNvSpPr txBox="1"/>
                <p:nvPr/>
              </p:nvSpPr>
              <p:spPr>
                <a:xfrm>
                  <a:off x="6377642" y="13436714"/>
                  <a:ext cx="1615895" cy="3734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SG" sz="105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</a:t>
                  </a:r>
                  <a:r>
                    <a:rPr lang="en-SG" sz="1050" dirty="0">
                      <a:ln/>
                      <a:solidFill>
                        <a:srgbClr val="767171"/>
                      </a:solidFill>
                      <a:latin typeface="Arial"/>
                      <a:cs typeface="Arial"/>
                      <a:sym typeface="Arial"/>
                      <a:rtl val="0"/>
                    </a:rPr>
                    <a:t>(Masked)</a:t>
                  </a: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3349126-BABA-BDE9-CE13-37D5D257D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7642" y="13436714"/>
                  <a:ext cx="1615895" cy="373471"/>
                </a:xfrm>
                <a:prstGeom prst="rect">
                  <a:avLst/>
                </a:prstGeom>
                <a:blipFill>
                  <a:blip r:embed="rId5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9E0447C7-57D4-93DA-F865-EC85BCCBC2CA}"/>
                    </a:ext>
                  </a:extLst>
                </p:cNvPr>
                <p:cNvSpPr txBox="1"/>
                <p:nvPr/>
              </p:nvSpPr>
              <p:spPr>
                <a:xfrm>
                  <a:off x="6336371" y="13732532"/>
                  <a:ext cx="1397539" cy="3734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𝑁</m:t>
                          </m:r>
                        </m:e>
                        <m:sub>
                          <m:r>
                            <a:rPr lang="en-SG" sz="1050" i="1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SG" sz="105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: Digit 7</a:t>
                  </a: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9E0447C7-57D4-93DA-F865-EC85BCCBC2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371" y="13732532"/>
                  <a:ext cx="1397539" cy="373471"/>
                </a:xfrm>
                <a:prstGeom prst="rect">
                  <a:avLst/>
                </a:prstGeom>
                <a:blipFill>
                  <a:blip r:embed="rId6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D6891-0C9E-4F68-4E1D-E283C956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9D3BE-A70D-6CB9-654E-6D1FE68C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3794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B686-B06B-C38E-2E83-7D9C0692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3D9F-9229-9090-ED39-E99FBD49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Spike Behaviour Restoration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C652-A6CE-4F24-07FF-91CE837A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96D541B4-191C-AC77-7ABB-BD805D9E4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2" t="9578" b="7007"/>
          <a:stretch>
            <a:fillRect/>
          </a:stretch>
        </p:blipFill>
        <p:spPr>
          <a:xfrm>
            <a:off x="1005584" y="1808639"/>
            <a:ext cx="10393936" cy="442976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3D1B0-D4F0-3456-43CC-6A978325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4FBD8-4BAC-5180-B34F-C629792A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51776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F7F4-2CC2-9661-0AF9-5F941C4F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6F80-2F06-0B10-EE0C-F4C620FE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Conten</a:t>
            </a:r>
            <a:r>
              <a:rPr lang="en-SG" dirty="0"/>
              <a:t>t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EA52-172B-9ACC-6C15-501CECB17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1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buNone/>
            </a:pPr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9ECD-38B8-9BD4-ACE5-F585D701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2B6A1-B390-107E-28FF-D0ABEC82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CC935-758B-7530-33CE-135CFF41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01566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565E-865E-A278-BFEB-C2B7F122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Simulation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C0A8C-D0F2-856F-2BCC-014D00957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Environment: Python, </a:t>
            </a:r>
            <a:r>
              <a:rPr lang="en-SG" sz="2400" dirty="0" err="1"/>
              <a:t>PyTorch</a:t>
            </a:r>
            <a:r>
              <a:rPr lang="en-SG" sz="2400" dirty="0"/>
              <a:t>, </a:t>
            </a:r>
            <a:r>
              <a:rPr lang="en-SG" sz="2400" dirty="0" err="1"/>
              <a:t>BindsNET</a:t>
            </a:r>
            <a:r>
              <a:rPr lang="en-SG" sz="2400" dirty="0"/>
              <a:t>, Ran with 3 different seeds</a:t>
            </a:r>
          </a:p>
          <a:p>
            <a:endParaRPr lang="en-SG" sz="2400" dirty="0"/>
          </a:p>
          <a:p>
            <a:r>
              <a:rPr lang="en-SG" sz="2400" dirty="0"/>
              <a:t>Hardware Model: 45nm PTM CMOS </a:t>
            </a:r>
            <a:r>
              <a:rPr lang="en-SG" sz="2400" dirty="0" err="1"/>
              <a:t>eDRAM</a:t>
            </a:r>
            <a:r>
              <a:rPr lang="en-SG" sz="2400" dirty="0"/>
              <a:t>, Monte Carlo simulation done with HSPICE (100000 trials per case)</a:t>
            </a:r>
          </a:p>
          <a:p>
            <a:endParaRPr lang="en-SG" sz="2400" dirty="0"/>
          </a:p>
          <a:p>
            <a:r>
              <a:rPr lang="en-SG" sz="2400" dirty="0"/>
              <a:t>Network: LIF-STDP model</a:t>
            </a:r>
          </a:p>
          <a:p>
            <a:endParaRPr lang="en-SG" sz="2400" dirty="0"/>
          </a:p>
          <a:p>
            <a:r>
              <a:rPr lang="en-SG" sz="2400" dirty="0"/>
              <a:t>Dataset: Poisson-encoded MNIST</a:t>
            </a:r>
          </a:p>
          <a:p>
            <a:pPr marL="0" indent="0">
              <a:buNone/>
            </a:pPr>
            <a:endParaRPr lang="en-SG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27B6C-529C-8E70-7C54-C213F02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0D69F-12C5-99BF-479F-A38C045D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52159-328F-1F60-1D80-7B9FE276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16732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63C4-C6FC-539A-A1EC-95C9B198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Fault Insertion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BBFC5-B9E1-B743-67CC-FC190006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60757-1476-E1C5-DE33-FA59CA71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7A6B-EF0E-7DAA-7952-563B364A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25</a:t>
            </a:fld>
            <a:endParaRPr lang="en-JP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832F40D-D950-EB68-CC61-B9791EEF318E}"/>
              </a:ext>
            </a:extLst>
          </p:cNvPr>
          <p:cNvGrpSpPr/>
          <p:nvPr/>
        </p:nvGrpSpPr>
        <p:grpSpPr>
          <a:xfrm>
            <a:off x="1170951" y="2313348"/>
            <a:ext cx="3168253" cy="2231303"/>
            <a:chOff x="3258369" y="2301536"/>
            <a:chExt cx="3168253" cy="22313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9FA40D7-47F2-2CD1-C265-77E7F826C1BE}"/>
                    </a:ext>
                  </a:extLst>
                </p:cNvPr>
                <p:cNvSpPr txBox="1"/>
                <p:nvPr/>
              </p:nvSpPr>
              <p:spPr>
                <a:xfrm>
                  <a:off x="3404324" y="267099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9FA40D7-47F2-2CD1-C265-77E7F826C1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4324" y="2670996"/>
                  <a:ext cx="354149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155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471A0F2-9DA4-19F0-9193-4041A8430FA1}"/>
                    </a:ext>
                  </a:extLst>
                </p:cNvPr>
                <p:cNvSpPr txBox="1"/>
                <p:nvPr/>
              </p:nvSpPr>
              <p:spPr>
                <a:xfrm>
                  <a:off x="3404324" y="3041880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471A0F2-9DA4-19F0-9193-4041A8430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4324" y="3041880"/>
                  <a:ext cx="354149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137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D17770-77CB-6ECA-7E98-1C4A61253C30}"/>
                    </a:ext>
                  </a:extLst>
                </p:cNvPr>
                <p:cNvSpPr txBox="1"/>
                <p:nvPr/>
              </p:nvSpPr>
              <p:spPr>
                <a:xfrm>
                  <a:off x="3404324" y="337563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D17770-77CB-6ECA-7E98-1C4A61253C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4324" y="3375636"/>
                  <a:ext cx="354149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55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CD4AB4-D8E3-4D36-ECBE-DDA6EF531497}"/>
                </a:ext>
              </a:extLst>
            </p:cNvPr>
            <p:cNvSpPr txBox="1"/>
            <p:nvPr/>
          </p:nvSpPr>
          <p:spPr>
            <a:xfrm rot="5400000">
              <a:off x="3473025" y="3792973"/>
              <a:ext cx="415498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D4F56F4-8FD3-2FB2-6FEE-A8D21AC92E20}"/>
                    </a:ext>
                  </a:extLst>
                </p:cNvPr>
                <p:cNvSpPr txBox="1"/>
                <p:nvPr/>
              </p:nvSpPr>
              <p:spPr>
                <a:xfrm>
                  <a:off x="3404325" y="404625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D4F56F4-8FD3-2FB2-6FEE-A8D21AC92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4325" y="4046252"/>
                  <a:ext cx="354149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37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3DA71F5-2758-6236-53E5-F088FF02E6C7}"/>
                    </a:ext>
                  </a:extLst>
                </p:cNvPr>
                <p:cNvSpPr txBox="1"/>
                <p:nvPr/>
              </p:nvSpPr>
              <p:spPr>
                <a:xfrm>
                  <a:off x="3404324" y="233879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SG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3DA71F5-2758-6236-53E5-F088FF02E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4324" y="2338792"/>
                  <a:ext cx="35414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06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A289B1F-4F14-36BD-A852-6D637A13C7EE}"/>
                    </a:ext>
                  </a:extLst>
                </p:cNvPr>
                <p:cNvSpPr txBox="1"/>
                <p:nvPr/>
              </p:nvSpPr>
              <p:spPr>
                <a:xfrm>
                  <a:off x="4065582" y="267099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A289B1F-4F14-36BD-A852-6D637A13C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5582" y="2670996"/>
                  <a:ext cx="35414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55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460AC5F-AD05-FDFB-8D2E-4159F1A91381}"/>
                    </a:ext>
                  </a:extLst>
                </p:cNvPr>
                <p:cNvSpPr txBox="1"/>
                <p:nvPr/>
              </p:nvSpPr>
              <p:spPr>
                <a:xfrm>
                  <a:off x="4065582" y="3041880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solidFill>
                                  <a:srgbClr val="FF616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solidFill>
                                  <a:srgbClr val="FF616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solidFill>
                                  <a:srgbClr val="FF616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dirty="0">
                    <a:solidFill>
                      <a:srgbClr val="FF616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460AC5F-AD05-FDFB-8D2E-4159F1A913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5582" y="3041880"/>
                  <a:ext cx="354149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37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CDA7D60-9B6C-4E66-B6CF-32BB23E234EE}"/>
                    </a:ext>
                  </a:extLst>
                </p:cNvPr>
                <p:cNvSpPr txBox="1"/>
                <p:nvPr/>
              </p:nvSpPr>
              <p:spPr>
                <a:xfrm>
                  <a:off x="4065582" y="337563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CDA7D60-9B6C-4E66-B6CF-32BB23E23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5582" y="3375636"/>
                  <a:ext cx="354149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55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200F19-6CA5-8AC2-FAA0-703B3AF0404A}"/>
                </a:ext>
              </a:extLst>
            </p:cNvPr>
            <p:cNvSpPr txBox="1"/>
            <p:nvPr/>
          </p:nvSpPr>
          <p:spPr>
            <a:xfrm rot="5400000">
              <a:off x="4134283" y="3792973"/>
              <a:ext cx="415498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5436042-5099-8405-6C57-D8631ADBC10C}"/>
                    </a:ext>
                  </a:extLst>
                </p:cNvPr>
                <p:cNvSpPr txBox="1"/>
                <p:nvPr/>
              </p:nvSpPr>
              <p:spPr>
                <a:xfrm>
                  <a:off x="4065583" y="404625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5436042-5099-8405-6C57-D8631ADBC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5583" y="4046252"/>
                  <a:ext cx="354149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37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87E788D-8C68-6545-9264-45C1ACC7117B}"/>
                    </a:ext>
                  </a:extLst>
                </p:cNvPr>
                <p:cNvSpPr txBox="1"/>
                <p:nvPr/>
              </p:nvSpPr>
              <p:spPr>
                <a:xfrm>
                  <a:off x="4065582" y="233879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solidFill>
                                  <a:srgbClr val="FF616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smtClean="0">
                                <a:solidFill>
                                  <a:srgbClr val="FF616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SG" b="0" i="1" smtClean="0">
                                <a:solidFill>
                                  <a:srgbClr val="FF616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87E788D-8C68-6545-9264-45C1ACC711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5582" y="2338792"/>
                  <a:ext cx="354149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1034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9F7644C-D1CC-5ABC-3B57-E6DF01667569}"/>
                    </a:ext>
                  </a:extLst>
                </p:cNvPr>
                <p:cNvSpPr txBox="1"/>
                <p:nvPr/>
              </p:nvSpPr>
              <p:spPr>
                <a:xfrm>
                  <a:off x="4711527" y="267099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9F7644C-D1CC-5ABC-3B57-E6DF01667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527" y="2670996"/>
                  <a:ext cx="354149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355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F500627-8516-F5F3-97B5-4A426343E32A}"/>
                    </a:ext>
                  </a:extLst>
                </p:cNvPr>
                <p:cNvSpPr txBox="1"/>
                <p:nvPr/>
              </p:nvSpPr>
              <p:spPr>
                <a:xfrm>
                  <a:off x="4711527" y="3041880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F500627-8516-F5F3-97B5-4A426343E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527" y="3041880"/>
                  <a:ext cx="354149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186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6930DA3-A0EB-98F3-49B7-40DE2112E369}"/>
                    </a:ext>
                  </a:extLst>
                </p:cNvPr>
                <p:cNvSpPr txBox="1"/>
                <p:nvPr/>
              </p:nvSpPr>
              <p:spPr>
                <a:xfrm>
                  <a:off x="4711527" y="337563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6930DA3-A0EB-98F3-49B7-40DE2112E3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527" y="3375636"/>
                  <a:ext cx="354149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1355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AC3AAE-CFE4-E7DD-CC11-1A0C155E48A3}"/>
                </a:ext>
              </a:extLst>
            </p:cNvPr>
            <p:cNvSpPr txBox="1"/>
            <p:nvPr/>
          </p:nvSpPr>
          <p:spPr>
            <a:xfrm rot="5400000">
              <a:off x="4780228" y="3792973"/>
              <a:ext cx="415498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09BA956-A1D1-27C9-6264-C737B53F912D}"/>
                    </a:ext>
                  </a:extLst>
                </p:cNvPr>
                <p:cNvSpPr txBox="1"/>
                <p:nvPr/>
              </p:nvSpPr>
              <p:spPr>
                <a:xfrm>
                  <a:off x="4711528" y="404625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09BA956-A1D1-27C9-6264-C737B53F91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528" y="4046252"/>
                  <a:ext cx="354149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1186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AAB80DF-8EEB-D74F-67D9-CBA37ADA0DD7}"/>
                    </a:ext>
                  </a:extLst>
                </p:cNvPr>
                <p:cNvSpPr txBox="1"/>
                <p:nvPr/>
              </p:nvSpPr>
              <p:spPr>
                <a:xfrm>
                  <a:off x="4711527" y="233879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AAB80DF-8EEB-D74F-67D9-CBA37ADA0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527" y="2338792"/>
                  <a:ext cx="354149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1016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D5CD77D-598A-6A93-C5C3-80AF474686D2}"/>
                    </a:ext>
                  </a:extLst>
                </p:cNvPr>
                <p:cNvSpPr txBox="1"/>
                <p:nvPr/>
              </p:nvSpPr>
              <p:spPr>
                <a:xfrm>
                  <a:off x="5918924" y="267099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D5CD77D-598A-6A93-C5C3-80AF47468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924" y="2670996"/>
                  <a:ext cx="354149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155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F79FC90-B229-B86D-C28F-9FA96742E3CD}"/>
                    </a:ext>
                  </a:extLst>
                </p:cNvPr>
                <p:cNvSpPr txBox="1"/>
                <p:nvPr/>
              </p:nvSpPr>
              <p:spPr>
                <a:xfrm>
                  <a:off x="5918924" y="3041880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F79FC90-B229-B86D-C28F-9FA96742E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924" y="3041880"/>
                  <a:ext cx="354149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137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2115CFA-07CE-A5DC-B092-2DFC4B69DB05}"/>
                    </a:ext>
                  </a:extLst>
                </p:cNvPr>
                <p:cNvSpPr txBox="1"/>
                <p:nvPr/>
              </p:nvSpPr>
              <p:spPr>
                <a:xfrm>
                  <a:off x="5918924" y="3375636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2115CFA-07CE-A5DC-B092-2DFC4B69D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924" y="3375636"/>
                  <a:ext cx="354149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1551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DCB6B3D-FF05-B236-65F1-C221B3029EE3}"/>
                </a:ext>
              </a:extLst>
            </p:cNvPr>
            <p:cNvSpPr txBox="1"/>
            <p:nvPr/>
          </p:nvSpPr>
          <p:spPr>
            <a:xfrm rot="5400000">
              <a:off x="5987625" y="3792973"/>
              <a:ext cx="415498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B78D651-8FC8-1EA0-D9A9-42EBD3F40B2C}"/>
                    </a:ext>
                  </a:extLst>
                </p:cNvPr>
                <p:cNvSpPr txBox="1"/>
                <p:nvPr/>
              </p:nvSpPr>
              <p:spPr>
                <a:xfrm>
                  <a:off x="5918925" y="404625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B78D651-8FC8-1EA0-D9A9-42EBD3F40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925" y="4046252"/>
                  <a:ext cx="354149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1379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CBE31C3-2720-217C-DBE8-D74A72B3947D}"/>
                    </a:ext>
                  </a:extLst>
                </p:cNvPr>
                <p:cNvSpPr txBox="1"/>
                <p:nvPr/>
              </p:nvSpPr>
              <p:spPr>
                <a:xfrm>
                  <a:off x="5918924" y="2338792"/>
                  <a:ext cx="3541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G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CBE31C3-2720-217C-DBE8-D74A72B39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924" y="2338792"/>
                  <a:ext cx="354149" cy="369332"/>
                </a:xfrm>
                <a:prstGeom prst="rect">
                  <a:avLst/>
                </a:prstGeom>
                <a:blipFill>
                  <a:blip r:embed="rId21"/>
                  <a:stretch>
                    <a:fillRect r="-24138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8558E7-E15C-5CEE-C4B6-8B4CBA56FC05}"/>
                </a:ext>
              </a:extLst>
            </p:cNvPr>
            <p:cNvSpPr txBox="1"/>
            <p:nvPr/>
          </p:nvSpPr>
          <p:spPr>
            <a:xfrm>
              <a:off x="5357472" y="2301536"/>
              <a:ext cx="415498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401D429-38D7-1A53-98FD-502CDCDC5ACC}"/>
                </a:ext>
              </a:extLst>
            </p:cNvPr>
            <p:cNvSpPr txBox="1"/>
            <p:nvPr/>
          </p:nvSpPr>
          <p:spPr>
            <a:xfrm>
              <a:off x="5341538" y="4000722"/>
              <a:ext cx="415498" cy="369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SG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…</a:t>
              </a:r>
            </a:p>
          </p:txBody>
        </p:sp>
        <p:sp>
          <p:nvSpPr>
            <p:cNvPr id="35" name="Left Bracket 34">
              <a:extLst>
                <a:ext uri="{FF2B5EF4-FFF2-40B4-BE49-F238E27FC236}">
                  <a16:creationId xmlns:a16="http://schemas.microsoft.com/office/drawing/2014/main" id="{ABEABB41-856C-99F6-848C-9F1E506C70E6}"/>
                </a:ext>
              </a:extLst>
            </p:cNvPr>
            <p:cNvSpPr/>
            <p:nvPr/>
          </p:nvSpPr>
          <p:spPr>
            <a:xfrm>
              <a:off x="3258369" y="2708124"/>
              <a:ext cx="153549" cy="182411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Left Bracket 35">
              <a:extLst>
                <a:ext uri="{FF2B5EF4-FFF2-40B4-BE49-F238E27FC236}">
                  <a16:creationId xmlns:a16="http://schemas.microsoft.com/office/drawing/2014/main" id="{BC6917EC-90B6-D1F3-73D0-1C8A8270CD41}"/>
                </a:ext>
              </a:extLst>
            </p:cNvPr>
            <p:cNvSpPr/>
            <p:nvPr/>
          </p:nvSpPr>
          <p:spPr>
            <a:xfrm rot="10800000">
              <a:off x="6273073" y="2708726"/>
              <a:ext cx="153549" cy="1824113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25D907E-B5F8-9C55-501E-E0AD1D71825C}"/>
              </a:ext>
            </a:extLst>
          </p:cNvPr>
          <p:cNvSpPr txBox="1"/>
          <p:nvPr/>
        </p:nvSpPr>
        <p:spPr>
          <a:xfrm>
            <a:off x="1671056" y="1581162"/>
            <a:ext cx="3787636" cy="7267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395191E-109C-B10D-FC40-5F359FDC2C79}"/>
              </a:ext>
            </a:extLst>
          </p:cNvPr>
          <p:cNvCxnSpPr>
            <a:cxnSpLocks/>
            <a:stCxn id="38" idx="2"/>
            <a:endCxn id="16" idx="3"/>
          </p:cNvCxnSpPr>
          <p:nvPr/>
        </p:nvCxnSpPr>
        <p:spPr>
          <a:xfrm flipH="1">
            <a:off x="2332313" y="2307905"/>
            <a:ext cx="1232561" cy="9304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CB747FD-0FA5-EC69-E7DB-988936666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166" y="1825625"/>
            <a:ext cx="5762634" cy="4351338"/>
          </a:xfrm>
        </p:spPr>
        <p:txBody>
          <a:bodyPr>
            <a:normAutofit/>
          </a:bodyPr>
          <a:lstStyle/>
          <a:p>
            <a:r>
              <a:rPr lang="en-SG" sz="2400" dirty="0"/>
              <a:t>Faulty neurons chosen randomly</a:t>
            </a:r>
          </a:p>
          <a:p>
            <a:endParaRPr lang="en-SG" sz="2400" dirty="0"/>
          </a:p>
          <a:p>
            <a:r>
              <a:rPr lang="en-SG" sz="2400" dirty="0"/>
              <a:t>MSB of weights flipped manually</a:t>
            </a:r>
          </a:p>
          <a:p>
            <a:endParaRPr lang="en-SG" sz="2400" dirty="0"/>
          </a:p>
          <a:p>
            <a:r>
              <a:rPr lang="en-SG" sz="2400" dirty="0"/>
              <a:t>Simulates SA1 fault</a:t>
            </a:r>
          </a:p>
          <a:p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9DB13D0-D900-5AD0-20EC-253129866E47}"/>
                  </a:ext>
                </a:extLst>
              </p:cNvPr>
              <p:cNvSpPr txBox="1"/>
              <p:nvPr/>
            </p:nvSpPr>
            <p:spPr>
              <a:xfrm>
                <a:off x="1135841" y="4723436"/>
                <a:ext cx="33306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SG" sz="1600" dirty="0"/>
                  <a:t>: Number of Neurons (1000)</a:t>
                </a:r>
              </a:p>
              <a:p>
                <a:endParaRPr lang="en-SG" sz="1600" dirty="0"/>
              </a:p>
              <a:p>
                <a14:m>
                  <m:oMath xmlns:m="http://schemas.openxmlformats.org/officeDocument/2006/math">
                    <m:r>
                      <a:rPr lang="en-SG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SG" sz="1600" dirty="0"/>
                  <a:t>: Number of weights (784)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9DB13D0-D900-5AD0-20EC-253129866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841" y="4723436"/>
                <a:ext cx="3330684" cy="830997"/>
              </a:xfrm>
              <a:prstGeom prst="rect">
                <a:avLst/>
              </a:prstGeom>
              <a:blipFill>
                <a:blip r:embed="rId22"/>
                <a:stretch>
                  <a:fillRect t="-2206" b="-88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7FB30BFA-EB0D-70AD-AC39-63E4448EA649}"/>
              </a:ext>
            </a:extLst>
          </p:cNvPr>
          <p:cNvSpPr>
            <a:spLocks/>
          </p:cNvSpPr>
          <p:nvPr/>
        </p:nvSpPr>
        <p:spPr>
          <a:xfrm>
            <a:off x="2202279" y="1726722"/>
            <a:ext cx="354149" cy="391886"/>
          </a:xfrm>
          <a:prstGeom prst="rect">
            <a:avLst/>
          </a:prstGeom>
          <a:solidFill>
            <a:srgbClr val="FF616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3F67A0-AB0E-C89A-8223-6707E0FC1345}"/>
              </a:ext>
            </a:extLst>
          </p:cNvPr>
          <p:cNvSpPr>
            <a:spLocks/>
          </p:cNvSpPr>
          <p:nvPr/>
        </p:nvSpPr>
        <p:spPr>
          <a:xfrm>
            <a:off x="2556428" y="1726722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83AB521-4553-F809-62E0-8241414F563C}"/>
              </a:ext>
            </a:extLst>
          </p:cNvPr>
          <p:cNvSpPr>
            <a:spLocks/>
          </p:cNvSpPr>
          <p:nvPr/>
        </p:nvSpPr>
        <p:spPr>
          <a:xfrm>
            <a:off x="2910577" y="1726722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2ED763-9009-E0DF-A115-AC404FE60966}"/>
              </a:ext>
            </a:extLst>
          </p:cNvPr>
          <p:cNvSpPr>
            <a:spLocks/>
          </p:cNvSpPr>
          <p:nvPr/>
        </p:nvSpPr>
        <p:spPr>
          <a:xfrm>
            <a:off x="3618875" y="1726722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7EFB2EB-F35D-7C5D-50A8-EA8CCFBC3AAE}"/>
              </a:ext>
            </a:extLst>
          </p:cNvPr>
          <p:cNvSpPr>
            <a:spLocks/>
          </p:cNvSpPr>
          <p:nvPr/>
        </p:nvSpPr>
        <p:spPr>
          <a:xfrm>
            <a:off x="3973024" y="1726722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63498EB-6940-70BD-2613-0FD71E4125EF}"/>
              </a:ext>
            </a:extLst>
          </p:cNvPr>
          <p:cNvSpPr>
            <a:spLocks/>
          </p:cNvSpPr>
          <p:nvPr/>
        </p:nvSpPr>
        <p:spPr>
          <a:xfrm>
            <a:off x="4327173" y="1726722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A989438-E29E-A1F2-0001-1E2E3C3128FE}"/>
              </a:ext>
            </a:extLst>
          </p:cNvPr>
          <p:cNvSpPr>
            <a:spLocks/>
          </p:cNvSpPr>
          <p:nvPr/>
        </p:nvSpPr>
        <p:spPr>
          <a:xfrm>
            <a:off x="4681322" y="1726722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C37335F-2EBE-7B23-CD2D-7CEC543FA21A}"/>
              </a:ext>
            </a:extLst>
          </p:cNvPr>
          <p:cNvSpPr>
            <a:spLocks/>
          </p:cNvSpPr>
          <p:nvPr/>
        </p:nvSpPr>
        <p:spPr>
          <a:xfrm>
            <a:off x="3264726" y="1726722"/>
            <a:ext cx="354149" cy="39188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916135D-C2E4-0AFA-2C76-26C81621B57C}"/>
                  </a:ext>
                </a:extLst>
              </p:cNvPr>
              <p:cNvSpPr txBox="1"/>
              <p:nvPr/>
            </p:nvSpPr>
            <p:spPr>
              <a:xfrm>
                <a:off x="1671055" y="1722300"/>
                <a:ext cx="354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916135D-C2E4-0AFA-2C76-26C81621B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055" y="1722300"/>
                <a:ext cx="354149" cy="369332"/>
              </a:xfrm>
              <a:prstGeom prst="rect">
                <a:avLst/>
              </a:prstGeom>
              <a:blipFill>
                <a:blip r:embed="rId23"/>
                <a:stretch>
                  <a:fillRect r="-1551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293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D030-E244-86C7-E608-FF1E1324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E8BF-570E-0107-BBD8-A29C4BE6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563"/>
            <a:ext cx="10515600" cy="1325563"/>
          </a:xfrm>
        </p:spPr>
        <p:txBody>
          <a:bodyPr/>
          <a:lstStyle/>
          <a:p>
            <a:r>
              <a:rPr lang="en-SG" dirty="0"/>
              <a:t>Results: 400 Neurons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699AD-E395-DAC9-3C32-78A08F6B5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2D32BA-0296-53D4-4F78-0E3D68746BEF}"/>
              </a:ext>
            </a:extLst>
          </p:cNvPr>
          <p:cNvGrpSpPr>
            <a:grpSpLocks noChangeAspect="1"/>
          </p:cNvGrpSpPr>
          <p:nvPr/>
        </p:nvGrpSpPr>
        <p:grpSpPr>
          <a:xfrm>
            <a:off x="929926" y="899624"/>
            <a:ext cx="10473222" cy="4779483"/>
            <a:chOff x="844968" y="2412450"/>
            <a:chExt cx="5945569" cy="27132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460D01-E4EA-7A4B-3C77-390BBDB97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9400" y="2412450"/>
              <a:ext cx="5688081" cy="2430001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69CB16-9E3C-6FD3-7707-9324E0AE924E}"/>
                </a:ext>
              </a:extLst>
            </p:cNvPr>
            <p:cNvSpPr/>
            <p:nvPr/>
          </p:nvSpPr>
          <p:spPr>
            <a:xfrm>
              <a:off x="895390" y="3051304"/>
              <a:ext cx="153010" cy="1109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0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D90B7E-CEEC-7425-531A-EAF7A444D5AA}"/>
                </a:ext>
              </a:extLst>
            </p:cNvPr>
            <p:cNvSpPr/>
            <p:nvPr/>
          </p:nvSpPr>
          <p:spPr>
            <a:xfrm rot="5400000">
              <a:off x="2538724" y="4225519"/>
              <a:ext cx="135816" cy="1109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0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7FAA47-24DF-D3AD-1C05-232C38C9E720}"/>
                </a:ext>
              </a:extLst>
            </p:cNvPr>
            <p:cNvSpPr/>
            <p:nvPr/>
          </p:nvSpPr>
          <p:spPr>
            <a:xfrm rot="5400000">
              <a:off x="5364474" y="4192216"/>
              <a:ext cx="135816" cy="1109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0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347358-977B-03BA-3331-A454C18E2CBC}"/>
                </a:ext>
              </a:extLst>
            </p:cNvPr>
            <p:cNvSpPr txBox="1"/>
            <p:nvPr/>
          </p:nvSpPr>
          <p:spPr>
            <a:xfrm>
              <a:off x="1218194" y="4828699"/>
              <a:ext cx="2776875" cy="297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(a) Plot between accuracy before and after correction for 5 SA1 neurons in a 400 neuron network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05D97A-C7AE-5DAC-2C58-D104A35D1947}"/>
                </a:ext>
              </a:extLst>
            </p:cNvPr>
            <p:cNvSpPr txBox="1"/>
            <p:nvPr/>
          </p:nvSpPr>
          <p:spPr>
            <a:xfrm>
              <a:off x="3999655" y="4828091"/>
              <a:ext cx="2776875" cy="297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(b) Plot between accuracy before and after correction for 15 SA1 neurons in a 400 neuron network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6B7EC8F-0201-91C7-574D-7153C539BBB5}"/>
                </a:ext>
              </a:extLst>
            </p:cNvPr>
            <p:cNvSpPr txBox="1"/>
            <p:nvPr/>
          </p:nvSpPr>
          <p:spPr>
            <a:xfrm>
              <a:off x="2204491" y="4694270"/>
              <a:ext cx="2396343" cy="139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00" dirty="0">
                  <a:latin typeface="Arial" panose="020B0604020202020204" pitchFamily="34" charset="0"/>
                  <a:cs typeface="Arial" panose="020B0604020202020204" pitchFamily="34" charset="0"/>
                </a:rPr>
                <a:t>Bit Error Rate (BER)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A97723-8918-1AC8-F492-290F527957C1}"/>
                </a:ext>
              </a:extLst>
            </p:cNvPr>
            <p:cNvSpPr txBox="1"/>
            <p:nvPr/>
          </p:nvSpPr>
          <p:spPr>
            <a:xfrm rot="16200000">
              <a:off x="266204" y="3381043"/>
              <a:ext cx="1449208" cy="291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00" dirty="0">
                  <a:latin typeface="Arial" panose="020B0604020202020204" pitchFamily="34" charset="0"/>
                  <a:cs typeface="Arial" panose="020B0604020202020204" pitchFamily="34" charset="0"/>
                </a:rPr>
                <a:t>Test Accuracy (%)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53D05E-1E52-BE4F-91E2-9E22A7147419}"/>
                </a:ext>
              </a:extLst>
            </p:cNvPr>
            <p:cNvSpPr txBox="1"/>
            <p:nvPr/>
          </p:nvSpPr>
          <p:spPr>
            <a:xfrm>
              <a:off x="4910244" y="4696612"/>
              <a:ext cx="1880293" cy="291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00" dirty="0">
                  <a:latin typeface="Arial" panose="020B0604020202020204" pitchFamily="34" charset="0"/>
                  <a:cs typeface="Arial" panose="020B0604020202020204" pitchFamily="34" charset="0"/>
                </a:rPr>
                <a:t>Bit Error Rate (BER)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FE6DEF-E778-0389-EE03-5B49521E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28686-BE14-12FD-CC4F-0B8D6F7C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26</a:t>
            </a:fld>
            <a:endParaRPr lang="en-JP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75069-F6D1-22E7-2C65-FC34FE02AC7A}"/>
              </a:ext>
            </a:extLst>
          </p:cNvPr>
          <p:cNvSpPr txBox="1"/>
          <p:nvPr/>
        </p:nvSpPr>
        <p:spPr>
          <a:xfrm>
            <a:off x="4797290" y="5808652"/>
            <a:ext cx="3236114" cy="41601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highlight>
                  <a:srgbClr val="00FFFF"/>
                </a:highlight>
              </a:rPr>
              <a:t>Accuracy improved by </a:t>
            </a:r>
            <a:r>
              <a:rPr lang="en-US" altLang="en-US" sz="1600" b="1" dirty="0">
                <a:highlight>
                  <a:srgbClr val="00FFFF"/>
                </a:highlight>
              </a:rPr>
              <a:t>73% - 79%</a:t>
            </a:r>
          </a:p>
        </p:txBody>
      </p:sp>
    </p:spTree>
    <p:extLst>
      <p:ext uri="{BB962C8B-B14F-4D97-AF65-F5344CB8AC3E}">
        <p14:creationId xmlns:p14="http://schemas.microsoft.com/office/powerpoint/2010/main" val="253950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CA8D-C862-9871-5C62-739E2148C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9003-0436-4372-83F0-C1F584135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336"/>
            <a:ext cx="10515600" cy="1325563"/>
          </a:xfrm>
        </p:spPr>
        <p:txBody>
          <a:bodyPr/>
          <a:lstStyle/>
          <a:p>
            <a:r>
              <a:rPr lang="en-SG" dirty="0"/>
              <a:t>Results: 1000 Neurons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EB1B0-CC3F-9B51-8AF8-2BCE8575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74C815-1134-2DC5-78C8-02FD473C2131}"/>
              </a:ext>
            </a:extLst>
          </p:cNvPr>
          <p:cNvGrpSpPr>
            <a:grpSpLocks noChangeAspect="1"/>
          </p:cNvGrpSpPr>
          <p:nvPr/>
        </p:nvGrpSpPr>
        <p:grpSpPr>
          <a:xfrm>
            <a:off x="929926" y="1093578"/>
            <a:ext cx="10423875" cy="4700520"/>
            <a:chOff x="6098233" y="3099324"/>
            <a:chExt cx="5912326" cy="274501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94EB26C-6B2F-D1CF-9CD9-7D4305A31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5839" y="3099324"/>
              <a:ext cx="5688080" cy="2430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983E96-91B7-5AB4-A587-CB76F3AD8A66}"/>
                </a:ext>
              </a:extLst>
            </p:cNvPr>
            <p:cNvSpPr/>
            <p:nvPr/>
          </p:nvSpPr>
          <p:spPr>
            <a:xfrm rot="5400000">
              <a:off x="7729819" y="4900464"/>
              <a:ext cx="135576" cy="11076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0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6F6536-1918-144C-9BD6-E83AE3104A82}"/>
                </a:ext>
              </a:extLst>
            </p:cNvPr>
            <p:cNvSpPr/>
            <p:nvPr/>
          </p:nvSpPr>
          <p:spPr>
            <a:xfrm rot="5400000">
              <a:off x="10440390" y="4900464"/>
              <a:ext cx="135576" cy="11076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F1B41F-78D5-6C85-9B47-D60F9527B68F}"/>
                </a:ext>
              </a:extLst>
            </p:cNvPr>
            <p:cNvSpPr txBox="1"/>
            <p:nvPr/>
          </p:nvSpPr>
          <p:spPr>
            <a:xfrm>
              <a:off x="6411628" y="5538790"/>
              <a:ext cx="2771957" cy="305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(a) Plot between accuracy before and after correction for 5 SA1 neurons in a 1000 neuron network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3923F9-5405-FDB4-35D5-68F9458621C9}"/>
                </a:ext>
              </a:extLst>
            </p:cNvPr>
            <p:cNvSpPr txBox="1"/>
            <p:nvPr/>
          </p:nvSpPr>
          <p:spPr>
            <a:xfrm>
              <a:off x="9183585" y="5534994"/>
              <a:ext cx="2771957" cy="305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>
                  <a:latin typeface="Arial" panose="020B0604020202020204" pitchFamily="34" charset="0"/>
                  <a:cs typeface="Arial" panose="020B0604020202020204" pitchFamily="34" charset="0"/>
                </a:rPr>
                <a:t>(b) Plot between accuracy before and after correction for 15 SA1 neurons In a 1000 neuron network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F3552F-42FE-AEB7-DA3B-BFC551F6EE1A}"/>
                </a:ext>
              </a:extLst>
            </p:cNvPr>
            <p:cNvSpPr txBox="1"/>
            <p:nvPr/>
          </p:nvSpPr>
          <p:spPr>
            <a:xfrm>
              <a:off x="7483760" y="5395983"/>
              <a:ext cx="1850589" cy="27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00" dirty="0">
                  <a:latin typeface="Arial" panose="020B0604020202020204" pitchFamily="34" charset="0"/>
                  <a:cs typeface="Arial" panose="020B0604020202020204" pitchFamily="34" charset="0"/>
                </a:rPr>
                <a:t>Bit Error Rate (BER)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146D0C-E53C-088B-67F4-BEBF7A1BB8C7}"/>
                </a:ext>
              </a:extLst>
            </p:cNvPr>
            <p:cNvSpPr txBox="1"/>
            <p:nvPr/>
          </p:nvSpPr>
          <p:spPr>
            <a:xfrm>
              <a:off x="10159970" y="5390312"/>
              <a:ext cx="1850589" cy="27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00" dirty="0">
                  <a:latin typeface="Arial" panose="020B0604020202020204" pitchFamily="34" charset="0"/>
                  <a:cs typeface="Arial" panose="020B0604020202020204" pitchFamily="34" charset="0"/>
                </a:rPr>
                <a:t>Bit Error Rate (BER)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205C07-AE6C-B668-49B3-704AEC325F8B}"/>
                </a:ext>
              </a:extLst>
            </p:cNvPr>
            <p:cNvSpPr/>
            <p:nvPr/>
          </p:nvSpPr>
          <p:spPr>
            <a:xfrm>
              <a:off x="6141828" y="3766345"/>
              <a:ext cx="153010" cy="1109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0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543523-89B3-EDF9-1E8B-586CA4AB2D09}"/>
                </a:ext>
              </a:extLst>
            </p:cNvPr>
            <p:cNvSpPr txBox="1"/>
            <p:nvPr/>
          </p:nvSpPr>
          <p:spPr>
            <a:xfrm rot="16200000">
              <a:off x="5512641" y="4102910"/>
              <a:ext cx="1449208" cy="2780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000" dirty="0">
                  <a:latin typeface="Arial" panose="020B0604020202020204" pitchFamily="34" charset="0"/>
                  <a:cs typeface="Arial" panose="020B0604020202020204" pitchFamily="34" charset="0"/>
                </a:rPr>
                <a:t>Test Accuracy (%)</a:t>
              </a: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FBAD5A-3E95-0AD8-8A51-A5D403CF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020B01-168C-F9CE-9A7A-A5EEA131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27</a:t>
            </a:fld>
            <a:endParaRPr lang="en-JP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6A3B92-BCC5-1ACA-2134-EF2E8E95A726}"/>
              </a:ext>
            </a:extLst>
          </p:cNvPr>
          <p:cNvSpPr txBox="1"/>
          <p:nvPr/>
        </p:nvSpPr>
        <p:spPr>
          <a:xfrm>
            <a:off x="4751576" y="5867218"/>
            <a:ext cx="3236114" cy="41601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highlight>
                  <a:srgbClr val="00FFFF"/>
                </a:highlight>
              </a:rPr>
              <a:t>Accuracy improved by </a:t>
            </a:r>
            <a:r>
              <a:rPr lang="en-US" altLang="en-US" sz="1600" b="1" dirty="0">
                <a:highlight>
                  <a:srgbClr val="00FFFF"/>
                </a:highlight>
              </a:rPr>
              <a:t>71% - 81%</a:t>
            </a:r>
          </a:p>
        </p:txBody>
      </p:sp>
    </p:spTree>
    <p:extLst>
      <p:ext uri="{BB962C8B-B14F-4D97-AF65-F5344CB8AC3E}">
        <p14:creationId xmlns:p14="http://schemas.microsoft.com/office/powerpoint/2010/main" val="4084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1DA4-CF0B-6C27-9DCA-217B26ED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Results: All cases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6E856-4D45-99B2-9003-A0953708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7CB96-38DC-6A9A-53F2-D533926F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12D6C-DBC4-30AC-ADE0-14C83814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28</a:t>
            </a:fld>
            <a:endParaRPr lang="en-JP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1B1D1-04DC-0E82-EE1B-FBD512089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522" y="1473200"/>
            <a:ext cx="7380955" cy="466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83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D588E-01A3-51E8-02E5-560772CD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F26D-AE78-DA59-AC86-ABB27DED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Results: Training With Fault Correction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19DCB-2A1C-A217-4B18-58F60043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96502-2E39-E572-2AB0-6B3739706EA9}"/>
              </a:ext>
            </a:extLst>
          </p:cNvPr>
          <p:cNvSpPr txBox="1"/>
          <p:nvPr/>
        </p:nvSpPr>
        <p:spPr>
          <a:xfrm>
            <a:off x="5768340" y="5804348"/>
            <a:ext cx="477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(b) Network trained using proposed STDP-DIP framework</a:t>
            </a:r>
            <a:endParaRPr lang="en-SG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50C17-C54B-2AED-56ED-D170609D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915" y="2954316"/>
            <a:ext cx="1127858" cy="13488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224B06-09CA-B6A1-A7E9-C5033563B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8"/>
          <a:stretch>
            <a:fillRect/>
          </a:stretch>
        </p:blipFill>
        <p:spPr>
          <a:xfrm>
            <a:off x="5908040" y="1384954"/>
            <a:ext cx="4572009" cy="441391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62040C1-8C87-CD5A-5FE1-8CF99361FA15}"/>
              </a:ext>
            </a:extLst>
          </p:cNvPr>
          <p:cNvSpPr>
            <a:spLocks noChangeAspect="1"/>
          </p:cNvSpPr>
          <p:nvPr/>
        </p:nvSpPr>
        <p:spPr>
          <a:xfrm>
            <a:off x="7717972" y="3617757"/>
            <a:ext cx="269197" cy="26919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93F954-3342-61BC-160F-4BCB2E936CEC}"/>
              </a:ext>
            </a:extLst>
          </p:cNvPr>
          <p:cNvCxnSpPr>
            <a:cxnSpLocks/>
          </p:cNvCxnSpPr>
          <p:nvPr/>
        </p:nvCxnSpPr>
        <p:spPr>
          <a:xfrm flipV="1">
            <a:off x="7851169" y="2954316"/>
            <a:ext cx="3088746" cy="674429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8C9892-6370-60AE-1D67-5B5209A4F659}"/>
              </a:ext>
            </a:extLst>
          </p:cNvPr>
          <p:cNvCxnSpPr>
            <a:cxnSpLocks/>
          </p:cNvCxnSpPr>
          <p:nvPr/>
        </p:nvCxnSpPr>
        <p:spPr>
          <a:xfrm>
            <a:off x="7851169" y="3867462"/>
            <a:ext cx="3088746" cy="43571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2528EA2-7865-9DF6-E2F0-E067ABEE58BE}"/>
              </a:ext>
            </a:extLst>
          </p:cNvPr>
          <p:cNvSpPr txBox="1"/>
          <p:nvPr/>
        </p:nvSpPr>
        <p:spPr>
          <a:xfrm>
            <a:off x="10124440" y="1719722"/>
            <a:ext cx="1943334" cy="37555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R="0" lvl="0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/>
              <a:t>Faulty neuron isolated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8FDB3C-4AA1-49B7-D68B-4B8BB613CF88}"/>
              </a:ext>
            </a:extLst>
          </p:cNvPr>
          <p:cNvCxnSpPr>
            <a:cxnSpLocks/>
            <a:stCxn id="16" idx="2"/>
            <a:endCxn id="8" idx="0"/>
          </p:cNvCxnSpPr>
          <p:nvPr/>
        </p:nvCxnSpPr>
        <p:spPr>
          <a:xfrm>
            <a:off x="11096107" y="2095273"/>
            <a:ext cx="407737" cy="85904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04BC60-C657-7D68-66D2-906CF825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9436D-117F-3E15-DD87-63DF8997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29</a:t>
            </a:fld>
            <a:endParaRPr lang="en-JP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424AB-5A25-6525-C17C-49E05E412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55" y="1384954"/>
            <a:ext cx="4572009" cy="45720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84ED81-2CCB-C983-8EBD-4BCC60DA103F}"/>
              </a:ext>
            </a:extLst>
          </p:cNvPr>
          <p:cNvSpPr txBox="1"/>
          <p:nvPr/>
        </p:nvSpPr>
        <p:spPr>
          <a:xfrm>
            <a:off x="937255" y="5798868"/>
            <a:ext cx="4442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(a) Network trained with SA1 fault and no correction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325799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79A8-9DE3-B725-E436-61176E74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Results: Energy Saved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1476-8BF8-FE63-3B3E-CE60F2B28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280" y="1553392"/>
            <a:ext cx="10291519" cy="6298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Relative Energy reduction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47B8E-019F-F306-AAC9-7B5FFE707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DAC83D-E762-6926-79A0-77C92FDCF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301" y="2421148"/>
            <a:ext cx="5957717" cy="10438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861E-17CA-3ADE-B92D-1221354B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6909-ED19-365E-76B8-D37B1456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30</a:t>
            </a:fld>
            <a:endParaRPr lang="en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D159B6-5938-9552-1AB8-9D779BC382B5}"/>
                  </a:ext>
                </a:extLst>
              </p:cNvPr>
              <p:cNvSpPr txBox="1"/>
              <p:nvPr/>
            </p:nvSpPr>
            <p:spPr>
              <a:xfrm>
                <a:off x="3127301" y="3573662"/>
                <a:ext cx="27558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SG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𝑙𝑜𝑤</m:t>
                        </m:r>
                      </m:sub>
                    </m:sSub>
                  </m:oMath>
                </a14:m>
                <a:r>
                  <a:rPr lang="en-SG" sz="1600" dirty="0"/>
                  <a:t>: Undervolted potential</a:t>
                </a:r>
              </a:p>
              <a:p>
                <a:endParaRPr lang="en-SG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SG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SG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𝑛𝑜𝑚</m:t>
                        </m:r>
                      </m:sub>
                    </m:sSub>
                  </m:oMath>
                </a14:m>
                <a:r>
                  <a:rPr lang="en-SG" sz="1600" dirty="0"/>
                  <a:t>: Nominal potential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D159B6-5938-9552-1AB8-9D779BC3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301" y="3573662"/>
                <a:ext cx="2755801" cy="830997"/>
              </a:xfrm>
              <a:prstGeom prst="rect">
                <a:avLst/>
              </a:prstGeom>
              <a:blipFill>
                <a:blip r:embed="rId4"/>
                <a:stretch>
                  <a:fillRect t="-2190" b="-802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8A7D7CE-B492-DC8F-6655-5FEDE643BAD0}"/>
              </a:ext>
            </a:extLst>
          </p:cNvPr>
          <p:cNvSpPr txBox="1">
            <a:spLocks/>
          </p:cNvSpPr>
          <p:nvPr/>
        </p:nvSpPr>
        <p:spPr>
          <a:xfrm>
            <a:off x="990600" y="4642574"/>
            <a:ext cx="10515600" cy="17137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/>
              <a:t>40.83% reduction by scaling supply voltage down to 1.00V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20.4% to 30.6% total energy reduction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Assumption: Memory energy 50% to 75%</a:t>
            </a:r>
          </a:p>
        </p:txBody>
      </p:sp>
    </p:spTree>
    <p:extLst>
      <p:ext uri="{BB962C8B-B14F-4D97-AF65-F5344CB8AC3E}">
        <p14:creationId xmlns:p14="http://schemas.microsoft.com/office/powerpoint/2010/main" val="307218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FCC4D-B44C-0123-37D1-6A0F173D6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98FB-27B4-21B8-4587-BB15761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Conten</a:t>
            </a:r>
            <a:r>
              <a:rPr lang="en-SG" dirty="0"/>
              <a:t>t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97C44-D27C-7F6F-117F-037E4ED56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1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1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buNone/>
            </a:pPr>
            <a:endParaRPr lang="en-JP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D3981-060C-0B11-B4DC-AFC9877D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FCAEC-F3E7-87B4-D676-96CBAAC7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41D9-6500-8161-4009-B78D7DFC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69359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9789-79C5-0E6A-7ACC-AC7FD683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48873-78E4-E031-EE0C-8605692F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CD85FCD-451E-7641-4CAA-8F3A664313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9163"/>
            <a:ext cx="10515600" cy="4693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Identified impact of SA1 memory faults on On-Chip STDP learning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Developed STDP-DIP to improve accuracy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/>
              <a:t>Restored </a:t>
            </a:r>
            <a:r>
              <a:rPr lang="en-US" altLang="en-US" dirty="0"/>
              <a:t>&gt;91% accuracy while saving 30.6% system energy</a:t>
            </a:r>
          </a:p>
          <a:p>
            <a:pPr marR="0" lvl="0" fontAlgn="base">
              <a:lnSpc>
                <a:spcPct val="150000"/>
              </a:lnSpc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Future Work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/>
              <a:t>Explore different learning approach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2000" dirty="0"/>
              <a:t>Explore mixed-fault scenarios (SA0 + SA1)</a:t>
            </a:r>
          </a:p>
          <a:p>
            <a:pPr lvl="1" fontAlgn="base">
              <a:lnSpc>
                <a:spcPct val="150000"/>
              </a:lnSpc>
              <a:spcAft>
                <a:spcPct val="0"/>
              </a:spcAft>
            </a:pPr>
            <a:endParaRPr lang="en-US" altLang="en-US" sz="1800" dirty="0"/>
          </a:p>
          <a:p>
            <a:pPr fontAlgn="base">
              <a:lnSpc>
                <a:spcPct val="150000"/>
              </a:lnSpc>
              <a:spcAft>
                <a:spcPct val="0"/>
              </a:spcAft>
            </a:pPr>
            <a:endParaRPr lang="en-US" alt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56CEC-AFFF-1460-DB0A-3D0F787A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C21EC-C88C-C668-D260-1EF94A84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3207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871C-9E25-C876-886A-46DEF174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Reference</a:t>
            </a:r>
            <a:r>
              <a:rPr lang="en-SG" dirty="0"/>
              <a:t>s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3494-487F-2041-C57C-FE981D0E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000" dirty="0"/>
              <a:t>[1] International Energy Agency (IEA), "Global Data Centre Electricity Consumption Report," Paris, France, Tech. Rep., 2025.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[2] Y.-H. Chen, T. Krishna, J. S. Emer, and V. Sze, "</a:t>
            </a:r>
            <a:r>
              <a:rPr lang="en-US" sz="1000" dirty="0" err="1"/>
              <a:t>Eyeriss</a:t>
            </a:r>
            <a:r>
              <a:rPr lang="en-US" sz="1000" dirty="0"/>
              <a:t>: An Energy-Efficient Reconfigurable Accelerator for Deep Convolutional Neural Networks," IEEE Journal of Solid-State Circuits, vol. 52, no. 1, pp. 127–138, Jan. 2017, </a:t>
            </a:r>
            <a:r>
              <a:rPr lang="en-US" sz="1000" dirty="0" err="1"/>
              <a:t>doi</a:t>
            </a:r>
            <a:r>
              <a:rPr lang="en-US" sz="1000" dirty="0"/>
              <a:t>: 10.1109/JSSC.2016.2616357.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[3] P. J. Nair, D. A. Roberts, and M. K. Qureshi, "Faulty: A Reliable Data-Bus Architecture for Low-Voltage DRAMs," 2013 IEEE 31st International Conference on Computer Design (ICCD), Asheville, NC, USA, 2013, pp. 432–439, </a:t>
            </a:r>
            <a:r>
              <a:rPr lang="en-US" sz="1000" dirty="0" err="1"/>
              <a:t>doi</a:t>
            </a:r>
            <a:r>
              <a:rPr lang="en-US" sz="1000" dirty="0"/>
              <a:t>: 10.1109/ICCD.2013.6657078.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[4] H. Hassan, L. Orosa, R. </a:t>
            </a:r>
            <a:r>
              <a:rPr lang="en-US" sz="1000" dirty="0" err="1"/>
              <a:t>Ausavarungnirun</a:t>
            </a:r>
            <a:r>
              <a:rPr lang="en-US" sz="1000" dirty="0"/>
              <a:t>, and O. Mutlu, "</a:t>
            </a:r>
            <a:r>
              <a:rPr lang="en-US" sz="1000" dirty="0" err="1"/>
              <a:t>SoftMC</a:t>
            </a:r>
            <a:r>
              <a:rPr lang="en-US" sz="1000" dirty="0"/>
              <a:t>: A Flexible and Open-Source FPGA-Based Memory Controller for Memory Characterization and Testing," IEEE Transactions on Computers, vol. 72, no. 4, pp. 1020–1034, Apr. 2023, </a:t>
            </a:r>
            <a:r>
              <a:rPr lang="en-US" sz="1000" dirty="0" err="1"/>
              <a:t>doi</a:t>
            </a:r>
            <a:r>
              <a:rPr lang="en-US" sz="1000" dirty="0"/>
              <a:t>: 10.1109/TC.2022.3198765.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[5] W. W. Hargrove and J. Pickering, "</a:t>
            </a:r>
            <a:r>
              <a:rPr lang="en-US" sz="1000" dirty="0" err="1"/>
              <a:t>Pseudoreplication</a:t>
            </a:r>
            <a:r>
              <a:rPr lang="en-US" sz="1000" dirty="0"/>
              <a:t>: a review of its history and a recommendation for its avoidance," Conservation Biology, vol. 3, no. 4, pp. 389–397, Dec. 1989, </a:t>
            </a:r>
            <a:r>
              <a:rPr lang="en-US" sz="1000" dirty="0" err="1"/>
              <a:t>doi</a:t>
            </a:r>
            <a:r>
              <a:rPr lang="en-US" sz="1000" dirty="0"/>
              <a:t>: 10.1111/j.1523-1739.1989.tb00245.x.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[6] R. V. W. Putra, M. A. Hanif, and M. Shafique, "</a:t>
            </a:r>
            <a:r>
              <a:rPr lang="en-US" sz="1000" dirty="0" err="1"/>
              <a:t>DRiP</a:t>
            </a:r>
            <a:r>
              <a:rPr lang="en-US" sz="1000" dirty="0"/>
              <a:t>: Dynamic Refresh and Precision Scaling for Approximate DRAM in DNN Accelerators," 2021 IEEE/ACM International Conference On Computer Aided Design (ICCAD), Munich, Germany, 2021, pp. 1–9, </a:t>
            </a:r>
            <a:r>
              <a:rPr lang="en-US" sz="1000" dirty="0" err="1"/>
              <a:t>doi</a:t>
            </a:r>
            <a:r>
              <a:rPr lang="en-US" sz="1000" dirty="0"/>
              <a:t>: 10.1109/ICCAD51581.2021.9643534.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[7] R. Kobayashi and K. N. Dang, "An Efficient Hardware Implementation of Spiking Neural Network Using Approximate </a:t>
            </a:r>
            <a:r>
              <a:rPr lang="en-US" sz="1000" dirty="0" err="1"/>
              <a:t>Izhikevich</a:t>
            </a:r>
            <a:r>
              <a:rPr lang="en-US" sz="1000" dirty="0"/>
              <a:t> Neuron," 2024 9th International Conference on Integrated Circuits, Design, and Verification (ICDV), Hanoi, Vietnam, 2024, pp. 13-18, </a:t>
            </a:r>
            <a:r>
              <a:rPr lang="en-US" sz="1000" dirty="0" err="1"/>
              <a:t>doi</a:t>
            </a:r>
            <a:r>
              <a:rPr lang="en-US" sz="1000" dirty="0"/>
              <a:t>: 10.1109/ICDV61346.2024.10616602. 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[8] Ryoji Kobayashi, Ngo-Doanh Nguyen, Nguyen Anh Vu Doan and Khanh N. Dang, '’Energy-Efficient Spiking Neural Networks Using Approximate Neuron Circuits and 3D Stacking Memory’‘, 2024 IEEE 17th International Symposium on Embedded Multicore/Many-core Systems-on-Chip (</a:t>
            </a:r>
            <a:r>
              <a:rPr lang="en-US" sz="1000" dirty="0" err="1"/>
              <a:t>MCSoC</a:t>
            </a:r>
            <a:r>
              <a:rPr lang="en-US" sz="1000" dirty="0"/>
              <a:t>), Dec. 16-19, 2024.</a:t>
            </a:r>
          </a:p>
          <a:p>
            <a:pPr>
              <a:lnSpc>
                <a:spcPct val="150000"/>
              </a:lnSpc>
            </a:pPr>
            <a:endParaRPr lang="en-SG" sz="1000" dirty="0"/>
          </a:p>
          <a:p>
            <a:pPr marL="0" indent="0">
              <a:buNone/>
            </a:pPr>
            <a:endParaRPr lang="en-JP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2654D-2AFD-F4EA-0A34-FEE75B12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7A195-F9E5-D462-2CBC-BBFA67FD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F2FDA-F92A-473F-6688-75772888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48271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45D5-553C-3493-82C0-17DD442EB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F865-D646-DD50-918F-F67FF3E4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Reference</a:t>
            </a:r>
            <a:r>
              <a:rPr lang="en-SG" dirty="0"/>
              <a:t>s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FD02F-94A9-B942-7FEE-AD172E2C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000" dirty="0"/>
              <a:t>[9] Du, Y. Decentralized Smart IoT. Encyclopedia. Available online:  https://encyclopedia.pub/entry/8977 (accessed on 22 November 2022).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[10] S. H. Tsang, https://towardsdatascience.com//review-refinenet-multi-path-refinement-network-semantic-segmentation </a:t>
            </a:r>
          </a:p>
          <a:p>
            <a:pPr algn="just">
              <a:lnSpc>
                <a:spcPct val="150000"/>
              </a:lnSpc>
            </a:pPr>
            <a:r>
              <a:rPr lang="en-US" sz="1000" dirty="0"/>
              <a:t>[11] John L. Hennessy, David A. Patterson, A New Golden Age for Computer Architecture,  Communications of the ACM, February 2019, Vol. 62 No. 2, Pages 48-60, 10.1145/3282307</a:t>
            </a:r>
          </a:p>
          <a:p>
            <a:pPr>
              <a:lnSpc>
                <a:spcPct val="150000"/>
              </a:lnSpc>
            </a:pPr>
            <a:r>
              <a:rPr lang="en-SG" sz="1000" dirty="0"/>
              <a:t>[12] J. Wuu et al., "3D V-Cache: the Implementation of a Hybrid-Bonded 64MB Stacked Cache for a 7nm x86-64 CPU," 2022 IEEE International Solid-State Circuits Conference (ISSCC), San Francisco, CA, USA, 2022, pp. 428-429, </a:t>
            </a:r>
            <a:r>
              <a:rPr lang="en-SG" sz="1000" dirty="0" err="1"/>
              <a:t>doi</a:t>
            </a:r>
            <a:r>
              <a:rPr lang="en-SG" sz="1000" dirty="0"/>
              <a:t>: 10.1109/ISSCC42614.2022.9731565. </a:t>
            </a:r>
          </a:p>
          <a:p>
            <a:pPr>
              <a:lnSpc>
                <a:spcPct val="150000"/>
              </a:lnSpc>
            </a:pPr>
            <a:r>
              <a:rPr lang="en-SG" sz="1000" dirty="0"/>
              <a:t>[13] H. Songara and A. </a:t>
            </a:r>
            <a:r>
              <a:rPr lang="en-SG" sz="1000" dirty="0" err="1"/>
              <a:t>Deshwal</a:t>
            </a:r>
            <a:r>
              <a:rPr lang="en-SG" sz="1000" dirty="0"/>
              <a:t>, "Towards Tackling Capacity-Bound Models Using DRAMs Over SRAMs," 2024 IEEE 21st India Council International Conference (INDICON), Kharagpur, India, 2024, pp. 1-6, </a:t>
            </a:r>
            <a:r>
              <a:rPr lang="en-SG" sz="1000" dirty="0" err="1"/>
              <a:t>doi</a:t>
            </a:r>
            <a:r>
              <a:rPr lang="en-SG" sz="1000" dirty="0"/>
              <a:t>: 10.1109/INDICON63790.2024.10958400. 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[14] IEA (2025), Global data </a:t>
            </a:r>
            <a:r>
              <a:rPr lang="en-US" sz="1000" dirty="0" err="1"/>
              <a:t>centre</a:t>
            </a:r>
            <a:r>
              <a:rPr lang="en-US" sz="1000" dirty="0"/>
              <a:t> electricity consumption by sensitivity case, 2020-2035, IEA, Paris https://www.iea.org/data-and-statistics/charts/global-data-centre-electricity-consumption-by-sensitivity-case-2020-2035, </a:t>
            </a:r>
            <a:r>
              <a:rPr lang="en-US" sz="1000" dirty="0" err="1"/>
              <a:t>Licence</a:t>
            </a:r>
            <a:r>
              <a:rPr lang="en-US" sz="1000" dirty="0"/>
              <a:t>: CC BY 4.0</a:t>
            </a:r>
          </a:p>
          <a:p>
            <a:pPr>
              <a:lnSpc>
                <a:spcPct val="150000"/>
              </a:lnSpc>
            </a:pPr>
            <a:r>
              <a:rPr lang="en-SG" sz="1000" dirty="0"/>
              <a:t>[15] Micron Technology, Inc, 4Gb DDR3 SDRAM Component Data Sheet: MT41J512M8, 2009.</a:t>
            </a:r>
          </a:p>
          <a:p>
            <a:pPr algn="just">
              <a:lnSpc>
                <a:spcPct val="130000"/>
              </a:lnSpc>
            </a:pPr>
            <a:r>
              <a:rPr lang="en-US" sz="1000" dirty="0"/>
              <a:t>[16] A. Ben Abdallah and K. N. Dang, Neuromorphic Computing Principles and Organization, 2nd ed., Springer, 2025, ISBN: 978-3-031-83091-4.</a:t>
            </a:r>
          </a:p>
          <a:p>
            <a:pPr algn="just">
              <a:lnSpc>
                <a:spcPct val="130000"/>
              </a:lnSpc>
            </a:pPr>
            <a:r>
              <a:rPr lang="en-US" sz="1000" dirty="0"/>
              <a:t>[17] Y. Hanyu and K. N. Dang, "</a:t>
            </a:r>
            <a:r>
              <a:rPr lang="en-US" sz="1000" dirty="0" err="1"/>
              <a:t>EnsembleSTDP</a:t>
            </a:r>
            <a:r>
              <a:rPr lang="en-US" sz="1000" dirty="0"/>
              <a:t>: Distributed in-situ Spike Timing Dependent Plasticity Learning in Spiking Neural Networks," 2024 IEEE 17th International Symposium on Embedded Multicore/Many-core Systems-on-Chip (</a:t>
            </a:r>
            <a:r>
              <a:rPr lang="en-US" sz="1000" dirty="0" err="1"/>
              <a:t>MCSoC</a:t>
            </a:r>
            <a:r>
              <a:rPr lang="en-US" sz="1000" dirty="0"/>
              <a:t>), pp. 434-440, 2024.</a:t>
            </a:r>
          </a:p>
          <a:p>
            <a:pPr algn="just">
              <a:lnSpc>
                <a:spcPct val="130000"/>
              </a:lnSpc>
            </a:pP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043D7-8AD7-BCBF-6F64-F0490B79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7532A-14D0-BBD0-710F-800354F2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B726B-C020-7F3C-8211-6BC0C909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06472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1FF281-5B05-803B-9D91-1291BE0E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JP" dirty="0"/>
              <a:t>Thank you for your attention!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6AAD-BCFF-F9E4-58DD-D9E9B379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CCD71-F972-FDF8-B562-A998EF75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39090-9697-038B-1536-FF29A9FA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96228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FD70-BB42-36AD-91E2-313BEEFA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491F7-6CE2-B6C2-8BFD-45AE550ED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SG" dirty="0"/>
                  <a:t>The DRAM cell is implemented using HSPICE</a:t>
                </a:r>
              </a:p>
              <a:p>
                <a:pPr>
                  <a:lnSpc>
                    <a:spcPct val="150000"/>
                  </a:lnSpc>
                </a:pPr>
                <a:r>
                  <a:rPr lang="en-SG" dirty="0"/>
                  <a:t>Capacitance: 25 </a:t>
                </a:r>
                <a:r>
                  <a:rPr lang="en-SG" dirty="0" err="1"/>
                  <a:t>fF</a:t>
                </a:r>
                <a:r>
                  <a:rPr lang="en-SG" dirty="0"/>
                  <a:t>, Refreshing frequency: 15.625 Hz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endParaRPr lang="en-SG" dirty="0"/>
              </a:p>
              <a:p>
                <a:pPr>
                  <a:lnSpc>
                    <a:spcPct val="150000"/>
                  </a:lnSpc>
                </a:pPr>
                <a:r>
                  <a:rPr lang="en-SG" dirty="0"/>
                  <a:t>Monte Carlo simulation is performed with Gaussian Variation on voltage</a:t>
                </a:r>
              </a:p>
              <a:p>
                <a:pPr>
                  <a:lnSpc>
                    <a:spcPct val="150000"/>
                  </a:lnSpc>
                </a:pPr>
                <a:r>
                  <a:rPr lang="en-SG" dirty="0"/>
                  <a:t>Temperature is varied and its relation to the error percentage is found</a:t>
                </a:r>
              </a:p>
              <a:p>
                <a:pPr>
                  <a:lnSpc>
                    <a:spcPct val="150000"/>
                  </a:lnSpc>
                </a:pPr>
                <a:r>
                  <a:rPr lang="en-SG" dirty="0"/>
                  <a:t>Ran training and testing of Neural Network, identified fault insertion parameters and location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SG" dirty="0"/>
                  <a:t>Faults have been inserted during training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0491F7-6CE2-B6C2-8BFD-45AE550ED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15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3636F-73C1-EB1B-5DCF-AF0ACDE3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2927E-79B7-0848-6B04-E0E6BEF3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843BD-4B62-59FB-2B6D-8D8E66EC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29963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EE17-D0BA-B354-F288-2B07AD55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Rate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090EF-9E0C-85F1-A6B4-4B2D75EDA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Converts raw sensor data into spike trains and processed by an SNN</a:t>
            </a:r>
          </a:p>
          <a:p>
            <a:r>
              <a:rPr lang="en-US" sz="2400" dirty="0"/>
              <a:t>High pixel intensity = High spike frequency</a:t>
            </a:r>
          </a:p>
          <a:p>
            <a:r>
              <a:rPr lang="en-SG" sz="2400" dirty="0"/>
              <a:t>Transmitting 1-bit spikes is more efficient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34A9F-69B9-7609-4C86-24073162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Master's Thesis | Subbaiah Ravi Hariprakash</a:t>
            </a:r>
            <a:endParaRPr lang="en-JP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19FADA-B6C7-BE5C-DA85-B059E65E1C4B}"/>
              </a:ext>
            </a:extLst>
          </p:cNvPr>
          <p:cNvCxnSpPr>
            <a:cxnSpLocks/>
          </p:cNvCxnSpPr>
          <p:nvPr/>
        </p:nvCxnSpPr>
        <p:spPr>
          <a:xfrm>
            <a:off x="6216348" y="4712166"/>
            <a:ext cx="0" cy="767769"/>
          </a:xfrm>
          <a:prstGeom prst="line">
            <a:avLst/>
          </a:prstGeom>
          <a:ln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A69592-4A0B-EF80-EC64-B0930CB3C272}"/>
                  </a:ext>
                </a:extLst>
              </p:cNvPr>
              <p:cNvSpPr txBox="1"/>
              <p:nvPr/>
            </p:nvSpPr>
            <p:spPr>
              <a:xfrm>
                <a:off x="8252629" y="5479935"/>
                <a:ext cx="4276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A69592-4A0B-EF80-EC64-B0930CB3C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29" y="5479935"/>
                <a:ext cx="42766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FFD137-CE71-03E1-0290-F157833ABF18}"/>
              </a:ext>
            </a:extLst>
          </p:cNvPr>
          <p:cNvCxnSpPr>
            <a:cxnSpLocks/>
          </p:cNvCxnSpPr>
          <p:nvPr/>
        </p:nvCxnSpPr>
        <p:spPr>
          <a:xfrm>
            <a:off x="6613748" y="5007785"/>
            <a:ext cx="0" cy="4721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59DEE4-B72B-76F6-15EA-A71AA28F457C}"/>
              </a:ext>
            </a:extLst>
          </p:cNvPr>
          <p:cNvCxnSpPr>
            <a:cxnSpLocks/>
          </p:cNvCxnSpPr>
          <p:nvPr/>
        </p:nvCxnSpPr>
        <p:spPr>
          <a:xfrm>
            <a:off x="6216348" y="5479935"/>
            <a:ext cx="2309441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46AB5CA-6851-E4D0-B6AD-F88FDA43C64D}"/>
              </a:ext>
            </a:extLst>
          </p:cNvPr>
          <p:cNvCxnSpPr>
            <a:cxnSpLocks/>
          </p:cNvCxnSpPr>
          <p:nvPr/>
        </p:nvCxnSpPr>
        <p:spPr>
          <a:xfrm>
            <a:off x="7063328" y="5007785"/>
            <a:ext cx="0" cy="4721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6D1A5BC-FFBB-EDD8-84E8-104B6654EC0C}"/>
              </a:ext>
            </a:extLst>
          </p:cNvPr>
          <p:cNvCxnSpPr>
            <a:cxnSpLocks/>
          </p:cNvCxnSpPr>
          <p:nvPr/>
        </p:nvCxnSpPr>
        <p:spPr>
          <a:xfrm>
            <a:off x="7515956" y="5007785"/>
            <a:ext cx="0" cy="4721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A91EFD9-5DAF-3800-BC5D-8276DFFAAD1B}"/>
              </a:ext>
            </a:extLst>
          </p:cNvPr>
          <p:cNvCxnSpPr>
            <a:cxnSpLocks/>
          </p:cNvCxnSpPr>
          <p:nvPr/>
        </p:nvCxnSpPr>
        <p:spPr>
          <a:xfrm>
            <a:off x="8037164" y="5007785"/>
            <a:ext cx="0" cy="4721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achine Learning Mastery 计算机视觉教程（三）-CSDN博客">
            <a:extLst>
              <a:ext uri="{FF2B5EF4-FFF2-40B4-BE49-F238E27FC236}">
                <a16:creationId xmlns:a16="http://schemas.microsoft.com/office/drawing/2014/main" id="{3E34B8F1-F4A0-F589-F1F9-6283DF80F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587" y="4001294"/>
            <a:ext cx="1249437" cy="124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0E379416-6606-F584-4DF1-7FC2E2FF9447}"/>
              </a:ext>
            </a:extLst>
          </p:cNvPr>
          <p:cNvSpPr>
            <a:spLocks noChangeAspect="1"/>
          </p:cNvSpPr>
          <p:nvPr/>
        </p:nvSpPr>
        <p:spPr>
          <a:xfrm>
            <a:off x="3983582" y="4814920"/>
            <a:ext cx="46407" cy="45719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02AADC-B5EC-D5DF-DE0B-C007DA62F058}"/>
              </a:ext>
            </a:extLst>
          </p:cNvPr>
          <p:cNvSpPr>
            <a:spLocks noChangeAspect="1"/>
          </p:cNvSpPr>
          <p:nvPr/>
        </p:nvSpPr>
        <p:spPr>
          <a:xfrm>
            <a:off x="5225886" y="5076043"/>
            <a:ext cx="212354" cy="209207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430ABA0-3156-83BA-020A-C90B1DA6998C}"/>
              </a:ext>
            </a:extLst>
          </p:cNvPr>
          <p:cNvCxnSpPr>
            <a:cxnSpLocks/>
          </p:cNvCxnSpPr>
          <p:nvPr/>
        </p:nvCxnSpPr>
        <p:spPr>
          <a:xfrm>
            <a:off x="4025817" y="4818730"/>
            <a:ext cx="1221467" cy="261123"/>
          </a:xfrm>
          <a:prstGeom prst="line">
            <a:avLst/>
          </a:prstGeom>
          <a:ln w="9525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0B426034-868D-4ABD-80DB-13B23A43FC9F}"/>
              </a:ext>
            </a:extLst>
          </p:cNvPr>
          <p:cNvCxnSpPr>
            <a:cxnSpLocks/>
          </p:cNvCxnSpPr>
          <p:nvPr/>
        </p:nvCxnSpPr>
        <p:spPr>
          <a:xfrm>
            <a:off x="4025817" y="4860639"/>
            <a:ext cx="1209585" cy="424408"/>
          </a:xfrm>
          <a:prstGeom prst="line">
            <a:avLst/>
          </a:prstGeom>
          <a:ln w="9525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35770A28-BBE8-841B-2308-8D4FEF85FC01}"/>
              </a:ext>
            </a:extLst>
          </p:cNvPr>
          <p:cNvCxnSpPr>
            <a:cxnSpLocks/>
          </p:cNvCxnSpPr>
          <p:nvPr/>
        </p:nvCxnSpPr>
        <p:spPr>
          <a:xfrm flipH="1">
            <a:off x="5538749" y="5180646"/>
            <a:ext cx="514350" cy="0"/>
          </a:xfrm>
          <a:prstGeom prst="line">
            <a:avLst/>
          </a:prstGeom>
          <a:ln w="19050">
            <a:prstDash val="dash"/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1" name="TextBox 1040">
            <a:extLst>
              <a:ext uri="{FF2B5EF4-FFF2-40B4-BE49-F238E27FC236}">
                <a16:creationId xmlns:a16="http://schemas.microsoft.com/office/drawing/2014/main" id="{718E5D7A-A86D-30E3-961E-C93A266F9408}"/>
              </a:ext>
            </a:extLst>
          </p:cNvPr>
          <p:cNvSpPr txBox="1"/>
          <p:nvPr/>
        </p:nvSpPr>
        <p:spPr>
          <a:xfrm>
            <a:off x="3724917" y="5780488"/>
            <a:ext cx="4656364" cy="316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Spikes generated from MNIST image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EE30C3A3-0FBF-7D50-0D02-0371C1F207DC}"/>
              </a:ext>
            </a:extLst>
          </p:cNvPr>
          <p:cNvSpPr txBox="1"/>
          <p:nvPr/>
        </p:nvSpPr>
        <p:spPr>
          <a:xfrm>
            <a:off x="4951820" y="4820222"/>
            <a:ext cx="8350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50" dirty="0"/>
              <a:t>Input = 1</a:t>
            </a:r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B6205BE8-8A78-959D-A021-5BCB540D2A75}"/>
              </a:ext>
            </a:extLst>
          </p:cNvPr>
          <p:cNvCxnSpPr>
            <a:cxnSpLocks/>
          </p:cNvCxnSpPr>
          <p:nvPr/>
        </p:nvCxnSpPr>
        <p:spPr>
          <a:xfrm>
            <a:off x="6216348" y="3888414"/>
            <a:ext cx="0" cy="767769"/>
          </a:xfrm>
          <a:prstGeom prst="line">
            <a:avLst/>
          </a:prstGeom>
          <a:ln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5" name="TextBox 1044">
                <a:extLst>
                  <a:ext uri="{FF2B5EF4-FFF2-40B4-BE49-F238E27FC236}">
                    <a16:creationId xmlns:a16="http://schemas.microsoft.com/office/drawing/2014/main" id="{3B85E51F-7A9A-B4CF-8EE7-A0A34538CB9D}"/>
                  </a:ext>
                </a:extLst>
              </p:cNvPr>
              <p:cNvSpPr txBox="1"/>
              <p:nvPr/>
            </p:nvSpPr>
            <p:spPr>
              <a:xfrm>
                <a:off x="8252629" y="4656183"/>
                <a:ext cx="4276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45" name="TextBox 1044">
                <a:extLst>
                  <a:ext uri="{FF2B5EF4-FFF2-40B4-BE49-F238E27FC236}">
                    <a16:creationId xmlns:a16="http://schemas.microsoft.com/office/drawing/2014/main" id="{3B85E51F-7A9A-B4CF-8EE7-A0A34538C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29" y="4656183"/>
                <a:ext cx="42766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7F7EB7B8-267E-347C-3C5B-E4A9B1922FD4}"/>
              </a:ext>
            </a:extLst>
          </p:cNvPr>
          <p:cNvCxnSpPr>
            <a:cxnSpLocks/>
          </p:cNvCxnSpPr>
          <p:nvPr/>
        </p:nvCxnSpPr>
        <p:spPr>
          <a:xfrm>
            <a:off x="6216348" y="4656183"/>
            <a:ext cx="2309441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3192D630-5DF1-E546-036A-488682A02983}"/>
              </a:ext>
            </a:extLst>
          </p:cNvPr>
          <p:cNvSpPr>
            <a:spLocks noChangeAspect="1"/>
          </p:cNvSpPr>
          <p:nvPr/>
        </p:nvSpPr>
        <p:spPr>
          <a:xfrm>
            <a:off x="3979410" y="4210382"/>
            <a:ext cx="46407" cy="45719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278DC80B-2140-F956-98EF-7A8FEB5893E5}"/>
              </a:ext>
            </a:extLst>
          </p:cNvPr>
          <p:cNvSpPr>
            <a:spLocks noChangeAspect="1"/>
          </p:cNvSpPr>
          <p:nvPr/>
        </p:nvSpPr>
        <p:spPr>
          <a:xfrm>
            <a:off x="5225886" y="4252291"/>
            <a:ext cx="212354" cy="209207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26E7D709-381D-2372-938D-B10F6581DAA6}"/>
              </a:ext>
            </a:extLst>
          </p:cNvPr>
          <p:cNvCxnSpPr>
            <a:cxnSpLocks/>
            <a:endCxn id="1052" idx="0"/>
          </p:cNvCxnSpPr>
          <p:nvPr/>
        </p:nvCxnSpPr>
        <p:spPr>
          <a:xfrm>
            <a:off x="4025817" y="4209644"/>
            <a:ext cx="1306246" cy="42647"/>
          </a:xfrm>
          <a:prstGeom prst="line">
            <a:avLst/>
          </a:prstGeom>
          <a:ln w="9525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B0BB9D72-CA1F-5987-364D-AE6F38990731}"/>
              </a:ext>
            </a:extLst>
          </p:cNvPr>
          <p:cNvCxnSpPr>
            <a:cxnSpLocks/>
          </p:cNvCxnSpPr>
          <p:nvPr/>
        </p:nvCxnSpPr>
        <p:spPr>
          <a:xfrm>
            <a:off x="4025817" y="4259911"/>
            <a:ext cx="1209585" cy="201384"/>
          </a:xfrm>
          <a:prstGeom prst="line">
            <a:avLst/>
          </a:prstGeom>
          <a:ln w="9525">
            <a:solidFill>
              <a:srgbClr val="0070C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AEA36082-88D8-9585-D634-075953DBF664}"/>
              </a:ext>
            </a:extLst>
          </p:cNvPr>
          <p:cNvCxnSpPr>
            <a:cxnSpLocks/>
          </p:cNvCxnSpPr>
          <p:nvPr/>
        </p:nvCxnSpPr>
        <p:spPr>
          <a:xfrm flipH="1">
            <a:off x="5538749" y="4356894"/>
            <a:ext cx="514350" cy="0"/>
          </a:xfrm>
          <a:prstGeom prst="line">
            <a:avLst/>
          </a:prstGeom>
          <a:ln w="19050">
            <a:prstDash val="dash"/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6" name="TextBox 1055">
            <a:extLst>
              <a:ext uri="{FF2B5EF4-FFF2-40B4-BE49-F238E27FC236}">
                <a16:creationId xmlns:a16="http://schemas.microsoft.com/office/drawing/2014/main" id="{BB255B04-7EC3-8634-E99E-A611F0A161DA}"/>
              </a:ext>
            </a:extLst>
          </p:cNvPr>
          <p:cNvSpPr txBox="1"/>
          <p:nvPr/>
        </p:nvSpPr>
        <p:spPr>
          <a:xfrm>
            <a:off x="4951820" y="3996470"/>
            <a:ext cx="8350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50" dirty="0"/>
              <a:t>Input = 0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67ADD-47B9-D723-DA65-BA9A8918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6/8/2026</a:t>
            </a:r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8EA5-AE2E-F200-43BC-07E25986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5D0E-D6FD-4847-A4AD-7D56F7F6616B}" type="slidenum">
              <a:rPr lang="en-JP" smtClean="0"/>
              <a:t>37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7726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4547</TotalTime>
  <Words>3697</Words>
  <Application>Microsoft Office PowerPoint</Application>
  <PresentationFormat>Widescreen</PresentationFormat>
  <Paragraphs>923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Calibri</vt:lpstr>
      <vt:lpstr>Arial</vt:lpstr>
      <vt:lpstr>Cambria Math</vt:lpstr>
      <vt:lpstr>Courier New</vt:lpstr>
      <vt:lpstr>Office Theme</vt:lpstr>
      <vt:lpstr>A Resilient On-Chip STDP Learning Under Memory Voltage Scaling</vt:lpstr>
      <vt:lpstr>Content</vt:lpstr>
      <vt:lpstr>Content</vt:lpstr>
      <vt:lpstr>Introduction</vt:lpstr>
      <vt:lpstr>Off-Chip and On-Chip Learning</vt:lpstr>
      <vt:lpstr>Spiking Neural Networks</vt:lpstr>
      <vt:lpstr>Leaky Integrate and Fire (LIF) Neuron</vt:lpstr>
      <vt:lpstr>On-Chip STDP Learning</vt:lpstr>
      <vt:lpstr>Overall Architecture</vt:lpstr>
      <vt:lpstr>Undervolting DRAM</vt:lpstr>
      <vt:lpstr>Memory Fault Behaviours Under Undervolting</vt:lpstr>
      <vt:lpstr>Impact of SA0 vs SA1 Faults</vt:lpstr>
      <vt:lpstr>Related Work</vt:lpstr>
      <vt:lpstr>Problem Statement and Contributions</vt:lpstr>
      <vt:lpstr>Content</vt:lpstr>
      <vt:lpstr>STDP-DIP: Diagnostic Isolation Pruning</vt:lpstr>
      <vt:lpstr>STDP-DIP: Proposal Overview</vt:lpstr>
      <vt:lpstr>STDP-DIP: Detection</vt:lpstr>
      <vt:lpstr>STDP-DIP: Algorithm (1)</vt:lpstr>
      <vt:lpstr>STDP-DIP: Algorithm (2)</vt:lpstr>
      <vt:lpstr>STDP-DIP: Algorithm (3)</vt:lpstr>
      <vt:lpstr>Spike Behaviour Restoration</vt:lpstr>
      <vt:lpstr>Content</vt:lpstr>
      <vt:lpstr>Simulation Setup</vt:lpstr>
      <vt:lpstr>Fault Insertion</vt:lpstr>
      <vt:lpstr>Results: 400 Neurons</vt:lpstr>
      <vt:lpstr>Results: 1000 Neurons</vt:lpstr>
      <vt:lpstr>Results: All cases</vt:lpstr>
      <vt:lpstr>Results: Training With Fault Correction</vt:lpstr>
      <vt:lpstr>Results: Energy Saved</vt:lpstr>
      <vt:lpstr>Content</vt:lpstr>
      <vt:lpstr>Conclusion</vt:lpstr>
      <vt:lpstr>References</vt:lpstr>
      <vt:lpstr>References</vt:lpstr>
      <vt:lpstr>Thank you for your attention!</vt:lpstr>
      <vt:lpstr>Details</vt:lpstr>
      <vt:lpstr>Rate 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title</dc:title>
  <dc:creator>Khanh N. Dang</dc:creator>
  <cp:lastModifiedBy>Hari Ravi</cp:lastModifiedBy>
  <cp:revision>596</cp:revision>
  <dcterms:created xsi:type="dcterms:W3CDTF">2024-05-08T11:16:09Z</dcterms:created>
  <dcterms:modified xsi:type="dcterms:W3CDTF">2026-08-13T08:38:04Z</dcterms:modified>
</cp:coreProperties>
</file>