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heme/theme2.xml" ContentType="application/vnd.openxmlformats-officedocument.theme+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notesSlides/notesSlide1.xml" ContentType="application/vnd.openxmlformats-officedocument.presentationml.notesSlide+xml"/>
  <Override PartName="/ppt/tags/tag66.xml" ContentType="application/vnd.openxmlformats-officedocument.presentationml.tags+xml"/>
  <Override PartName="/ppt/notesSlides/notesSlide2.xml" ContentType="application/vnd.openxmlformats-officedocument.presentationml.notesSlide+xml"/>
  <Override PartName="/ppt/tags/tag67.xml" ContentType="application/vnd.openxmlformats-officedocument.presentationml.tags+xml"/>
  <Override PartName="/ppt/notesSlides/notesSlide3.xml" ContentType="application/vnd.openxmlformats-officedocument.presentationml.notesSlide+xml"/>
  <Override PartName="/ppt/tags/tag68.xml" ContentType="application/vnd.openxmlformats-officedocument.presentationml.tags+xml"/>
  <Override PartName="/ppt/notesSlides/notesSlide4.xml" ContentType="application/vnd.openxmlformats-officedocument.presentationml.notesSlide+xml"/>
  <Override PartName="/ppt/tags/tag69.xml" ContentType="application/vnd.openxmlformats-officedocument.presentationml.tags+xml"/>
  <Override PartName="/ppt/notesSlides/notesSlide5.xml" ContentType="application/vnd.openxmlformats-officedocument.presentationml.notesSlide+xml"/>
  <Override PartName="/ppt/tags/tag70.xml" ContentType="application/vnd.openxmlformats-officedocument.presentationml.tags+xml"/>
  <Override PartName="/ppt/notesSlides/notesSlide6.xml" ContentType="application/vnd.openxmlformats-officedocument.presentationml.notesSlide+xml"/>
  <Override PartName="/ppt/tags/tag71.xml" ContentType="application/vnd.openxmlformats-officedocument.presentationml.tags+xml"/>
  <Override PartName="/ppt/notesSlides/notesSlide7.xml" ContentType="application/vnd.openxmlformats-officedocument.presentationml.notesSlide+xml"/>
  <Override PartName="/ppt/tags/tag72.xml" ContentType="application/vnd.openxmlformats-officedocument.presentationml.tags+xml"/>
  <Override PartName="/ppt/notesSlides/notesSlide8.xml" ContentType="application/vnd.openxmlformats-officedocument.presentationml.notesSlide+xml"/>
  <Override PartName="/ppt/tags/tag73.xml" ContentType="application/vnd.openxmlformats-officedocument.presentationml.tags+xml"/>
  <Override PartName="/ppt/notesSlides/notesSlide9.xml" ContentType="application/vnd.openxmlformats-officedocument.presentationml.notesSlide+xml"/>
  <Override PartName="/ppt/tags/tag74.xml" ContentType="application/vnd.openxmlformats-officedocument.presentationml.tags+xml"/>
  <Override PartName="/ppt/notesSlides/notesSlide10.xml" ContentType="application/vnd.openxmlformats-officedocument.presentationml.notesSlide+xml"/>
  <Override PartName="/ppt/tags/tag75.xml" ContentType="application/vnd.openxmlformats-officedocument.presentationml.tags+xml"/>
  <Override PartName="/ppt/notesSlides/notesSlide11.xml" ContentType="application/vnd.openxmlformats-officedocument.presentationml.notesSlide+xml"/>
  <Override PartName="/ppt/tags/tag76.xml" ContentType="application/vnd.openxmlformats-officedocument.presentationml.tags+xml"/>
  <Override PartName="/ppt/notesSlides/notesSlide12.xml" ContentType="application/vnd.openxmlformats-officedocument.presentationml.notesSlide+xml"/>
  <Override PartName="/ppt/tags/tag77.xml" ContentType="application/vnd.openxmlformats-officedocument.presentationml.tags+xml"/>
  <Override PartName="/ppt/notesSlides/notesSlide13.xml" ContentType="application/vnd.openxmlformats-officedocument.presentationml.notesSlide+xml"/>
  <Override PartName="/ppt/tags/tag78.xml" ContentType="application/vnd.openxmlformats-officedocument.presentationml.tags+xml"/>
  <Override PartName="/ppt/notesSlides/notesSlide14.xml" ContentType="application/vnd.openxmlformats-officedocument.presentationml.notesSlide+xml"/>
  <Override PartName="/ppt/tags/tag79.xml" ContentType="application/vnd.openxmlformats-officedocument.presentationml.tags+xml"/>
  <Override PartName="/ppt/notesSlides/notesSlide15.xml" ContentType="application/vnd.openxmlformats-officedocument.presentationml.notesSlide+xml"/>
  <Override PartName="/ppt/tags/tag80.xml" ContentType="application/vnd.openxmlformats-officedocument.presentationml.tags+xml"/>
  <Override PartName="/ppt/notesSlides/notesSlide16.xml" ContentType="application/vnd.openxmlformats-officedocument.presentationml.notesSlide+xml"/>
  <Override PartName="/ppt/tags/tag81.xml" ContentType="application/vnd.openxmlformats-officedocument.presentationml.tags+xml"/>
  <Override PartName="/ppt/notesSlides/notesSlide17.xml" ContentType="application/vnd.openxmlformats-officedocument.presentationml.notesSlide+xml"/>
  <Override PartName="/ppt/tags/tag82.xml" ContentType="application/vnd.openxmlformats-officedocument.presentationml.tags+xml"/>
  <Override PartName="/ppt/notesSlides/notesSlide18.xml" ContentType="application/vnd.openxmlformats-officedocument.presentationml.notesSlide+xml"/>
  <Override PartName="/ppt/tags/tag83.xml" ContentType="application/vnd.openxmlformats-officedocument.presentationml.tags+xml"/>
  <Override PartName="/ppt/notesSlides/notesSlide19.xml" ContentType="application/vnd.openxmlformats-officedocument.presentationml.notesSlide+xml"/>
  <Override PartName="/ppt/tags/tag84.xml" ContentType="application/vnd.openxmlformats-officedocument.presentationml.tags+xml"/>
  <Override PartName="/ppt/notesSlides/notesSlide20.xml" ContentType="application/vnd.openxmlformats-officedocument.presentationml.notesSlide+xml"/>
  <Override PartName="/ppt/tags/tag85.xml" ContentType="application/vnd.openxmlformats-officedocument.presentationml.tags+xml"/>
  <Override PartName="/ppt/notesSlides/notesSlide21.xml" ContentType="application/vnd.openxmlformats-officedocument.presentationml.notesSlide+xml"/>
  <Override PartName="/ppt/tags/tag86.xml" ContentType="application/vnd.openxmlformats-officedocument.presentationml.tags+xml"/>
  <Override PartName="/ppt/notesSlides/notesSlide22.xml" ContentType="application/vnd.openxmlformats-officedocument.presentationml.notesSlide+xml"/>
  <Override PartName="/ppt/tags/tag87.xml" ContentType="application/vnd.openxmlformats-officedocument.presentationml.tags+xml"/>
  <Override PartName="/ppt/notesSlides/notesSlide23.xml" ContentType="application/vnd.openxmlformats-officedocument.presentationml.notesSlide+xml"/>
  <Override PartName="/ppt/tags/tag88.xml" ContentType="application/vnd.openxmlformats-officedocument.presentationml.tags+xml"/>
  <Override PartName="/ppt/notesSlides/notesSlide24.xml" ContentType="application/vnd.openxmlformats-officedocument.presentationml.notesSlide+xml"/>
  <Override PartName="/ppt/tags/tag89.xml" ContentType="application/vnd.openxmlformats-officedocument.presentationml.tags+xml"/>
  <Override PartName="/ppt/notesSlides/notesSlide25.xml" ContentType="application/vnd.openxmlformats-officedocument.presentationml.notesSlide+xml"/>
  <Override PartName="/ppt/tags/tag90.xml" ContentType="application/vnd.openxmlformats-officedocument.presentationml.tags+xml"/>
  <Override PartName="/ppt/notesSlides/notesSlide26.xml" ContentType="application/vnd.openxmlformats-officedocument.presentationml.notesSlide+xml"/>
  <Override PartName="/ppt/tags/tag91.xml" ContentType="application/vnd.openxmlformats-officedocument.presentationml.tags+xml"/>
  <Override PartName="/ppt/notesSlides/notesSlide27.xml" ContentType="application/vnd.openxmlformats-officedocument.presentationml.notesSlide+xml"/>
  <Override PartName="/ppt/tags/tag92.xml" ContentType="application/vnd.openxmlformats-officedocument.presentationml.tags+xml"/>
  <Override PartName="/ppt/notesSlides/notesSlide28.xml" ContentType="application/vnd.openxmlformats-officedocument.presentationml.notesSlide+xml"/>
  <Override PartName="/ppt/tags/tag93.xml" ContentType="application/vnd.openxmlformats-officedocument.presentationml.tags+xml"/>
  <Override PartName="/ppt/notesSlides/notesSlide29.xml" ContentType="application/vnd.openxmlformats-officedocument.presentationml.notesSlide+xml"/>
  <Override PartName="/ppt/tags/tag94.xml" ContentType="application/vnd.openxmlformats-officedocument.presentationml.tags+xml"/>
  <Override PartName="/ppt/notesSlides/notesSlide30.xml" ContentType="application/vnd.openxmlformats-officedocument.presentationml.notesSlide+xml"/>
  <Override PartName="/ppt/tags/tag95.xml" ContentType="application/vnd.openxmlformats-officedocument.presentationml.tags+xml"/>
  <Override PartName="/ppt/notesSlides/notesSlide31.xml" ContentType="application/vnd.openxmlformats-officedocument.presentationml.notesSlide+xml"/>
  <Override PartName="/ppt/tags/tag96.xml" ContentType="application/vnd.openxmlformats-officedocument.presentationml.tags+xml"/>
  <Override PartName="/ppt/notesSlides/notesSlide32.xml" ContentType="application/vnd.openxmlformats-officedocument.presentationml.notesSlide+xml"/>
  <Override PartName="/ppt/tags/tag97.xml" ContentType="application/vnd.openxmlformats-officedocument.presentationml.tags+xml"/>
  <Override PartName="/ppt/notesSlides/notesSlide33.xml" ContentType="application/vnd.openxmlformats-officedocument.presentationml.notesSlide+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1"/>
  </p:sldMasterIdLst>
  <p:notesMasterIdLst>
    <p:notesMasterId r:id="rId38"/>
  </p:notesMasterIdLst>
  <p:sldIdLst>
    <p:sldId id="256" r:id="rId2"/>
    <p:sldId id="257" r:id="rId3"/>
    <p:sldId id="260" r:id="rId4"/>
    <p:sldId id="287" r:id="rId5"/>
    <p:sldId id="300" r:id="rId6"/>
    <p:sldId id="311" r:id="rId7"/>
    <p:sldId id="302" r:id="rId8"/>
    <p:sldId id="265" r:id="rId9"/>
    <p:sldId id="303" r:id="rId10"/>
    <p:sldId id="267" r:id="rId11"/>
    <p:sldId id="306" r:id="rId12"/>
    <p:sldId id="316" r:id="rId13"/>
    <p:sldId id="274" r:id="rId14"/>
    <p:sldId id="271" r:id="rId15"/>
    <p:sldId id="273" r:id="rId16"/>
    <p:sldId id="317" r:id="rId17"/>
    <p:sldId id="319" r:id="rId18"/>
    <p:sldId id="276" r:id="rId19"/>
    <p:sldId id="286" r:id="rId20"/>
    <p:sldId id="318" r:id="rId21"/>
    <p:sldId id="277" r:id="rId22"/>
    <p:sldId id="278" r:id="rId23"/>
    <p:sldId id="280" r:id="rId24"/>
    <p:sldId id="283" r:id="rId25"/>
    <p:sldId id="284" r:id="rId26"/>
    <p:sldId id="285" r:id="rId27"/>
    <p:sldId id="292" r:id="rId28"/>
    <p:sldId id="289" r:id="rId29"/>
    <p:sldId id="293" r:id="rId30"/>
    <p:sldId id="294" r:id="rId31"/>
    <p:sldId id="295" r:id="rId32"/>
    <p:sldId id="297" r:id="rId33"/>
    <p:sldId id="299" r:id="rId34"/>
    <p:sldId id="308" r:id="rId35"/>
    <p:sldId id="309" r:id="rId36"/>
    <p:sldId id="298" r:id="rId37"/>
  </p:sldIdLst>
  <p:sldSz cx="12192000" cy="6858000"/>
  <p:notesSz cx="6858000" cy="9144000"/>
  <p:embeddedFontLst>
    <p:embeddedFont>
      <p:font typeface="微软雅黑" panose="020B0503020204020204" pitchFamily="34" charset="-122"/>
      <p:regular r:id="rId39"/>
      <p:bold r:id="rId40"/>
    </p:embeddedFont>
    <p:embeddedFont>
      <p:font typeface="Cambria Math" panose="02040503050406030204" pitchFamily="18" charset="0"/>
      <p:regular r:id="rId41"/>
    </p:embeddedFont>
    <p:embeddedFont>
      <p:font typeface="游ゴシック" panose="020B0400000000000000" pitchFamily="50" charset="-128"/>
      <p:regular r:id="rId42"/>
      <p:bold r:id="rId43"/>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95" userDrawn="1">
          <p15:clr>
            <a:srgbClr val="A4A3A4"/>
          </p15:clr>
        </p15:guide>
        <p15:guide id="2" pos="3841"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793" autoAdjust="0"/>
    <p:restoredTop sz="69241" autoAdjust="0"/>
  </p:normalViewPr>
  <p:slideViewPr>
    <p:cSldViewPr snapToGrid="0" showGuides="1">
      <p:cViewPr>
        <p:scale>
          <a:sx n="66" d="100"/>
          <a:sy n="66" d="100"/>
        </p:scale>
        <p:origin x="1382" y="0"/>
      </p:cViewPr>
      <p:guideLst>
        <p:guide orient="horz" pos="2195"/>
        <p:guide pos="3841"/>
      </p:guideLst>
    </p:cSldViewPr>
  </p:slideViewPr>
  <p:notesTextViewPr>
    <p:cViewPr>
      <p:scale>
        <a:sx n="150" d="100"/>
        <a:sy n="150" d="100"/>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4.fntdata"/><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2.fntdata"/><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5.fntdata"/><Relationship Id="rId48"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font" Target="fonts/font3.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uga Hanyu" userId="f18bd86c1b9e4fc5" providerId="LiveId" clId="{EF126E1F-4B67-4B61-9FFE-DDDD2DBBF2F5}"/>
    <pc:docChg chg="undo custSel addSld delSld modSld">
      <pc:chgData name="Yuga Hanyu" userId="f18bd86c1b9e4fc5" providerId="LiveId" clId="{EF126E1F-4B67-4B61-9FFE-DDDD2DBBF2F5}" dt="2026-05-23T22:30:40.403" v="1993" actId="20577"/>
      <pc:docMkLst>
        <pc:docMk/>
      </pc:docMkLst>
      <pc:sldChg chg="modNotesTx">
        <pc:chgData name="Yuga Hanyu" userId="f18bd86c1b9e4fc5" providerId="LiveId" clId="{EF126E1F-4B67-4B61-9FFE-DDDD2DBBF2F5}" dt="2026-05-23T21:59:15.169" v="431" actId="20577"/>
        <pc:sldMkLst>
          <pc:docMk/>
          <pc:sldMk cId="2324776457" sldId="271"/>
        </pc:sldMkLst>
      </pc:sldChg>
      <pc:sldChg chg="modNotesTx">
        <pc:chgData name="Yuga Hanyu" userId="f18bd86c1b9e4fc5" providerId="LiveId" clId="{EF126E1F-4B67-4B61-9FFE-DDDD2DBBF2F5}" dt="2026-05-23T22:04:17.121" v="706" actId="20577"/>
        <pc:sldMkLst>
          <pc:docMk/>
          <pc:sldMk cId="1947195595" sldId="276"/>
        </pc:sldMkLst>
      </pc:sldChg>
      <pc:sldChg chg="modNotesTx">
        <pc:chgData name="Yuga Hanyu" userId="f18bd86c1b9e4fc5" providerId="LiveId" clId="{EF126E1F-4B67-4B61-9FFE-DDDD2DBBF2F5}" dt="2026-05-23T22:06:29.013" v="826" actId="20577"/>
        <pc:sldMkLst>
          <pc:docMk/>
          <pc:sldMk cId="1455485609" sldId="277"/>
        </pc:sldMkLst>
      </pc:sldChg>
      <pc:sldChg chg="addSp delSp modSp mod">
        <pc:chgData name="Yuga Hanyu" userId="f18bd86c1b9e4fc5" providerId="LiveId" clId="{EF126E1F-4B67-4B61-9FFE-DDDD2DBBF2F5}" dt="2026-05-23T22:10:10.712" v="890" actId="1076"/>
        <pc:sldMkLst>
          <pc:docMk/>
          <pc:sldMk cId="3261894581" sldId="278"/>
        </pc:sldMkLst>
        <pc:spChg chg="add del mod">
          <ac:chgData name="Yuga Hanyu" userId="f18bd86c1b9e4fc5" providerId="LiveId" clId="{EF126E1F-4B67-4B61-9FFE-DDDD2DBBF2F5}" dt="2026-05-23T22:09:35.607" v="862" actId="478"/>
          <ac:spMkLst>
            <pc:docMk/>
            <pc:sldMk cId="3261894581" sldId="278"/>
            <ac:spMk id="17" creationId="{24DF272A-C4F4-CCDF-C482-EFD824C59B37}"/>
          </ac:spMkLst>
        </pc:spChg>
        <pc:spChg chg="add mod">
          <ac:chgData name="Yuga Hanyu" userId="f18bd86c1b9e4fc5" providerId="LiveId" clId="{EF126E1F-4B67-4B61-9FFE-DDDD2DBBF2F5}" dt="2026-05-23T22:10:10.712" v="890" actId="1076"/>
          <ac:spMkLst>
            <pc:docMk/>
            <pc:sldMk cId="3261894581" sldId="278"/>
            <ac:spMk id="27" creationId="{8B476538-433C-D941-2E75-DCE5C251B7B5}"/>
          </ac:spMkLst>
        </pc:spChg>
        <pc:cxnChg chg="add del mod">
          <ac:chgData name="Yuga Hanyu" userId="f18bd86c1b9e4fc5" providerId="LiveId" clId="{EF126E1F-4B67-4B61-9FFE-DDDD2DBBF2F5}" dt="2026-05-23T22:09:35.607" v="862" actId="478"/>
          <ac:cxnSpMkLst>
            <pc:docMk/>
            <pc:sldMk cId="3261894581" sldId="278"/>
            <ac:cxnSpMk id="8" creationId="{BE96107F-5E0A-27E5-5D9C-B4015C4B68AC}"/>
          </ac:cxnSpMkLst>
        </pc:cxnChg>
        <pc:cxnChg chg="add mod">
          <ac:chgData name="Yuga Hanyu" userId="f18bd86c1b9e4fc5" providerId="LiveId" clId="{EF126E1F-4B67-4B61-9FFE-DDDD2DBBF2F5}" dt="2026-05-23T22:09:51.588" v="869" actId="1036"/>
          <ac:cxnSpMkLst>
            <pc:docMk/>
            <pc:sldMk cId="3261894581" sldId="278"/>
            <ac:cxnSpMk id="21" creationId="{89FC591A-D89E-768A-7944-FC69A011ED8B}"/>
          </ac:cxnSpMkLst>
        </pc:cxnChg>
      </pc:sldChg>
      <pc:sldChg chg="modSp mod">
        <pc:chgData name="Yuga Hanyu" userId="f18bd86c1b9e4fc5" providerId="LiveId" clId="{EF126E1F-4B67-4B61-9FFE-DDDD2DBBF2F5}" dt="2026-05-23T22:11:04.973" v="899" actId="20577"/>
        <pc:sldMkLst>
          <pc:docMk/>
          <pc:sldMk cId="2147273866" sldId="284"/>
        </pc:sldMkLst>
        <pc:spChg chg="mod">
          <ac:chgData name="Yuga Hanyu" userId="f18bd86c1b9e4fc5" providerId="LiveId" clId="{EF126E1F-4B67-4B61-9FFE-DDDD2DBBF2F5}" dt="2026-05-23T22:11:04.973" v="899" actId="20577"/>
          <ac:spMkLst>
            <pc:docMk/>
            <pc:sldMk cId="2147273866" sldId="284"/>
            <ac:spMk id="4" creationId="{AD9B2071-F731-DFB9-49E0-99B3EE936F98}"/>
          </ac:spMkLst>
        </pc:spChg>
      </pc:sldChg>
      <pc:sldChg chg="modNotesTx">
        <pc:chgData name="Yuga Hanyu" userId="f18bd86c1b9e4fc5" providerId="LiveId" clId="{EF126E1F-4B67-4B61-9FFE-DDDD2DBBF2F5}" dt="2026-05-23T22:12:40.597" v="1006" actId="20577"/>
        <pc:sldMkLst>
          <pc:docMk/>
          <pc:sldMk cId="3014847120" sldId="285"/>
        </pc:sldMkLst>
      </pc:sldChg>
      <pc:sldChg chg="modSp mod modNotesTx">
        <pc:chgData name="Yuga Hanyu" userId="f18bd86c1b9e4fc5" providerId="LiveId" clId="{EF126E1F-4B67-4B61-9FFE-DDDD2DBBF2F5}" dt="2026-05-23T22:16:21.479" v="1046" actId="27636"/>
        <pc:sldMkLst>
          <pc:docMk/>
          <pc:sldMk cId="4241351915" sldId="297"/>
        </pc:sldMkLst>
        <pc:spChg chg="mod">
          <ac:chgData name="Yuga Hanyu" userId="f18bd86c1b9e4fc5" providerId="LiveId" clId="{EF126E1F-4B67-4B61-9FFE-DDDD2DBBF2F5}" dt="2026-05-23T22:16:21.479" v="1046" actId="27636"/>
          <ac:spMkLst>
            <pc:docMk/>
            <pc:sldMk cId="4241351915" sldId="297"/>
            <ac:spMk id="4" creationId="{15AE03E4-F3F8-1818-DDD9-18712056A02A}"/>
          </ac:spMkLst>
        </pc:spChg>
      </pc:sldChg>
      <pc:sldChg chg="addSp delSp modSp mod">
        <pc:chgData name="Yuga Hanyu" userId="f18bd86c1b9e4fc5" providerId="LiveId" clId="{EF126E1F-4B67-4B61-9FFE-DDDD2DBBF2F5}" dt="2026-05-23T21:47:15.714" v="181" actId="14100"/>
        <pc:sldMkLst>
          <pc:docMk/>
          <pc:sldMk cId="2814493835" sldId="306"/>
        </pc:sldMkLst>
        <pc:spChg chg="mod">
          <ac:chgData name="Yuga Hanyu" userId="f18bd86c1b9e4fc5" providerId="LiveId" clId="{EF126E1F-4B67-4B61-9FFE-DDDD2DBBF2F5}" dt="2026-05-23T21:36:42.943" v="19" actId="1035"/>
          <ac:spMkLst>
            <pc:docMk/>
            <pc:sldMk cId="2814493835" sldId="306"/>
            <ac:spMk id="19" creationId="{0F284111-A152-8A7F-4B00-A59085F26711}"/>
          </ac:spMkLst>
        </pc:spChg>
        <pc:spChg chg="mod">
          <ac:chgData name="Yuga Hanyu" userId="f18bd86c1b9e4fc5" providerId="LiveId" clId="{EF126E1F-4B67-4B61-9FFE-DDDD2DBBF2F5}" dt="2026-05-23T21:37:54.262" v="60" actId="20577"/>
          <ac:spMkLst>
            <pc:docMk/>
            <pc:sldMk cId="2814493835" sldId="306"/>
            <ac:spMk id="21" creationId="{68AFC155-EF62-4DAA-C01C-0BFB5354889E}"/>
          </ac:spMkLst>
        </pc:spChg>
        <pc:spChg chg="del mod topLvl">
          <ac:chgData name="Yuga Hanyu" userId="f18bd86c1b9e4fc5" providerId="LiveId" clId="{EF126E1F-4B67-4B61-9FFE-DDDD2DBBF2F5}" dt="2026-05-23T21:41:29.247" v="96" actId="478"/>
          <ac:spMkLst>
            <pc:docMk/>
            <pc:sldMk cId="2814493835" sldId="306"/>
            <ac:spMk id="35" creationId="{71CACAF3-60E6-2F40-9210-EF3C99FF1CBD}"/>
          </ac:spMkLst>
        </pc:spChg>
        <pc:spChg chg="mod topLvl">
          <ac:chgData name="Yuga Hanyu" userId="f18bd86c1b9e4fc5" providerId="LiveId" clId="{EF126E1F-4B67-4B61-9FFE-DDDD2DBBF2F5}" dt="2026-05-23T21:43:04.494" v="125" actId="1037"/>
          <ac:spMkLst>
            <pc:docMk/>
            <pc:sldMk cId="2814493835" sldId="306"/>
            <ac:spMk id="39" creationId="{65B46F43-3EE1-6945-4606-477863448587}"/>
          </ac:spMkLst>
        </pc:spChg>
        <pc:spChg chg="add mod">
          <ac:chgData name="Yuga Hanyu" userId="f18bd86c1b9e4fc5" providerId="LiveId" clId="{EF126E1F-4B67-4B61-9FFE-DDDD2DBBF2F5}" dt="2026-05-23T21:43:31.213" v="127" actId="1038"/>
          <ac:spMkLst>
            <pc:docMk/>
            <pc:sldMk cId="2814493835" sldId="306"/>
            <ac:spMk id="41" creationId="{92CA85A6-3582-F79A-F4D0-EE8139E8E158}"/>
          </ac:spMkLst>
        </pc:spChg>
        <pc:spChg chg="add mod">
          <ac:chgData name="Yuga Hanyu" userId="f18bd86c1b9e4fc5" providerId="LiveId" clId="{EF126E1F-4B67-4B61-9FFE-DDDD2DBBF2F5}" dt="2026-05-23T21:43:04.494" v="125" actId="1037"/>
          <ac:spMkLst>
            <pc:docMk/>
            <pc:sldMk cId="2814493835" sldId="306"/>
            <ac:spMk id="42" creationId="{7365E4EF-8FAA-94DC-6C1B-D8DED031C942}"/>
          </ac:spMkLst>
        </pc:spChg>
        <pc:spChg chg="add mod">
          <ac:chgData name="Yuga Hanyu" userId="f18bd86c1b9e4fc5" providerId="LiveId" clId="{EF126E1F-4B67-4B61-9FFE-DDDD2DBBF2F5}" dt="2026-05-23T21:43:04.494" v="125" actId="1037"/>
          <ac:spMkLst>
            <pc:docMk/>
            <pc:sldMk cId="2814493835" sldId="306"/>
            <ac:spMk id="43" creationId="{6FA15657-45FB-8680-2E71-2A2FF9A55639}"/>
          </ac:spMkLst>
        </pc:spChg>
        <pc:spChg chg="mod">
          <ac:chgData name="Yuga Hanyu" userId="f18bd86c1b9e4fc5" providerId="LiveId" clId="{EF126E1F-4B67-4B61-9FFE-DDDD2DBBF2F5}" dt="2026-05-23T21:37:22.930" v="28" actId="1038"/>
          <ac:spMkLst>
            <pc:docMk/>
            <pc:sldMk cId="2814493835" sldId="306"/>
            <ac:spMk id="51" creationId="{2B131257-FE02-6F4E-1A76-7D96E84CBED8}"/>
          </ac:spMkLst>
        </pc:spChg>
        <pc:spChg chg="mod">
          <ac:chgData name="Yuga Hanyu" userId="f18bd86c1b9e4fc5" providerId="LiveId" clId="{EF126E1F-4B67-4B61-9FFE-DDDD2DBBF2F5}" dt="2026-05-23T21:37:45.707" v="49" actId="1035"/>
          <ac:spMkLst>
            <pc:docMk/>
            <pc:sldMk cId="2814493835" sldId="306"/>
            <ac:spMk id="52" creationId="{DA94DA61-1A63-E0B7-13FB-BE8FC39C121E}"/>
          </ac:spMkLst>
        </pc:spChg>
        <pc:spChg chg="mod">
          <ac:chgData name="Yuga Hanyu" userId="f18bd86c1b9e4fc5" providerId="LiveId" clId="{EF126E1F-4B67-4B61-9FFE-DDDD2DBBF2F5}" dt="2026-05-23T21:41:10.398" v="93" actId="1035"/>
          <ac:spMkLst>
            <pc:docMk/>
            <pc:sldMk cId="2814493835" sldId="306"/>
            <ac:spMk id="53" creationId="{742E4C90-9979-C74B-EC32-EFBEEC7D4060}"/>
          </ac:spMkLst>
        </pc:spChg>
        <pc:spChg chg="mod">
          <ac:chgData name="Yuga Hanyu" userId="f18bd86c1b9e4fc5" providerId="LiveId" clId="{EF126E1F-4B67-4B61-9FFE-DDDD2DBBF2F5}" dt="2026-05-23T21:41:10.398" v="93" actId="1035"/>
          <ac:spMkLst>
            <pc:docMk/>
            <pc:sldMk cId="2814493835" sldId="306"/>
            <ac:spMk id="55" creationId="{A75C53DD-4D1D-9B76-A05A-A5A40154DC8E}"/>
          </ac:spMkLst>
        </pc:spChg>
        <pc:spChg chg="mod">
          <ac:chgData name="Yuga Hanyu" userId="f18bd86c1b9e4fc5" providerId="LiveId" clId="{EF126E1F-4B67-4B61-9FFE-DDDD2DBBF2F5}" dt="2026-05-23T21:41:10.398" v="93" actId="1035"/>
          <ac:spMkLst>
            <pc:docMk/>
            <pc:sldMk cId="2814493835" sldId="306"/>
            <ac:spMk id="56" creationId="{7AA77750-F023-348E-9BCB-05D652165784}"/>
          </ac:spMkLst>
        </pc:spChg>
        <pc:spChg chg="mod">
          <ac:chgData name="Yuga Hanyu" userId="f18bd86c1b9e4fc5" providerId="LiveId" clId="{EF126E1F-4B67-4B61-9FFE-DDDD2DBBF2F5}" dt="2026-05-23T21:41:10.398" v="93" actId="1035"/>
          <ac:spMkLst>
            <pc:docMk/>
            <pc:sldMk cId="2814493835" sldId="306"/>
            <ac:spMk id="59" creationId="{AD35F263-CF35-0E8F-97C3-1CCF2F185139}"/>
          </ac:spMkLst>
        </pc:spChg>
        <pc:spChg chg="mod">
          <ac:chgData name="Yuga Hanyu" userId="f18bd86c1b9e4fc5" providerId="LiveId" clId="{EF126E1F-4B67-4B61-9FFE-DDDD2DBBF2F5}" dt="2026-05-23T21:41:10.398" v="93" actId="1035"/>
          <ac:spMkLst>
            <pc:docMk/>
            <pc:sldMk cId="2814493835" sldId="306"/>
            <ac:spMk id="62" creationId="{19EE7E0F-40A5-69BB-E20A-0C4A3AF40A9B}"/>
          </ac:spMkLst>
        </pc:spChg>
        <pc:spChg chg="mod">
          <ac:chgData name="Yuga Hanyu" userId="f18bd86c1b9e4fc5" providerId="LiveId" clId="{EF126E1F-4B67-4B61-9FFE-DDDD2DBBF2F5}" dt="2026-05-23T21:41:10.398" v="93" actId="1035"/>
          <ac:spMkLst>
            <pc:docMk/>
            <pc:sldMk cId="2814493835" sldId="306"/>
            <ac:spMk id="63" creationId="{093B0779-8DE6-7B38-5ABC-2C1052202A88}"/>
          </ac:spMkLst>
        </pc:spChg>
        <pc:spChg chg="mod">
          <ac:chgData name="Yuga Hanyu" userId="f18bd86c1b9e4fc5" providerId="LiveId" clId="{EF126E1F-4B67-4B61-9FFE-DDDD2DBBF2F5}" dt="2026-05-23T21:41:10.398" v="93" actId="1035"/>
          <ac:spMkLst>
            <pc:docMk/>
            <pc:sldMk cId="2814493835" sldId="306"/>
            <ac:spMk id="66" creationId="{0CBF281F-1FAE-FD7B-C3E9-D3911ABFC069}"/>
          </ac:spMkLst>
        </pc:spChg>
        <pc:spChg chg="mod">
          <ac:chgData name="Yuga Hanyu" userId="f18bd86c1b9e4fc5" providerId="LiveId" clId="{EF126E1F-4B67-4B61-9FFE-DDDD2DBBF2F5}" dt="2026-05-23T21:41:10.398" v="93" actId="1035"/>
          <ac:spMkLst>
            <pc:docMk/>
            <pc:sldMk cId="2814493835" sldId="306"/>
            <ac:spMk id="67" creationId="{B568108B-3584-7644-884F-5E8F774C0D92}"/>
          </ac:spMkLst>
        </pc:spChg>
        <pc:spChg chg="add mod">
          <ac:chgData name="Yuga Hanyu" userId="f18bd86c1b9e4fc5" providerId="LiveId" clId="{EF126E1F-4B67-4B61-9FFE-DDDD2DBBF2F5}" dt="2026-05-23T21:44:36.888" v="140" actId="14100"/>
          <ac:spMkLst>
            <pc:docMk/>
            <pc:sldMk cId="2814493835" sldId="306"/>
            <ac:spMk id="72" creationId="{87286531-3C7F-443B-0CED-B441C3F1DCA2}"/>
          </ac:spMkLst>
        </pc:spChg>
        <pc:spChg chg="add mod">
          <ac:chgData name="Yuga Hanyu" userId="f18bd86c1b9e4fc5" providerId="LiveId" clId="{EF126E1F-4B67-4B61-9FFE-DDDD2DBBF2F5}" dt="2026-05-23T21:45:22.780" v="169" actId="1036"/>
          <ac:spMkLst>
            <pc:docMk/>
            <pc:sldMk cId="2814493835" sldId="306"/>
            <ac:spMk id="76" creationId="{D7DBAA78-D86B-BCBB-994C-87C54D69B49A}"/>
          </ac:spMkLst>
        </pc:spChg>
        <pc:spChg chg="add mod">
          <ac:chgData name="Yuga Hanyu" userId="f18bd86c1b9e4fc5" providerId="LiveId" clId="{EF126E1F-4B67-4B61-9FFE-DDDD2DBBF2F5}" dt="2026-05-23T21:45:22.780" v="169" actId="1036"/>
          <ac:spMkLst>
            <pc:docMk/>
            <pc:sldMk cId="2814493835" sldId="306"/>
            <ac:spMk id="78" creationId="{712962A1-D98F-5D2E-F85D-76A425F71478}"/>
          </ac:spMkLst>
        </pc:spChg>
        <pc:spChg chg="mod">
          <ac:chgData name="Yuga Hanyu" userId="f18bd86c1b9e4fc5" providerId="LiveId" clId="{EF126E1F-4B67-4B61-9FFE-DDDD2DBBF2F5}" dt="2026-05-23T21:41:10.398" v="93" actId="1035"/>
          <ac:spMkLst>
            <pc:docMk/>
            <pc:sldMk cId="2814493835" sldId="306"/>
            <ac:spMk id="79" creationId="{5C222133-EA83-D1E4-7C55-E218F64B21A2}"/>
          </ac:spMkLst>
        </pc:spChg>
        <pc:spChg chg="add mod">
          <ac:chgData name="Yuga Hanyu" userId="f18bd86c1b9e4fc5" providerId="LiveId" clId="{EF126E1F-4B67-4B61-9FFE-DDDD2DBBF2F5}" dt="2026-05-23T21:46:17.869" v="177" actId="1037"/>
          <ac:spMkLst>
            <pc:docMk/>
            <pc:sldMk cId="2814493835" sldId="306"/>
            <ac:spMk id="81" creationId="{1D125684-5A6B-989A-CD55-9AD9E7A7DE41}"/>
          </ac:spMkLst>
        </pc:spChg>
        <pc:spChg chg="mod">
          <ac:chgData name="Yuga Hanyu" userId="f18bd86c1b9e4fc5" providerId="LiveId" clId="{EF126E1F-4B67-4B61-9FFE-DDDD2DBBF2F5}" dt="2026-05-23T21:41:10.398" v="93" actId="1035"/>
          <ac:spMkLst>
            <pc:docMk/>
            <pc:sldMk cId="2814493835" sldId="306"/>
            <ac:spMk id="88" creationId="{E3B3B05F-A6C8-40D6-0278-4C6C3BDA924E}"/>
          </ac:spMkLst>
        </pc:spChg>
        <pc:grpChg chg="add del mod">
          <ac:chgData name="Yuga Hanyu" userId="f18bd86c1b9e4fc5" providerId="LiveId" clId="{EF126E1F-4B67-4B61-9FFE-DDDD2DBBF2F5}" dt="2026-05-23T21:41:29.247" v="96" actId="478"/>
          <ac:grpSpMkLst>
            <pc:docMk/>
            <pc:sldMk cId="2814493835" sldId="306"/>
            <ac:grpSpMk id="34" creationId="{31A44056-BDA9-DC60-9405-2BB439691718}"/>
          </ac:grpSpMkLst>
        </pc:grpChg>
        <pc:grpChg chg="mod">
          <ac:chgData name="Yuga Hanyu" userId="f18bd86c1b9e4fc5" providerId="LiveId" clId="{EF126E1F-4B67-4B61-9FFE-DDDD2DBBF2F5}" dt="2026-05-23T21:36:42.943" v="19" actId="1035"/>
          <ac:grpSpMkLst>
            <pc:docMk/>
            <pc:sldMk cId="2814493835" sldId="306"/>
            <ac:grpSpMk id="46" creationId="{7B0D6B74-41C9-13FE-65A0-7EC2D690B7DF}"/>
          </ac:grpSpMkLst>
        </pc:grpChg>
        <pc:grpChg chg="mod">
          <ac:chgData name="Yuga Hanyu" userId="f18bd86c1b9e4fc5" providerId="LiveId" clId="{EF126E1F-4B67-4B61-9FFE-DDDD2DBBF2F5}" dt="2026-05-23T21:36:42.943" v="19" actId="1035"/>
          <ac:grpSpMkLst>
            <pc:docMk/>
            <pc:sldMk cId="2814493835" sldId="306"/>
            <ac:grpSpMk id="96" creationId="{6BA99B51-6A65-867F-29C4-6772B3D3C305}"/>
          </ac:grpSpMkLst>
        </pc:grpChg>
        <pc:grpChg chg="mod">
          <ac:chgData name="Yuga Hanyu" userId="f18bd86c1b9e4fc5" providerId="LiveId" clId="{EF126E1F-4B67-4B61-9FFE-DDDD2DBBF2F5}" dt="2026-05-23T21:40:16.017" v="70" actId="1076"/>
          <ac:grpSpMkLst>
            <pc:docMk/>
            <pc:sldMk cId="2814493835" sldId="306"/>
            <ac:grpSpMk id="161" creationId="{1B2668D1-744A-60B1-BB9E-206338753620}"/>
          </ac:grpSpMkLst>
        </pc:grpChg>
        <pc:grpChg chg="mod">
          <ac:chgData name="Yuga Hanyu" userId="f18bd86c1b9e4fc5" providerId="LiveId" clId="{EF126E1F-4B67-4B61-9FFE-DDDD2DBBF2F5}" dt="2026-05-23T21:40:31.452" v="71" actId="1076"/>
          <ac:grpSpMkLst>
            <pc:docMk/>
            <pc:sldMk cId="2814493835" sldId="306"/>
            <ac:grpSpMk id="164" creationId="{187D7340-6BCF-5116-2F9D-5D6D92EE808D}"/>
          </ac:grpSpMkLst>
        </pc:grpChg>
        <pc:cxnChg chg="add mod">
          <ac:chgData name="Yuga Hanyu" userId="f18bd86c1b9e4fc5" providerId="LiveId" clId="{EF126E1F-4B67-4B61-9FFE-DDDD2DBBF2F5}" dt="2026-05-23T21:37:22.930" v="28" actId="1038"/>
          <ac:cxnSpMkLst>
            <pc:docMk/>
            <pc:sldMk cId="2814493835" sldId="306"/>
            <ac:cxnSpMk id="7" creationId="{37B2FFCC-1B5B-01D0-B6CD-898BDE696213}"/>
          </ac:cxnSpMkLst>
        </pc:cxnChg>
        <pc:cxnChg chg="add mod">
          <ac:chgData name="Yuga Hanyu" userId="f18bd86c1b9e4fc5" providerId="LiveId" clId="{EF126E1F-4B67-4B61-9FFE-DDDD2DBBF2F5}" dt="2026-05-23T21:37:08.416" v="25" actId="14100"/>
          <ac:cxnSpMkLst>
            <pc:docMk/>
            <pc:sldMk cId="2814493835" sldId="306"/>
            <ac:cxnSpMk id="12" creationId="{CE7F7E50-AAA9-367C-3ECC-9164877B976F}"/>
          </ac:cxnSpMkLst>
        </pc:cxnChg>
        <pc:cxnChg chg="add mod">
          <ac:chgData name="Yuga Hanyu" userId="f18bd86c1b9e4fc5" providerId="LiveId" clId="{EF126E1F-4B67-4B61-9FFE-DDDD2DBBF2F5}" dt="2026-05-23T21:43:31.213" v="127" actId="1038"/>
          <ac:cxnSpMkLst>
            <pc:docMk/>
            <pc:sldMk cId="2814493835" sldId="306"/>
            <ac:cxnSpMk id="45" creationId="{2C589759-0BFC-8B7F-8F38-E9141EB1D1FC}"/>
          </ac:cxnSpMkLst>
        </pc:cxnChg>
        <pc:cxnChg chg="mod">
          <ac:chgData name="Yuga Hanyu" userId="f18bd86c1b9e4fc5" providerId="LiveId" clId="{EF126E1F-4B67-4B61-9FFE-DDDD2DBBF2F5}" dt="2026-05-23T21:36:42.943" v="19" actId="1035"/>
          <ac:cxnSpMkLst>
            <pc:docMk/>
            <pc:sldMk cId="2814493835" sldId="306"/>
            <ac:cxnSpMk id="57" creationId="{83028796-E983-272C-4420-37546987D02C}"/>
          </ac:cxnSpMkLst>
        </pc:cxnChg>
        <pc:cxnChg chg="mod">
          <ac:chgData name="Yuga Hanyu" userId="f18bd86c1b9e4fc5" providerId="LiveId" clId="{EF126E1F-4B67-4B61-9FFE-DDDD2DBBF2F5}" dt="2026-05-23T21:47:15.714" v="181" actId="14100"/>
          <ac:cxnSpMkLst>
            <pc:docMk/>
            <pc:sldMk cId="2814493835" sldId="306"/>
            <ac:cxnSpMk id="71" creationId="{0788DDF5-E30A-F8A3-EDA8-F0FC759D60BC}"/>
          </ac:cxnSpMkLst>
        </pc:cxnChg>
        <pc:cxnChg chg="mod">
          <ac:chgData name="Yuga Hanyu" userId="f18bd86c1b9e4fc5" providerId="LiveId" clId="{EF126E1F-4B67-4B61-9FFE-DDDD2DBBF2F5}" dt="2026-05-23T21:39:42.166" v="68" actId="1038"/>
          <ac:cxnSpMkLst>
            <pc:docMk/>
            <pc:sldMk cId="2814493835" sldId="306"/>
            <ac:cxnSpMk id="77" creationId="{323EE71B-70C3-1388-1DDF-82AA9E6090E6}"/>
          </ac:cxnSpMkLst>
        </pc:cxnChg>
        <pc:cxnChg chg="add mod">
          <ac:chgData name="Yuga Hanyu" userId="f18bd86c1b9e4fc5" providerId="LiveId" clId="{EF126E1F-4B67-4B61-9FFE-DDDD2DBBF2F5}" dt="2026-05-23T21:46:03.771" v="172" actId="14100"/>
          <ac:cxnSpMkLst>
            <pc:docMk/>
            <pc:sldMk cId="2814493835" sldId="306"/>
            <ac:cxnSpMk id="82" creationId="{442B4C92-E4F0-FD86-6B66-2586C3903717}"/>
          </ac:cxnSpMkLst>
        </pc:cxnChg>
        <pc:cxnChg chg="mod">
          <ac:chgData name="Yuga Hanyu" userId="f18bd86c1b9e4fc5" providerId="LiveId" clId="{EF126E1F-4B67-4B61-9FFE-DDDD2DBBF2F5}" dt="2026-05-23T21:43:53.890" v="130" actId="14100"/>
          <ac:cxnSpMkLst>
            <pc:docMk/>
            <pc:sldMk cId="2814493835" sldId="306"/>
            <ac:cxnSpMk id="144" creationId="{8D61C6A3-F8F1-9CF2-27CA-6F27230AE430}"/>
          </ac:cxnSpMkLst>
        </pc:cxnChg>
        <pc:cxnChg chg="mod">
          <ac:chgData name="Yuga Hanyu" userId="f18bd86c1b9e4fc5" providerId="LiveId" clId="{EF126E1F-4B67-4B61-9FFE-DDDD2DBBF2F5}" dt="2026-05-23T21:46:43.326" v="180" actId="14100"/>
          <ac:cxnSpMkLst>
            <pc:docMk/>
            <pc:sldMk cId="2814493835" sldId="306"/>
            <ac:cxnSpMk id="159" creationId="{4BFEC75C-82EC-47B6-1274-32B3C95D7B96}"/>
          </ac:cxnSpMkLst>
        </pc:cxnChg>
      </pc:sldChg>
      <pc:sldChg chg="del">
        <pc:chgData name="Yuga Hanyu" userId="f18bd86c1b9e4fc5" providerId="LiveId" clId="{EF126E1F-4B67-4B61-9FFE-DDDD2DBBF2F5}" dt="2026-05-23T21:50:15.645" v="186" actId="47"/>
        <pc:sldMkLst>
          <pc:docMk/>
          <pc:sldMk cId="83490705" sldId="313"/>
        </pc:sldMkLst>
      </pc:sldChg>
      <pc:sldChg chg="del">
        <pc:chgData name="Yuga Hanyu" userId="f18bd86c1b9e4fc5" providerId="LiveId" clId="{EF126E1F-4B67-4B61-9FFE-DDDD2DBBF2F5}" dt="2026-05-23T21:50:49.038" v="193" actId="47"/>
        <pc:sldMkLst>
          <pc:docMk/>
          <pc:sldMk cId="2572586637" sldId="314"/>
        </pc:sldMkLst>
      </pc:sldChg>
      <pc:sldChg chg="del">
        <pc:chgData name="Yuga Hanyu" userId="f18bd86c1b9e4fc5" providerId="LiveId" clId="{EF126E1F-4B67-4B61-9FFE-DDDD2DBBF2F5}" dt="2026-05-23T21:51:03.055" v="197" actId="47"/>
        <pc:sldMkLst>
          <pc:docMk/>
          <pc:sldMk cId="2422660696" sldId="315"/>
        </pc:sldMkLst>
      </pc:sldChg>
      <pc:sldChg chg="add del setBg">
        <pc:chgData name="Yuga Hanyu" userId="f18bd86c1b9e4fc5" providerId="LiveId" clId="{EF126E1F-4B67-4B61-9FFE-DDDD2DBBF2F5}" dt="2026-05-23T21:50:04.978" v="183"/>
        <pc:sldMkLst>
          <pc:docMk/>
          <pc:sldMk cId="3673818516" sldId="316"/>
        </pc:sldMkLst>
      </pc:sldChg>
      <pc:sldChg chg="addSp modSp add modNotesTx">
        <pc:chgData name="Yuga Hanyu" userId="f18bd86c1b9e4fc5" providerId="LiveId" clId="{EF126E1F-4B67-4B61-9FFE-DDDD2DBBF2F5}" dt="2026-05-23T21:52:19.984" v="248" actId="20577"/>
        <pc:sldMkLst>
          <pc:docMk/>
          <pc:sldMk cId="3700434469" sldId="316"/>
        </pc:sldMkLst>
        <pc:spChg chg="add mod">
          <ac:chgData name="Yuga Hanyu" userId="f18bd86c1b9e4fc5" providerId="LiveId" clId="{EF126E1F-4B67-4B61-9FFE-DDDD2DBBF2F5}" dt="2026-05-23T21:50:11.150" v="185"/>
          <ac:spMkLst>
            <pc:docMk/>
            <pc:sldMk cId="3700434469" sldId="316"/>
            <ac:spMk id="3" creationId="{F05180C1-FB81-88CA-FA98-8822125696A0}"/>
          </ac:spMkLst>
        </pc:spChg>
      </pc:sldChg>
      <pc:sldChg chg="add del setBg">
        <pc:chgData name="Yuga Hanyu" userId="f18bd86c1b9e4fc5" providerId="LiveId" clId="{EF126E1F-4B67-4B61-9FFE-DDDD2DBBF2F5}" dt="2026-05-23T21:50:28.892" v="188"/>
        <pc:sldMkLst>
          <pc:docMk/>
          <pc:sldMk cId="202026349" sldId="317"/>
        </pc:sldMkLst>
      </pc:sldChg>
      <pc:sldChg chg="addSp modSp add mod modNotesTx">
        <pc:chgData name="Yuga Hanyu" userId="f18bd86c1b9e4fc5" providerId="LiveId" clId="{EF126E1F-4B67-4B61-9FFE-DDDD2DBBF2F5}" dt="2026-05-23T21:52:28.950" v="249" actId="20577"/>
        <pc:sldMkLst>
          <pc:docMk/>
          <pc:sldMk cId="2575880360" sldId="317"/>
        </pc:sldMkLst>
        <pc:spChg chg="add mod">
          <ac:chgData name="Yuga Hanyu" userId="f18bd86c1b9e4fc5" providerId="LiveId" clId="{EF126E1F-4B67-4B61-9FFE-DDDD2DBBF2F5}" dt="2026-05-23T21:50:44.361" v="192" actId="14100"/>
          <ac:spMkLst>
            <pc:docMk/>
            <pc:sldMk cId="2575880360" sldId="317"/>
            <ac:spMk id="3" creationId="{8A0D6B5D-10FA-4378-135C-B5632E490C9D}"/>
          </ac:spMkLst>
        </pc:spChg>
      </pc:sldChg>
      <pc:sldChg chg="modSp add mod modNotesTx">
        <pc:chgData name="Yuga Hanyu" userId="f18bd86c1b9e4fc5" providerId="LiveId" clId="{EF126E1F-4B67-4B61-9FFE-DDDD2DBBF2F5}" dt="2026-05-23T21:54:12.335" v="250" actId="20577"/>
        <pc:sldMkLst>
          <pc:docMk/>
          <pc:sldMk cId="3844930559" sldId="318"/>
        </pc:sldMkLst>
        <pc:spChg chg="mod">
          <ac:chgData name="Yuga Hanyu" userId="f18bd86c1b9e4fc5" providerId="LiveId" clId="{EF126E1F-4B67-4B61-9FFE-DDDD2DBBF2F5}" dt="2026-05-23T21:51:20.122" v="246" actId="14100"/>
          <ac:spMkLst>
            <pc:docMk/>
            <pc:sldMk cId="3844930559" sldId="318"/>
            <ac:spMk id="3" creationId="{8498C6AA-07E7-8CA2-8A9F-4B7641724914}"/>
          </ac:spMkLst>
        </pc:spChg>
      </pc:sldChg>
      <pc:sldChg chg="add del setBg">
        <pc:chgData name="Yuga Hanyu" userId="f18bd86c1b9e4fc5" providerId="LiveId" clId="{EF126E1F-4B67-4B61-9FFE-DDDD2DBBF2F5}" dt="2026-05-23T21:50:59.708" v="195"/>
        <pc:sldMkLst>
          <pc:docMk/>
          <pc:sldMk cId="3862428897" sldId="318"/>
        </pc:sldMkLst>
      </pc:sldChg>
      <pc:sldChg chg="add del setBg">
        <pc:chgData name="Yuga Hanyu" userId="f18bd86c1b9e4fc5" providerId="LiveId" clId="{EF126E1F-4B67-4B61-9FFE-DDDD2DBBF2F5}" dt="2026-05-23T22:19:57.168" v="1315"/>
        <pc:sldMkLst>
          <pc:docMk/>
          <pc:sldMk cId="1588565469" sldId="319"/>
        </pc:sldMkLst>
      </pc:sldChg>
      <pc:sldChg chg="new del">
        <pc:chgData name="Yuga Hanyu" userId="f18bd86c1b9e4fc5" providerId="LiveId" clId="{EF126E1F-4B67-4B61-9FFE-DDDD2DBBF2F5}" dt="2026-05-23T22:17:20.594" v="1048" actId="680"/>
        <pc:sldMkLst>
          <pc:docMk/>
          <pc:sldMk cId="1624660245" sldId="319"/>
        </pc:sldMkLst>
      </pc:sldChg>
      <pc:sldChg chg="addSp modSp add del mod setBg">
        <pc:chgData name="Yuga Hanyu" userId="f18bd86c1b9e4fc5" providerId="LiveId" clId="{EF126E1F-4B67-4B61-9FFE-DDDD2DBBF2F5}" dt="2026-05-23T22:19:47.855" v="1313" actId="47"/>
        <pc:sldMkLst>
          <pc:docMk/>
          <pc:sldMk cId="2441676876" sldId="319"/>
        </pc:sldMkLst>
        <pc:spChg chg="mod">
          <ac:chgData name="Yuga Hanyu" userId="f18bd86c1b9e4fc5" providerId="LiveId" clId="{EF126E1F-4B67-4B61-9FFE-DDDD2DBBF2F5}" dt="2026-05-23T22:19:29.610" v="1310" actId="1038"/>
          <ac:spMkLst>
            <pc:docMk/>
            <pc:sldMk cId="2441676876" sldId="319"/>
            <ac:spMk id="4" creationId="{3B1301D9-3957-0C39-85BC-122A0A2F986A}"/>
          </ac:spMkLst>
        </pc:spChg>
        <pc:spChg chg="mod">
          <ac:chgData name="Yuga Hanyu" userId="f18bd86c1b9e4fc5" providerId="LiveId" clId="{EF126E1F-4B67-4B61-9FFE-DDDD2DBBF2F5}" dt="2026-05-23T22:19:44.147" v="1312" actId="1038"/>
          <ac:spMkLst>
            <pc:docMk/>
            <pc:sldMk cId="2441676876" sldId="319"/>
            <ac:spMk id="5" creationId="{393F3617-8400-4E6D-3359-CBE618779326}"/>
          </ac:spMkLst>
        </pc:spChg>
        <pc:spChg chg="mod">
          <ac:chgData name="Yuga Hanyu" userId="f18bd86c1b9e4fc5" providerId="LiveId" clId="{EF126E1F-4B67-4B61-9FFE-DDDD2DBBF2F5}" dt="2026-05-23T22:19:44.147" v="1312" actId="1038"/>
          <ac:spMkLst>
            <pc:docMk/>
            <pc:sldMk cId="2441676876" sldId="319"/>
            <ac:spMk id="6" creationId="{A703E9B9-912A-D90B-6879-911CA724B1C9}"/>
          </ac:spMkLst>
        </pc:spChg>
        <pc:spChg chg="mod">
          <ac:chgData name="Yuga Hanyu" userId="f18bd86c1b9e4fc5" providerId="LiveId" clId="{EF126E1F-4B67-4B61-9FFE-DDDD2DBBF2F5}" dt="2026-05-23T22:19:44.147" v="1312" actId="1038"/>
          <ac:spMkLst>
            <pc:docMk/>
            <pc:sldMk cId="2441676876" sldId="319"/>
            <ac:spMk id="7" creationId="{A943F833-583C-9CD7-4508-BFA8B8F1517D}"/>
          </ac:spMkLst>
        </pc:spChg>
        <pc:spChg chg="mod">
          <ac:chgData name="Yuga Hanyu" userId="f18bd86c1b9e4fc5" providerId="LiveId" clId="{EF126E1F-4B67-4B61-9FFE-DDDD2DBBF2F5}" dt="2026-05-23T22:19:44.147" v="1312" actId="1038"/>
          <ac:spMkLst>
            <pc:docMk/>
            <pc:sldMk cId="2441676876" sldId="319"/>
            <ac:spMk id="8" creationId="{40F0D117-875E-2F9C-8119-C334D7E07539}"/>
          </ac:spMkLst>
        </pc:spChg>
        <pc:spChg chg="mod">
          <ac:chgData name="Yuga Hanyu" userId="f18bd86c1b9e4fc5" providerId="LiveId" clId="{EF126E1F-4B67-4B61-9FFE-DDDD2DBBF2F5}" dt="2026-05-23T22:19:44.147" v="1312" actId="1038"/>
          <ac:spMkLst>
            <pc:docMk/>
            <pc:sldMk cId="2441676876" sldId="319"/>
            <ac:spMk id="9" creationId="{3D393912-9497-6E33-1B80-B915E069E8E6}"/>
          </ac:spMkLst>
        </pc:spChg>
        <pc:spChg chg="mod">
          <ac:chgData name="Yuga Hanyu" userId="f18bd86c1b9e4fc5" providerId="LiveId" clId="{EF126E1F-4B67-4B61-9FFE-DDDD2DBBF2F5}" dt="2026-05-23T22:19:44.147" v="1312" actId="1038"/>
          <ac:spMkLst>
            <pc:docMk/>
            <pc:sldMk cId="2441676876" sldId="319"/>
            <ac:spMk id="10" creationId="{6A80DF43-CCB6-DA0C-A2CC-CE4622E2301B}"/>
          </ac:spMkLst>
        </pc:spChg>
        <pc:spChg chg="add mod">
          <ac:chgData name="Yuga Hanyu" userId="f18bd86c1b9e4fc5" providerId="LiveId" clId="{EF126E1F-4B67-4B61-9FFE-DDDD2DBBF2F5}" dt="2026-05-23T22:19:04.471" v="1101" actId="1076"/>
          <ac:spMkLst>
            <pc:docMk/>
            <pc:sldMk cId="2441676876" sldId="319"/>
            <ac:spMk id="11" creationId="{5F548511-0EBF-0D06-E18A-6725BDAE0270}"/>
          </ac:spMkLst>
        </pc:spChg>
        <pc:spChg chg="add mod">
          <ac:chgData name="Yuga Hanyu" userId="f18bd86c1b9e4fc5" providerId="LiveId" clId="{EF126E1F-4B67-4B61-9FFE-DDDD2DBBF2F5}" dt="2026-05-23T22:19:04.471" v="1101" actId="1076"/>
          <ac:spMkLst>
            <pc:docMk/>
            <pc:sldMk cId="2441676876" sldId="319"/>
            <ac:spMk id="13" creationId="{87EE4F09-CDCB-14FB-C0D0-B6BD9504B2BA}"/>
          </ac:spMkLst>
        </pc:spChg>
        <pc:spChg chg="add mod">
          <ac:chgData name="Yuga Hanyu" userId="f18bd86c1b9e4fc5" providerId="LiveId" clId="{EF126E1F-4B67-4B61-9FFE-DDDD2DBBF2F5}" dt="2026-05-23T22:19:04.471" v="1101" actId="1076"/>
          <ac:spMkLst>
            <pc:docMk/>
            <pc:sldMk cId="2441676876" sldId="319"/>
            <ac:spMk id="14" creationId="{FB4613B3-0AE5-D6DB-F8B2-D77FD184266E}"/>
          </ac:spMkLst>
        </pc:spChg>
        <pc:spChg chg="add mod">
          <ac:chgData name="Yuga Hanyu" userId="f18bd86c1b9e4fc5" providerId="LiveId" clId="{EF126E1F-4B67-4B61-9FFE-DDDD2DBBF2F5}" dt="2026-05-23T22:19:04.471" v="1101" actId="1076"/>
          <ac:spMkLst>
            <pc:docMk/>
            <pc:sldMk cId="2441676876" sldId="319"/>
            <ac:spMk id="15" creationId="{5145F86C-7C9E-A86A-CE43-38A90F1C7A43}"/>
          </ac:spMkLst>
        </pc:spChg>
        <pc:spChg chg="add mod">
          <ac:chgData name="Yuga Hanyu" userId="f18bd86c1b9e4fc5" providerId="LiveId" clId="{EF126E1F-4B67-4B61-9FFE-DDDD2DBBF2F5}" dt="2026-05-23T22:19:04.471" v="1101" actId="1076"/>
          <ac:spMkLst>
            <pc:docMk/>
            <pc:sldMk cId="2441676876" sldId="319"/>
            <ac:spMk id="16" creationId="{70DBF49C-54F5-47DB-4B5A-6E6F8914E68A}"/>
          </ac:spMkLst>
        </pc:spChg>
        <pc:spChg chg="add mod">
          <ac:chgData name="Yuga Hanyu" userId="f18bd86c1b9e4fc5" providerId="LiveId" clId="{EF126E1F-4B67-4B61-9FFE-DDDD2DBBF2F5}" dt="2026-05-23T22:19:04.471" v="1101" actId="1076"/>
          <ac:spMkLst>
            <pc:docMk/>
            <pc:sldMk cId="2441676876" sldId="319"/>
            <ac:spMk id="18" creationId="{BDFE346C-6622-68F0-E29D-33384D6F83C4}"/>
          </ac:spMkLst>
        </pc:spChg>
        <pc:spChg chg="add mod">
          <ac:chgData name="Yuga Hanyu" userId="f18bd86c1b9e4fc5" providerId="LiveId" clId="{EF126E1F-4B67-4B61-9FFE-DDDD2DBBF2F5}" dt="2026-05-23T22:19:04.471" v="1101" actId="1076"/>
          <ac:spMkLst>
            <pc:docMk/>
            <pc:sldMk cId="2441676876" sldId="319"/>
            <ac:spMk id="19" creationId="{7121236E-A354-2A84-26C0-103EF201ED7A}"/>
          </ac:spMkLst>
        </pc:spChg>
        <pc:spChg chg="add mod">
          <ac:chgData name="Yuga Hanyu" userId="f18bd86c1b9e4fc5" providerId="LiveId" clId="{EF126E1F-4B67-4B61-9FFE-DDDD2DBBF2F5}" dt="2026-05-23T22:19:04.471" v="1101" actId="1076"/>
          <ac:spMkLst>
            <pc:docMk/>
            <pc:sldMk cId="2441676876" sldId="319"/>
            <ac:spMk id="27" creationId="{5F16115A-CB3C-2276-BE38-8EC4A205D892}"/>
          </ac:spMkLst>
        </pc:spChg>
        <pc:spChg chg="add mod">
          <ac:chgData name="Yuga Hanyu" userId="f18bd86c1b9e4fc5" providerId="LiveId" clId="{EF126E1F-4B67-4B61-9FFE-DDDD2DBBF2F5}" dt="2026-05-23T22:19:41.567" v="1311"/>
          <ac:spMkLst>
            <pc:docMk/>
            <pc:sldMk cId="2441676876" sldId="319"/>
            <ac:spMk id="28" creationId="{BA9A9021-AC8A-45FB-9D34-74A4E57DAE26}"/>
          </ac:spMkLst>
        </pc:spChg>
        <pc:spChg chg="add mod">
          <ac:chgData name="Yuga Hanyu" userId="f18bd86c1b9e4fc5" providerId="LiveId" clId="{EF126E1F-4B67-4B61-9FFE-DDDD2DBBF2F5}" dt="2026-05-23T22:19:41.567" v="1311"/>
          <ac:spMkLst>
            <pc:docMk/>
            <pc:sldMk cId="2441676876" sldId="319"/>
            <ac:spMk id="29" creationId="{942B1EF0-4686-CEF7-6BB5-B0A3B6FE0F4B}"/>
          </ac:spMkLst>
        </pc:spChg>
        <pc:spChg chg="add mod">
          <ac:chgData name="Yuga Hanyu" userId="f18bd86c1b9e4fc5" providerId="LiveId" clId="{EF126E1F-4B67-4B61-9FFE-DDDD2DBBF2F5}" dt="2026-05-23T22:19:41.567" v="1311"/>
          <ac:spMkLst>
            <pc:docMk/>
            <pc:sldMk cId="2441676876" sldId="319"/>
            <ac:spMk id="30" creationId="{4DBAA0C4-5B17-FCB3-AD38-AA58103110EC}"/>
          </ac:spMkLst>
        </pc:spChg>
        <pc:spChg chg="add mod">
          <ac:chgData name="Yuga Hanyu" userId="f18bd86c1b9e4fc5" providerId="LiveId" clId="{EF126E1F-4B67-4B61-9FFE-DDDD2DBBF2F5}" dt="2026-05-23T22:19:41.567" v="1311"/>
          <ac:spMkLst>
            <pc:docMk/>
            <pc:sldMk cId="2441676876" sldId="319"/>
            <ac:spMk id="31" creationId="{6385E140-8074-A0A1-FC4F-46A4649ED9CB}"/>
          </ac:spMkLst>
        </pc:spChg>
        <pc:spChg chg="mod">
          <ac:chgData name="Yuga Hanyu" userId="f18bd86c1b9e4fc5" providerId="LiveId" clId="{EF126E1F-4B67-4B61-9FFE-DDDD2DBBF2F5}" dt="2026-05-23T22:19:44.147" v="1312" actId="1038"/>
          <ac:spMkLst>
            <pc:docMk/>
            <pc:sldMk cId="2441676876" sldId="319"/>
            <ac:spMk id="39" creationId="{1A1FF18C-E3A2-9D42-11E5-7773D882DB33}"/>
          </ac:spMkLst>
        </pc:spChg>
        <pc:spChg chg="mod">
          <ac:chgData name="Yuga Hanyu" userId="f18bd86c1b9e4fc5" providerId="LiveId" clId="{EF126E1F-4B67-4B61-9FFE-DDDD2DBBF2F5}" dt="2026-05-23T22:19:44.147" v="1312" actId="1038"/>
          <ac:spMkLst>
            <pc:docMk/>
            <pc:sldMk cId="2441676876" sldId="319"/>
            <ac:spMk id="49" creationId="{0D78DCE5-FBEC-E435-A53D-64B717A6C804}"/>
          </ac:spMkLst>
        </pc:spChg>
        <pc:spChg chg="add mod">
          <ac:chgData name="Yuga Hanyu" userId="f18bd86c1b9e4fc5" providerId="LiveId" clId="{EF126E1F-4B67-4B61-9FFE-DDDD2DBBF2F5}" dt="2026-05-23T22:19:41.567" v="1311"/>
          <ac:spMkLst>
            <pc:docMk/>
            <pc:sldMk cId="2441676876" sldId="319"/>
            <ac:spMk id="51" creationId="{F5E2D319-3A1E-A796-9DAE-CF79E831D49E}"/>
          </ac:spMkLst>
        </pc:spChg>
        <pc:spChg chg="mod">
          <ac:chgData name="Yuga Hanyu" userId="f18bd86c1b9e4fc5" providerId="LiveId" clId="{EF126E1F-4B67-4B61-9FFE-DDDD2DBBF2F5}" dt="2026-05-23T22:19:44.147" v="1312" actId="1038"/>
          <ac:spMkLst>
            <pc:docMk/>
            <pc:sldMk cId="2441676876" sldId="319"/>
            <ac:spMk id="52" creationId="{2F6D1181-A8C4-E1C0-3B30-16160AB87228}"/>
          </ac:spMkLst>
        </pc:spChg>
        <pc:spChg chg="mod">
          <ac:chgData name="Yuga Hanyu" userId="f18bd86c1b9e4fc5" providerId="LiveId" clId="{EF126E1F-4B67-4B61-9FFE-DDDD2DBBF2F5}" dt="2026-05-23T22:19:44.147" v="1312" actId="1038"/>
          <ac:spMkLst>
            <pc:docMk/>
            <pc:sldMk cId="2441676876" sldId="319"/>
            <ac:spMk id="53" creationId="{8B64A0D1-646C-3E13-DA42-A069440CD1AE}"/>
          </ac:spMkLst>
        </pc:spChg>
        <pc:spChg chg="add mod">
          <ac:chgData name="Yuga Hanyu" userId="f18bd86c1b9e4fc5" providerId="LiveId" clId="{EF126E1F-4B67-4B61-9FFE-DDDD2DBBF2F5}" dt="2026-05-23T22:19:41.567" v="1311"/>
          <ac:spMkLst>
            <pc:docMk/>
            <pc:sldMk cId="2441676876" sldId="319"/>
            <ac:spMk id="54" creationId="{A6DDD301-1815-AFF2-59A1-43D9619497B6}"/>
          </ac:spMkLst>
        </pc:spChg>
        <pc:spChg chg="add mod">
          <ac:chgData name="Yuga Hanyu" userId="f18bd86c1b9e4fc5" providerId="LiveId" clId="{EF126E1F-4B67-4B61-9FFE-DDDD2DBBF2F5}" dt="2026-05-23T22:19:41.567" v="1311"/>
          <ac:spMkLst>
            <pc:docMk/>
            <pc:sldMk cId="2441676876" sldId="319"/>
            <ac:spMk id="55" creationId="{AB340DD6-1399-86D1-C025-ED3F04C026D1}"/>
          </ac:spMkLst>
        </pc:spChg>
        <pc:spChg chg="add mod">
          <ac:chgData name="Yuga Hanyu" userId="f18bd86c1b9e4fc5" providerId="LiveId" clId="{EF126E1F-4B67-4B61-9FFE-DDDD2DBBF2F5}" dt="2026-05-23T22:19:41.567" v="1311"/>
          <ac:spMkLst>
            <pc:docMk/>
            <pc:sldMk cId="2441676876" sldId="319"/>
            <ac:spMk id="56" creationId="{50273F19-853C-68A2-B8E2-58B73ACD9671}"/>
          </ac:spMkLst>
        </pc:spChg>
      </pc:sldChg>
      <pc:sldChg chg="addSp delSp modSp add mod modNotesTx">
        <pc:chgData name="Yuga Hanyu" userId="f18bd86c1b9e4fc5" providerId="LiveId" clId="{EF126E1F-4B67-4B61-9FFE-DDDD2DBBF2F5}" dt="2026-05-23T22:30:40.403" v="1993" actId="20577"/>
        <pc:sldMkLst>
          <pc:docMk/>
          <pc:sldMk cId="4238195208" sldId="319"/>
        </pc:sldMkLst>
        <pc:spChg chg="mod">
          <ac:chgData name="Yuga Hanyu" userId="f18bd86c1b9e4fc5" providerId="LiveId" clId="{EF126E1F-4B67-4B61-9FFE-DDDD2DBBF2F5}" dt="2026-05-23T22:21:45.442" v="1419" actId="1076"/>
          <ac:spMkLst>
            <pc:docMk/>
            <pc:sldMk cId="4238195208" sldId="319"/>
            <ac:spMk id="4" creationId="{DB8B973E-5E3C-9DF8-0A2F-DBABDBDFEBEC}"/>
          </ac:spMkLst>
        </pc:spChg>
        <pc:spChg chg="mod">
          <ac:chgData name="Yuga Hanyu" userId="f18bd86c1b9e4fc5" providerId="LiveId" clId="{EF126E1F-4B67-4B61-9FFE-DDDD2DBBF2F5}" dt="2026-05-23T22:21:45.442" v="1419" actId="1076"/>
          <ac:spMkLst>
            <pc:docMk/>
            <pc:sldMk cId="4238195208" sldId="319"/>
            <ac:spMk id="5" creationId="{4E47173D-4D69-7A9B-5573-14A048418DB0}"/>
          </ac:spMkLst>
        </pc:spChg>
        <pc:spChg chg="mod">
          <ac:chgData name="Yuga Hanyu" userId="f18bd86c1b9e4fc5" providerId="LiveId" clId="{EF126E1F-4B67-4B61-9FFE-DDDD2DBBF2F5}" dt="2026-05-23T22:20:38.832" v="1386" actId="1037"/>
          <ac:spMkLst>
            <pc:docMk/>
            <pc:sldMk cId="4238195208" sldId="319"/>
            <ac:spMk id="6" creationId="{02D030BD-EA21-250E-124D-54B316F88CE3}"/>
          </ac:spMkLst>
        </pc:spChg>
        <pc:spChg chg="mod">
          <ac:chgData name="Yuga Hanyu" userId="f18bd86c1b9e4fc5" providerId="LiveId" clId="{EF126E1F-4B67-4B61-9FFE-DDDD2DBBF2F5}" dt="2026-05-23T22:21:45.442" v="1419" actId="1076"/>
          <ac:spMkLst>
            <pc:docMk/>
            <pc:sldMk cId="4238195208" sldId="319"/>
            <ac:spMk id="7" creationId="{3DAFC424-196F-F40D-358F-DC7D452D579E}"/>
          </ac:spMkLst>
        </pc:spChg>
        <pc:spChg chg="mod">
          <ac:chgData name="Yuga Hanyu" userId="f18bd86c1b9e4fc5" providerId="LiveId" clId="{EF126E1F-4B67-4B61-9FFE-DDDD2DBBF2F5}" dt="2026-05-23T22:21:45.442" v="1419" actId="1076"/>
          <ac:spMkLst>
            <pc:docMk/>
            <pc:sldMk cId="4238195208" sldId="319"/>
            <ac:spMk id="8" creationId="{B1254028-9392-A9B7-A5BC-E4F037EBBB56}"/>
          </ac:spMkLst>
        </pc:spChg>
        <pc:spChg chg="mod">
          <ac:chgData name="Yuga Hanyu" userId="f18bd86c1b9e4fc5" providerId="LiveId" clId="{EF126E1F-4B67-4B61-9FFE-DDDD2DBBF2F5}" dt="2026-05-23T22:23:51.158" v="1527" actId="20577"/>
          <ac:spMkLst>
            <pc:docMk/>
            <pc:sldMk cId="4238195208" sldId="319"/>
            <ac:spMk id="9" creationId="{E9A8EDC4-97E9-EB5C-2A94-E5459787F730}"/>
          </ac:spMkLst>
        </pc:spChg>
        <pc:spChg chg="mod">
          <ac:chgData name="Yuga Hanyu" userId="f18bd86c1b9e4fc5" providerId="LiveId" clId="{EF126E1F-4B67-4B61-9FFE-DDDD2DBBF2F5}" dt="2026-05-23T22:21:45.442" v="1419" actId="1076"/>
          <ac:spMkLst>
            <pc:docMk/>
            <pc:sldMk cId="4238195208" sldId="319"/>
            <ac:spMk id="10" creationId="{4B7E5AF7-D9F2-2BA7-956B-420D168C30B1}"/>
          </ac:spMkLst>
        </pc:spChg>
        <pc:spChg chg="add mod">
          <ac:chgData name="Yuga Hanyu" userId="f18bd86c1b9e4fc5" providerId="LiveId" clId="{EF126E1F-4B67-4B61-9FFE-DDDD2DBBF2F5}" dt="2026-05-23T22:21:51.402" v="1420" actId="1076"/>
          <ac:spMkLst>
            <pc:docMk/>
            <pc:sldMk cId="4238195208" sldId="319"/>
            <ac:spMk id="11" creationId="{359B196C-3943-9CD1-345D-F4206C9F9786}"/>
          </ac:spMkLst>
        </pc:spChg>
        <pc:spChg chg="add mod">
          <ac:chgData name="Yuga Hanyu" userId="f18bd86c1b9e4fc5" providerId="LiveId" clId="{EF126E1F-4B67-4B61-9FFE-DDDD2DBBF2F5}" dt="2026-05-23T22:21:51.402" v="1420" actId="1076"/>
          <ac:spMkLst>
            <pc:docMk/>
            <pc:sldMk cId="4238195208" sldId="319"/>
            <ac:spMk id="13" creationId="{7B4B4671-C217-6902-7784-074D4B9B5271}"/>
          </ac:spMkLst>
        </pc:spChg>
        <pc:spChg chg="add mod">
          <ac:chgData name="Yuga Hanyu" userId="f18bd86c1b9e4fc5" providerId="LiveId" clId="{EF126E1F-4B67-4B61-9FFE-DDDD2DBBF2F5}" dt="2026-05-23T22:21:51.402" v="1420" actId="1076"/>
          <ac:spMkLst>
            <pc:docMk/>
            <pc:sldMk cId="4238195208" sldId="319"/>
            <ac:spMk id="14" creationId="{C38FC500-D677-095A-75F1-2589EA1019A5}"/>
          </ac:spMkLst>
        </pc:spChg>
        <pc:spChg chg="add mod">
          <ac:chgData name="Yuga Hanyu" userId="f18bd86c1b9e4fc5" providerId="LiveId" clId="{EF126E1F-4B67-4B61-9FFE-DDDD2DBBF2F5}" dt="2026-05-23T22:21:51.402" v="1420" actId="1076"/>
          <ac:spMkLst>
            <pc:docMk/>
            <pc:sldMk cId="4238195208" sldId="319"/>
            <ac:spMk id="15" creationId="{B5E55FCA-805D-20A3-2E63-6A8873024A2D}"/>
          </ac:spMkLst>
        </pc:spChg>
        <pc:spChg chg="add mod">
          <ac:chgData name="Yuga Hanyu" userId="f18bd86c1b9e4fc5" providerId="LiveId" clId="{EF126E1F-4B67-4B61-9FFE-DDDD2DBBF2F5}" dt="2026-05-23T22:21:51.402" v="1420" actId="1076"/>
          <ac:spMkLst>
            <pc:docMk/>
            <pc:sldMk cId="4238195208" sldId="319"/>
            <ac:spMk id="16" creationId="{864957EE-5B24-03B0-5815-F48706BA2F81}"/>
          </ac:spMkLst>
        </pc:spChg>
        <pc:spChg chg="add mod">
          <ac:chgData name="Yuga Hanyu" userId="f18bd86c1b9e4fc5" providerId="LiveId" clId="{EF126E1F-4B67-4B61-9FFE-DDDD2DBBF2F5}" dt="2026-05-23T22:21:51.402" v="1420" actId="1076"/>
          <ac:spMkLst>
            <pc:docMk/>
            <pc:sldMk cId="4238195208" sldId="319"/>
            <ac:spMk id="18" creationId="{12668F87-919C-7B4A-4199-F1D8937C61ED}"/>
          </ac:spMkLst>
        </pc:spChg>
        <pc:spChg chg="add mod">
          <ac:chgData name="Yuga Hanyu" userId="f18bd86c1b9e4fc5" providerId="LiveId" clId="{EF126E1F-4B67-4B61-9FFE-DDDD2DBBF2F5}" dt="2026-05-23T22:21:51.402" v="1420" actId="1076"/>
          <ac:spMkLst>
            <pc:docMk/>
            <pc:sldMk cId="4238195208" sldId="319"/>
            <ac:spMk id="19" creationId="{B8611607-8A98-6359-1080-4E6504C38CA3}"/>
          </ac:spMkLst>
        </pc:spChg>
        <pc:spChg chg="mod">
          <ac:chgData name="Yuga Hanyu" userId="f18bd86c1b9e4fc5" providerId="LiveId" clId="{EF126E1F-4B67-4B61-9FFE-DDDD2DBBF2F5}" dt="2026-05-23T22:20:27.767" v="1370" actId="20577"/>
          <ac:spMkLst>
            <pc:docMk/>
            <pc:sldMk cId="4238195208" sldId="319"/>
            <ac:spMk id="23" creationId="{5DA77C1A-1C27-2A60-59C4-5B8381EE0409}"/>
          </ac:spMkLst>
        </pc:spChg>
        <pc:spChg chg="add del mod">
          <ac:chgData name="Yuga Hanyu" userId="f18bd86c1b9e4fc5" providerId="LiveId" clId="{EF126E1F-4B67-4B61-9FFE-DDDD2DBBF2F5}" dt="2026-05-23T22:20:59.892" v="1409" actId="478"/>
          <ac:spMkLst>
            <pc:docMk/>
            <pc:sldMk cId="4238195208" sldId="319"/>
            <ac:spMk id="27" creationId="{46CEA7F4-C8A4-F692-F1F8-0C30A40447E6}"/>
          </ac:spMkLst>
        </pc:spChg>
        <pc:spChg chg="mod">
          <ac:chgData name="Yuga Hanyu" userId="f18bd86c1b9e4fc5" providerId="LiveId" clId="{EF126E1F-4B67-4B61-9FFE-DDDD2DBBF2F5}" dt="2026-05-23T22:21:45.442" v="1419" actId="1076"/>
          <ac:spMkLst>
            <pc:docMk/>
            <pc:sldMk cId="4238195208" sldId="319"/>
            <ac:spMk id="39" creationId="{0FA7213D-FD08-2A97-0BDB-0BB186533956}"/>
          </ac:spMkLst>
        </pc:spChg>
        <pc:spChg chg="mod">
          <ac:chgData name="Yuga Hanyu" userId="f18bd86c1b9e4fc5" providerId="LiveId" clId="{EF126E1F-4B67-4B61-9FFE-DDDD2DBBF2F5}" dt="2026-05-23T22:21:45.442" v="1419" actId="1076"/>
          <ac:spMkLst>
            <pc:docMk/>
            <pc:sldMk cId="4238195208" sldId="319"/>
            <ac:spMk id="49" creationId="{F33C6E4F-0324-1A42-CE2D-4B046DA3D41E}"/>
          </ac:spMkLst>
        </pc:spChg>
        <pc:spChg chg="mod">
          <ac:chgData name="Yuga Hanyu" userId="f18bd86c1b9e4fc5" providerId="LiveId" clId="{EF126E1F-4B67-4B61-9FFE-DDDD2DBBF2F5}" dt="2026-05-23T22:21:45.442" v="1419" actId="1076"/>
          <ac:spMkLst>
            <pc:docMk/>
            <pc:sldMk cId="4238195208" sldId="319"/>
            <ac:spMk id="52" creationId="{05029B37-9381-3E5C-B1E7-CB5C6C5D39BA}"/>
          </ac:spMkLst>
        </pc:spChg>
        <pc:spChg chg="del mod">
          <ac:chgData name="Yuga Hanyu" userId="f18bd86c1b9e4fc5" providerId="LiveId" clId="{EF126E1F-4B67-4B61-9FFE-DDDD2DBBF2F5}" dt="2026-05-23T22:26:21.401" v="1579" actId="478"/>
          <ac:spMkLst>
            <pc:docMk/>
            <pc:sldMk cId="4238195208" sldId="319"/>
            <ac:spMk id="53" creationId="{B3B0423E-5FA3-B94D-A746-B5A7AF627445}"/>
          </ac:spMkLst>
        </pc:spChg>
        <pc:spChg chg="add mod">
          <ac:chgData name="Yuga Hanyu" userId="f18bd86c1b9e4fc5" providerId="LiveId" clId="{EF126E1F-4B67-4B61-9FFE-DDDD2DBBF2F5}" dt="2026-05-23T22:26:54.150" v="1594" actId="20577"/>
          <ac:spMkLst>
            <pc:docMk/>
            <pc:sldMk cId="4238195208" sldId="319"/>
            <ac:spMk id="54" creationId="{2A708D4C-2617-F444-901B-0B3C7F050928}"/>
          </ac:spMkLst>
        </pc:spChg>
        <pc:cxnChg chg="add mod">
          <ac:chgData name="Yuga Hanyu" userId="f18bd86c1b9e4fc5" providerId="LiveId" clId="{EF126E1F-4B67-4B61-9FFE-DDDD2DBBF2F5}" dt="2026-05-23T22:22:14.229" v="1426" actId="14100"/>
          <ac:cxnSpMkLst>
            <pc:docMk/>
            <pc:sldMk cId="4238195208" sldId="319"/>
            <ac:cxnSpMk id="28" creationId="{71868850-7F5F-E175-8E40-52BDDEADB477}"/>
          </ac:cxnSpMkLst>
        </pc:cxnChg>
        <pc:cxnChg chg="add del mod">
          <ac:chgData name="Yuga Hanyu" userId="f18bd86c1b9e4fc5" providerId="LiveId" clId="{EF126E1F-4B67-4B61-9FFE-DDDD2DBBF2F5}" dt="2026-05-23T22:21:28.349" v="1417" actId="1076"/>
          <ac:cxnSpMkLst>
            <pc:docMk/>
            <pc:sldMk cId="4238195208" sldId="319"/>
            <ac:cxnSpMk id="41" creationId="{A7CB45AA-38DB-2219-09A8-38D26BAFFC90}"/>
          </ac:cxnSpMkLst>
        </pc:cxnChg>
        <pc:cxnChg chg="add del">
          <ac:chgData name="Yuga Hanyu" userId="f18bd86c1b9e4fc5" providerId="LiveId" clId="{EF126E1F-4B67-4B61-9FFE-DDDD2DBBF2F5}" dt="2026-05-23T22:21:25.413" v="1414" actId="478"/>
          <ac:cxnSpMkLst>
            <pc:docMk/>
            <pc:sldMk cId="4238195208" sldId="319"/>
            <ac:cxnSpMk id="42" creationId="{2EAF283B-07D4-170A-721A-088D0D2D3618}"/>
          </ac:cxnSpMkLst>
        </pc:cxnChg>
        <pc:cxnChg chg="add del mod">
          <ac:chgData name="Yuga Hanyu" userId="f18bd86c1b9e4fc5" providerId="LiveId" clId="{EF126E1F-4B67-4B61-9FFE-DDDD2DBBF2F5}" dt="2026-05-23T22:21:28.349" v="1417" actId="1076"/>
          <ac:cxnSpMkLst>
            <pc:docMk/>
            <pc:sldMk cId="4238195208" sldId="319"/>
            <ac:cxnSpMk id="43" creationId="{2F2F7943-00C8-23BA-73EB-29DE70B2165B}"/>
          </ac:cxnSpMkLst>
        </pc:cxnChg>
        <pc:cxnChg chg="add del">
          <ac:chgData name="Yuga Hanyu" userId="f18bd86c1b9e4fc5" providerId="LiveId" clId="{EF126E1F-4B67-4B61-9FFE-DDDD2DBBF2F5}" dt="2026-05-23T22:21:25.413" v="1414" actId="478"/>
          <ac:cxnSpMkLst>
            <pc:docMk/>
            <pc:sldMk cId="4238195208" sldId="319"/>
            <ac:cxnSpMk id="46" creationId="{B80469D7-9707-38C7-82E5-B5E8BFF7D054}"/>
          </ac:cxnSpMkLst>
        </pc:cxnChg>
        <pc:cxnChg chg="add del mod">
          <ac:chgData name="Yuga Hanyu" userId="f18bd86c1b9e4fc5" providerId="LiveId" clId="{EF126E1F-4B67-4B61-9FFE-DDDD2DBBF2F5}" dt="2026-05-23T22:21:28.349" v="1417" actId="1076"/>
          <ac:cxnSpMkLst>
            <pc:docMk/>
            <pc:sldMk cId="4238195208" sldId="319"/>
            <ac:cxnSpMk id="47" creationId="{EF517BE2-360D-F157-DBB2-37C58D2AD2B0}"/>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9B49449-E88E-4A69-B460-A282491F613C}" type="datetimeFigureOut">
              <a:rPr kumimoji="1" lang="ja-JP" altLang="en-US" smtClean="0"/>
              <a:t>2026/5/24</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BBE445A-24B1-439D-911B-71989F7D6321}" type="slidenum">
              <a:rPr kumimoji="1" lang="ja-JP" altLang="en-US" smtClean="0"/>
              <a:t>‹#›</a:t>
            </a:fld>
            <a:endParaRPr kumimoji="1" lang="ja-JP" altLang="en-US"/>
          </a:p>
        </p:txBody>
      </p:sp>
    </p:spTree>
    <p:extLst>
      <p:ext uri="{BB962C8B-B14F-4D97-AF65-F5344CB8AC3E}">
        <p14:creationId xmlns:p14="http://schemas.microsoft.com/office/powerpoint/2010/main" val="251804693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t>Good afternoon, everyone.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t>I am Yuga Hanyu from the University of Aizu.</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t> The paper title is “</a:t>
            </a:r>
            <a:r>
              <a:rPr lang="en-US" altLang="zh-CN" sz="1200" dirty="0" err="1">
                <a:solidFill>
                  <a:schemeClr val="bg1"/>
                </a:solidFill>
              </a:rPr>
              <a:t>GreenMorph</a:t>
            </a:r>
            <a:r>
              <a:rPr lang="en-US" altLang="zh-CN" sz="1200" dirty="0">
                <a:solidFill>
                  <a:schemeClr val="bg1"/>
                </a:solidFill>
              </a:rPr>
              <a:t>: Sustainable Neuromorphic Computing through Energy-Harvesting and Energy-Driven Online STDP Learning</a:t>
            </a:r>
            <a:r>
              <a:rPr kumimoji="1" lang="en-US" altLang="ja-JP" dirty="0"/>
              <a:t>”.</a:t>
            </a:r>
            <a:endParaRPr kumimoji="1" lang="ja-JP" altLang="en-US" dirty="0"/>
          </a:p>
        </p:txBody>
      </p:sp>
      <p:sp>
        <p:nvSpPr>
          <p:cNvPr id="4" name="スライド番号プレースホルダー 3"/>
          <p:cNvSpPr>
            <a:spLocks noGrp="1"/>
          </p:cNvSpPr>
          <p:nvPr>
            <p:ph type="sldNum" sz="quarter" idx="5"/>
          </p:nvPr>
        </p:nvSpPr>
        <p:spPr/>
        <p:txBody>
          <a:bodyPr/>
          <a:lstStyle/>
          <a:p>
            <a:fld id="{CBBE445A-24B1-439D-911B-71989F7D6321}" type="slidenum">
              <a:rPr kumimoji="1" lang="ja-JP" altLang="en-US" smtClean="0"/>
              <a:t>1</a:t>
            </a:fld>
            <a:endParaRPr kumimoji="1" lang="ja-JP" altLang="en-US"/>
          </a:p>
        </p:txBody>
      </p:sp>
    </p:spTree>
    <p:extLst>
      <p:ext uri="{BB962C8B-B14F-4D97-AF65-F5344CB8AC3E}">
        <p14:creationId xmlns:p14="http://schemas.microsoft.com/office/powerpoint/2010/main" val="30186213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This is the outline.</a:t>
            </a:r>
            <a:endParaRPr kumimoji="1" lang="ja-JP" altLang="en-US" dirty="0"/>
          </a:p>
        </p:txBody>
      </p:sp>
      <p:sp>
        <p:nvSpPr>
          <p:cNvPr id="4" name="スライド番号プレースホルダー 3"/>
          <p:cNvSpPr>
            <a:spLocks noGrp="1"/>
          </p:cNvSpPr>
          <p:nvPr>
            <p:ph type="sldNum" sz="quarter" idx="5"/>
          </p:nvPr>
        </p:nvSpPr>
        <p:spPr/>
        <p:txBody>
          <a:bodyPr/>
          <a:lstStyle/>
          <a:p>
            <a:fld id="{CBBE445A-24B1-439D-911B-71989F7D6321}" type="slidenum">
              <a:rPr kumimoji="1" lang="ja-JP" altLang="en-US" smtClean="0"/>
              <a:t>2</a:t>
            </a:fld>
            <a:endParaRPr kumimoji="1" lang="ja-JP" altLang="en-US"/>
          </a:p>
        </p:txBody>
      </p:sp>
    </p:spTree>
    <p:extLst>
      <p:ext uri="{BB962C8B-B14F-4D97-AF65-F5344CB8AC3E}">
        <p14:creationId xmlns:p14="http://schemas.microsoft.com/office/powerpoint/2010/main" val="25235084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First, I‘d like to introduce about the background and motivation of this research.</a:t>
            </a:r>
            <a:endParaRPr kumimoji="1" lang="ja-JP" altLang="en-US" dirty="0"/>
          </a:p>
        </p:txBody>
      </p:sp>
      <p:sp>
        <p:nvSpPr>
          <p:cNvPr id="4" name="スライド番号プレースホルダー 3"/>
          <p:cNvSpPr>
            <a:spLocks noGrp="1"/>
          </p:cNvSpPr>
          <p:nvPr>
            <p:ph type="sldNum" sz="quarter" idx="5"/>
          </p:nvPr>
        </p:nvSpPr>
        <p:spPr/>
        <p:txBody>
          <a:bodyPr/>
          <a:lstStyle/>
          <a:p>
            <a:fld id="{CBBE445A-24B1-439D-911B-71989F7D6321}" type="slidenum">
              <a:rPr kumimoji="1" lang="ja-JP" altLang="en-US" smtClean="0"/>
              <a:t>3</a:t>
            </a:fld>
            <a:endParaRPr kumimoji="1" lang="ja-JP" altLang="en-US"/>
          </a:p>
        </p:txBody>
      </p:sp>
    </p:spTree>
    <p:extLst>
      <p:ext uri="{BB962C8B-B14F-4D97-AF65-F5344CB8AC3E}">
        <p14:creationId xmlns:p14="http://schemas.microsoft.com/office/powerpoint/2010/main" val="8891831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As Artificial Intelligence become more prevalent in our society, the demand for Edge AI systems is increasing.</a:t>
            </a:r>
          </a:p>
          <a:p>
            <a:r>
              <a:rPr kumimoji="1" lang="en-US" altLang="ja-JP" dirty="0"/>
              <a:t>In typical Edge AI systems, a small device runs an AI model, which is powered by stand alone energy source such as solar panel, battery, or mix of both. </a:t>
            </a:r>
          </a:p>
          <a:p>
            <a:r>
              <a:rPr kumimoji="1" lang="en-US" altLang="ja-JP" dirty="0"/>
              <a:t>However, their energy supply can fluctuate depending on weather and battery condition.</a:t>
            </a:r>
          </a:p>
          <a:p>
            <a:r>
              <a:rPr kumimoji="1" lang="en-US" altLang="ja-JP" dirty="0"/>
              <a:t>On the other hand, the energy consumption of the Edge AI is fixed based on the AI model.</a:t>
            </a:r>
          </a:p>
          <a:p>
            <a:r>
              <a:rPr kumimoji="1" lang="en-US" altLang="ja-JP" dirty="0"/>
              <a:t>So, if supply energy is lower than the consumption, the system can not run.</a:t>
            </a:r>
          </a:p>
          <a:p>
            <a:r>
              <a:rPr kumimoji="1" lang="en-US" altLang="ja-JP" dirty="0"/>
              <a:t>If supply energy is higher than the consumption, it wastes energy.</a:t>
            </a:r>
          </a:p>
          <a:p>
            <a:endParaRPr kumimoji="1" lang="ja-JP" altLang="en-US" dirty="0"/>
          </a:p>
        </p:txBody>
      </p:sp>
      <p:sp>
        <p:nvSpPr>
          <p:cNvPr id="4" name="スライド番号プレースホルダー 3"/>
          <p:cNvSpPr>
            <a:spLocks noGrp="1"/>
          </p:cNvSpPr>
          <p:nvPr>
            <p:ph type="sldNum" sz="quarter" idx="5"/>
          </p:nvPr>
        </p:nvSpPr>
        <p:spPr/>
        <p:txBody>
          <a:bodyPr/>
          <a:lstStyle/>
          <a:p>
            <a:fld id="{CBBE445A-24B1-439D-911B-71989F7D6321}" type="slidenum">
              <a:rPr kumimoji="1" lang="ja-JP" altLang="en-US" smtClean="0"/>
              <a:t>4</a:t>
            </a:fld>
            <a:endParaRPr kumimoji="1" lang="ja-JP" altLang="en-US"/>
          </a:p>
        </p:txBody>
      </p:sp>
    </p:spTree>
    <p:extLst>
      <p:ext uri="{BB962C8B-B14F-4D97-AF65-F5344CB8AC3E}">
        <p14:creationId xmlns:p14="http://schemas.microsoft.com/office/powerpoint/2010/main" val="32215418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Common solutions for the energy challenges for Edge AI are either downscaling the model, voltage/frequency scaling for the circuit, or weight quantization for less computational energy.</a:t>
            </a:r>
            <a:endParaRPr kumimoji="1" lang="ja-JP" altLang="en-US" dirty="0"/>
          </a:p>
        </p:txBody>
      </p:sp>
      <p:sp>
        <p:nvSpPr>
          <p:cNvPr id="4" name="スライド番号プレースホルダー 3"/>
          <p:cNvSpPr>
            <a:spLocks noGrp="1"/>
          </p:cNvSpPr>
          <p:nvPr>
            <p:ph type="sldNum" sz="quarter" idx="5"/>
          </p:nvPr>
        </p:nvSpPr>
        <p:spPr/>
        <p:txBody>
          <a:bodyPr/>
          <a:lstStyle/>
          <a:p>
            <a:fld id="{CBBE445A-24B1-439D-911B-71989F7D6321}" type="slidenum">
              <a:rPr kumimoji="1" lang="ja-JP" altLang="en-US" smtClean="0"/>
              <a:t>5</a:t>
            </a:fld>
            <a:endParaRPr kumimoji="1" lang="ja-JP" altLang="en-US"/>
          </a:p>
        </p:txBody>
      </p:sp>
    </p:spTree>
    <p:extLst>
      <p:ext uri="{BB962C8B-B14F-4D97-AF65-F5344CB8AC3E}">
        <p14:creationId xmlns:p14="http://schemas.microsoft.com/office/powerpoint/2010/main" val="15055692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Another approach is the use of Spiking Neural Networks for the AI model, which offers energy efficient alternative to conventional ANNs, and suitable under energy constraint environment.</a:t>
            </a:r>
          </a:p>
          <a:p>
            <a:r>
              <a:rPr kumimoji="1" lang="en-US" altLang="ja-JP" dirty="0"/>
              <a:t>The energy efficiency of SNN comes from the event driven nature and the multiplication less computation, requiring only addition to the membrane potential for each spike.</a:t>
            </a:r>
            <a:endParaRPr kumimoji="1" lang="ja-JP" altLang="en-US" dirty="0"/>
          </a:p>
        </p:txBody>
      </p:sp>
      <p:sp>
        <p:nvSpPr>
          <p:cNvPr id="4" name="スライド番号プレースホルダー 3"/>
          <p:cNvSpPr>
            <a:spLocks noGrp="1"/>
          </p:cNvSpPr>
          <p:nvPr>
            <p:ph type="sldNum" sz="quarter" idx="5"/>
          </p:nvPr>
        </p:nvSpPr>
        <p:spPr/>
        <p:txBody>
          <a:bodyPr/>
          <a:lstStyle/>
          <a:p>
            <a:fld id="{CBBE445A-24B1-439D-911B-71989F7D6321}" type="slidenum">
              <a:rPr kumimoji="1" lang="ja-JP" altLang="en-US" smtClean="0"/>
              <a:t>6</a:t>
            </a:fld>
            <a:endParaRPr kumimoji="1" lang="ja-JP" altLang="en-US"/>
          </a:p>
        </p:txBody>
      </p:sp>
    </p:spTree>
    <p:extLst>
      <p:ext uri="{BB962C8B-B14F-4D97-AF65-F5344CB8AC3E}">
        <p14:creationId xmlns:p14="http://schemas.microsoft.com/office/powerpoint/2010/main" val="15501609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For small devices, Spike-Timing-Dependent-Plasticity provides with less computationally demanding training for SNNs compared to backpropagation learning.</a:t>
            </a:r>
          </a:p>
          <a:p>
            <a:r>
              <a:rPr kumimoji="1" lang="en-US" altLang="ja-JP" dirty="0"/>
              <a:t>STDP updates the weight value based on only the times of two spikes, reflecting the contribution of input spikes to the output spikes.</a:t>
            </a:r>
            <a:endParaRPr kumimoji="1" lang="ja-JP" altLang="en-US" dirty="0"/>
          </a:p>
        </p:txBody>
      </p:sp>
      <p:sp>
        <p:nvSpPr>
          <p:cNvPr id="4" name="スライド番号プレースホルダー 3"/>
          <p:cNvSpPr>
            <a:spLocks noGrp="1"/>
          </p:cNvSpPr>
          <p:nvPr>
            <p:ph type="sldNum" sz="quarter" idx="5"/>
          </p:nvPr>
        </p:nvSpPr>
        <p:spPr/>
        <p:txBody>
          <a:bodyPr/>
          <a:lstStyle/>
          <a:p>
            <a:fld id="{CBBE445A-24B1-439D-911B-71989F7D6321}" type="slidenum">
              <a:rPr kumimoji="1" lang="ja-JP" altLang="en-US" smtClean="0"/>
              <a:t>7</a:t>
            </a:fld>
            <a:endParaRPr kumimoji="1" lang="ja-JP" altLang="en-US"/>
          </a:p>
        </p:txBody>
      </p:sp>
    </p:spTree>
    <p:extLst>
      <p:ext uri="{BB962C8B-B14F-4D97-AF65-F5344CB8AC3E}">
        <p14:creationId xmlns:p14="http://schemas.microsoft.com/office/powerpoint/2010/main" val="12123618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The current challenges for Edge AI systems are, unstable energy supply, that simple energy reduction leads to suboptimal performance.</a:t>
            </a:r>
          </a:p>
          <a:p>
            <a:r>
              <a:rPr kumimoji="1" lang="en-US" altLang="ja-JP" dirty="0"/>
              <a:t>With the fixed energy consumption and AI model, it can not extract the best performance and wastes energy.</a:t>
            </a:r>
            <a:endParaRPr kumimoji="1" lang="ja-JP" altLang="en-US" dirty="0"/>
          </a:p>
        </p:txBody>
      </p:sp>
      <p:sp>
        <p:nvSpPr>
          <p:cNvPr id="4" name="スライド番号プレースホルダー 3"/>
          <p:cNvSpPr>
            <a:spLocks noGrp="1"/>
          </p:cNvSpPr>
          <p:nvPr>
            <p:ph type="sldNum" sz="quarter" idx="5"/>
          </p:nvPr>
        </p:nvSpPr>
        <p:spPr/>
        <p:txBody>
          <a:bodyPr/>
          <a:lstStyle/>
          <a:p>
            <a:fld id="{CBBE445A-24B1-439D-911B-71989F7D6321}" type="slidenum">
              <a:rPr kumimoji="1" lang="ja-JP" altLang="en-US" smtClean="0"/>
              <a:t>8</a:t>
            </a:fld>
            <a:endParaRPr kumimoji="1" lang="ja-JP" altLang="en-US"/>
          </a:p>
        </p:txBody>
      </p:sp>
    </p:spTree>
    <p:extLst>
      <p:ext uri="{BB962C8B-B14F-4D97-AF65-F5344CB8AC3E}">
        <p14:creationId xmlns:p14="http://schemas.microsoft.com/office/powerpoint/2010/main" val="5854403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To address those challenges, we developed dynamic energy adaptation framework for Spiking Neural Networks.</a:t>
            </a:r>
          </a:p>
          <a:p>
            <a:r>
              <a:rPr kumimoji="1" lang="en-US" altLang="ja-JP" dirty="0"/>
              <a:t>We also developed similarity-based neuron pruning to minimize the performance loss after the pruning.</a:t>
            </a:r>
          </a:p>
          <a:p>
            <a:r>
              <a:rPr kumimoji="1" lang="en-US" altLang="ja-JP" dirty="0"/>
              <a:t>The goal of the framework is to extract the best AI performance under the fluctuating supply energy.</a:t>
            </a:r>
            <a:endParaRPr kumimoji="1" lang="ja-JP" altLang="en-US" dirty="0"/>
          </a:p>
        </p:txBody>
      </p:sp>
      <p:sp>
        <p:nvSpPr>
          <p:cNvPr id="4" name="スライド番号プレースホルダー 3"/>
          <p:cNvSpPr>
            <a:spLocks noGrp="1"/>
          </p:cNvSpPr>
          <p:nvPr>
            <p:ph type="sldNum" sz="quarter" idx="5"/>
          </p:nvPr>
        </p:nvSpPr>
        <p:spPr/>
        <p:txBody>
          <a:bodyPr/>
          <a:lstStyle/>
          <a:p>
            <a:fld id="{CBBE445A-24B1-439D-911B-71989F7D6321}" type="slidenum">
              <a:rPr kumimoji="1" lang="ja-JP" altLang="en-US" smtClean="0"/>
              <a:t>9</a:t>
            </a:fld>
            <a:endParaRPr kumimoji="1" lang="ja-JP" altLang="en-US"/>
          </a:p>
        </p:txBody>
      </p:sp>
    </p:spTree>
    <p:extLst>
      <p:ext uri="{BB962C8B-B14F-4D97-AF65-F5344CB8AC3E}">
        <p14:creationId xmlns:p14="http://schemas.microsoft.com/office/powerpoint/2010/main" val="39280998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Next, I will explain the proposed framework.</a:t>
            </a:r>
            <a:endParaRPr kumimoji="1" lang="ja-JP" altLang="en-US" dirty="0"/>
          </a:p>
        </p:txBody>
      </p:sp>
      <p:sp>
        <p:nvSpPr>
          <p:cNvPr id="4" name="スライド番号プレースホルダー 3"/>
          <p:cNvSpPr>
            <a:spLocks noGrp="1"/>
          </p:cNvSpPr>
          <p:nvPr>
            <p:ph type="sldNum" sz="quarter" idx="5"/>
          </p:nvPr>
        </p:nvSpPr>
        <p:spPr/>
        <p:txBody>
          <a:bodyPr/>
          <a:lstStyle/>
          <a:p>
            <a:fld id="{CBBE445A-24B1-439D-911B-71989F7D6321}" type="slidenum">
              <a:rPr kumimoji="1" lang="ja-JP" altLang="en-US" smtClean="0"/>
              <a:t>10</a:t>
            </a:fld>
            <a:endParaRPr kumimoji="1" lang="ja-JP" altLang="en-US"/>
          </a:p>
        </p:txBody>
      </p:sp>
    </p:spTree>
    <p:extLst>
      <p:ext uri="{BB962C8B-B14F-4D97-AF65-F5344CB8AC3E}">
        <p14:creationId xmlns:p14="http://schemas.microsoft.com/office/powerpoint/2010/main" val="19774744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Here is the overview of the framework. </a:t>
            </a:r>
          </a:p>
          <a:p>
            <a:r>
              <a:rPr kumimoji="1" lang="en-US" altLang="ja-JP" dirty="0"/>
              <a:t>It has mainly 3 phases, preparation, configuration, and operation.</a:t>
            </a:r>
          </a:p>
          <a:p>
            <a:r>
              <a:rPr kumimoji="1" lang="en-US" altLang="ja-JP" dirty="0"/>
              <a:t>--- Preparation Phase ---</a:t>
            </a:r>
          </a:p>
          <a:p>
            <a:r>
              <a:rPr kumimoji="1" lang="en-US" altLang="ja-JP" dirty="0"/>
              <a:t>It starts by taking 2 inputs weather model and SNN model.</a:t>
            </a:r>
          </a:p>
          <a:p>
            <a:r>
              <a:rPr kumimoji="1" lang="en-US" altLang="ja-JP" dirty="0"/>
              <a:t>In preparation phase, energy estimation is performed to obtain the total harvested energy.</a:t>
            </a:r>
          </a:p>
          <a:p>
            <a:r>
              <a:rPr kumimoji="1" lang="en-US" altLang="ja-JP" dirty="0"/>
              <a:t>Also, the data points consist of number of timesteps, neurons, and the corresponding energy consumption are collected.</a:t>
            </a:r>
          </a:p>
          <a:p>
            <a:r>
              <a:rPr kumimoji="1" lang="en-US" altLang="ja-JP" dirty="0"/>
              <a:t>Based on these data, the relations between model parameter and energy consumption are obtained in the form of equation.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t>--- Configuration Phase ---</a:t>
            </a:r>
          </a:p>
          <a:p>
            <a:r>
              <a:rPr kumimoji="1" lang="en-US" altLang="ja-JP" dirty="0"/>
              <a:t>Based on the harvested energy and parameter-consumption relation, the model parameters are adjusted in configuration phase.</a:t>
            </a:r>
          </a:p>
          <a:p>
            <a:r>
              <a:rPr kumimoji="1" lang="en-US" altLang="ja-JP" dirty="0"/>
              <a:t>For training, numbers of timesteps, neurons, and training data are adjusted in this order.</a:t>
            </a:r>
          </a:p>
          <a:p>
            <a:r>
              <a:rPr kumimoji="1" lang="en-US" altLang="ja-JP" dirty="0"/>
              <a:t>This is because we want to retain the neurons and training data as much as possible for training.</a:t>
            </a:r>
          </a:p>
          <a:p>
            <a:r>
              <a:rPr kumimoji="1" lang="en-US" altLang="ja-JP" dirty="0"/>
              <a:t>For inference, numbers of timesteps and neurons are adjusted at the same time, followed by similarity-based pruning.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t>--- Operation Phase ---</a:t>
            </a:r>
          </a:p>
          <a:p>
            <a:r>
              <a:rPr kumimoji="1" lang="en-US" altLang="ja-JP" dirty="0"/>
              <a:t>After adjusting the model paramours, SNN is trained by STDP learning, or performs inference.</a:t>
            </a:r>
          </a:p>
          <a:p>
            <a:endParaRPr kumimoji="1" lang="en-US" altLang="ja-JP" dirty="0"/>
          </a:p>
          <a:p>
            <a:endParaRPr kumimoji="1" lang="ja-JP" altLang="en-US" dirty="0"/>
          </a:p>
        </p:txBody>
      </p:sp>
      <p:sp>
        <p:nvSpPr>
          <p:cNvPr id="4" name="スライド番号プレースホルダー 3"/>
          <p:cNvSpPr>
            <a:spLocks noGrp="1"/>
          </p:cNvSpPr>
          <p:nvPr>
            <p:ph type="sldNum" sz="quarter" idx="5"/>
          </p:nvPr>
        </p:nvSpPr>
        <p:spPr/>
        <p:txBody>
          <a:bodyPr/>
          <a:lstStyle/>
          <a:p>
            <a:fld id="{CBBE445A-24B1-439D-911B-71989F7D6321}" type="slidenum">
              <a:rPr kumimoji="1" lang="ja-JP" altLang="en-US" smtClean="0"/>
              <a:t>11</a:t>
            </a:fld>
            <a:endParaRPr kumimoji="1" lang="ja-JP" altLang="en-US"/>
          </a:p>
        </p:txBody>
      </p:sp>
    </p:spTree>
    <p:extLst>
      <p:ext uri="{BB962C8B-B14F-4D97-AF65-F5344CB8AC3E}">
        <p14:creationId xmlns:p14="http://schemas.microsoft.com/office/powerpoint/2010/main" val="7144071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942CF8-FFAE-E414-B9C9-88DAF8A0766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5DE82FD-D855-44D4-A863-1DFC9FDD2B3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EDCC4BA-919B-E720-1125-3C6F5DDC872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t>I’d like to go through preparation phase in detail.</a:t>
            </a:r>
            <a:endParaRPr kumimoji="1" lang="ja-JP" altLang="en-US" dirty="0"/>
          </a:p>
        </p:txBody>
      </p:sp>
      <p:sp>
        <p:nvSpPr>
          <p:cNvPr id="4" name="スライド番号プレースホルダー 3">
            <a:extLst>
              <a:ext uri="{FF2B5EF4-FFF2-40B4-BE49-F238E27FC236}">
                <a16:creationId xmlns:a16="http://schemas.microsoft.com/office/drawing/2014/main" id="{815B18A4-2381-6A94-0F5D-5036ABD1845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BBE445A-24B1-439D-911B-71989F7D6321}"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5908560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In energy estimation, the weather model takes in location of the device, and the time period where energy is accumulated.</a:t>
            </a:r>
          </a:p>
          <a:p>
            <a:r>
              <a:rPr kumimoji="1" lang="en-US" altLang="ja-JP" dirty="0"/>
              <a:t>Weather model estimates the energy harvest over the next time period.</a:t>
            </a:r>
          </a:p>
          <a:p>
            <a:r>
              <a:rPr kumimoji="1" lang="en-US" altLang="ja-JP" dirty="0"/>
              <a:t>By taking the summation over time, total energy harvested is obtained.</a:t>
            </a:r>
          </a:p>
          <a:p>
            <a:endParaRPr kumimoji="1" lang="ja-JP" altLang="en-US" dirty="0"/>
          </a:p>
        </p:txBody>
      </p:sp>
      <p:sp>
        <p:nvSpPr>
          <p:cNvPr id="4" name="スライド番号プレースホルダー 3"/>
          <p:cNvSpPr>
            <a:spLocks noGrp="1"/>
          </p:cNvSpPr>
          <p:nvPr>
            <p:ph type="sldNum" sz="quarter" idx="5"/>
          </p:nvPr>
        </p:nvSpPr>
        <p:spPr/>
        <p:txBody>
          <a:bodyPr/>
          <a:lstStyle/>
          <a:p>
            <a:fld id="{CBBE445A-24B1-439D-911B-71989F7D6321}" type="slidenum">
              <a:rPr kumimoji="1" lang="ja-JP" altLang="en-US" smtClean="0"/>
              <a:t>13</a:t>
            </a:fld>
            <a:endParaRPr kumimoji="1" lang="ja-JP" altLang="en-US"/>
          </a:p>
        </p:txBody>
      </p:sp>
    </p:spTree>
    <p:extLst>
      <p:ext uri="{BB962C8B-B14F-4D97-AF65-F5344CB8AC3E}">
        <p14:creationId xmlns:p14="http://schemas.microsoft.com/office/powerpoint/2010/main" val="14290463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Here, we obtain the relation between parameters and training energy.</a:t>
            </a:r>
          </a:p>
          <a:p>
            <a:r>
              <a:rPr kumimoji="1" lang="en-US" altLang="ja-JP" dirty="0" err="1"/>
              <a:t>T_timestep</a:t>
            </a:r>
            <a:r>
              <a:rPr kumimoji="1" lang="en-US" altLang="ja-JP" dirty="0"/>
              <a:t> is number of timesteps, </a:t>
            </a:r>
            <a:r>
              <a:rPr kumimoji="1" lang="en-US" altLang="ja-JP" dirty="0" err="1"/>
              <a:t>N_neurons</a:t>
            </a:r>
            <a:r>
              <a:rPr kumimoji="1" lang="en-US" altLang="ja-JP" dirty="0"/>
              <a:t> is number of neurons, and </a:t>
            </a:r>
            <a:r>
              <a:rPr kumimoji="1" lang="en-US" altLang="ja-JP" dirty="0" err="1"/>
              <a:t>E_train</a:t>
            </a:r>
            <a:r>
              <a:rPr kumimoji="1" lang="en-US" altLang="ja-JP" dirty="0"/>
              <a:t> is the corresponding energy consumption.</a:t>
            </a:r>
          </a:p>
          <a:p>
            <a:r>
              <a:rPr kumimoji="1" lang="en-US" altLang="ja-JP" dirty="0"/>
              <a:t>a, b, c are the coefficients for the equations.</a:t>
            </a:r>
          </a:p>
          <a:p>
            <a:r>
              <a:rPr kumimoji="1" lang="en-US" altLang="ja-JP" dirty="0"/>
              <a:t>First, we collect data points while only changing the number of timesteps.</a:t>
            </a:r>
          </a:p>
          <a:p>
            <a:r>
              <a:rPr kumimoji="1" lang="en-US" altLang="ja-JP" dirty="0"/>
              <a:t>Based on the timesteps and training energy, this equation is derived as the relation between timesteps and energy is known to be linear.</a:t>
            </a:r>
          </a:p>
          <a:p>
            <a:r>
              <a:rPr kumimoji="1" lang="en-US" altLang="ja-JP" dirty="0"/>
              <a:t>Next, we collect data points while only changing the number of neurons.</a:t>
            </a:r>
          </a:p>
          <a:p>
            <a:r>
              <a:rPr kumimoji="1" lang="en-US" altLang="ja-JP" dirty="0"/>
              <a:t>Similarly, this equation is derived.</a:t>
            </a:r>
          </a:p>
          <a:p>
            <a:r>
              <a:rPr kumimoji="1" lang="en-US" altLang="ja-JP" dirty="0"/>
              <a:t>The relation between the number of neuron and energy is non-linear, because the energy consumption is also impacted by the activity level of each neuron.</a:t>
            </a:r>
          </a:p>
          <a:p>
            <a:endParaRPr kumimoji="1" lang="ja-JP" altLang="en-US" dirty="0"/>
          </a:p>
        </p:txBody>
      </p:sp>
      <p:sp>
        <p:nvSpPr>
          <p:cNvPr id="4" name="スライド番号プレースホルダー 3"/>
          <p:cNvSpPr>
            <a:spLocks noGrp="1"/>
          </p:cNvSpPr>
          <p:nvPr>
            <p:ph type="sldNum" sz="quarter" idx="5"/>
          </p:nvPr>
        </p:nvSpPr>
        <p:spPr/>
        <p:txBody>
          <a:bodyPr/>
          <a:lstStyle/>
          <a:p>
            <a:fld id="{CBBE445A-24B1-439D-911B-71989F7D6321}" type="slidenum">
              <a:rPr kumimoji="1" lang="ja-JP" altLang="en-US" smtClean="0"/>
              <a:t>14</a:t>
            </a:fld>
            <a:endParaRPr kumimoji="1" lang="ja-JP" altLang="en-US"/>
          </a:p>
        </p:txBody>
      </p:sp>
    </p:spTree>
    <p:extLst>
      <p:ext uri="{BB962C8B-B14F-4D97-AF65-F5344CB8AC3E}">
        <p14:creationId xmlns:p14="http://schemas.microsoft.com/office/powerpoint/2010/main" val="16883074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Here, we obtain the relation between parameters and inference energy.</a:t>
            </a:r>
          </a:p>
          <a:p>
            <a:r>
              <a:rPr kumimoji="1" lang="en-US" altLang="ja-JP" dirty="0"/>
              <a:t>Unlike for training, data points are collected while changing both the number of timesteps and neurons.</a:t>
            </a:r>
          </a:p>
          <a:p>
            <a:r>
              <a:rPr kumimoji="1" lang="en-US" altLang="ja-JP" dirty="0"/>
              <a:t>Then this general equation is derived.</a:t>
            </a:r>
          </a:p>
          <a:p>
            <a:r>
              <a:rPr kumimoji="1" lang="en-US" altLang="ja-JP" dirty="0"/>
              <a:t>The number of timesteps belongs to the linear term and the number of neuron belongs to non-linear term.</a:t>
            </a:r>
            <a:endParaRPr kumimoji="1" lang="ja-JP" altLang="en-US" dirty="0"/>
          </a:p>
        </p:txBody>
      </p:sp>
      <p:sp>
        <p:nvSpPr>
          <p:cNvPr id="4" name="スライド番号プレースホルダー 3"/>
          <p:cNvSpPr>
            <a:spLocks noGrp="1"/>
          </p:cNvSpPr>
          <p:nvPr>
            <p:ph type="sldNum" sz="quarter" idx="5"/>
          </p:nvPr>
        </p:nvSpPr>
        <p:spPr/>
        <p:txBody>
          <a:bodyPr/>
          <a:lstStyle/>
          <a:p>
            <a:fld id="{CBBE445A-24B1-439D-911B-71989F7D6321}" type="slidenum">
              <a:rPr kumimoji="1" lang="ja-JP" altLang="en-US" smtClean="0"/>
              <a:t>15</a:t>
            </a:fld>
            <a:endParaRPr kumimoji="1" lang="ja-JP" altLang="en-US"/>
          </a:p>
        </p:txBody>
      </p:sp>
    </p:spTree>
    <p:extLst>
      <p:ext uri="{BB962C8B-B14F-4D97-AF65-F5344CB8AC3E}">
        <p14:creationId xmlns:p14="http://schemas.microsoft.com/office/powerpoint/2010/main" val="30853348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BF3ADE-F073-ED76-5DAA-502E33FB64F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AE615B6-44E4-9F7F-A05E-BA52BFE1FD4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6EF2F01-C9F8-D210-28F1-6FD660CCF6D0}"/>
              </a:ext>
            </a:extLst>
          </p:cNvPr>
          <p:cNvSpPr>
            <a:spLocks noGrp="1"/>
          </p:cNvSpPr>
          <p:nvPr>
            <p:ph type="body" idx="1"/>
          </p:nvPr>
        </p:nvSpPr>
        <p:spPr/>
        <p:txBody>
          <a:bodyPr/>
          <a:lstStyle/>
          <a:p>
            <a:r>
              <a:rPr kumimoji="1" lang="en-US" altLang="ja-JP" dirty="0"/>
              <a:t>After obtaining the amount of energy to be harvested and the model parameter and consumption relations, the model parameters are adjusted, in order for it to run under the harvested energy.</a:t>
            </a:r>
          </a:p>
          <a:p>
            <a:r>
              <a:rPr kumimoji="1" lang="en-US" altLang="ja-JP" dirty="0"/>
              <a:t>First, I’ll explain configuration phase for training.</a:t>
            </a:r>
            <a:endParaRPr kumimoji="1" lang="ja-JP" altLang="en-US" dirty="0"/>
          </a:p>
          <a:p>
            <a:endParaRPr kumimoji="1" lang="ja-JP" altLang="en-US" dirty="0"/>
          </a:p>
        </p:txBody>
      </p:sp>
      <p:sp>
        <p:nvSpPr>
          <p:cNvPr id="4" name="スライド番号プレースホルダー 3">
            <a:extLst>
              <a:ext uri="{FF2B5EF4-FFF2-40B4-BE49-F238E27FC236}">
                <a16:creationId xmlns:a16="http://schemas.microsoft.com/office/drawing/2014/main" id="{8147E54A-7F7B-5B74-1A07-83D698657B9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BBE445A-24B1-439D-911B-71989F7D6321}"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31865888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F81069-848B-F415-01F0-E31FA2FD46B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D003CD3-A3E6-AE9A-56F2-7260C99F331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426C656-B27A-134B-D818-EE35F76B2FE8}"/>
              </a:ext>
            </a:extLst>
          </p:cNvPr>
          <p:cNvSpPr>
            <a:spLocks noGrp="1"/>
          </p:cNvSpPr>
          <p:nvPr>
            <p:ph type="body" idx="1"/>
          </p:nvPr>
        </p:nvSpPr>
        <p:spPr/>
        <p:txBody>
          <a:bodyPr/>
          <a:lstStyle/>
          <a:p>
            <a:r>
              <a:rPr kumimoji="1" lang="en-US" altLang="ja-JP" dirty="0"/>
              <a:t>In the configuration, we will reduce the energy consumption through reduction of timesteps, neurons, and reduction of training data.</a:t>
            </a:r>
          </a:p>
          <a:p>
            <a:r>
              <a:rPr kumimoji="1" lang="en-US" altLang="ja-JP" dirty="0"/>
              <a:t>Reduction of timesteps shortens the execution time, and reduction of neuron reduces the computation.</a:t>
            </a:r>
          </a:p>
          <a:p>
            <a:r>
              <a:rPr kumimoji="1" lang="en-US" altLang="ja-JP" dirty="0"/>
              <a:t>Reduction of training data also shortens the </a:t>
            </a:r>
            <a:r>
              <a:rPr kumimoji="1" lang="en-US" altLang="ja-JP"/>
              <a:t>execution time, </a:t>
            </a:r>
            <a:r>
              <a:rPr kumimoji="1" lang="en-US" altLang="ja-JP" dirty="0"/>
              <a:t>however, this is the last solution after both timesteps and neurons reduction fail to adapt </a:t>
            </a:r>
            <a:r>
              <a:rPr kumimoji="1" lang="en-US" altLang="ja-JP"/>
              <a:t>energy consumption.</a:t>
            </a:r>
            <a:endParaRPr kumimoji="1" lang="ja-JP" altLang="en-US" dirty="0"/>
          </a:p>
        </p:txBody>
      </p:sp>
      <p:sp>
        <p:nvSpPr>
          <p:cNvPr id="4" name="スライド番号プレースホルダー 3">
            <a:extLst>
              <a:ext uri="{FF2B5EF4-FFF2-40B4-BE49-F238E27FC236}">
                <a16:creationId xmlns:a16="http://schemas.microsoft.com/office/drawing/2014/main" id="{1CD0F44B-76A2-3217-FC64-8289FA7DB0F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BBE445A-24B1-439D-911B-71989F7D6321}"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31754256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The configuration for training starts with adjusting number of timesteps.</a:t>
            </a:r>
          </a:p>
          <a:p>
            <a:r>
              <a:rPr kumimoji="1" lang="en-US" altLang="ja-JP" dirty="0"/>
              <a:t>It is calculated by substituting the total energy harvested to the general equation we derived earlier.</a:t>
            </a:r>
          </a:p>
          <a:p>
            <a:r>
              <a:rPr kumimoji="1" lang="en-US" altLang="ja-JP" dirty="0" err="1"/>
              <a:t>T_timesteps</a:t>
            </a:r>
            <a:r>
              <a:rPr kumimoji="1" lang="en-US" altLang="ja-JP" dirty="0"/>
              <a:t> is the number of timesteps, </a:t>
            </a:r>
            <a:r>
              <a:rPr kumimoji="1" lang="en-US" altLang="ja-JP" dirty="0" err="1"/>
              <a:t>E_train</a:t>
            </a:r>
            <a:r>
              <a:rPr kumimoji="1" lang="en-US" altLang="ja-JP" dirty="0"/>
              <a:t> is the corresponding energy consumption, and a, b are the coefficients.</a:t>
            </a:r>
          </a:p>
          <a:p>
            <a:r>
              <a:rPr kumimoji="1" lang="en-US" altLang="ja-JP" dirty="0"/>
              <a:t>However, if the number of timesteps is too low, the performance drops significantly.</a:t>
            </a:r>
          </a:p>
          <a:p>
            <a:r>
              <a:rPr kumimoji="1" lang="en-US" altLang="ja-JP" dirty="0"/>
              <a:t>So, we define the lower bound.</a:t>
            </a:r>
          </a:p>
          <a:p>
            <a:r>
              <a:rPr kumimoji="1" lang="en-US" altLang="ja-JP" dirty="0"/>
              <a:t>If the calculated value is less than the lower bound, timesteps is fixed to the lower bound and we proceed to neurons adjustment.</a:t>
            </a:r>
          </a:p>
          <a:p>
            <a:r>
              <a:rPr kumimoji="1" lang="en-US" altLang="ja-JP" dirty="0"/>
              <a:t>Similarly, number of neurons is calculated by substituting the total energy harvested to the general equation.</a:t>
            </a:r>
          </a:p>
          <a:p>
            <a:r>
              <a:rPr kumimoji="1" lang="en-US" altLang="ja-JP" dirty="0" err="1"/>
              <a:t>N_neuron</a:t>
            </a:r>
            <a:r>
              <a:rPr kumimoji="1" lang="en-US" altLang="ja-JP" dirty="0"/>
              <a:t> is the number of neurons, and </a:t>
            </a:r>
            <a:r>
              <a:rPr kumimoji="1" lang="en-US" altLang="ja-JP" dirty="0" err="1"/>
              <a:t>E_train</a:t>
            </a:r>
            <a:r>
              <a:rPr kumimoji="1" lang="en-US" altLang="ja-JP" dirty="0"/>
              <a:t> is the corresponding energy consumption, a, b, c are the coefficients.</a:t>
            </a:r>
          </a:p>
        </p:txBody>
      </p:sp>
      <p:sp>
        <p:nvSpPr>
          <p:cNvPr id="4" name="スライド番号プレースホルダー 3"/>
          <p:cNvSpPr>
            <a:spLocks noGrp="1"/>
          </p:cNvSpPr>
          <p:nvPr>
            <p:ph type="sldNum" sz="quarter" idx="5"/>
          </p:nvPr>
        </p:nvSpPr>
        <p:spPr/>
        <p:txBody>
          <a:bodyPr/>
          <a:lstStyle/>
          <a:p>
            <a:fld id="{CBBE445A-24B1-439D-911B-71989F7D6321}" type="slidenum">
              <a:rPr kumimoji="1" lang="ja-JP" altLang="en-US" smtClean="0"/>
              <a:t>18</a:t>
            </a:fld>
            <a:endParaRPr kumimoji="1" lang="ja-JP" altLang="en-US"/>
          </a:p>
        </p:txBody>
      </p:sp>
    </p:spTree>
    <p:extLst>
      <p:ext uri="{BB962C8B-B14F-4D97-AF65-F5344CB8AC3E}">
        <p14:creationId xmlns:p14="http://schemas.microsoft.com/office/powerpoint/2010/main" val="283139844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For a severe energy constraint, timesteps and neurons adjustment are not sufficient.</a:t>
            </a:r>
          </a:p>
          <a:p>
            <a:r>
              <a:rPr kumimoji="1" lang="en-US" altLang="ja-JP" dirty="0"/>
              <a:t>In that case, we reduce the number of training data to further reduce the energy consumption.</a:t>
            </a:r>
          </a:p>
          <a:p>
            <a:r>
              <a:rPr kumimoji="1" lang="en-US" altLang="ja-JP" dirty="0"/>
              <a:t>Here, training data is proportional to the calculated number of neurons, and neurons are fixed to the lower bound.</a:t>
            </a:r>
            <a:endParaRPr kumimoji="1" lang="ja-JP" altLang="en-US" dirty="0"/>
          </a:p>
        </p:txBody>
      </p:sp>
      <p:sp>
        <p:nvSpPr>
          <p:cNvPr id="4" name="スライド番号プレースホルダー 3"/>
          <p:cNvSpPr>
            <a:spLocks noGrp="1"/>
          </p:cNvSpPr>
          <p:nvPr>
            <p:ph type="sldNum" sz="quarter" idx="5"/>
          </p:nvPr>
        </p:nvSpPr>
        <p:spPr/>
        <p:txBody>
          <a:bodyPr/>
          <a:lstStyle/>
          <a:p>
            <a:fld id="{CBBE445A-24B1-439D-911B-71989F7D6321}" type="slidenum">
              <a:rPr kumimoji="1" lang="ja-JP" altLang="en-US" smtClean="0"/>
              <a:t>19</a:t>
            </a:fld>
            <a:endParaRPr kumimoji="1" lang="ja-JP" altLang="en-US"/>
          </a:p>
        </p:txBody>
      </p:sp>
    </p:spTree>
    <p:extLst>
      <p:ext uri="{BB962C8B-B14F-4D97-AF65-F5344CB8AC3E}">
        <p14:creationId xmlns:p14="http://schemas.microsoft.com/office/powerpoint/2010/main" val="385092944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536778-2BFD-3AEC-B977-7F890C6CB0A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9DEDDD3-F37C-A956-B617-E312B95DDA7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39C2D72-AF01-B401-8E86-8D3BC2A76D60}"/>
              </a:ext>
            </a:extLst>
          </p:cNvPr>
          <p:cNvSpPr>
            <a:spLocks noGrp="1"/>
          </p:cNvSpPr>
          <p:nvPr>
            <p:ph type="body" idx="1"/>
          </p:nvPr>
        </p:nvSpPr>
        <p:spPr/>
        <p:txBody>
          <a:bodyPr/>
          <a:lstStyle/>
          <a:p>
            <a:r>
              <a:rPr kumimoji="1" lang="en-US" altLang="ja-JP" dirty="0"/>
              <a:t>Next, I’ll explain the configuration phase for inference.</a:t>
            </a:r>
            <a:endParaRPr kumimoji="1" lang="ja-JP" altLang="en-US" dirty="0"/>
          </a:p>
        </p:txBody>
      </p:sp>
      <p:sp>
        <p:nvSpPr>
          <p:cNvPr id="4" name="スライド番号プレースホルダー 3">
            <a:extLst>
              <a:ext uri="{FF2B5EF4-FFF2-40B4-BE49-F238E27FC236}">
                <a16:creationId xmlns:a16="http://schemas.microsoft.com/office/drawing/2014/main" id="{7600066F-6434-D56E-2706-2510151B25B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BBE445A-24B1-439D-911B-71989F7D6321}"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150346548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For inference, the numbers of neurons and timesteps are simultaneously calculated from the energy harvested.</a:t>
            </a:r>
          </a:p>
          <a:p>
            <a:r>
              <a:rPr kumimoji="1" lang="en-US" altLang="ja-JP" dirty="0"/>
              <a:t>E_(</a:t>
            </a:r>
            <a:r>
              <a:rPr kumimoji="1" lang="en-US" altLang="ja-JP" dirty="0" err="1"/>
              <a:t>N_neurons</a:t>
            </a:r>
            <a:r>
              <a:rPr kumimoji="1" lang="en-US" altLang="ja-JP" dirty="0"/>
              <a:t>, </a:t>
            </a:r>
            <a:r>
              <a:rPr kumimoji="1" lang="en-US" altLang="ja-JP" dirty="0" err="1"/>
              <a:t>T_timesteps</a:t>
            </a:r>
            <a:r>
              <a:rPr kumimoji="1" lang="en-US" altLang="ja-JP" dirty="0"/>
              <a:t>) is the energy consumption given </a:t>
            </a:r>
            <a:r>
              <a:rPr kumimoji="1" lang="en-US" altLang="ja-JP" dirty="0" err="1"/>
              <a:t>N_neurons</a:t>
            </a:r>
            <a:r>
              <a:rPr kumimoji="1" lang="en-US" altLang="ja-JP" dirty="0"/>
              <a:t> and </a:t>
            </a:r>
            <a:r>
              <a:rPr kumimoji="1" lang="en-US" altLang="ja-JP" dirty="0" err="1"/>
              <a:t>T_timesteps</a:t>
            </a:r>
            <a:r>
              <a:rPr kumimoji="1" lang="en-US" altLang="ja-JP" dirty="0"/>
              <a:t>, and a, b, c are the coefficients.</a:t>
            </a:r>
          </a:p>
          <a:p>
            <a:r>
              <a:rPr kumimoji="1" lang="en-US" altLang="ja-JP" dirty="0"/>
              <a:t>However, the energy harvested can not be directly substituted to this derived equation.</a:t>
            </a:r>
          </a:p>
          <a:p>
            <a:r>
              <a:rPr kumimoji="1" lang="en-US" altLang="ja-JP" dirty="0"/>
              <a:t>So, we perform Sequential-Least-Squares-Programming.</a:t>
            </a:r>
          </a:p>
          <a:p>
            <a:r>
              <a:rPr kumimoji="1" lang="en-US" altLang="ja-JP" dirty="0"/>
              <a:t>This optimization process minimized the difference between the harvested energy and energy consumption.</a:t>
            </a:r>
          </a:p>
          <a:p>
            <a:r>
              <a:rPr kumimoji="1" lang="en-US" altLang="ja-JP" dirty="0"/>
              <a:t>After the process, the numbers of timesteps and neurons are obtained.</a:t>
            </a:r>
            <a:endParaRPr kumimoji="1" lang="ja-JP" altLang="en-US" dirty="0"/>
          </a:p>
        </p:txBody>
      </p:sp>
      <p:sp>
        <p:nvSpPr>
          <p:cNvPr id="4" name="スライド番号プレースホルダー 3"/>
          <p:cNvSpPr>
            <a:spLocks noGrp="1"/>
          </p:cNvSpPr>
          <p:nvPr>
            <p:ph type="sldNum" sz="quarter" idx="5"/>
          </p:nvPr>
        </p:nvSpPr>
        <p:spPr/>
        <p:txBody>
          <a:bodyPr/>
          <a:lstStyle/>
          <a:p>
            <a:fld id="{CBBE445A-24B1-439D-911B-71989F7D6321}" type="slidenum">
              <a:rPr kumimoji="1" lang="ja-JP" altLang="en-US" smtClean="0"/>
              <a:t>21</a:t>
            </a:fld>
            <a:endParaRPr kumimoji="1" lang="ja-JP" altLang="en-US"/>
          </a:p>
        </p:txBody>
      </p:sp>
    </p:spTree>
    <p:extLst>
      <p:ext uri="{BB962C8B-B14F-4D97-AF65-F5344CB8AC3E}">
        <p14:creationId xmlns:p14="http://schemas.microsoft.com/office/powerpoint/2010/main" val="341404717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In adjusting number of neurons, we can not randomly remove neurons since the model is already trained.</a:t>
            </a:r>
          </a:p>
          <a:p>
            <a:r>
              <a:rPr kumimoji="1" lang="en-US" altLang="ja-JP" dirty="0"/>
              <a:t>So, we perform similarity-based neuron pruning.</a:t>
            </a:r>
          </a:p>
          <a:p>
            <a:r>
              <a:rPr kumimoji="1" lang="en-US" altLang="ja-JP" dirty="0"/>
              <a:t>It starts by measuring the distances for all the neuron pair.</a:t>
            </a:r>
          </a:p>
          <a:p>
            <a:r>
              <a:rPr kumimoji="1" lang="en-US" altLang="ja-JP" dirty="0"/>
              <a:t>Distance is defined by mean squared error.</a:t>
            </a:r>
          </a:p>
          <a:p>
            <a:r>
              <a:rPr kumimoji="1" lang="en-US" altLang="ja-JP" dirty="0"/>
              <a:t>Then the neuron pairs are sorted in order of small distance value.</a:t>
            </a:r>
          </a:p>
          <a:p>
            <a:r>
              <a:rPr kumimoji="1" lang="en-US" altLang="ja-JP" dirty="0"/>
              <a:t>Neuron pair with the lowest distance is considered to be the most similar.</a:t>
            </a:r>
          </a:p>
          <a:p>
            <a:r>
              <a:rPr kumimoji="1" lang="en-US" altLang="ja-JP" dirty="0"/>
              <a:t>To minimize the impact to the performance, one of the neurons in the most similar pair is pruned.</a:t>
            </a:r>
          </a:p>
          <a:p>
            <a:endParaRPr kumimoji="1" lang="ja-JP" altLang="en-US" dirty="0"/>
          </a:p>
        </p:txBody>
      </p:sp>
      <p:sp>
        <p:nvSpPr>
          <p:cNvPr id="4" name="スライド番号プレースホルダー 3"/>
          <p:cNvSpPr>
            <a:spLocks noGrp="1"/>
          </p:cNvSpPr>
          <p:nvPr>
            <p:ph type="sldNum" sz="quarter" idx="5"/>
          </p:nvPr>
        </p:nvSpPr>
        <p:spPr/>
        <p:txBody>
          <a:bodyPr/>
          <a:lstStyle/>
          <a:p>
            <a:fld id="{CBBE445A-24B1-439D-911B-71989F7D6321}" type="slidenum">
              <a:rPr kumimoji="1" lang="ja-JP" altLang="en-US" smtClean="0"/>
              <a:t>22</a:t>
            </a:fld>
            <a:endParaRPr kumimoji="1" lang="ja-JP" altLang="en-US"/>
          </a:p>
        </p:txBody>
      </p:sp>
    </p:spTree>
    <p:extLst>
      <p:ext uri="{BB962C8B-B14F-4D97-AF65-F5344CB8AC3E}">
        <p14:creationId xmlns:p14="http://schemas.microsoft.com/office/powerpoint/2010/main" val="279718661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Finally, the model is adjusted based on the calculated timesteps and neurons to be pruned.</a:t>
            </a:r>
            <a:endParaRPr kumimoji="1" lang="ja-JP" altLang="en-US" dirty="0"/>
          </a:p>
        </p:txBody>
      </p:sp>
      <p:sp>
        <p:nvSpPr>
          <p:cNvPr id="4" name="スライド番号プレースホルダー 3"/>
          <p:cNvSpPr>
            <a:spLocks noGrp="1"/>
          </p:cNvSpPr>
          <p:nvPr>
            <p:ph type="sldNum" sz="quarter" idx="5"/>
          </p:nvPr>
        </p:nvSpPr>
        <p:spPr/>
        <p:txBody>
          <a:bodyPr/>
          <a:lstStyle/>
          <a:p>
            <a:fld id="{CBBE445A-24B1-439D-911B-71989F7D6321}" type="slidenum">
              <a:rPr kumimoji="1" lang="ja-JP" altLang="en-US" smtClean="0"/>
              <a:t>23</a:t>
            </a:fld>
            <a:endParaRPr kumimoji="1" lang="ja-JP" altLang="en-US"/>
          </a:p>
        </p:txBody>
      </p:sp>
    </p:spTree>
    <p:extLst>
      <p:ext uri="{BB962C8B-B14F-4D97-AF65-F5344CB8AC3E}">
        <p14:creationId xmlns:p14="http://schemas.microsoft.com/office/powerpoint/2010/main" val="331056009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Next is the evaluation for the proposed framework.</a:t>
            </a:r>
            <a:endParaRPr kumimoji="1" lang="ja-JP" altLang="en-US" dirty="0"/>
          </a:p>
        </p:txBody>
      </p:sp>
      <p:sp>
        <p:nvSpPr>
          <p:cNvPr id="4" name="スライド番号プレースホルダー 3"/>
          <p:cNvSpPr>
            <a:spLocks noGrp="1"/>
          </p:cNvSpPr>
          <p:nvPr>
            <p:ph type="sldNum" sz="quarter" idx="5"/>
          </p:nvPr>
        </p:nvSpPr>
        <p:spPr/>
        <p:txBody>
          <a:bodyPr/>
          <a:lstStyle/>
          <a:p>
            <a:fld id="{CBBE445A-24B1-439D-911B-71989F7D6321}" type="slidenum">
              <a:rPr kumimoji="1" lang="ja-JP" altLang="en-US" smtClean="0"/>
              <a:t>24</a:t>
            </a:fld>
            <a:endParaRPr kumimoji="1" lang="ja-JP" altLang="en-US"/>
          </a:p>
        </p:txBody>
      </p:sp>
    </p:spTree>
    <p:extLst>
      <p:ext uri="{BB962C8B-B14F-4D97-AF65-F5344CB8AC3E}">
        <p14:creationId xmlns:p14="http://schemas.microsoft.com/office/powerpoint/2010/main" val="88441924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The framework is implemented in Python and </a:t>
            </a:r>
            <a:r>
              <a:rPr kumimoji="1" lang="en-US" altLang="ja-JP" dirty="0" err="1"/>
              <a:t>BindsNet</a:t>
            </a:r>
            <a:r>
              <a:rPr kumimoji="1" lang="en-US" altLang="ja-JP" dirty="0"/>
              <a:t> library.</a:t>
            </a:r>
          </a:p>
          <a:p>
            <a:r>
              <a:rPr kumimoji="1" lang="en-US" altLang="ja-JP" dirty="0"/>
              <a:t>Energy consumption is measured on Raspberry Pi 5.</a:t>
            </a:r>
          </a:p>
          <a:p>
            <a:r>
              <a:rPr kumimoji="1" lang="en-US" altLang="ja-JP" dirty="0"/>
              <a:t>Model Architecture is </a:t>
            </a:r>
            <a:r>
              <a:rPr lang="en-US" altLang="ja-JP" sz="1200" dirty="0">
                <a:solidFill>
                  <a:prstClr val="black"/>
                </a:solidFill>
                <a:latin typeface="Arial"/>
                <a:ea typeface="微软雅黑"/>
              </a:rPr>
              <a:t>Single Layer Feedforward with Lateral Inhibitory Signal.</a:t>
            </a:r>
          </a:p>
          <a:p>
            <a:r>
              <a:rPr lang="en-US" altLang="ja-JP" sz="1200" dirty="0">
                <a:solidFill>
                  <a:prstClr val="black"/>
                </a:solidFill>
                <a:latin typeface="Arial"/>
                <a:ea typeface="微软雅黑"/>
              </a:rPr>
              <a:t>Models were trained by STDP.</a:t>
            </a:r>
          </a:p>
          <a:p>
            <a:r>
              <a:rPr lang="en-US" altLang="ja-JP" sz="1200" dirty="0">
                <a:solidFill>
                  <a:prstClr val="black"/>
                </a:solidFill>
                <a:latin typeface="Arial"/>
                <a:ea typeface="微软雅黑"/>
              </a:rPr>
              <a:t>Weather and battery condition were simulated using open-source libraries.</a:t>
            </a:r>
          </a:p>
          <a:p>
            <a:r>
              <a:rPr lang="en-US" altLang="ja-JP" sz="1200" dirty="0">
                <a:solidFill>
                  <a:prstClr val="black"/>
                </a:solidFill>
                <a:latin typeface="Arial"/>
                <a:ea typeface="微软雅黑"/>
              </a:rPr>
              <a:t>Evaluation contains single model training, inference and Ensemble Learning, which is a common learning method to combine multiple models for better accuracy.</a:t>
            </a:r>
          </a:p>
        </p:txBody>
      </p:sp>
      <p:sp>
        <p:nvSpPr>
          <p:cNvPr id="4" name="スライド番号プレースホルダー 3"/>
          <p:cNvSpPr>
            <a:spLocks noGrp="1"/>
          </p:cNvSpPr>
          <p:nvPr>
            <p:ph type="sldNum" sz="quarter" idx="5"/>
          </p:nvPr>
        </p:nvSpPr>
        <p:spPr/>
        <p:txBody>
          <a:bodyPr/>
          <a:lstStyle/>
          <a:p>
            <a:fld id="{CBBE445A-24B1-439D-911B-71989F7D6321}" type="slidenum">
              <a:rPr kumimoji="1" lang="ja-JP" altLang="en-US" smtClean="0"/>
              <a:t>25</a:t>
            </a:fld>
            <a:endParaRPr kumimoji="1" lang="ja-JP" altLang="en-US"/>
          </a:p>
        </p:txBody>
      </p:sp>
    </p:spTree>
    <p:extLst>
      <p:ext uri="{BB962C8B-B14F-4D97-AF65-F5344CB8AC3E}">
        <p14:creationId xmlns:p14="http://schemas.microsoft.com/office/powerpoint/2010/main" val="314991403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This is the result for single 700-neuron model training under difference energy deficit cases.</a:t>
            </a:r>
          </a:p>
          <a:p>
            <a:r>
              <a:rPr kumimoji="1" lang="en-US" altLang="ja-JP" dirty="0"/>
              <a:t>The framework is adapting the energy consumption to the harvested energy while minimizing the wasted energy.</a:t>
            </a:r>
          </a:p>
          <a:p>
            <a:r>
              <a:rPr kumimoji="1" lang="en-US" altLang="ja-JP" dirty="0"/>
              <a:t>For a minor energy deficits up to 15%, which is typical deficit for sunny and cloudy condition, only the number of timesteps is adjusted and there is no major accuracy loss.</a:t>
            </a:r>
          </a:p>
          <a:p>
            <a:r>
              <a:rPr kumimoji="1" lang="en-US" altLang="ja-JP" dirty="0"/>
              <a:t>However, for a major energy deficit around 88% in rainy day or other severe conditions, the system needs to adjust both timesteps and neurons, and accuracy drops about 3%.</a:t>
            </a:r>
          </a:p>
        </p:txBody>
      </p:sp>
      <p:sp>
        <p:nvSpPr>
          <p:cNvPr id="4" name="スライド番号プレースホルダー 3"/>
          <p:cNvSpPr>
            <a:spLocks noGrp="1"/>
          </p:cNvSpPr>
          <p:nvPr>
            <p:ph type="sldNum" sz="quarter" idx="5"/>
          </p:nvPr>
        </p:nvSpPr>
        <p:spPr/>
        <p:txBody>
          <a:bodyPr/>
          <a:lstStyle/>
          <a:p>
            <a:fld id="{CBBE445A-24B1-439D-911B-71989F7D6321}" type="slidenum">
              <a:rPr kumimoji="1" lang="ja-JP" altLang="en-US" smtClean="0"/>
              <a:t>26</a:t>
            </a:fld>
            <a:endParaRPr kumimoji="1" lang="ja-JP" altLang="en-US"/>
          </a:p>
        </p:txBody>
      </p:sp>
    </p:spTree>
    <p:extLst>
      <p:ext uri="{BB962C8B-B14F-4D97-AF65-F5344CB8AC3E}">
        <p14:creationId xmlns:p14="http://schemas.microsoft.com/office/powerpoint/2010/main" val="405814437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This is the result for single 700-neuron model inference.</a:t>
            </a:r>
          </a:p>
          <a:p>
            <a:r>
              <a:rPr kumimoji="1" lang="en-US" altLang="ja-JP" dirty="0"/>
              <a:t>Unlike in training, both timesteps and neurons are adjusted at the same time.</a:t>
            </a:r>
          </a:p>
          <a:p>
            <a:r>
              <a:rPr kumimoji="1" lang="en-US" altLang="ja-JP" dirty="0"/>
              <a:t>Up to 85% deficit, there is no major accuracy loss, demonstrating the effectiveness of similarity-based neuron pruning combined with timestep adjustment.</a:t>
            </a:r>
            <a:endParaRPr kumimoji="1" lang="ja-JP" altLang="en-US" dirty="0"/>
          </a:p>
        </p:txBody>
      </p:sp>
      <p:sp>
        <p:nvSpPr>
          <p:cNvPr id="4" name="スライド番号プレースホルダー 3"/>
          <p:cNvSpPr>
            <a:spLocks noGrp="1"/>
          </p:cNvSpPr>
          <p:nvPr>
            <p:ph type="sldNum" sz="quarter" idx="5"/>
          </p:nvPr>
        </p:nvSpPr>
        <p:spPr/>
        <p:txBody>
          <a:bodyPr/>
          <a:lstStyle/>
          <a:p>
            <a:fld id="{CBBE445A-24B1-439D-911B-71989F7D6321}" type="slidenum">
              <a:rPr kumimoji="1" lang="ja-JP" altLang="en-US" smtClean="0"/>
              <a:t>27</a:t>
            </a:fld>
            <a:endParaRPr kumimoji="1" lang="ja-JP" altLang="en-US"/>
          </a:p>
        </p:txBody>
      </p:sp>
    </p:spTree>
    <p:extLst>
      <p:ext uri="{BB962C8B-B14F-4D97-AF65-F5344CB8AC3E}">
        <p14:creationId xmlns:p14="http://schemas.microsoft.com/office/powerpoint/2010/main" val="275527774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Next evaluation is for Ensemble Learning.</a:t>
            </a:r>
          </a:p>
          <a:p>
            <a:r>
              <a:rPr kumimoji="1" lang="en-US" altLang="ja-JP" dirty="0"/>
              <a:t>Here multiple node trains the model separately, and merged to one model once the training is complete.</a:t>
            </a:r>
          </a:p>
          <a:p>
            <a:r>
              <a:rPr kumimoji="1" lang="en-US" altLang="ja-JP" dirty="0"/>
              <a:t>For this evaluation, there are 10 nodes, 70 neurons per node.</a:t>
            </a:r>
            <a:endParaRPr kumimoji="1" lang="ja-JP" altLang="en-US" dirty="0"/>
          </a:p>
        </p:txBody>
      </p:sp>
      <p:sp>
        <p:nvSpPr>
          <p:cNvPr id="4" name="スライド番号プレースホルダー 3"/>
          <p:cNvSpPr>
            <a:spLocks noGrp="1"/>
          </p:cNvSpPr>
          <p:nvPr>
            <p:ph type="sldNum" sz="quarter" idx="5"/>
          </p:nvPr>
        </p:nvSpPr>
        <p:spPr/>
        <p:txBody>
          <a:bodyPr/>
          <a:lstStyle/>
          <a:p>
            <a:fld id="{CBBE445A-24B1-439D-911B-71989F7D6321}" type="slidenum">
              <a:rPr kumimoji="1" lang="ja-JP" altLang="en-US" smtClean="0"/>
              <a:t>28</a:t>
            </a:fld>
            <a:endParaRPr kumimoji="1" lang="ja-JP" altLang="en-US"/>
          </a:p>
        </p:txBody>
      </p:sp>
    </p:spTree>
    <p:extLst>
      <p:ext uri="{BB962C8B-B14F-4D97-AF65-F5344CB8AC3E}">
        <p14:creationId xmlns:p14="http://schemas.microsoft.com/office/powerpoint/2010/main" val="181465361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Each node was trained under different weather condition.</a:t>
            </a:r>
          </a:p>
          <a:p>
            <a:r>
              <a:rPr kumimoji="1" lang="en-US" altLang="ja-JP" dirty="0"/>
              <a:t>For the sunny condition no adjustment is necessary.</a:t>
            </a:r>
          </a:p>
          <a:p>
            <a:r>
              <a:rPr kumimoji="1" lang="en-US" altLang="ja-JP" dirty="0"/>
              <a:t>For the cloudy condition, only timesteps is adjusted.</a:t>
            </a:r>
          </a:p>
          <a:p>
            <a:r>
              <a:rPr kumimoji="1" lang="en-US" altLang="ja-JP" dirty="0"/>
              <a:t>For the rainy condition, all the numbers of timesteps, neurons, and training data needed to adjusted.</a:t>
            </a:r>
            <a:endParaRPr kumimoji="1" lang="ja-JP" altLang="en-US" dirty="0"/>
          </a:p>
        </p:txBody>
      </p:sp>
      <p:sp>
        <p:nvSpPr>
          <p:cNvPr id="4" name="スライド番号プレースホルダー 3"/>
          <p:cNvSpPr>
            <a:spLocks noGrp="1"/>
          </p:cNvSpPr>
          <p:nvPr>
            <p:ph type="sldNum" sz="quarter" idx="5"/>
          </p:nvPr>
        </p:nvSpPr>
        <p:spPr/>
        <p:txBody>
          <a:bodyPr/>
          <a:lstStyle/>
          <a:p>
            <a:fld id="{CBBE445A-24B1-439D-911B-71989F7D6321}" type="slidenum">
              <a:rPr kumimoji="1" lang="ja-JP" altLang="en-US" smtClean="0"/>
              <a:t>29</a:t>
            </a:fld>
            <a:endParaRPr kumimoji="1" lang="ja-JP" altLang="en-US"/>
          </a:p>
        </p:txBody>
      </p:sp>
    </p:spTree>
    <p:extLst>
      <p:ext uri="{BB962C8B-B14F-4D97-AF65-F5344CB8AC3E}">
        <p14:creationId xmlns:p14="http://schemas.microsoft.com/office/powerpoint/2010/main" val="389720360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This is the result for the merged node.</a:t>
            </a:r>
          </a:p>
          <a:p>
            <a:r>
              <a:rPr kumimoji="1" lang="en-US" altLang="ja-JP" dirty="0"/>
              <a:t>We can see the accuracy corresponds with the weather condition, with the highest accuracy for merging sunny nodes.</a:t>
            </a:r>
          </a:p>
          <a:p>
            <a:r>
              <a:rPr kumimoji="1" lang="en-US" altLang="ja-JP" dirty="0"/>
              <a:t>We also merged the nodes trained under different weather condition.</a:t>
            </a:r>
          </a:p>
          <a:p>
            <a:r>
              <a:rPr kumimoji="1" lang="en-US" altLang="ja-JP" dirty="0"/>
              <a:t>Here for instance, 3 sunny nodes and 7 rainy nodes are merged, resulting in lower accuracy.</a:t>
            </a:r>
          </a:p>
          <a:p>
            <a:r>
              <a:rPr kumimoji="1" lang="en-US" altLang="ja-JP" dirty="0"/>
              <a:t>However, simply excluding rainy nodes recovers accuracy.</a:t>
            </a:r>
          </a:p>
          <a:p>
            <a:r>
              <a:rPr kumimoji="1" lang="en-US" altLang="ja-JP" dirty="0"/>
              <a:t>The same trend can be observed for other mix cases.</a:t>
            </a:r>
          </a:p>
          <a:p>
            <a:r>
              <a:rPr kumimoji="1" lang="en-US" altLang="ja-JP" dirty="0"/>
              <a:t>So, for Ensemble Learning for Edge AI systems, excluding the model trained under poor condition can be considered for a better performance.</a:t>
            </a:r>
          </a:p>
          <a:p>
            <a:endParaRPr kumimoji="1" lang="ja-JP" altLang="en-US" dirty="0"/>
          </a:p>
        </p:txBody>
      </p:sp>
      <p:sp>
        <p:nvSpPr>
          <p:cNvPr id="4" name="スライド番号プレースホルダー 3"/>
          <p:cNvSpPr>
            <a:spLocks noGrp="1"/>
          </p:cNvSpPr>
          <p:nvPr>
            <p:ph type="sldNum" sz="quarter" idx="5"/>
          </p:nvPr>
        </p:nvSpPr>
        <p:spPr/>
        <p:txBody>
          <a:bodyPr/>
          <a:lstStyle/>
          <a:p>
            <a:fld id="{CBBE445A-24B1-439D-911B-71989F7D6321}" type="slidenum">
              <a:rPr kumimoji="1" lang="ja-JP" altLang="en-US" smtClean="0"/>
              <a:t>30</a:t>
            </a:fld>
            <a:endParaRPr kumimoji="1" lang="ja-JP" altLang="en-US"/>
          </a:p>
        </p:txBody>
      </p:sp>
    </p:spTree>
    <p:extLst>
      <p:ext uri="{BB962C8B-B14F-4D97-AF65-F5344CB8AC3E}">
        <p14:creationId xmlns:p14="http://schemas.microsoft.com/office/powerpoint/2010/main" val="409434448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I’d like to conclude the talk.</a:t>
            </a:r>
            <a:endParaRPr kumimoji="1" lang="ja-JP" altLang="en-US" dirty="0"/>
          </a:p>
        </p:txBody>
      </p:sp>
      <p:sp>
        <p:nvSpPr>
          <p:cNvPr id="4" name="スライド番号プレースホルダー 3"/>
          <p:cNvSpPr>
            <a:spLocks noGrp="1"/>
          </p:cNvSpPr>
          <p:nvPr>
            <p:ph type="sldNum" sz="quarter" idx="5"/>
          </p:nvPr>
        </p:nvSpPr>
        <p:spPr/>
        <p:txBody>
          <a:bodyPr/>
          <a:lstStyle/>
          <a:p>
            <a:fld id="{CBBE445A-24B1-439D-911B-71989F7D6321}" type="slidenum">
              <a:rPr kumimoji="1" lang="ja-JP" altLang="en-US" smtClean="0"/>
              <a:t>31</a:t>
            </a:fld>
            <a:endParaRPr kumimoji="1" lang="ja-JP" altLang="en-US"/>
          </a:p>
        </p:txBody>
      </p:sp>
    </p:spTree>
    <p:extLst>
      <p:ext uri="{BB962C8B-B14F-4D97-AF65-F5344CB8AC3E}">
        <p14:creationId xmlns:p14="http://schemas.microsoft.com/office/powerpoint/2010/main" val="115157224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err="1"/>
              <a:t>GreenMorph</a:t>
            </a:r>
            <a:r>
              <a:rPr kumimoji="1" lang="en-US" altLang="ja-JP" dirty="0"/>
              <a:t> framework offers reasonable AI performance under fluctuating energy supply by dynamically adapting energy consumption and model parameters.</a:t>
            </a:r>
          </a:p>
          <a:p>
            <a:r>
              <a:rPr kumimoji="1" lang="en-US" altLang="ja-JP" dirty="0"/>
              <a:t>The framework dynamically reduces SNN energy consumption up to 88.32% with minimal accuracy loss.</a:t>
            </a:r>
          </a:p>
          <a:p>
            <a:r>
              <a:rPr lang="en-US" altLang="ja-JP" sz="1200" dirty="0">
                <a:solidFill>
                  <a:prstClr val="black"/>
                </a:solidFill>
              </a:rPr>
              <a:t>For the future work, the framework will expand the parameter adjustment to hardware parameters such as voltage/frequency scaling for further energy reduction.</a:t>
            </a:r>
          </a:p>
          <a:p>
            <a:endParaRPr kumimoji="1" lang="ja-JP" altLang="en-US" dirty="0"/>
          </a:p>
        </p:txBody>
      </p:sp>
      <p:sp>
        <p:nvSpPr>
          <p:cNvPr id="4" name="スライド番号プレースホルダー 3"/>
          <p:cNvSpPr>
            <a:spLocks noGrp="1"/>
          </p:cNvSpPr>
          <p:nvPr>
            <p:ph type="sldNum" sz="quarter" idx="5"/>
          </p:nvPr>
        </p:nvSpPr>
        <p:spPr/>
        <p:txBody>
          <a:bodyPr/>
          <a:lstStyle/>
          <a:p>
            <a:fld id="{CBBE445A-24B1-439D-911B-71989F7D6321}" type="slidenum">
              <a:rPr kumimoji="1" lang="ja-JP" altLang="en-US" smtClean="0"/>
              <a:t>32</a:t>
            </a:fld>
            <a:endParaRPr kumimoji="1" lang="ja-JP" altLang="en-US"/>
          </a:p>
        </p:txBody>
      </p:sp>
    </p:spTree>
    <p:extLst>
      <p:ext uri="{BB962C8B-B14F-4D97-AF65-F5344CB8AC3E}">
        <p14:creationId xmlns:p14="http://schemas.microsoft.com/office/powerpoint/2010/main" val="53206735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Here are the references.</a:t>
            </a:r>
            <a:endParaRPr kumimoji="1" lang="ja-JP" altLang="en-US" dirty="0"/>
          </a:p>
        </p:txBody>
      </p:sp>
      <p:sp>
        <p:nvSpPr>
          <p:cNvPr id="4" name="スライド番号プレースホルダー 3"/>
          <p:cNvSpPr>
            <a:spLocks noGrp="1"/>
          </p:cNvSpPr>
          <p:nvPr>
            <p:ph type="sldNum" sz="quarter" idx="5"/>
          </p:nvPr>
        </p:nvSpPr>
        <p:spPr/>
        <p:txBody>
          <a:bodyPr/>
          <a:lstStyle/>
          <a:p>
            <a:fld id="{CBBE445A-24B1-439D-911B-71989F7D6321}" type="slidenum">
              <a:rPr kumimoji="1" lang="ja-JP" altLang="en-US" smtClean="0"/>
              <a:t>33</a:t>
            </a:fld>
            <a:endParaRPr kumimoji="1" lang="ja-JP" altLang="en-US"/>
          </a:p>
        </p:txBody>
      </p:sp>
    </p:spTree>
    <p:extLst>
      <p:ext uri="{BB962C8B-B14F-4D97-AF65-F5344CB8AC3E}">
        <p14:creationId xmlns:p14="http://schemas.microsoft.com/office/powerpoint/2010/main" val="199732094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slideMaster" Target="../slideMasters/slideMaster1.xml"/><Relationship Id="rId5" Type="http://schemas.openxmlformats.org/officeDocument/2006/relationships/tags" Target="../tags/tag11.xml"/><Relationship Id="rId4" Type="http://schemas.openxmlformats.org/officeDocument/2006/relationships/tags" Target="../tags/tag10.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slideMaster" Target="../slideMasters/slideMaster1.xml"/><Relationship Id="rId5" Type="http://schemas.openxmlformats.org/officeDocument/2006/relationships/tags" Target="../tags/tag16.xml"/><Relationship Id="rId4" Type="http://schemas.openxmlformats.org/officeDocument/2006/relationships/tags" Target="../tags/tag15.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slideMaster" Target="../slideMasters/slideMaster1.xml"/><Relationship Id="rId5" Type="http://schemas.openxmlformats.org/officeDocument/2006/relationships/tags" Target="../tags/tag21.xml"/><Relationship Id="rId4" Type="http://schemas.openxmlformats.org/officeDocument/2006/relationships/tags" Target="../tags/tag20.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24.xml"/><Relationship Id="rId7" Type="http://schemas.openxmlformats.org/officeDocument/2006/relationships/slideMaster" Target="../slideMasters/slideMaster1.xml"/><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tags" Target="../tags/tag27.xml"/><Relationship Id="rId5" Type="http://schemas.openxmlformats.org/officeDocument/2006/relationships/tags" Target="../tags/tag26.xml"/><Relationship Id="rId4" Type="http://schemas.openxmlformats.org/officeDocument/2006/relationships/tags" Target="../tags/tag25.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35.xml"/><Relationship Id="rId3" Type="http://schemas.openxmlformats.org/officeDocument/2006/relationships/tags" Target="../tags/tag30.xml"/><Relationship Id="rId7" Type="http://schemas.openxmlformats.org/officeDocument/2006/relationships/tags" Target="../tags/tag34.xml"/><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tags" Target="../tags/tag33.xml"/><Relationship Id="rId5" Type="http://schemas.openxmlformats.org/officeDocument/2006/relationships/tags" Target="../tags/tag32.xml"/><Relationship Id="rId4" Type="http://schemas.openxmlformats.org/officeDocument/2006/relationships/tags" Target="../tags/tag31.xml"/><Relationship Id="rId9"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tags" Target="../tags/tag36.xml"/><Relationship Id="rId5" Type="http://schemas.openxmlformats.org/officeDocument/2006/relationships/slideMaster" Target="../slideMasters/slideMaster1.xml"/><Relationship Id="rId4" Type="http://schemas.openxmlformats.org/officeDocument/2006/relationships/tags" Target="../tags/tag39.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42.xml"/><Relationship Id="rId2" Type="http://schemas.openxmlformats.org/officeDocument/2006/relationships/tags" Target="../tags/tag41.xml"/><Relationship Id="rId1" Type="http://schemas.openxmlformats.org/officeDocument/2006/relationships/tags" Target="../tags/tag40.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45.xml"/><Relationship Id="rId7" Type="http://schemas.openxmlformats.org/officeDocument/2006/relationships/slideMaster" Target="../slideMasters/slideMaster1.xml"/><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tags" Target="../tags/tag48.xml"/><Relationship Id="rId5" Type="http://schemas.openxmlformats.org/officeDocument/2006/relationships/tags" Target="../tags/tag47.xml"/><Relationship Id="rId4" Type="http://schemas.openxmlformats.org/officeDocument/2006/relationships/tags" Target="../tags/tag46.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tags" Target="../tags/tag49.xml"/><Relationship Id="rId6" Type="http://schemas.openxmlformats.org/officeDocument/2006/relationships/slideMaster" Target="../slideMasters/slideMaster1.xml"/><Relationship Id="rId5" Type="http://schemas.openxmlformats.org/officeDocument/2006/relationships/tags" Target="../tags/tag53.xml"/><Relationship Id="rId4" Type="http://schemas.openxmlformats.org/officeDocument/2006/relationships/tags" Target="../tags/tag52.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56.xml"/><Relationship Id="rId2" Type="http://schemas.openxmlformats.org/officeDocument/2006/relationships/tags" Target="../tags/tag55.xml"/><Relationship Id="rId1" Type="http://schemas.openxmlformats.org/officeDocument/2006/relationships/tags" Target="../tags/tag54.xml"/><Relationship Id="rId5" Type="http://schemas.openxmlformats.org/officeDocument/2006/relationships/slideMaster" Target="../slideMasters/slideMaster1.xml"/><Relationship Id="rId4" Type="http://schemas.openxmlformats.org/officeDocument/2006/relationships/tags" Target="../tags/tag57.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60.xml"/><Relationship Id="rId2" Type="http://schemas.openxmlformats.org/officeDocument/2006/relationships/tags" Target="../tags/tag59.xml"/><Relationship Id="rId1" Type="http://schemas.openxmlformats.org/officeDocument/2006/relationships/tags" Target="../tags/tag58.xml"/><Relationship Id="rId6" Type="http://schemas.openxmlformats.org/officeDocument/2006/relationships/slideMaster" Target="../slideMasters/slideMaster1.xml"/><Relationship Id="rId5" Type="http://schemas.openxmlformats.org/officeDocument/2006/relationships/tags" Target="../tags/tag62.xml"/><Relationship Id="rId4" Type="http://schemas.openxmlformats.org/officeDocument/2006/relationships/tags" Target="../tags/tag6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p>
        </p:txBody>
      </p:sp>
      <p:sp>
        <p:nvSpPr>
          <p:cNvPr id="3" name="副标题 2"/>
          <p:cNvSpPr>
            <a:spLocks noGrp="1"/>
          </p:cNvSpPr>
          <p:nvPr>
            <p:ph type="subTitle" idx="1"/>
            <p:custDataLst>
              <p:tags r:id="rId2"/>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sp>
        <p:nvSpPr>
          <p:cNvPr id="16" name="日期占位符 15"/>
          <p:cNvSpPr>
            <a:spLocks noGrp="1"/>
          </p:cNvSpPr>
          <p:nvPr>
            <p:ph type="dt" sz="half" idx="10"/>
            <p:custDataLst>
              <p:tags r:id="rId3"/>
            </p:custDataLst>
          </p:nvPr>
        </p:nvSpPr>
        <p:spPr/>
        <p:txBody>
          <a:bodyPr/>
          <a:lstStyle/>
          <a:p>
            <a:fld id="{45DBD70D-A7E3-4B70-B808-15853B07BDD6}" type="datetime1">
              <a:rPr lang="zh-CN" altLang="en-US" smtClean="0"/>
              <a:t>2026/5/24</a:t>
            </a:fld>
            <a:endParaRPr lang="zh-CN" altLang="en-US"/>
          </a:p>
        </p:txBody>
      </p:sp>
      <p:sp>
        <p:nvSpPr>
          <p:cNvPr id="17" name="页脚占位符 16"/>
          <p:cNvSpPr>
            <a:spLocks noGrp="1"/>
          </p:cNvSpPr>
          <p:nvPr>
            <p:ph type="ftr" sz="quarter" idx="11"/>
            <p:custDataLst>
              <p:tags r:id="rId4"/>
            </p:custDataLst>
          </p:nvPr>
        </p:nvSpPr>
        <p:spPr/>
        <p:txBody>
          <a:bodyPr/>
          <a:lstStyle/>
          <a:p>
            <a:endParaRPr lang="zh-CN" altLang="en-US" dirty="0"/>
          </a:p>
        </p:txBody>
      </p:sp>
      <p:sp>
        <p:nvSpPr>
          <p:cNvPr id="18" name="灯片编号占位符 17"/>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内容占位符 2"/>
          <p:cNvSpPr>
            <a:spLocks noGrp="1"/>
          </p:cNvSpPr>
          <p:nvPr>
            <p:ph idx="1"/>
            <p:custDataLst>
              <p:tags r:id="rId2"/>
            </p:custDataLst>
          </p:nvPr>
        </p:nvSpPr>
        <p:spPr>
          <a:xfrm>
            <a:off x="608400" y="1490400"/>
            <a:ext cx="10969200" cy="4759200"/>
          </a:xfrm>
        </p:spPr>
        <p:txBody>
          <a:bodyPr vert="horz" lIns="90000" tIns="46800" rIns="9000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custDataLst>
              <p:tags r:id="rId3"/>
            </p:custDataLst>
          </p:nvPr>
        </p:nvSpPr>
        <p:spPr/>
        <p:txBody>
          <a:bodyPr/>
          <a:lstStyle/>
          <a:p>
            <a:fld id="{38B9CAD0-89F7-4D89-B8C5-8109D403F739}" type="datetime1">
              <a:rPr lang="zh-CN" altLang="en-US" smtClean="0"/>
              <a:t>2026/5/24</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p>
        </p:txBody>
      </p:sp>
      <p:sp>
        <p:nvSpPr>
          <p:cNvPr id="3" name="文本占位符 2"/>
          <p:cNvSpPr>
            <a:spLocks noGrp="1"/>
          </p:cNvSpPr>
          <p:nvPr>
            <p:ph type="body" idx="1" hasCustomPrompt="1"/>
            <p:custDataLst>
              <p:tags r:id="rId2"/>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p>
        </p:txBody>
      </p:sp>
      <p:sp>
        <p:nvSpPr>
          <p:cNvPr id="4" name="日期占位符 3"/>
          <p:cNvSpPr>
            <a:spLocks noGrp="1"/>
          </p:cNvSpPr>
          <p:nvPr>
            <p:ph type="dt" sz="half" idx="10"/>
            <p:custDataLst>
              <p:tags r:id="rId3"/>
            </p:custDataLst>
          </p:nvPr>
        </p:nvSpPr>
        <p:spPr/>
        <p:txBody>
          <a:bodyPr/>
          <a:lstStyle/>
          <a:p>
            <a:fld id="{67E28E1C-72CC-400B-9B9A-9ACF7BA32FCE}" type="datetime1">
              <a:rPr lang="zh-CN" altLang="en-US" smtClean="0"/>
              <a:t>2026/5/24</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内容占位符 2"/>
          <p:cNvSpPr>
            <a:spLocks noGrp="1"/>
          </p:cNvSpPr>
          <p:nvPr>
            <p:ph sz="half" idx="1"/>
            <p:custDataLst>
              <p:tags r:id="rId2"/>
            </p:custDataLst>
          </p:nvPr>
        </p:nvSpPr>
        <p:spPr>
          <a:xfrm>
            <a:off x="608400" y="1501200"/>
            <a:ext cx="5176800" cy="4748400"/>
          </a:xfrm>
        </p:spPr>
        <p:txBody>
          <a:bodyPr vert="horz" lIns="90000" tIns="46800" rIns="9000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custDataLst>
              <p:tags r:id="rId3"/>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p:txBody>
          <a:bodyPr/>
          <a:lstStyle/>
          <a:p>
            <a:fld id="{F07C91F0-06D2-4E73-83CD-AC9DC02A51BC}" type="datetime1">
              <a:rPr lang="zh-CN" altLang="en-US" smtClean="0"/>
              <a:t>2026/5/24</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文本占位符 2"/>
          <p:cNvSpPr>
            <a:spLocks noGrp="1"/>
          </p:cNvSpPr>
          <p:nvPr>
            <p:ph type="body" idx="1" hasCustomPrompt="1"/>
            <p:custDataLst>
              <p:tags r:id="rId2"/>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3"/>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custDataLst>
              <p:tags r:id="rId4"/>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p>
        </p:txBody>
      </p:sp>
      <p:sp>
        <p:nvSpPr>
          <p:cNvPr id="6" name="内容占位符 5"/>
          <p:cNvSpPr>
            <a:spLocks noGrp="1"/>
          </p:cNvSpPr>
          <p:nvPr>
            <p:ph sz="quarter" idx="4"/>
            <p:custDataLst>
              <p:tags r:id="rId5"/>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custDataLst>
              <p:tags r:id="rId6"/>
            </p:custDataLst>
          </p:nvPr>
        </p:nvSpPr>
        <p:spPr/>
        <p:txBody>
          <a:bodyPr/>
          <a:lstStyle/>
          <a:p>
            <a:fld id="{3977BD07-2DCB-4839-836E-1CD65CA844FD}" type="datetime1">
              <a:rPr lang="zh-CN" altLang="en-US" smtClean="0"/>
              <a:t>2026/5/24</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日期占位符 2"/>
          <p:cNvSpPr>
            <a:spLocks noGrp="1"/>
          </p:cNvSpPr>
          <p:nvPr>
            <p:ph type="dt" sz="half" idx="10"/>
            <p:custDataLst>
              <p:tags r:id="rId2"/>
            </p:custDataLst>
          </p:nvPr>
        </p:nvSpPr>
        <p:spPr/>
        <p:txBody>
          <a:bodyPr/>
          <a:lstStyle/>
          <a:p>
            <a:fld id="{1C928897-9F5B-4643-88F6-45225B7EE8B1}" type="datetime1">
              <a:rPr lang="zh-CN" altLang="en-US" smtClean="0"/>
              <a:t>2026/5/24</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18D946D6-F567-441B-A00A-D12A6B87B9E9}" type="datetime1">
              <a:rPr lang="zh-CN" altLang="en-US" smtClean="0"/>
              <a:t>2026/5/24</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1"/>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2"/>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a:t>单击此处编辑母版文本样式</a:t>
            </a:r>
          </a:p>
        </p:txBody>
      </p:sp>
      <p:sp>
        <p:nvSpPr>
          <p:cNvPr id="5" name="日期占位符 4"/>
          <p:cNvSpPr>
            <a:spLocks noGrp="1"/>
          </p:cNvSpPr>
          <p:nvPr>
            <p:ph type="dt" sz="half" idx="10"/>
            <p:custDataLst>
              <p:tags r:id="rId3"/>
            </p:custDataLst>
          </p:nvPr>
        </p:nvSpPr>
        <p:spPr/>
        <p:txBody>
          <a:bodyPr/>
          <a:lstStyle/>
          <a:p>
            <a:fld id="{F1AC490E-5155-44BE-8B1B-8C62F211A5F7}" type="datetime1">
              <a:rPr lang="zh-CN" altLang="en-US" smtClean="0"/>
              <a:t>2026/5/24</a:t>
            </a:fld>
            <a:endParaRPr lang="zh-CN" altLang="en-US" dirty="0"/>
          </a:p>
        </p:txBody>
      </p:sp>
      <p:sp>
        <p:nvSpPr>
          <p:cNvPr id="6" name="页脚占位符 5"/>
          <p:cNvSpPr>
            <a:spLocks noGrp="1"/>
          </p:cNvSpPr>
          <p:nvPr>
            <p:ph type="ftr" sz="quarter" idx="11"/>
            <p:custDataLst>
              <p:tags r:id="rId4"/>
            </p:custDataLst>
          </p:nvPr>
        </p:nvSpPr>
        <p:spPr/>
        <p:txBody>
          <a:bodyPr/>
          <a:lstStyle/>
          <a:p>
            <a:endParaRPr lang="zh-CN" altLang="en-US" dirty="0"/>
          </a:p>
        </p:txBody>
      </p:sp>
      <p:sp>
        <p:nvSpPr>
          <p:cNvPr id="7" name="灯片编号占位符 6"/>
          <p:cNvSpPr>
            <a:spLocks noGrp="1"/>
          </p:cNvSpPr>
          <p:nvPr>
            <p:ph type="sldNum" sz="quarter" idx="12"/>
            <p:custDataLst>
              <p:tags r:id="rId5"/>
            </p:custDataLst>
          </p:nvPr>
        </p:nvSpPr>
        <p:spPr/>
        <p:txBody>
          <a:bodyPr/>
          <a:lstStyle/>
          <a:p>
            <a:fld id="{FABC47A4-756D-490B-A52F-7D9E2C9FC05F}" type="slidenum">
              <a:rPr lang="zh-CN" altLang="en-US" smtClean="0"/>
              <a:t>‹#›</a:t>
            </a:fld>
            <a:endParaRPr lang="zh-CN" altLang="en-US"/>
          </a:p>
        </p:txBody>
      </p:sp>
      <p:sp>
        <p:nvSpPr>
          <p:cNvPr id="9" name="标题 8"/>
          <p:cNvSpPr>
            <a:spLocks noGrp="1"/>
          </p:cNvSpPr>
          <p:nvPr>
            <p:ph type="title"/>
            <p:custDataLst>
              <p:tags r:id="rId6"/>
            </p:custDataLst>
          </p:nvPr>
        </p:nvSpPr>
        <p:spPr/>
        <p:txBody>
          <a:bodyPr/>
          <a:lstStyle/>
          <a:p>
            <a:r>
              <a:rPr lang="zh-CN" altLang="en-US"/>
              <a:t>单击此处编辑母版标题样式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1"/>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a:t>单击此处编辑标题</a:t>
            </a:r>
          </a:p>
        </p:txBody>
      </p:sp>
      <p:sp>
        <p:nvSpPr>
          <p:cNvPr id="3" name="竖排文字占位符 2"/>
          <p:cNvSpPr>
            <a:spLocks noGrp="1"/>
          </p:cNvSpPr>
          <p:nvPr>
            <p:ph type="body" orient="vert" idx="1"/>
            <p:custDataLst>
              <p:tags r:id="rId2"/>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p:txBody>
          <a:bodyPr/>
          <a:lstStyle/>
          <a:p>
            <a:fld id="{A625E3E9-002D-4CAC-B72B-782A9927AE57}" type="datetime1">
              <a:rPr lang="zh-CN" altLang="en-US" smtClean="0"/>
              <a:t>2026/5/24</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BC662F98-C2AC-4F56-8640-137678F4A1EE}" type="datetime1">
              <a:rPr lang="zh-CN" altLang="en-US" smtClean="0"/>
              <a:t>2026/5/24</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608400" y="774000"/>
            <a:ext cx="10972800" cy="5482800"/>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93A74897-08DE-485B-A017-6DA266583D11}" type="datetime1">
              <a:rPr lang="zh-CN" altLang="en-US" smtClean="0"/>
              <a:t>2026/5/24</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2" name="标题 1"/>
          <p:cNvSpPr>
            <a:spLocks noGrp="1"/>
          </p:cNvSpPr>
          <p:nvPr>
            <p:ph type="title" hasCustomPrompt="1"/>
            <p:custDataLst>
              <p:tags r:id="rId4"/>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a:t>单击此处编辑标题</a:t>
            </a:r>
          </a:p>
        </p:txBody>
      </p:sp>
      <p:sp>
        <p:nvSpPr>
          <p:cNvPr id="7" name="文本占位符 6"/>
          <p:cNvSpPr>
            <a:spLocks noGrp="1"/>
          </p:cNvSpPr>
          <p:nvPr>
            <p:ph type="body" sz="quarter" idx="13"/>
            <p:custDataLst>
              <p:tags r:id="rId5"/>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1.xml"/><Relationship Id="rId18" Type="http://schemas.openxmlformats.org/officeDocument/2006/relationships/tags" Target="../tags/tag6.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tags" Target="../tags/tag5.xml"/><Relationship Id="rId2" Type="http://schemas.openxmlformats.org/officeDocument/2006/relationships/slideLayout" Target="../slideLayouts/slideLayout2.xml"/><Relationship Id="rId16" Type="http://schemas.openxmlformats.org/officeDocument/2006/relationships/tags" Target="../tags/tag4.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3.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4"/>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15"/>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16"/>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5D02FC76-3134-4148-8FCA-1AA80B3CC91D}" type="datetime1">
              <a:rPr lang="zh-CN" altLang="en-US" smtClean="0"/>
              <a:t>2026/5/24</a:t>
            </a:fld>
            <a:endParaRPr lang="zh-CN" altLang="en-US"/>
          </a:p>
        </p:txBody>
      </p:sp>
      <p:sp>
        <p:nvSpPr>
          <p:cNvPr id="5" name="页脚占位符 4"/>
          <p:cNvSpPr>
            <a:spLocks noGrp="1"/>
          </p:cNvSpPr>
          <p:nvPr>
            <p:ph type="ftr" sz="quarter" idx="3"/>
            <p:custDataLst>
              <p:tags r:id="rId17"/>
            </p:custDataLst>
          </p:nvPr>
        </p:nvSpPr>
        <p:spPr>
          <a:xfrm>
            <a:off x="7617600" y="6324881"/>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8"/>
            </p:custDataLst>
          </p:nvPr>
        </p:nvSpPr>
        <p:spPr>
          <a:xfrm>
            <a:off x="3506947" y="6324881"/>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t>‹#›</a:t>
            </a:fld>
            <a:endParaRPr lang="zh-CN" altLang="en-US" dirty="0"/>
          </a:p>
        </p:txBody>
      </p:sp>
    </p:spTree>
    <p:custDataLst>
      <p:tags r:id="rId13"/>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65.xml"/><Relationship Id="rId7" Type="http://schemas.openxmlformats.org/officeDocument/2006/relationships/image" Target="../media/image2.png"/><Relationship Id="rId2" Type="http://schemas.openxmlformats.org/officeDocument/2006/relationships/tags" Target="../tags/tag64.xml"/><Relationship Id="rId1" Type="http://schemas.openxmlformats.org/officeDocument/2006/relationships/tags" Target="../tags/tag63.xml"/><Relationship Id="rId6" Type="http://schemas.openxmlformats.org/officeDocument/2006/relationships/image" Target="../media/image1.jpeg"/><Relationship Id="rId5" Type="http://schemas.openxmlformats.org/officeDocument/2006/relationships/notesSlide" Target="../notesSlides/notesSlide1.xml"/><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66.xml"/><Relationship Id="rId5" Type="http://schemas.openxmlformats.org/officeDocument/2006/relationships/image" Target="../media/image4.png"/><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67.xml"/><Relationship Id="rId5" Type="http://schemas.openxmlformats.org/officeDocument/2006/relationships/image" Target="../media/image4.png"/><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68.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jpe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9.xml"/><Relationship Id="rId5" Type="http://schemas.openxmlformats.org/officeDocument/2006/relationships/image" Target="../media/image4.png"/><Relationship Id="rId4" Type="http://schemas.openxmlformats.org/officeDocument/2006/relationships/image" Target="../media/image3.jpe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0.xml"/><Relationship Id="rId5" Type="http://schemas.openxmlformats.org/officeDocument/2006/relationships/image" Target="../media/image4.png"/><Relationship Id="rId4" Type="http://schemas.openxmlformats.org/officeDocument/2006/relationships/image" Target="../media/image3.jpeg"/></Relationships>
</file>

<file path=ppt/slides/_rels/slide7.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3.png"/><Relationship Id="rId18" Type="http://schemas.openxmlformats.org/officeDocument/2006/relationships/image" Target="../media/image18.png"/><Relationship Id="rId3" Type="http://schemas.openxmlformats.org/officeDocument/2006/relationships/notesSlide" Target="../notesSlides/notesSlide7.xml"/><Relationship Id="rId7" Type="http://schemas.openxmlformats.org/officeDocument/2006/relationships/image" Target="../media/image8.png"/><Relationship Id="rId12" Type="http://schemas.openxmlformats.org/officeDocument/2006/relationships/image" Target="../media/image12.png"/><Relationship Id="rId17" Type="http://schemas.openxmlformats.org/officeDocument/2006/relationships/image" Target="../media/image17.png"/><Relationship Id="rId2" Type="http://schemas.openxmlformats.org/officeDocument/2006/relationships/slideLayout" Target="../slideLayouts/slideLayout2.xml"/><Relationship Id="rId16" Type="http://schemas.openxmlformats.org/officeDocument/2006/relationships/image" Target="../media/image16.png"/><Relationship Id="rId1" Type="http://schemas.openxmlformats.org/officeDocument/2006/relationships/tags" Target="../tags/tag71.xml"/><Relationship Id="rId6" Type="http://schemas.openxmlformats.org/officeDocument/2006/relationships/image" Target="../media/image7.png"/><Relationship Id="rId11" Type="http://schemas.openxmlformats.org/officeDocument/2006/relationships/image" Target="../media/image4.png"/><Relationship Id="rId5" Type="http://schemas.openxmlformats.org/officeDocument/2006/relationships/image" Target="../media/image6.png"/><Relationship Id="rId15" Type="http://schemas.openxmlformats.org/officeDocument/2006/relationships/image" Target="../media/image15.png"/><Relationship Id="rId10" Type="http://schemas.openxmlformats.org/officeDocument/2006/relationships/image" Target="../media/image11.png"/><Relationship Id="rId4" Type="http://schemas.openxmlformats.org/officeDocument/2006/relationships/image" Target="../media/image3.jpeg"/><Relationship Id="rId9" Type="http://schemas.openxmlformats.org/officeDocument/2006/relationships/image" Target="../media/image10.png"/><Relationship Id="rId1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72.xml"/><Relationship Id="rId5" Type="http://schemas.openxmlformats.org/officeDocument/2006/relationships/image" Target="../media/image4.png"/><Relationship Id="rId4" Type="http://schemas.openxmlformats.org/officeDocument/2006/relationships/image" Target="../media/image3.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73.xml"/><Relationship Id="rId5" Type="http://schemas.openxmlformats.org/officeDocument/2006/relationships/image" Target="../media/image4.png"/><Relationship Id="rId4" Type="http://schemas.openxmlformats.org/officeDocument/2006/relationships/image" Target="../media/image3.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74.xml"/><Relationship Id="rId5" Type="http://schemas.openxmlformats.org/officeDocument/2006/relationships/image" Target="../media/image4.png"/><Relationship Id="rId4" Type="http://schemas.openxmlformats.org/officeDocument/2006/relationships/image" Target="../media/image3.jpeg"/></Relationships>
</file>

<file path=ppt/slides/_rels/slide11.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6.png"/><Relationship Id="rId3" Type="http://schemas.openxmlformats.org/officeDocument/2006/relationships/notesSlide" Target="../notesSlides/notesSlide11.xml"/><Relationship Id="rId7" Type="http://schemas.openxmlformats.org/officeDocument/2006/relationships/image" Target="../media/image20.png"/><Relationship Id="rId12" Type="http://schemas.openxmlformats.org/officeDocument/2006/relationships/image" Target="../media/image25.png"/><Relationship Id="rId2" Type="http://schemas.openxmlformats.org/officeDocument/2006/relationships/slideLayout" Target="../slideLayouts/slideLayout2.xml"/><Relationship Id="rId16" Type="http://schemas.openxmlformats.org/officeDocument/2006/relationships/image" Target="../media/image29.png"/><Relationship Id="rId1" Type="http://schemas.openxmlformats.org/officeDocument/2006/relationships/tags" Target="../tags/tag75.xml"/><Relationship Id="rId6" Type="http://schemas.openxmlformats.org/officeDocument/2006/relationships/image" Target="../media/image19.png"/><Relationship Id="rId11" Type="http://schemas.openxmlformats.org/officeDocument/2006/relationships/image" Target="../media/image24.png"/><Relationship Id="rId5" Type="http://schemas.openxmlformats.org/officeDocument/2006/relationships/image" Target="../media/image4.png"/><Relationship Id="rId15" Type="http://schemas.openxmlformats.org/officeDocument/2006/relationships/image" Target="../media/image28.png"/><Relationship Id="rId10" Type="http://schemas.openxmlformats.org/officeDocument/2006/relationships/image" Target="../media/image23.png"/><Relationship Id="rId4" Type="http://schemas.openxmlformats.org/officeDocument/2006/relationships/image" Target="../media/image3.jpeg"/><Relationship Id="rId9" Type="http://schemas.openxmlformats.org/officeDocument/2006/relationships/image" Target="../media/image22.png"/><Relationship Id="rId14" Type="http://schemas.openxmlformats.org/officeDocument/2006/relationships/image" Target="../media/image27.png"/></Relationships>
</file>

<file path=ppt/slides/_rels/slide12.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6.png"/><Relationship Id="rId3" Type="http://schemas.openxmlformats.org/officeDocument/2006/relationships/notesSlide" Target="../notesSlides/notesSlide12.xml"/><Relationship Id="rId7" Type="http://schemas.openxmlformats.org/officeDocument/2006/relationships/image" Target="../media/image20.png"/><Relationship Id="rId12" Type="http://schemas.openxmlformats.org/officeDocument/2006/relationships/image" Target="../media/image25.png"/><Relationship Id="rId2" Type="http://schemas.openxmlformats.org/officeDocument/2006/relationships/slideLayout" Target="../slideLayouts/slideLayout2.xml"/><Relationship Id="rId16" Type="http://schemas.openxmlformats.org/officeDocument/2006/relationships/image" Target="../media/image29.png"/><Relationship Id="rId1" Type="http://schemas.openxmlformats.org/officeDocument/2006/relationships/tags" Target="../tags/tag76.xml"/><Relationship Id="rId6" Type="http://schemas.openxmlformats.org/officeDocument/2006/relationships/image" Target="../media/image19.png"/><Relationship Id="rId11" Type="http://schemas.openxmlformats.org/officeDocument/2006/relationships/image" Target="../media/image24.png"/><Relationship Id="rId5" Type="http://schemas.openxmlformats.org/officeDocument/2006/relationships/image" Target="../media/image4.png"/><Relationship Id="rId15" Type="http://schemas.openxmlformats.org/officeDocument/2006/relationships/image" Target="../media/image28.png"/><Relationship Id="rId10" Type="http://schemas.openxmlformats.org/officeDocument/2006/relationships/image" Target="../media/image23.png"/><Relationship Id="rId4" Type="http://schemas.openxmlformats.org/officeDocument/2006/relationships/image" Target="../media/image3.jpeg"/><Relationship Id="rId9" Type="http://schemas.openxmlformats.org/officeDocument/2006/relationships/image" Target="../media/image22.png"/><Relationship Id="rId14" Type="http://schemas.openxmlformats.org/officeDocument/2006/relationships/image" Target="../media/image27.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77.xml"/><Relationship Id="rId6" Type="http://schemas.openxmlformats.org/officeDocument/2006/relationships/image" Target="../media/image70.png"/><Relationship Id="rId5" Type="http://schemas.openxmlformats.org/officeDocument/2006/relationships/image" Target="../media/image4.png"/><Relationship Id="rId4" Type="http://schemas.openxmlformats.org/officeDocument/2006/relationships/image" Target="../media/image3.jpeg"/></Relationships>
</file>

<file path=ppt/slides/_rels/slide14.xml.rels><?xml version="1.0" encoding="UTF-8" standalone="yes"?>
<Relationships xmlns="http://schemas.openxmlformats.org/package/2006/relationships"><Relationship Id="rId8" Type="http://schemas.openxmlformats.org/officeDocument/2006/relationships/image" Target="../media/image150.png"/><Relationship Id="rId3" Type="http://schemas.openxmlformats.org/officeDocument/2006/relationships/notesSlide" Target="../notesSlides/notesSlide14.xml"/><Relationship Id="rId7" Type="http://schemas.openxmlformats.org/officeDocument/2006/relationships/image" Target="../media/image140.png"/><Relationship Id="rId2" Type="http://schemas.openxmlformats.org/officeDocument/2006/relationships/slideLayout" Target="../slideLayouts/slideLayout2.xml"/><Relationship Id="rId1" Type="http://schemas.openxmlformats.org/officeDocument/2006/relationships/tags" Target="../tags/tag78.xml"/><Relationship Id="rId6" Type="http://schemas.openxmlformats.org/officeDocument/2006/relationships/image" Target="../media/image131.png"/><Relationship Id="rId5" Type="http://schemas.openxmlformats.org/officeDocument/2006/relationships/image" Target="../media/image4.png"/><Relationship Id="rId4" Type="http://schemas.openxmlformats.org/officeDocument/2006/relationships/image" Target="../media/image3.jpeg"/><Relationship Id="rId9" Type="http://schemas.openxmlformats.org/officeDocument/2006/relationships/image" Target="../media/image161.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7" Type="http://schemas.openxmlformats.org/officeDocument/2006/relationships/image" Target="../media/image181.png"/><Relationship Id="rId2" Type="http://schemas.openxmlformats.org/officeDocument/2006/relationships/slideLayout" Target="../slideLayouts/slideLayout2.xml"/><Relationship Id="rId1" Type="http://schemas.openxmlformats.org/officeDocument/2006/relationships/tags" Target="../tags/tag79.xml"/><Relationship Id="rId6" Type="http://schemas.openxmlformats.org/officeDocument/2006/relationships/image" Target="../media/image171.png"/><Relationship Id="rId5" Type="http://schemas.openxmlformats.org/officeDocument/2006/relationships/image" Target="../media/image4.png"/><Relationship Id="rId4" Type="http://schemas.openxmlformats.org/officeDocument/2006/relationships/image" Target="../media/image3.jpeg"/></Relationships>
</file>

<file path=ppt/slides/_rels/slide16.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6.png"/><Relationship Id="rId3" Type="http://schemas.openxmlformats.org/officeDocument/2006/relationships/notesSlide" Target="../notesSlides/notesSlide16.xml"/><Relationship Id="rId7" Type="http://schemas.openxmlformats.org/officeDocument/2006/relationships/image" Target="../media/image20.png"/><Relationship Id="rId12" Type="http://schemas.openxmlformats.org/officeDocument/2006/relationships/image" Target="../media/image25.png"/><Relationship Id="rId2" Type="http://schemas.openxmlformats.org/officeDocument/2006/relationships/slideLayout" Target="../slideLayouts/slideLayout2.xml"/><Relationship Id="rId16" Type="http://schemas.openxmlformats.org/officeDocument/2006/relationships/image" Target="../media/image29.png"/><Relationship Id="rId1" Type="http://schemas.openxmlformats.org/officeDocument/2006/relationships/tags" Target="../tags/tag80.xml"/><Relationship Id="rId6" Type="http://schemas.openxmlformats.org/officeDocument/2006/relationships/image" Target="../media/image19.png"/><Relationship Id="rId11" Type="http://schemas.openxmlformats.org/officeDocument/2006/relationships/image" Target="../media/image24.png"/><Relationship Id="rId5" Type="http://schemas.openxmlformats.org/officeDocument/2006/relationships/image" Target="../media/image4.png"/><Relationship Id="rId15" Type="http://schemas.openxmlformats.org/officeDocument/2006/relationships/image" Target="../media/image28.png"/><Relationship Id="rId10" Type="http://schemas.openxmlformats.org/officeDocument/2006/relationships/image" Target="../media/image23.png"/><Relationship Id="rId4" Type="http://schemas.openxmlformats.org/officeDocument/2006/relationships/image" Target="../media/image3.jpeg"/><Relationship Id="rId9" Type="http://schemas.openxmlformats.org/officeDocument/2006/relationships/image" Target="../media/image22.png"/><Relationship Id="rId14" Type="http://schemas.openxmlformats.org/officeDocument/2006/relationships/image" Target="../media/image27.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81.xml"/><Relationship Id="rId5" Type="http://schemas.openxmlformats.org/officeDocument/2006/relationships/image" Target="../media/image4.png"/><Relationship Id="rId4" Type="http://schemas.openxmlformats.org/officeDocument/2006/relationships/image" Target="../media/image3.jpeg"/></Relationships>
</file>

<file path=ppt/slides/_rels/slide18.xml.rels><?xml version="1.0" encoding="UTF-8" standalone="yes"?>
<Relationships xmlns="http://schemas.openxmlformats.org/package/2006/relationships"><Relationship Id="rId8" Type="http://schemas.openxmlformats.org/officeDocument/2006/relationships/image" Target="../media/image130.png"/><Relationship Id="rId3" Type="http://schemas.openxmlformats.org/officeDocument/2006/relationships/notesSlide" Target="../notesSlides/notesSlide18.xml"/><Relationship Id="rId7" Type="http://schemas.openxmlformats.org/officeDocument/2006/relationships/image" Target="../media/image120.png"/><Relationship Id="rId2" Type="http://schemas.openxmlformats.org/officeDocument/2006/relationships/slideLayout" Target="../slideLayouts/slideLayout2.xml"/><Relationship Id="rId1" Type="http://schemas.openxmlformats.org/officeDocument/2006/relationships/tags" Target="../tags/tag82.xml"/><Relationship Id="rId6" Type="http://schemas.openxmlformats.org/officeDocument/2006/relationships/image" Target="../media/image110.png"/><Relationship Id="rId5" Type="http://schemas.openxmlformats.org/officeDocument/2006/relationships/image" Target="../media/image4.png"/><Relationship Id="rId4" Type="http://schemas.openxmlformats.org/officeDocument/2006/relationships/image" Target="../media/image3.jpe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7" Type="http://schemas.openxmlformats.org/officeDocument/2006/relationships/image" Target="../media/image201.png"/><Relationship Id="rId2" Type="http://schemas.openxmlformats.org/officeDocument/2006/relationships/slideLayout" Target="../slideLayouts/slideLayout2.xml"/><Relationship Id="rId1" Type="http://schemas.openxmlformats.org/officeDocument/2006/relationships/tags" Target="../tags/tag83.xml"/><Relationship Id="rId6" Type="http://schemas.openxmlformats.org/officeDocument/2006/relationships/image" Target="../media/image191.png"/><Relationship Id="rId5" Type="http://schemas.openxmlformats.org/officeDocument/2006/relationships/image" Target="../media/image4.png"/><Relationship Id="rId4" Type="http://schemas.openxmlformats.org/officeDocument/2006/relationships/image" Target="../media/image3.jpeg"/></Relationships>
</file>

<file path=ppt/slides/_rels/slide20.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6.png"/><Relationship Id="rId3" Type="http://schemas.openxmlformats.org/officeDocument/2006/relationships/notesSlide" Target="../notesSlides/notesSlide20.xml"/><Relationship Id="rId7" Type="http://schemas.openxmlformats.org/officeDocument/2006/relationships/image" Target="../media/image20.png"/><Relationship Id="rId12" Type="http://schemas.openxmlformats.org/officeDocument/2006/relationships/image" Target="../media/image25.png"/><Relationship Id="rId2" Type="http://schemas.openxmlformats.org/officeDocument/2006/relationships/slideLayout" Target="../slideLayouts/slideLayout2.xml"/><Relationship Id="rId16" Type="http://schemas.openxmlformats.org/officeDocument/2006/relationships/image" Target="../media/image29.png"/><Relationship Id="rId1" Type="http://schemas.openxmlformats.org/officeDocument/2006/relationships/tags" Target="../tags/tag84.xml"/><Relationship Id="rId6" Type="http://schemas.openxmlformats.org/officeDocument/2006/relationships/image" Target="../media/image19.png"/><Relationship Id="rId11" Type="http://schemas.openxmlformats.org/officeDocument/2006/relationships/image" Target="../media/image24.png"/><Relationship Id="rId5" Type="http://schemas.openxmlformats.org/officeDocument/2006/relationships/image" Target="../media/image4.png"/><Relationship Id="rId15" Type="http://schemas.openxmlformats.org/officeDocument/2006/relationships/image" Target="../media/image28.png"/><Relationship Id="rId10" Type="http://schemas.openxmlformats.org/officeDocument/2006/relationships/image" Target="../media/image23.png"/><Relationship Id="rId4" Type="http://schemas.openxmlformats.org/officeDocument/2006/relationships/image" Target="../media/image3.jpeg"/><Relationship Id="rId9" Type="http://schemas.openxmlformats.org/officeDocument/2006/relationships/image" Target="../media/image22.png"/><Relationship Id="rId14" Type="http://schemas.openxmlformats.org/officeDocument/2006/relationships/image" Target="../media/image27.png"/></Relationships>
</file>

<file path=ppt/slides/_rels/slide21.xml.rels><?xml version="1.0" encoding="UTF-8" standalone="yes"?>
<Relationships xmlns="http://schemas.openxmlformats.org/package/2006/relationships"><Relationship Id="rId8" Type="http://schemas.openxmlformats.org/officeDocument/2006/relationships/image" Target="../media/image251.png"/><Relationship Id="rId3" Type="http://schemas.openxmlformats.org/officeDocument/2006/relationships/notesSlide" Target="../notesSlides/notesSlide21.xml"/><Relationship Id="rId7" Type="http://schemas.openxmlformats.org/officeDocument/2006/relationships/image" Target="../media/image170.png"/><Relationship Id="rId2" Type="http://schemas.openxmlformats.org/officeDocument/2006/relationships/slideLayout" Target="../slideLayouts/slideLayout2.xml"/><Relationship Id="rId1" Type="http://schemas.openxmlformats.org/officeDocument/2006/relationships/tags" Target="../tags/tag85.xml"/><Relationship Id="rId6" Type="http://schemas.openxmlformats.org/officeDocument/2006/relationships/image" Target="../media/image4.png"/><Relationship Id="rId5" Type="http://schemas.openxmlformats.org/officeDocument/2006/relationships/image" Target="../media/image160.png"/><Relationship Id="rId4" Type="http://schemas.openxmlformats.org/officeDocument/2006/relationships/image" Target="../media/image3.jpeg"/></Relationships>
</file>

<file path=ppt/slides/_rels/slide22.xml.rels><?xml version="1.0" encoding="UTF-8" standalone="yes"?>
<Relationships xmlns="http://schemas.openxmlformats.org/package/2006/relationships"><Relationship Id="rId8" Type="http://schemas.openxmlformats.org/officeDocument/2006/relationships/image" Target="../media/image210.png"/><Relationship Id="rId3" Type="http://schemas.openxmlformats.org/officeDocument/2006/relationships/notesSlide" Target="../notesSlides/notesSlide22.xml"/><Relationship Id="rId7" Type="http://schemas.openxmlformats.org/officeDocument/2006/relationships/image" Target="../media/image200.png"/><Relationship Id="rId12" Type="http://schemas.openxmlformats.org/officeDocument/2006/relationships/image" Target="../media/image250.png"/><Relationship Id="rId2" Type="http://schemas.openxmlformats.org/officeDocument/2006/relationships/slideLayout" Target="../slideLayouts/slideLayout2.xml"/><Relationship Id="rId1" Type="http://schemas.openxmlformats.org/officeDocument/2006/relationships/tags" Target="../tags/tag86.xml"/><Relationship Id="rId6" Type="http://schemas.openxmlformats.org/officeDocument/2006/relationships/image" Target="../media/image190.png"/><Relationship Id="rId11" Type="http://schemas.openxmlformats.org/officeDocument/2006/relationships/image" Target="../media/image240.png"/><Relationship Id="rId5" Type="http://schemas.openxmlformats.org/officeDocument/2006/relationships/image" Target="../media/image4.png"/><Relationship Id="rId10" Type="http://schemas.openxmlformats.org/officeDocument/2006/relationships/image" Target="../media/image230.png"/><Relationship Id="rId4" Type="http://schemas.openxmlformats.org/officeDocument/2006/relationships/image" Target="../media/image3.jpeg"/><Relationship Id="rId9" Type="http://schemas.openxmlformats.org/officeDocument/2006/relationships/image" Target="../media/image220.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tags" Target="../tags/tag87.xml"/><Relationship Id="rId5" Type="http://schemas.openxmlformats.org/officeDocument/2006/relationships/image" Target="../media/image4.png"/><Relationship Id="rId4" Type="http://schemas.openxmlformats.org/officeDocument/2006/relationships/image" Target="../media/image3.jpe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tags" Target="../tags/tag88.xml"/><Relationship Id="rId5" Type="http://schemas.openxmlformats.org/officeDocument/2006/relationships/image" Target="../media/image4.png"/><Relationship Id="rId4" Type="http://schemas.openxmlformats.org/officeDocument/2006/relationships/image" Target="../media/image3.jpe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tags" Target="../tags/tag89.xml"/><Relationship Id="rId5" Type="http://schemas.openxmlformats.org/officeDocument/2006/relationships/image" Target="../media/image4.png"/><Relationship Id="rId4" Type="http://schemas.openxmlformats.org/officeDocument/2006/relationships/image" Target="../media/image3.jpe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6.xml"/><Relationship Id="rId1" Type="http://schemas.openxmlformats.org/officeDocument/2006/relationships/tags" Target="../tags/tag90.xml"/><Relationship Id="rId6" Type="http://schemas.openxmlformats.org/officeDocument/2006/relationships/image" Target="../media/image30.png"/><Relationship Id="rId5" Type="http://schemas.openxmlformats.org/officeDocument/2006/relationships/image" Target="../media/image4.png"/><Relationship Id="rId4" Type="http://schemas.openxmlformats.org/officeDocument/2006/relationships/image" Target="../media/image3.jpe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6.xml"/><Relationship Id="rId1" Type="http://schemas.openxmlformats.org/officeDocument/2006/relationships/tags" Target="../tags/tag91.xml"/><Relationship Id="rId6" Type="http://schemas.openxmlformats.org/officeDocument/2006/relationships/image" Target="../media/image31.png"/><Relationship Id="rId5" Type="http://schemas.openxmlformats.org/officeDocument/2006/relationships/image" Target="../media/image4.png"/><Relationship Id="rId4" Type="http://schemas.openxmlformats.org/officeDocument/2006/relationships/image" Target="../media/image3.jpe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tags" Target="../tags/tag92.xml"/><Relationship Id="rId5" Type="http://schemas.openxmlformats.org/officeDocument/2006/relationships/image" Target="../media/image4.png"/><Relationship Id="rId4" Type="http://schemas.openxmlformats.org/officeDocument/2006/relationships/image" Target="../media/image3.jpe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6.xml"/><Relationship Id="rId1" Type="http://schemas.openxmlformats.org/officeDocument/2006/relationships/tags" Target="../tags/tag93.xml"/><Relationship Id="rId6" Type="http://schemas.openxmlformats.org/officeDocument/2006/relationships/image" Target="../media/image32.png"/><Relationship Id="rId5" Type="http://schemas.openxmlformats.org/officeDocument/2006/relationships/image" Target="../media/image4.png"/><Relationship Id="rId4" Type="http://schemas.openxmlformats.org/officeDocument/2006/relationships/image" Target="../media/image3.jpe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6.xml"/><Relationship Id="rId1" Type="http://schemas.openxmlformats.org/officeDocument/2006/relationships/tags" Target="../tags/tag94.xml"/><Relationship Id="rId6" Type="http://schemas.openxmlformats.org/officeDocument/2006/relationships/image" Target="../media/image33.png"/><Relationship Id="rId5" Type="http://schemas.openxmlformats.org/officeDocument/2006/relationships/image" Target="../media/image4.png"/><Relationship Id="rId4" Type="http://schemas.openxmlformats.org/officeDocument/2006/relationships/image" Target="../media/image3.jpe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xml"/><Relationship Id="rId1" Type="http://schemas.openxmlformats.org/officeDocument/2006/relationships/tags" Target="../tags/tag95.xml"/><Relationship Id="rId5" Type="http://schemas.openxmlformats.org/officeDocument/2006/relationships/image" Target="../media/image4.png"/><Relationship Id="rId4" Type="http://schemas.openxmlformats.org/officeDocument/2006/relationships/image" Target="../media/image3.jpe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tags" Target="../tags/tag96.xml"/><Relationship Id="rId5" Type="http://schemas.openxmlformats.org/officeDocument/2006/relationships/image" Target="../media/image4.png"/><Relationship Id="rId4" Type="http://schemas.openxmlformats.org/officeDocument/2006/relationships/image" Target="../media/image3.jpeg"/></Relationships>
</file>

<file path=ppt/slides/_rels/slide33.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notesSlide" Target="../notesSlides/notesSlide33.xml"/><Relationship Id="rId7" Type="http://schemas.openxmlformats.org/officeDocument/2006/relationships/hyperlink" Target="https://www.sciencedirect.com/science/article/pii/S138589472601987X" TargetMode="External"/><Relationship Id="rId2" Type="http://schemas.openxmlformats.org/officeDocument/2006/relationships/slideLayout" Target="../slideLayouts/slideLayout2.xml"/><Relationship Id="rId1" Type="http://schemas.openxmlformats.org/officeDocument/2006/relationships/tags" Target="../tags/tag97.xml"/><Relationship Id="rId6" Type="http://schemas.openxmlformats.org/officeDocument/2006/relationships/hyperlink" Target="https://www.sciencedirect.com/science/article/pii/S1364032124007998" TargetMode="External"/><Relationship Id="rId5" Type="http://schemas.openxmlformats.org/officeDocument/2006/relationships/hyperlink" Target="https://stlpartners.com/press/edge-ai-revenue-to-reach-usd157bn-2030/" TargetMode="External"/><Relationship Id="rId4" Type="http://schemas.openxmlformats.org/officeDocument/2006/relationships/image" Target="../media/image3.jpeg"/></Relationships>
</file>

<file path=ppt/slides/_rels/slide3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Layout" Target="../slideLayouts/slideLayout2.xml"/><Relationship Id="rId1" Type="http://schemas.openxmlformats.org/officeDocument/2006/relationships/tags" Target="../tags/tag98.xml"/><Relationship Id="rId4" Type="http://schemas.openxmlformats.org/officeDocument/2006/relationships/image" Target="../media/image4.png"/></Relationships>
</file>

<file path=ppt/slides/_rels/slide3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Layout" Target="../slideLayouts/slideLayout2.xml"/><Relationship Id="rId1" Type="http://schemas.openxmlformats.org/officeDocument/2006/relationships/tags" Target="../tags/tag99.xml"/><Relationship Id="rId5" Type="http://schemas.openxmlformats.org/officeDocument/2006/relationships/image" Target="../media/image4.png"/><Relationship Id="rId4" Type="http://schemas.openxmlformats.org/officeDocument/2006/relationships/hyperlink" Target="https://github.com/openclimatefix/open-source-quartz-solar-forecast" TargetMode="External"/></Relationships>
</file>

<file path=ppt/slides/_rels/slide3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Layout" Target="../slideLayouts/slideLayout2.xml"/><Relationship Id="rId1" Type="http://schemas.openxmlformats.org/officeDocument/2006/relationships/tags" Target="../tags/tag100.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6"/>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p:txBody>
          <a:bodyPr/>
          <a:lstStyle/>
          <a:p>
            <a:r>
              <a:rPr lang="en-US" altLang="zh-CN" dirty="0">
                <a:solidFill>
                  <a:schemeClr val="bg1"/>
                </a:solidFill>
              </a:rPr>
              <a:t> </a:t>
            </a:r>
            <a:endParaRPr lang="zh-CN" altLang="zh-CN" dirty="0">
              <a:solidFill>
                <a:schemeClr val="bg1"/>
              </a:solidFill>
            </a:endParaRPr>
          </a:p>
        </p:txBody>
      </p:sp>
      <p:sp>
        <p:nvSpPr>
          <p:cNvPr id="3" name="副标题 2"/>
          <p:cNvSpPr>
            <a:spLocks noGrp="1"/>
          </p:cNvSpPr>
          <p:nvPr>
            <p:ph type="subTitle" idx="1"/>
            <p:custDataLst>
              <p:tags r:id="rId3"/>
            </p:custDataLst>
          </p:nvPr>
        </p:nvSpPr>
        <p:spPr>
          <a:xfrm>
            <a:off x="1196400" y="2806686"/>
            <a:ext cx="9799200" cy="3056711"/>
          </a:xfrm>
        </p:spPr>
        <p:txBody>
          <a:bodyPr>
            <a:normAutofit lnSpcReduction="10000"/>
          </a:bodyPr>
          <a:lstStyle/>
          <a:p>
            <a:r>
              <a:rPr lang="en-US" altLang="zh-CN" sz="2800" dirty="0" err="1">
                <a:solidFill>
                  <a:schemeClr val="bg1"/>
                </a:solidFill>
              </a:rPr>
              <a:t>GreenMorph</a:t>
            </a:r>
            <a:r>
              <a:rPr lang="en-US" altLang="zh-CN" sz="2800" dirty="0">
                <a:solidFill>
                  <a:schemeClr val="bg1"/>
                </a:solidFill>
              </a:rPr>
              <a:t>: Sustainable Neuromorphic Computing through Energy-Harvesting and Energy-Driven Online STDP Learning</a:t>
            </a:r>
          </a:p>
          <a:p>
            <a:r>
              <a:rPr lang="en-US" altLang="zh-CN" sz="1800" dirty="0">
                <a:solidFill>
                  <a:schemeClr val="bg1"/>
                </a:solidFill>
              </a:rPr>
              <a:t>Author: Yuga Hanyu, Subbaiah Ravi Hariprakash, Abderazek Ben Abdallah, </a:t>
            </a:r>
            <a:r>
              <a:rPr lang="en-US" altLang="zh-CN" sz="1800" dirty="0" err="1">
                <a:solidFill>
                  <a:schemeClr val="bg1"/>
                </a:solidFill>
              </a:rPr>
              <a:t>Zhishang</a:t>
            </a:r>
            <a:r>
              <a:rPr lang="en-US" altLang="zh-CN" sz="1800" dirty="0">
                <a:solidFill>
                  <a:schemeClr val="bg1"/>
                </a:solidFill>
              </a:rPr>
              <a:t> Wang, Khanh N. Dang</a:t>
            </a:r>
          </a:p>
          <a:p>
            <a:r>
              <a:rPr lang="en-US" altLang="zh-CN" sz="1800" dirty="0">
                <a:solidFill>
                  <a:schemeClr val="bg1"/>
                </a:solidFill>
              </a:rPr>
              <a:t>University of Aizu, Fukushima, Japan</a:t>
            </a:r>
          </a:p>
          <a:p>
            <a:r>
              <a:rPr lang="en-US" altLang="zh-CN" sz="1800" dirty="0">
                <a:solidFill>
                  <a:schemeClr val="bg1"/>
                </a:solidFill>
              </a:rPr>
              <a:t>May 26, 2026</a:t>
            </a:r>
          </a:p>
          <a:p>
            <a:endParaRPr lang="en-US" altLang="zh-CN" sz="1800" dirty="0">
              <a:solidFill>
                <a:schemeClr val="bg1"/>
              </a:solidFill>
            </a:endParaRPr>
          </a:p>
        </p:txBody>
      </p:sp>
      <p:pic>
        <p:nvPicPr>
          <p:cNvPr id="5" name="图片 4" descr="logo-3"/>
          <p:cNvPicPr>
            <a:picLocks noChangeAspect="1"/>
          </p:cNvPicPr>
          <p:nvPr/>
        </p:nvPicPr>
        <p:blipFill>
          <a:blip r:embed="rId7"/>
          <a:stretch>
            <a:fillRect/>
          </a:stretch>
        </p:blipFill>
        <p:spPr>
          <a:xfrm>
            <a:off x="2641283" y="596265"/>
            <a:ext cx="6909435" cy="1669415"/>
          </a:xfrm>
          <a:prstGeom prst="rect">
            <a:avLst/>
          </a:prstGeom>
        </p:spPr>
      </p:pic>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4"/>
          <a:stretch>
            <a:fillRect/>
          </a:stretch>
        </a:blipFill>
        <a:effectLst/>
      </p:bgPr>
    </p:bg>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792D918A-6A26-D0EA-2CB2-5E8DBA489F66}"/>
              </a:ext>
            </a:extLst>
          </p:cNvPr>
          <p:cNvSpPr>
            <a:spLocks noGrp="1"/>
          </p:cNvSpPr>
          <p:nvPr>
            <p:ph type="title"/>
          </p:nvPr>
        </p:nvSpPr>
        <p:spPr/>
        <p:txBody>
          <a:bodyPr/>
          <a:lstStyle/>
          <a:p>
            <a:r>
              <a:rPr lang="en-US" altLang="ja-JP" dirty="0"/>
              <a:t>Outline</a:t>
            </a:r>
            <a:endParaRPr lang="ja-JP" altLang="en-US" dirty="0"/>
          </a:p>
        </p:txBody>
      </p:sp>
      <p:sp>
        <p:nvSpPr>
          <p:cNvPr id="6" name="コンテンツ プレースホルダー 5">
            <a:extLst>
              <a:ext uri="{FF2B5EF4-FFF2-40B4-BE49-F238E27FC236}">
                <a16:creationId xmlns:a16="http://schemas.microsoft.com/office/drawing/2014/main" id="{D021AC3D-CC52-A5D4-FCF4-89AA60045208}"/>
              </a:ext>
            </a:extLst>
          </p:cNvPr>
          <p:cNvSpPr>
            <a:spLocks noGrp="1"/>
          </p:cNvSpPr>
          <p:nvPr>
            <p:ph idx="1"/>
          </p:nvPr>
        </p:nvSpPr>
        <p:spPr/>
        <p:txBody>
          <a:bodyPr>
            <a:normAutofit/>
          </a:bodyPr>
          <a:lstStyle/>
          <a:p>
            <a:r>
              <a:rPr lang="en-US" altLang="ja-JP" sz="2800" dirty="0"/>
              <a:t>Introduction</a:t>
            </a:r>
          </a:p>
          <a:p>
            <a:r>
              <a:rPr lang="en-US" altLang="ja-JP" sz="2800" dirty="0"/>
              <a:t>Proposed Framework</a:t>
            </a:r>
          </a:p>
          <a:p>
            <a:r>
              <a:rPr lang="en-US" altLang="ja-JP" sz="2800" dirty="0"/>
              <a:t>Evaluation</a:t>
            </a:r>
          </a:p>
          <a:p>
            <a:r>
              <a:rPr lang="en-US" altLang="ja-JP" sz="2800" dirty="0"/>
              <a:t>Conclusion</a:t>
            </a:r>
            <a:endParaRPr lang="ja-JP" altLang="en-US" sz="2800" dirty="0"/>
          </a:p>
        </p:txBody>
      </p:sp>
      <p:pic>
        <p:nvPicPr>
          <p:cNvPr id="4" name="图片 3" descr="logo-4"/>
          <p:cNvPicPr>
            <a:picLocks noChangeAspect="1"/>
          </p:cNvPicPr>
          <p:nvPr/>
        </p:nvPicPr>
        <p:blipFill>
          <a:blip r:embed="rId5"/>
          <a:stretch>
            <a:fillRect/>
          </a:stretch>
        </p:blipFill>
        <p:spPr>
          <a:xfrm>
            <a:off x="10354310" y="6334125"/>
            <a:ext cx="1603375" cy="387350"/>
          </a:xfrm>
          <a:prstGeom prst="rect">
            <a:avLst/>
          </a:prstGeom>
        </p:spPr>
      </p:pic>
      <p:sp>
        <p:nvSpPr>
          <p:cNvPr id="2" name="スライド番号プレースホルダー 1">
            <a:extLst>
              <a:ext uri="{FF2B5EF4-FFF2-40B4-BE49-F238E27FC236}">
                <a16:creationId xmlns:a16="http://schemas.microsoft.com/office/drawing/2014/main" id="{921F3320-4FE6-81B5-6269-F495A3BA5AE3}"/>
              </a:ext>
            </a:extLst>
          </p:cNvPr>
          <p:cNvSpPr>
            <a:spLocks noGrp="1"/>
          </p:cNvSpPr>
          <p:nvPr>
            <p:ph type="sldNum" sz="quarter" idx="12"/>
          </p:nvPr>
        </p:nvSpPr>
        <p:spPr/>
        <p:txBody>
          <a:bodyPr/>
          <a:lstStyle/>
          <a:p>
            <a:fld id="{49AE70B2-8BF9-45C0-BB95-33D1B9D3A854}" type="slidenum">
              <a:rPr lang="zh-CN" altLang="en-US" smtClean="0"/>
              <a:t>2</a:t>
            </a:fld>
            <a:endParaRPr lang="zh-CN" altLang="en-US"/>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4"/>
          <a:stretch>
            <a:fillRect/>
          </a:stretch>
        </a:blipFill>
        <a:effectLst/>
      </p:bgPr>
    </p:bg>
    <p:spTree>
      <p:nvGrpSpPr>
        <p:cNvPr id="1" name="">
          <a:extLst>
            <a:ext uri="{FF2B5EF4-FFF2-40B4-BE49-F238E27FC236}">
              <a16:creationId xmlns:a16="http://schemas.microsoft.com/office/drawing/2014/main" id="{EE8CDD32-935E-6F16-9D7F-34C3C77FBBAE}"/>
            </a:ext>
          </a:extLst>
        </p:cNvPr>
        <p:cNvGrpSpPr/>
        <p:nvPr/>
      </p:nvGrpSpPr>
      <p:grpSpPr>
        <a:xfrm>
          <a:off x="0" y="0"/>
          <a:ext cx="0" cy="0"/>
          <a:chOff x="0" y="0"/>
          <a:chExt cx="0" cy="0"/>
        </a:xfrm>
      </p:grpSpPr>
      <p:sp>
        <p:nvSpPr>
          <p:cNvPr id="5" name="タイトル 4">
            <a:extLst>
              <a:ext uri="{FF2B5EF4-FFF2-40B4-BE49-F238E27FC236}">
                <a16:creationId xmlns:a16="http://schemas.microsoft.com/office/drawing/2014/main" id="{58F1C474-B2F8-8337-3C44-30BFBA546843}"/>
              </a:ext>
            </a:extLst>
          </p:cNvPr>
          <p:cNvSpPr>
            <a:spLocks noGrp="1"/>
          </p:cNvSpPr>
          <p:nvPr>
            <p:ph type="title"/>
          </p:nvPr>
        </p:nvSpPr>
        <p:spPr/>
        <p:txBody>
          <a:bodyPr/>
          <a:lstStyle/>
          <a:p>
            <a:r>
              <a:rPr lang="en-US" altLang="ja-JP" dirty="0"/>
              <a:t>Outline</a:t>
            </a:r>
            <a:endParaRPr lang="ja-JP" altLang="en-US" dirty="0"/>
          </a:p>
        </p:txBody>
      </p:sp>
      <p:sp>
        <p:nvSpPr>
          <p:cNvPr id="6" name="コンテンツ プレースホルダー 5">
            <a:extLst>
              <a:ext uri="{FF2B5EF4-FFF2-40B4-BE49-F238E27FC236}">
                <a16:creationId xmlns:a16="http://schemas.microsoft.com/office/drawing/2014/main" id="{DE447C02-F610-1B08-343E-C41690077B80}"/>
              </a:ext>
            </a:extLst>
          </p:cNvPr>
          <p:cNvSpPr>
            <a:spLocks noGrp="1"/>
          </p:cNvSpPr>
          <p:nvPr>
            <p:ph idx="1"/>
          </p:nvPr>
        </p:nvSpPr>
        <p:spPr/>
        <p:txBody>
          <a:bodyPr>
            <a:normAutofit/>
          </a:bodyPr>
          <a:lstStyle/>
          <a:p>
            <a:r>
              <a:rPr lang="en-US" altLang="ja-JP" sz="2800" dirty="0"/>
              <a:t>Introduction</a:t>
            </a:r>
          </a:p>
          <a:p>
            <a:r>
              <a:rPr lang="en-US" altLang="ja-JP" sz="2800" dirty="0">
                <a:solidFill>
                  <a:schemeClr val="bg1">
                    <a:lumMod val="75000"/>
                  </a:schemeClr>
                </a:solidFill>
              </a:rPr>
              <a:t>Proposed Framework</a:t>
            </a:r>
          </a:p>
          <a:p>
            <a:r>
              <a:rPr lang="en-US" altLang="ja-JP" sz="2800" dirty="0">
                <a:solidFill>
                  <a:schemeClr val="bg1">
                    <a:lumMod val="75000"/>
                  </a:schemeClr>
                </a:solidFill>
              </a:rPr>
              <a:t>Evaluation</a:t>
            </a:r>
          </a:p>
          <a:p>
            <a:r>
              <a:rPr lang="en-US" altLang="ja-JP" sz="2800" dirty="0">
                <a:solidFill>
                  <a:schemeClr val="bg1">
                    <a:lumMod val="75000"/>
                  </a:schemeClr>
                </a:solidFill>
              </a:rPr>
              <a:t>Conclusion</a:t>
            </a:r>
            <a:endParaRPr lang="ja-JP" altLang="en-US" sz="2800" dirty="0">
              <a:solidFill>
                <a:schemeClr val="bg1">
                  <a:lumMod val="75000"/>
                </a:schemeClr>
              </a:solidFill>
            </a:endParaRPr>
          </a:p>
        </p:txBody>
      </p:sp>
      <p:pic>
        <p:nvPicPr>
          <p:cNvPr id="4" name="图片 3" descr="logo-4">
            <a:extLst>
              <a:ext uri="{FF2B5EF4-FFF2-40B4-BE49-F238E27FC236}">
                <a16:creationId xmlns:a16="http://schemas.microsoft.com/office/drawing/2014/main" id="{CBBD92B0-F062-B184-6469-CE8C0DB4CAB7}"/>
              </a:ext>
            </a:extLst>
          </p:cNvPr>
          <p:cNvPicPr>
            <a:picLocks noChangeAspect="1"/>
          </p:cNvPicPr>
          <p:nvPr/>
        </p:nvPicPr>
        <p:blipFill>
          <a:blip r:embed="rId5"/>
          <a:stretch>
            <a:fillRect/>
          </a:stretch>
        </p:blipFill>
        <p:spPr>
          <a:xfrm>
            <a:off x="10354310" y="6334125"/>
            <a:ext cx="1603375" cy="387350"/>
          </a:xfrm>
          <a:prstGeom prst="rect">
            <a:avLst/>
          </a:prstGeom>
        </p:spPr>
      </p:pic>
      <p:sp>
        <p:nvSpPr>
          <p:cNvPr id="2" name="スライド番号プレースホルダー 1">
            <a:extLst>
              <a:ext uri="{FF2B5EF4-FFF2-40B4-BE49-F238E27FC236}">
                <a16:creationId xmlns:a16="http://schemas.microsoft.com/office/drawing/2014/main" id="{E5D243B0-F0DC-9B56-121E-C939A266FB0D}"/>
              </a:ext>
            </a:extLst>
          </p:cNvPr>
          <p:cNvSpPr>
            <a:spLocks noGrp="1"/>
          </p:cNvSpPr>
          <p:nvPr>
            <p:ph type="sldNum" sz="quarter" idx="12"/>
          </p:nvPr>
        </p:nvSpPr>
        <p:spPr/>
        <p:txBody>
          <a:bodyPr/>
          <a:lstStyle/>
          <a:p>
            <a:fld id="{49AE70B2-8BF9-45C0-BB95-33D1B9D3A854}" type="slidenum">
              <a:rPr lang="zh-CN" altLang="en-US" smtClean="0"/>
              <a:t>3</a:t>
            </a:fld>
            <a:endParaRPr lang="zh-CN" altLang="en-US"/>
          </a:p>
        </p:txBody>
      </p:sp>
    </p:spTree>
    <p:custDataLst>
      <p:tags r:id="rId1"/>
    </p:custDataLst>
    <p:extLst>
      <p:ext uri="{BB962C8B-B14F-4D97-AF65-F5344CB8AC3E}">
        <p14:creationId xmlns:p14="http://schemas.microsoft.com/office/powerpoint/2010/main" val="17558774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4"/>
          <a:stretch>
            <a:fillRect/>
          </a:stretch>
        </a:blipFill>
        <a:effectLst/>
      </p:bgPr>
    </p:bg>
    <p:spTree>
      <p:nvGrpSpPr>
        <p:cNvPr id="1" name="">
          <a:extLst>
            <a:ext uri="{FF2B5EF4-FFF2-40B4-BE49-F238E27FC236}">
              <a16:creationId xmlns:a16="http://schemas.microsoft.com/office/drawing/2014/main" id="{B1352928-2423-563E-658A-B5A4302D4E37}"/>
            </a:ext>
          </a:extLst>
        </p:cNvPr>
        <p:cNvGrpSpPr/>
        <p:nvPr/>
      </p:nvGrpSpPr>
      <p:grpSpPr>
        <a:xfrm>
          <a:off x="0" y="0"/>
          <a:ext cx="0" cy="0"/>
          <a:chOff x="0" y="0"/>
          <a:chExt cx="0" cy="0"/>
        </a:xfrm>
      </p:grpSpPr>
      <p:sp>
        <p:nvSpPr>
          <p:cNvPr id="5" name="タイトル 4">
            <a:extLst>
              <a:ext uri="{FF2B5EF4-FFF2-40B4-BE49-F238E27FC236}">
                <a16:creationId xmlns:a16="http://schemas.microsoft.com/office/drawing/2014/main" id="{950D1C36-D6BD-41BF-8A0B-54081CF50603}"/>
              </a:ext>
            </a:extLst>
          </p:cNvPr>
          <p:cNvSpPr>
            <a:spLocks noGrp="1"/>
          </p:cNvSpPr>
          <p:nvPr>
            <p:ph type="title"/>
          </p:nvPr>
        </p:nvSpPr>
        <p:spPr/>
        <p:txBody>
          <a:bodyPr/>
          <a:lstStyle/>
          <a:p>
            <a:r>
              <a:rPr lang="en-US" altLang="ja-JP" dirty="0"/>
              <a:t>Introduction</a:t>
            </a:r>
            <a:endParaRPr lang="ja-JP" altLang="en-US" dirty="0"/>
          </a:p>
        </p:txBody>
      </p:sp>
      <p:pic>
        <p:nvPicPr>
          <p:cNvPr id="4" name="图片 3" descr="logo-4">
            <a:extLst>
              <a:ext uri="{FF2B5EF4-FFF2-40B4-BE49-F238E27FC236}">
                <a16:creationId xmlns:a16="http://schemas.microsoft.com/office/drawing/2014/main" id="{7C110CFC-7E33-25BA-EA4F-81448FA54663}"/>
              </a:ext>
            </a:extLst>
          </p:cNvPr>
          <p:cNvPicPr>
            <a:picLocks noChangeAspect="1"/>
          </p:cNvPicPr>
          <p:nvPr/>
        </p:nvPicPr>
        <p:blipFill>
          <a:blip r:embed="rId5"/>
          <a:stretch>
            <a:fillRect/>
          </a:stretch>
        </p:blipFill>
        <p:spPr>
          <a:xfrm>
            <a:off x="10354310" y="6334125"/>
            <a:ext cx="1603375" cy="387350"/>
          </a:xfrm>
          <a:prstGeom prst="rect">
            <a:avLst/>
          </a:prstGeom>
        </p:spPr>
      </p:pic>
      <p:sp>
        <p:nvSpPr>
          <p:cNvPr id="9" name="フローチャート: 代替処理 8">
            <a:extLst>
              <a:ext uri="{FF2B5EF4-FFF2-40B4-BE49-F238E27FC236}">
                <a16:creationId xmlns:a16="http://schemas.microsoft.com/office/drawing/2014/main" id="{7818F341-0CE3-7D5A-6CDB-1304B2210422}"/>
              </a:ext>
            </a:extLst>
          </p:cNvPr>
          <p:cNvSpPr/>
          <p:nvPr/>
        </p:nvSpPr>
        <p:spPr>
          <a:xfrm>
            <a:off x="2445593" y="3225148"/>
            <a:ext cx="1229360" cy="1198880"/>
          </a:xfrm>
          <a:prstGeom prst="flowChartAlternateProcess">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フローチャート: 代替処理 9">
            <a:extLst>
              <a:ext uri="{FF2B5EF4-FFF2-40B4-BE49-F238E27FC236}">
                <a16:creationId xmlns:a16="http://schemas.microsoft.com/office/drawing/2014/main" id="{B63174CF-069D-7AC7-6CF6-0E73FD239F29}"/>
              </a:ext>
            </a:extLst>
          </p:cNvPr>
          <p:cNvSpPr/>
          <p:nvPr/>
        </p:nvSpPr>
        <p:spPr>
          <a:xfrm>
            <a:off x="2628473" y="3408028"/>
            <a:ext cx="863599" cy="833120"/>
          </a:xfrm>
          <a:prstGeom prst="flowChartAlternateProcess">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3" name="直線コネクタ 12">
            <a:extLst>
              <a:ext uri="{FF2B5EF4-FFF2-40B4-BE49-F238E27FC236}">
                <a16:creationId xmlns:a16="http://schemas.microsoft.com/office/drawing/2014/main" id="{8CF07CF9-1EB9-95EE-1657-7D6A95A04953}"/>
              </a:ext>
            </a:extLst>
          </p:cNvPr>
          <p:cNvCxnSpPr>
            <a:cxnSpLocks/>
          </p:cNvCxnSpPr>
          <p:nvPr/>
        </p:nvCxnSpPr>
        <p:spPr>
          <a:xfrm>
            <a:off x="3674953" y="3565508"/>
            <a:ext cx="193039"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15" name="直線コネクタ 14">
            <a:extLst>
              <a:ext uri="{FF2B5EF4-FFF2-40B4-BE49-F238E27FC236}">
                <a16:creationId xmlns:a16="http://schemas.microsoft.com/office/drawing/2014/main" id="{87988102-8FED-B93C-2B8D-9F02CFF6D641}"/>
              </a:ext>
            </a:extLst>
          </p:cNvPr>
          <p:cNvCxnSpPr>
            <a:cxnSpLocks/>
          </p:cNvCxnSpPr>
          <p:nvPr/>
        </p:nvCxnSpPr>
        <p:spPr>
          <a:xfrm>
            <a:off x="3674952" y="3824588"/>
            <a:ext cx="193039"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16" name="直線コネクタ 15">
            <a:extLst>
              <a:ext uri="{FF2B5EF4-FFF2-40B4-BE49-F238E27FC236}">
                <a16:creationId xmlns:a16="http://schemas.microsoft.com/office/drawing/2014/main" id="{A371E952-A033-E45A-E079-27EBF576E85F}"/>
              </a:ext>
            </a:extLst>
          </p:cNvPr>
          <p:cNvCxnSpPr>
            <a:cxnSpLocks/>
          </p:cNvCxnSpPr>
          <p:nvPr/>
        </p:nvCxnSpPr>
        <p:spPr>
          <a:xfrm>
            <a:off x="3674952" y="4062388"/>
            <a:ext cx="193039"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19" name="直線コネクタ 18">
            <a:extLst>
              <a:ext uri="{FF2B5EF4-FFF2-40B4-BE49-F238E27FC236}">
                <a16:creationId xmlns:a16="http://schemas.microsoft.com/office/drawing/2014/main" id="{55E17831-DC64-F259-A1C0-56974C9BB632}"/>
              </a:ext>
            </a:extLst>
          </p:cNvPr>
          <p:cNvCxnSpPr>
            <a:cxnSpLocks/>
          </p:cNvCxnSpPr>
          <p:nvPr/>
        </p:nvCxnSpPr>
        <p:spPr>
          <a:xfrm flipV="1">
            <a:off x="2861137" y="3045316"/>
            <a:ext cx="0" cy="179832"/>
          </a:xfrm>
          <a:prstGeom prst="line">
            <a:avLst/>
          </a:prstGeom>
          <a:ln w="28575"/>
        </p:spPr>
        <p:style>
          <a:lnRef idx="1">
            <a:schemeClr val="dk1"/>
          </a:lnRef>
          <a:fillRef idx="0">
            <a:schemeClr val="dk1"/>
          </a:fillRef>
          <a:effectRef idx="0">
            <a:schemeClr val="dk1"/>
          </a:effectRef>
          <a:fontRef idx="minor">
            <a:schemeClr val="tx1"/>
          </a:fontRef>
        </p:style>
      </p:cxnSp>
      <p:cxnSp>
        <p:nvCxnSpPr>
          <p:cNvPr id="21" name="直線コネクタ 20">
            <a:extLst>
              <a:ext uri="{FF2B5EF4-FFF2-40B4-BE49-F238E27FC236}">
                <a16:creationId xmlns:a16="http://schemas.microsoft.com/office/drawing/2014/main" id="{9BEE9954-7A6A-A542-E8C9-1DDA16B236E6}"/>
              </a:ext>
            </a:extLst>
          </p:cNvPr>
          <p:cNvCxnSpPr>
            <a:cxnSpLocks/>
          </p:cNvCxnSpPr>
          <p:nvPr/>
        </p:nvCxnSpPr>
        <p:spPr>
          <a:xfrm flipV="1">
            <a:off x="3057225" y="3045316"/>
            <a:ext cx="0" cy="179832"/>
          </a:xfrm>
          <a:prstGeom prst="line">
            <a:avLst/>
          </a:prstGeom>
          <a:ln w="28575"/>
        </p:spPr>
        <p:style>
          <a:lnRef idx="1">
            <a:schemeClr val="dk1"/>
          </a:lnRef>
          <a:fillRef idx="0">
            <a:schemeClr val="dk1"/>
          </a:fillRef>
          <a:effectRef idx="0">
            <a:schemeClr val="dk1"/>
          </a:effectRef>
          <a:fontRef idx="minor">
            <a:schemeClr val="tx1"/>
          </a:fontRef>
        </p:style>
      </p:cxnSp>
      <p:cxnSp>
        <p:nvCxnSpPr>
          <p:cNvPr id="22" name="直線コネクタ 21">
            <a:extLst>
              <a:ext uri="{FF2B5EF4-FFF2-40B4-BE49-F238E27FC236}">
                <a16:creationId xmlns:a16="http://schemas.microsoft.com/office/drawing/2014/main" id="{C7DF676C-70DF-071B-BE5D-2EEDEFAED324}"/>
              </a:ext>
            </a:extLst>
          </p:cNvPr>
          <p:cNvCxnSpPr>
            <a:cxnSpLocks/>
          </p:cNvCxnSpPr>
          <p:nvPr/>
        </p:nvCxnSpPr>
        <p:spPr>
          <a:xfrm flipV="1">
            <a:off x="3263473" y="3045316"/>
            <a:ext cx="0" cy="179832"/>
          </a:xfrm>
          <a:prstGeom prst="line">
            <a:avLst/>
          </a:prstGeom>
          <a:ln w="28575"/>
        </p:spPr>
        <p:style>
          <a:lnRef idx="1">
            <a:schemeClr val="dk1"/>
          </a:lnRef>
          <a:fillRef idx="0">
            <a:schemeClr val="dk1"/>
          </a:fillRef>
          <a:effectRef idx="0">
            <a:schemeClr val="dk1"/>
          </a:effectRef>
          <a:fontRef idx="minor">
            <a:schemeClr val="tx1"/>
          </a:fontRef>
        </p:style>
      </p:cxnSp>
      <p:cxnSp>
        <p:nvCxnSpPr>
          <p:cNvPr id="23" name="直線コネクタ 22">
            <a:extLst>
              <a:ext uri="{FF2B5EF4-FFF2-40B4-BE49-F238E27FC236}">
                <a16:creationId xmlns:a16="http://schemas.microsoft.com/office/drawing/2014/main" id="{11C9D5F5-051E-717F-74D0-D2E62C7BC3E7}"/>
              </a:ext>
            </a:extLst>
          </p:cNvPr>
          <p:cNvCxnSpPr>
            <a:cxnSpLocks/>
          </p:cNvCxnSpPr>
          <p:nvPr/>
        </p:nvCxnSpPr>
        <p:spPr>
          <a:xfrm>
            <a:off x="2252554" y="3565508"/>
            <a:ext cx="193039"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24" name="直線コネクタ 23">
            <a:extLst>
              <a:ext uri="{FF2B5EF4-FFF2-40B4-BE49-F238E27FC236}">
                <a16:creationId xmlns:a16="http://schemas.microsoft.com/office/drawing/2014/main" id="{9B3B9FA6-046F-5470-A093-3E28CD4706F3}"/>
              </a:ext>
            </a:extLst>
          </p:cNvPr>
          <p:cNvCxnSpPr>
            <a:cxnSpLocks/>
          </p:cNvCxnSpPr>
          <p:nvPr/>
        </p:nvCxnSpPr>
        <p:spPr>
          <a:xfrm>
            <a:off x="2252554" y="3824588"/>
            <a:ext cx="193039"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25" name="直線コネクタ 24">
            <a:extLst>
              <a:ext uri="{FF2B5EF4-FFF2-40B4-BE49-F238E27FC236}">
                <a16:creationId xmlns:a16="http://schemas.microsoft.com/office/drawing/2014/main" id="{4F85075B-0899-B60D-B787-B19B1F6556F9}"/>
              </a:ext>
            </a:extLst>
          </p:cNvPr>
          <p:cNvCxnSpPr>
            <a:cxnSpLocks/>
          </p:cNvCxnSpPr>
          <p:nvPr/>
        </p:nvCxnSpPr>
        <p:spPr>
          <a:xfrm>
            <a:off x="2251537" y="4062388"/>
            <a:ext cx="193039"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26" name="直線コネクタ 25">
            <a:extLst>
              <a:ext uri="{FF2B5EF4-FFF2-40B4-BE49-F238E27FC236}">
                <a16:creationId xmlns:a16="http://schemas.microsoft.com/office/drawing/2014/main" id="{DEFD4AF5-E0F4-3ADD-3CDF-6A98C74CA06D}"/>
              </a:ext>
            </a:extLst>
          </p:cNvPr>
          <p:cNvCxnSpPr>
            <a:cxnSpLocks/>
          </p:cNvCxnSpPr>
          <p:nvPr/>
        </p:nvCxnSpPr>
        <p:spPr>
          <a:xfrm flipV="1">
            <a:off x="3312241" y="4424028"/>
            <a:ext cx="0" cy="179832"/>
          </a:xfrm>
          <a:prstGeom prst="line">
            <a:avLst/>
          </a:prstGeom>
          <a:ln w="28575"/>
        </p:spPr>
        <p:style>
          <a:lnRef idx="1">
            <a:schemeClr val="dk1"/>
          </a:lnRef>
          <a:fillRef idx="0">
            <a:schemeClr val="dk1"/>
          </a:fillRef>
          <a:effectRef idx="0">
            <a:schemeClr val="dk1"/>
          </a:effectRef>
          <a:fontRef idx="minor">
            <a:schemeClr val="tx1"/>
          </a:fontRef>
        </p:style>
      </p:cxnSp>
      <p:cxnSp>
        <p:nvCxnSpPr>
          <p:cNvPr id="27" name="直線コネクタ 26">
            <a:extLst>
              <a:ext uri="{FF2B5EF4-FFF2-40B4-BE49-F238E27FC236}">
                <a16:creationId xmlns:a16="http://schemas.microsoft.com/office/drawing/2014/main" id="{6058988F-A32C-554A-4451-311B13941F03}"/>
              </a:ext>
            </a:extLst>
          </p:cNvPr>
          <p:cNvCxnSpPr>
            <a:cxnSpLocks/>
          </p:cNvCxnSpPr>
          <p:nvPr/>
        </p:nvCxnSpPr>
        <p:spPr>
          <a:xfrm flipV="1">
            <a:off x="3073482" y="4424028"/>
            <a:ext cx="0" cy="179832"/>
          </a:xfrm>
          <a:prstGeom prst="line">
            <a:avLst/>
          </a:prstGeom>
          <a:ln w="28575"/>
        </p:spPr>
        <p:style>
          <a:lnRef idx="1">
            <a:schemeClr val="dk1"/>
          </a:lnRef>
          <a:fillRef idx="0">
            <a:schemeClr val="dk1"/>
          </a:fillRef>
          <a:effectRef idx="0">
            <a:schemeClr val="dk1"/>
          </a:effectRef>
          <a:fontRef idx="minor">
            <a:schemeClr val="tx1"/>
          </a:fontRef>
        </p:style>
      </p:cxnSp>
      <p:cxnSp>
        <p:nvCxnSpPr>
          <p:cNvPr id="28" name="直線コネクタ 27">
            <a:extLst>
              <a:ext uri="{FF2B5EF4-FFF2-40B4-BE49-F238E27FC236}">
                <a16:creationId xmlns:a16="http://schemas.microsoft.com/office/drawing/2014/main" id="{218D89BA-13FF-55D3-91B0-5CF8878721E7}"/>
              </a:ext>
            </a:extLst>
          </p:cNvPr>
          <p:cNvCxnSpPr>
            <a:cxnSpLocks/>
          </p:cNvCxnSpPr>
          <p:nvPr/>
        </p:nvCxnSpPr>
        <p:spPr>
          <a:xfrm flipV="1">
            <a:off x="2861137" y="4424028"/>
            <a:ext cx="0" cy="179832"/>
          </a:xfrm>
          <a:prstGeom prst="line">
            <a:avLst/>
          </a:prstGeom>
          <a:ln w="28575"/>
        </p:spPr>
        <p:style>
          <a:lnRef idx="1">
            <a:schemeClr val="dk1"/>
          </a:lnRef>
          <a:fillRef idx="0">
            <a:schemeClr val="dk1"/>
          </a:fillRef>
          <a:effectRef idx="0">
            <a:schemeClr val="dk1"/>
          </a:effectRef>
          <a:fontRef idx="minor">
            <a:schemeClr val="tx1"/>
          </a:fontRef>
        </p:style>
      </p:cxnSp>
      <p:sp>
        <p:nvSpPr>
          <p:cNvPr id="30" name="テキスト ボックス 29">
            <a:extLst>
              <a:ext uri="{FF2B5EF4-FFF2-40B4-BE49-F238E27FC236}">
                <a16:creationId xmlns:a16="http://schemas.microsoft.com/office/drawing/2014/main" id="{637BF6EB-05AB-A72E-B1AB-7C033ACCF0FE}"/>
              </a:ext>
            </a:extLst>
          </p:cNvPr>
          <p:cNvSpPr txBox="1"/>
          <p:nvPr/>
        </p:nvSpPr>
        <p:spPr>
          <a:xfrm>
            <a:off x="1817197" y="4718121"/>
            <a:ext cx="2480056" cy="369332"/>
          </a:xfrm>
          <a:prstGeom prst="rect">
            <a:avLst/>
          </a:prstGeom>
          <a:noFill/>
        </p:spPr>
        <p:txBody>
          <a:bodyPr wrap="square" rtlCol="0">
            <a:spAutoFit/>
          </a:bodyPr>
          <a:lstStyle/>
          <a:p>
            <a:pPr algn="ctr"/>
            <a:r>
              <a:rPr kumimoji="1" lang="en-US" altLang="ja-JP" dirty="0"/>
              <a:t>Small Device</a:t>
            </a:r>
            <a:endParaRPr kumimoji="1" lang="ja-JP" altLang="en-US" dirty="0"/>
          </a:p>
        </p:txBody>
      </p:sp>
      <p:cxnSp>
        <p:nvCxnSpPr>
          <p:cNvPr id="40" name="直線コネクタ 39">
            <a:extLst>
              <a:ext uri="{FF2B5EF4-FFF2-40B4-BE49-F238E27FC236}">
                <a16:creationId xmlns:a16="http://schemas.microsoft.com/office/drawing/2014/main" id="{745F3BA2-0E87-C8C2-4139-499A0908948D}"/>
              </a:ext>
            </a:extLst>
          </p:cNvPr>
          <p:cNvCxnSpPr>
            <a:cxnSpLocks/>
          </p:cNvCxnSpPr>
          <p:nvPr/>
        </p:nvCxnSpPr>
        <p:spPr>
          <a:xfrm flipV="1">
            <a:off x="4275643" y="1245855"/>
            <a:ext cx="25665" cy="4711959"/>
          </a:xfrm>
          <a:prstGeom prst="line">
            <a:avLst/>
          </a:prstGeom>
          <a:ln w="28575">
            <a:prstDash val="lgDash"/>
          </a:ln>
        </p:spPr>
        <p:style>
          <a:lnRef idx="1">
            <a:schemeClr val="dk1"/>
          </a:lnRef>
          <a:fillRef idx="0">
            <a:schemeClr val="dk1"/>
          </a:fillRef>
          <a:effectRef idx="0">
            <a:schemeClr val="dk1"/>
          </a:effectRef>
          <a:fontRef idx="minor">
            <a:schemeClr val="tx1"/>
          </a:fontRef>
        </p:style>
      </p:cxnSp>
      <p:pic>
        <p:nvPicPr>
          <p:cNvPr id="83" name="図 82">
            <a:extLst>
              <a:ext uri="{FF2B5EF4-FFF2-40B4-BE49-F238E27FC236}">
                <a16:creationId xmlns:a16="http://schemas.microsoft.com/office/drawing/2014/main" id="{A107F7AD-7784-BDFA-F0EF-1F61498C261A}"/>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657774" y="4236501"/>
            <a:ext cx="1456581" cy="1456581"/>
          </a:xfrm>
          <a:prstGeom prst="rect">
            <a:avLst/>
          </a:prstGeom>
        </p:spPr>
      </p:pic>
      <p:sp>
        <p:nvSpPr>
          <p:cNvPr id="85" name="正方形/長方形 84">
            <a:extLst>
              <a:ext uri="{FF2B5EF4-FFF2-40B4-BE49-F238E27FC236}">
                <a16:creationId xmlns:a16="http://schemas.microsoft.com/office/drawing/2014/main" id="{09630A19-F952-0C3D-364D-BF9E8AD923BC}"/>
              </a:ext>
            </a:extLst>
          </p:cNvPr>
          <p:cNvSpPr/>
          <p:nvPr/>
        </p:nvSpPr>
        <p:spPr>
          <a:xfrm>
            <a:off x="6584298" y="4403462"/>
            <a:ext cx="748282" cy="1329789"/>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6" name="正方形/長方形 85">
            <a:extLst>
              <a:ext uri="{FF2B5EF4-FFF2-40B4-BE49-F238E27FC236}">
                <a16:creationId xmlns:a16="http://schemas.microsoft.com/office/drawing/2014/main" id="{F2359736-A93B-6A38-6F20-48EBFBB911DD}"/>
              </a:ext>
            </a:extLst>
          </p:cNvPr>
          <p:cNvSpPr/>
          <p:nvPr/>
        </p:nvSpPr>
        <p:spPr>
          <a:xfrm>
            <a:off x="6726284" y="4220583"/>
            <a:ext cx="464310" cy="182879"/>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7" name="正方形/長方形 86">
            <a:extLst>
              <a:ext uri="{FF2B5EF4-FFF2-40B4-BE49-F238E27FC236}">
                <a16:creationId xmlns:a16="http://schemas.microsoft.com/office/drawing/2014/main" id="{7521F933-04EA-024E-D6B1-6736DE38B43B}"/>
              </a:ext>
            </a:extLst>
          </p:cNvPr>
          <p:cNvSpPr/>
          <p:nvPr/>
        </p:nvSpPr>
        <p:spPr>
          <a:xfrm>
            <a:off x="6726284" y="5475343"/>
            <a:ext cx="464310" cy="182879"/>
          </a:xfrm>
          <a:prstGeom prst="rect">
            <a:avLst/>
          </a:prstGeom>
          <a:solidFill>
            <a:srgbClr val="FFFF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8" name="正方形/長方形 87">
            <a:extLst>
              <a:ext uri="{FF2B5EF4-FFF2-40B4-BE49-F238E27FC236}">
                <a16:creationId xmlns:a16="http://schemas.microsoft.com/office/drawing/2014/main" id="{3E8EC86D-81E5-3EA4-90E0-2046F2640ED4}"/>
              </a:ext>
            </a:extLst>
          </p:cNvPr>
          <p:cNvSpPr/>
          <p:nvPr/>
        </p:nvSpPr>
        <p:spPr>
          <a:xfrm>
            <a:off x="6726284" y="5149129"/>
            <a:ext cx="464310" cy="182879"/>
          </a:xfrm>
          <a:prstGeom prst="rect">
            <a:avLst/>
          </a:prstGeom>
          <a:solidFill>
            <a:srgbClr val="FFFF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9" name="正方形/長方形 88">
            <a:extLst>
              <a:ext uri="{FF2B5EF4-FFF2-40B4-BE49-F238E27FC236}">
                <a16:creationId xmlns:a16="http://schemas.microsoft.com/office/drawing/2014/main" id="{422BCA3E-B314-2D7F-E608-86764369D7C6}"/>
              </a:ext>
            </a:extLst>
          </p:cNvPr>
          <p:cNvSpPr/>
          <p:nvPr/>
        </p:nvSpPr>
        <p:spPr>
          <a:xfrm>
            <a:off x="6726284" y="4783371"/>
            <a:ext cx="464310" cy="182879"/>
          </a:xfrm>
          <a:prstGeom prst="rect">
            <a:avLst/>
          </a:prstGeom>
          <a:solidFill>
            <a:srgbClr val="FFFF0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2" name="テキスト ボックス 91">
            <a:extLst>
              <a:ext uri="{FF2B5EF4-FFF2-40B4-BE49-F238E27FC236}">
                <a16:creationId xmlns:a16="http://schemas.microsoft.com/office/drawing/2014/main" id="{40E85990-F2E1-3DD6-6344-D88DDC5632C2}"/>
              </a:ext>
            </a:extLst>
          </p:cNvPr>
          <p:cNvSpPr txBox="1"/>
          <p:nvPr/>
        </p:nvSpPr>
        <p:spPr>
          <a:xfrm>
            <a:off x="6232260" y="5728831"/>
            <a:ext cx="1474106" cy="369332"/>
          </a:xfrm>
          <a:prstGeom prst="rect">
            <a:avLst/>
          </a:prstGeom>
          <a:noFill/>
        </p:spPr>
        <p:txBody>
          <a:bodyPr wrap="square" rtlCol="0">
            <a:spAutoFit/>
          </a:bodyPr>
          <a:lstStyle/>
          <a:p>
            <a:pPr algn="ctr"/>
            <a:r>
              <a:rPr kumimoji="1" lang="en-US" altLang="ja-JP" dirty="0"/>
              <a:t>Battery</a:t>
            </a:r>
            <a:endParaRPr kumimoji="1" lang="ja-JP" altLang="en-US" dirty="0"/>
          </a:p>
        </p:txBody>
      </p:sp>
      <p:sp>
        <p:nvSpPr>
          <p:cNvPr id="93" name="テキスト ボックス 92">
            <a:extLst>
              <a:ext uri="{FF2B5EF4-FFF2-40B4-BE49-F238E27FC236}">
                <a16:creationId xmlns:a16="http://schemas.microsoft.com/office/drawing/2014/main" id="{A551D045-0B85-90BE-2EBB-24D9FE134272}"/>
              </a:ext>
            </a:extLst>
          </p:cNvPr>
          <p:cNvSpPr txBox="1"/>
          <p:nvPr/>
        </p:nvSpPr>
        <p:spPr>
          <a:xfrm>
            <a:off x="4632799" y="5671598"/>
            <a:ext cx="1504329" cy="369332"/>
          </a:xfrm>
          <a:prstGeom prst="rect">
            <a:avLst/>
          </a:prstGeom>
          <a:noFill/>
        </p:spPr>
        <p:txBody>
          <a:bodyPr wrap="square" rtlCol="0">
            <a:spAutoFit/>
          </a:bodyPr>
          <a:lstStyle/>
          <a:p>
            <a:pPr algn="ctr"/>
            <a:r>
              <a:rPr kumimoji="1" lang="en-US" altLang="ja-JP" dirty="0"/>
              <a:t>Solar Panel</a:t>
            </a:r>
            <a:endParaRPr kumimoji="1" lang="ja-JP" altLang="en-US" dirty="0"/>
          </a:p>
        </p:txBody>
      </p:sp>
      <p:sp>
        <p:nvSpPr>
          <p:cNvPr id="6" name="楕円 5">
            <a:extLst>
              <a:ext uri="{FF2B5EF4-FFF2-40B4-BE49-F238E27FC236}">
                <a16:creationId xmlns:a16="http://schemas.microsoft.com/office/drawing/2014/main" id="{E9EDEDA9-B6FE-22A4-9D1E-AA51C489C33F}"/>
              </a:ext>
            </a:extLst>
          </p:cNvPr>
          <p:cNvSpPr/>
          <p:nvPr/>
        </p:nvSpPr>
        <p:spPr>
          <a:xfrm>
            <a:off x="404171" y="3344777"/>
            <a:ext cx="466531" cy="466531"/>
          </a:xfrm>
          <a:prstGeom prst="ellipse">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楕円 6">
            <a:extLst>
              <a:ext uri="{FF2B5EF4-FFF2-40B4-BE49-F238E27FC236}">
                <a16:creationId xmlns:a16="http://schemas.microsoft.com/office/drawing/2014/main" id="{FB25A389-83DC-94EB-CD01-672274B7EFC3}"/>
              </a:ext>
            </a:extLst>
          </p:cNvPr>
          <p:cNvSpPr/>
          <p:nvPr/>
        </p:nvSpPr>
        <p:spPr>
          <a:xfrm>
            <a:off x="404171" y="3985480"/>
            <a:ext cx="466531" cy="466531"/>
          </a:xfrm>
          <a:prstGeom prst="ellipse">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楕円 10">
            <a:extLst>
              <a:ext uri="{FF2B5EF4-FFF2-40B4-BE49-F238E27FC236}">
                <a16:creationId xmlns:a16="http://schemas.microsoft.com/office/drawing/2014/main" id="{B830A201-B0F0-6444-DA1A-BEE46F24BAA6}"/>
              </a:ext>
            </a:extLst>
          </p:cNvPr>
          <p:cNvSpPr/>
          <p:nvPr/>
        </p:nvSpPr>
        <p:spPr>
          <a:xfrm>
            <a:off x="1148472" y="2988725"/>
            <a:ext cx="466531" cy="466531"/>
          </a:xfrm>
          <a:prstGeom prst="ellipse">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楕円 11">
            <a:extLst>
              <a:ext uri="{FF2B5EF4-FFF2-40B4-BE49-F238E27FC236}">
                <a16:creationId xmlns:a16="http://schemas.microsoft.com/office/drawing/2014/main" id="{AE7AEDF5-A61A-BBCC-0355-C6364FB624CC}"/>
              </a:ext>
            </a:extLst>
          </p:cNvPr>
          <p:cNvSpPr/>
          <p:nvPr/>
        </p:nvSpPr>
        <p:spPr>
          <a:xfrm>
            <a:off x="1148472" y="3603735"/>
            <a:ext cx="466531" cy="466531"/>
          </a:xfrm>
          <a:prstGeom prst="ellipse">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楕円 13">
            <a:extLst>
              <a:ext uri="{FF2B5EF4-FFF2-40B4-BE49-F238E27FC236}">
                <a16:creationId xmlns:a16="http://schemas.microsoft.com/office/drawing/2014/main" id="{F504559D-508A-BE07-D7DB-455AE5528832}"/>
              </a:ext>
            </a:extLst>
          </p:cNvPr>
          <p:cNvSpPr/>
          <p:nvPr/>
        </p:nvSpPr>
        <p:spPr>
          <a:xfrm>
            <a:off x="1148472" y="4304889"/>
            <a:ext cx="466531" cy="466531"/>
          </a:xfrm>
          <a:prstGeom prst="ellipse">
            <a:avLst/>
          </a:prstGeom>
          <a:noFill/>
          <a:ln w="28575">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7" name="直線矢印コネクタ 16">
            <a:extLst>
              <a:ext uri="{FF2B5EF4-FFF2-40B4-BE49-F238E27FC236}">
                <a16:creationId xmlns:a16="http://schemas.microsoft.com/office/drawing/2014/main" id="{BDAEFB6F-3C16-9AE7-B7AF-A152BC19BD73}"/>
              </a:ext>
            </a:extLst>
          </p:cNvPr>
          <p:cNvCxnSpPr>
            <a:stCxn id="6" idx="6"/>
            <a:endCxn id="11" idx="2"/>
          </p:cNvCxnSpPr>
          <p:nvPr/>
        </p:nvCxnSpPr>
        <p:spPr>
          <a:xfrm flipV="1">
            <a:off x="870702" y="3221991"/>
            <a:ext cx="277770" cy="35605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線矢印コネクタ 17">
            <a:extLst>
              <a:ext uri="{FF2B5EF4-FFF2-40B4-BE49-F238E27FC236}">
                <a16:creationId xmlns:a16="http://schemas.microsoft.com/office/drawing/2014/main" id="{6B291751-6A56-7685-8295-131BAE6BC3B3}"/>
              </a:ext>
            </a:extLst>
          </p:cNvPr>
          <p:cNvCxnSpPr>
            <a:cxnSpLocks/>
            <a:stCxn id="6" idx="6"/>
            <a:endCxn id="12" idx="2"/>
          </p:cNvCxnSpPr>
          <p:nvPr/>
        </p:nvCxnSpPr>
        <p:spPr>
          <a:xfrm>
            <a:off x="870702" y="3578043"/>
            <a:ext cx="277770" cy="25895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線矢印コネクタ 19">
            <a:extLst>
              <a:ext uri="{FF2B5EF4-FFF2-40B4-BE49-F238E27FC236}">
                <a16:creationId xmlns:a16="http://schemas.microsoft.com/office/drawing/2014/main" id="{F0475840-C44D-4868-AAD3-8CD103E1A0E1}"/>
              </a:ext>
            </a:extLst>
          </p:cNvPr>
          <p:cNvCxnSpPr>
            <a:cxnSpLocks/>
            <a:stCxn id="6" idx="6"/>
            <a:endCxn id="14" idx="2"/>
          </p:cNvCxnSpPr>
          <p:nvPr/>
        </p:nvCxnSpPr>
        <p:spPr>
          <a:xfrm>
            <a:off x="870702" y="3578043"/>
            <a:ext cx="277770" cy="96011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線矢印コネクタ 30">
            <a:extLst>
              <a:ext uri="{FF2B5EF4-FFF2-40B4-BE49-F238E27FC236}">
                <a16:creationId xmlns:a16="http://schemas.microsoft.com/office/drawing/2014/main" id="{0BCC79A0-2D02-31E2-90A1-2395BF25D7BF}"/>
              </a:ext>
            </a:extLst>
          </p:cNvPr>
          <p:cNvCxnSpPr>
            <a:cxnSpLocks/>
            <a:stCxn id="7" idx="6"/>
            <a:endCxn id="11" idx="2"/>
          </p:cNvCxnSpPr>
          <p:nvPr/>
        </p:nvCxnSpPr>
        <p:spPr>
          <a:xfrm flipV="1">
            <a:off x="870702" y="3221991"/>
            <a:ext cx="277770" cy="99675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線矢印コネクタ 31">
            <a:extLst>
              <a:ext uri="{FF2B5EF4-FFF2-40B4-BE49-F238E27FC236}">
                <a16:creationId xmlns:a16="http://schemas.microsoft.com/office/drawing/2014/main" id="{5773ECCA-6E52-38E9-4599-3AFAA24E6210}"/>
              </a:ext>
            </a:extLst>
          </p:cNvPr>
          <p:cNvCxnSpPr>
            <a:cxnSpLocks/>
            <a:stCxn id="7" idx="6"/>
            <a:endCxn id="12" idx="2"/>
          </p:cNvCxnSpPr>
          <p:nvPr/>
        </p:nvCxnSpPr>
        <p:spPr>
          <a:xfrm flipV="1">
            <a:off x="870702" y="3837001"/>
            <a:ext cx="277770" cy="38174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線矢印コネクタ 32">
            <a:extLst>
              <a:ext uri="{FF2B5EF4-FFF2-40B4-BE49-F238E27FC236}">
                <a16:creationId xmlns:a16="http://schemas.microsoft.com/office/drawing/2014/main" id="{F9BAB38A-F3A8-1AF3-FF73-F3400DFC520E}"/>
              </a:ext>
            </a:extLst>
          </p:cNvPr>
          <p:cNvCxnSpPr>
            <a:cxnSpLocks/>
            <a:stCxn id="7" idx="6"/>
            <a:endCxn id="14" idx="2"/>
          </p:cNvCxnSpPr>
          <p:nvPr/>
        </p:nvCxnSpPr>
        <p:spPr>
          <a:xfrm>
            <a:off x="870702" y="4218746"/>
            <a:ext cx="277770" cy="31940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5" name="テキスト ボックス 34">
            <a:extLst>
              <a:ext uri="{FF2B5EF4-FFF2-40B4-BE49-F238E27FC236}">
                <a16:creationId xmlns:a16="http://schemas.microsoft.com/office/drawing/2014/main" id="{AD29CF4E-F7D6-5A8C-B0AA-7487D4442672}"/>
              </a:ext>
            </a:extLst>
          </p:cNvPr>
          <p:cNvSpPr txBox="1"/>
          <p:nvPr/>
        </p:nvSpPr>
        <p:spPr>
          <a:xfrm>
            <a:off x="-154540" y="4963920"/>
            <a:ext cx="2480056" cy="369332"/>
          </a:xfrm>
          <a:prstGeom prst="rect">
            <a:avLst/>
          </a:prstGeom>
          <a:noFill/>
        </p:spPr>
        <p:txBody>
          <a:bodyPr wrap="square" rtlCol="0">
            <a:spAutoFit/>
          </a:bodyPr>
          <a:lstStyle/>
          <a:p>
            <a:pPr algn="ctr"/>
            <a:r>
              <a:rPr kumimoji="1" lang="en-US" altLang="ja-JP" dirty="0"/>
              <a:t>AI Model</a:t>
            </a:r>
            <a:endParaRPr kumimoji="1" lang="ja-JP" altLang="en-US" dirty="0"/>
          </a:p>
        </p:txBody>
      </p:sp>
      <p:cxnSp>
        <p:nvCxnSpPr>
          <p:cNvPr id="36" name="直線コネクタ 35">
            <a:extLst>
              <a:ext uri="{FF2B5EF4-FFF2-40B4-BE49-F238E27FC236}">
                <a16:creationId xmlns:a16="http://schemas.microsoft.com/office/drawing/2014/main" id="{EDDD90A8-9C53-DD55-922A-824F911B21B0}"/>
              </a:ext>
            </a:extLst>
          </p:cNvPr>
          <p:cNvCxnSpPr>
            <a:cxnSpLocks/>
          </p:cNvCxnSpPr>
          <p:nvPr/>
        </p:nvCxnSpPr>
        <p:spPr>
          <a:xfrm flipH="1" flipV="1">
            <a:off x="1843235" y="2700178"/>
            <a:ext cx="663778" cy="521812"/>
          </a:xfrm>
          <a:prstGeom prst="line">
            <a:avLst/>
          </a:prstGeom>
          <a:ln w="28575">
            <a:prstDash val="lgDash"/>
          </a:ln>
        </p:spPr>
        <p:style>
          <a:lnRef idx="1">
            <a:schemeClr val="dk1"/>
          </a:lnRef>
          <a:fillRef idx="0">
            <a:schemeClr val="dk1"/>
          </a:fillRef>
          <a:effectRef idx="0">
            <a:schemeClr val="dk1"/>
          </a:effectRef>
          <a:fontRef idx="minor">
            <a:schemeClr val="tx1"/>
          </a:fontRef>
        </p:style>
      </p:cxnSp>
      <p:cxnSp>
        <p:nvCxnSpPr>
          <p:cNvPr id="42" name="直線コネクタ 41">
            <a:extLst>
              <a:ext uri="{FF2B5EF4-FFF2-40B4-BE49-F238E27FC236}">
                <a16:creationId xmlns:a16="http://schemas.microsoft.com/office/drawing/2014/main" id="{6B26EF6C-30F6-ED91-EEB1-01E0551A4282}"/>
              </a:ext>
            </a:extLst>
          </p:cNvPr>
          <p:cNvCxnSpPr>
            <a:cxnSpLocks/>
          </p:cNvCxnSpPr>
          <p:nvPr/>
        </p:nvCxnSpPr>
        <p:spPr>
          <a:xfrm flipH="1">
            <a:off x="1915587" y="4374602"/>
            <a:ext cx="582839" cy="448244"/>
          </a:xfrm>
          <a:prstGeom prst="line">
            <a:avLst/>
          </a:prstGeom>
          <a:ln w="28575">
            <a:prstDash val="lgDash"/>
          </a:ln>
        </p:spPr>
        <p:style>
          <a:lnRef idx="1">
            <a:schemeClr val="dk1"/>
          </a:lnRef>
          <a:fillRef idx="0">
            <a:schemeClr val="dk1"/>
          </a:fillRef>
          <a:effectRef idx="0">
            <a:schemeClr val="dk1"/>
          </a:effectRef>
          <a:fontRef idx="minor">
            <a:schemeClr val="tx1"/>
          </a:fontRef>
        </p:style>
      </p:cxnSp>
      <p:sp>
        <p:nvSpPr>
          <p:cNvPr id="45" name="正方形/長方形 44">
            <a:extLst>
              <a:ext uri="{FF2B5EF4-FFF2-40B4-BE49-F238E27FC236}">
                <a16:creationId xmlns:a16="http://schemas.microsoft.com/office/drawing/2014/main" id="{E2E04008-CF16-C468-C903-97CE7444040E}"/>
              </a:ext>
            </a:extLst>
          </p:cNvPr>
          <p:cNvSpPr/>
          <p:nvPr/>
        </p:nvSpPr>
        <p:spPr>
          <a:xfrm>
            <a:off x="330818" y="2699941"/>
            <a:ext cx="1499842" cy="2220966"/>
          </a:xfrm>
          <a:prstGeom prst="rect">
            <a:avLst/>
          </a:prstGeom>
          <a:noFill/>
          <a:ln w="28575">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6" name="テキスト ボックス 45">
            <a:extLst>
              <a:ext uri="{FF2B5EF4-FFF2-40B4-BE49-F238E27FC236}">
                <a16:creationId xmlns:a16="http://schemas.microsoft.com/office/drawing/2014/main" id="{727DD1A3-420B-2DB0-4212-09E7A4A48A94}"/>
              </a:ext>
            </a:extLst>
          </p:cNvPr>
          <p:cNvSpPr txBox="1"/>
          <p:nvPr/>
        </p:nvSpPr>
        <p:spPr>
          <a:xfrm>
            <a:off x="678773" y="1244403"/>
            <a:ext cx="2480056" cy="523220"/>
          </a:xfrm>
          <a:prstGeom prst="rect">
            <a:avLst/>
          </a:prstGeom>
          <a:noFill/>
        </p:spPr>
        <p:txBody>
          <a:bodyPr wrap="square" rtlCol="0">
            <a:spAutoFit/>
          </a:bodyPr>
          <a:lstStyle/>
          <a:p>
            <a:pPr algn="ctr"/>
            <a:r>
              <a:rPr kumimoji="1" lang="en-US" altLang="ja-JP" sz="2800" dirty="0"/>
              <a:t>Edge AI</a:t>
            </a:r>
            <a:endParaRPr kumimoji="1" lang="ja-JP" altLang="en-US" sz="2800" dirty="0"/>
          </a:p>
        </p:txBody>
      </p:sp>
      <p:cxnSp>
        <p:nvCxnSpPr>
          <p:cNvPr id="48" name="直線矢印コネクタ 47">
            <a:extLst>
              <a:ext uri="{FF2B5EF4-FFF2-40B4-BE49-F238E27FC236}">
                <a16:creationId xmlns:a16="http://schemas.microsoft.com/office/drawing/2014/main" id="{0EE7D5B8-AB67-49B7-A444-B06B6B1E746C}"/>
              </a:ext>
            </a:extLst>
          </p:cNvPr>
          <p:cNvCxnSpPr>
            <a:cxnSpLocks/>
          </p:cNvCxnSpPr>
          <p:nvPr/>
        </p:nvCxnSpPr>
        <p:spPr>
          <a:xfrm flipV="1">
            <a:off x="4559549" y="1965917"/>
            <a:ext cx="0" cy="2062833"/>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52" name="直線矢印コネクタ 51">
            <a:extLst>
              <a:ext uri="{FF2B5EF4-FFF2-40B4-BE49-F238E27FC236}">
                <a16:creationId xmlns:a16="http://schemas.microsoft.com/office/drawing/2014/main" id="{678BD2C7-E1FC-C3CA-EB0E-65DBF21158ED}"/>
              </a:ext>
            </a:extLst>
          </p:cNvPr>
          <p:cNvCxnSpPr>
            <a:cxnSpLocks/>
          </p:cNvCxnSpPr>
          <p:nvPr/>
        </p:nvCxnSpPr>
        <p:spPr>
          <a:xfrm flipV="1">
            <a:off x="4559549" y="4028750"/>
            <a:ext cx="3556944" cy="8954"/>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56" name="テキスト ボックス 55">
            <a:extLst>
              <a:ext uri="{FF2B5EF4-FFF2-40B4-BE49-F238E27FC236}">
                <a16:creationId xmlns:a16="http://schemas.microsoft.com/office/drawing/2014/main" id="{254D928B-746C-A27A-F337-02D65EF63D2E}"/>
              </a:ext>
            </a:extLst>
          </p:cNvPr>
          <p:cNvSpPr txBox="1"/>
          <p:nvPr/>
        </p:nvSpPr>
        <p:spPr>
          <a:xfrm>
            <a:off x="4686700" y="1244403"/>
            <a:ext cx="3507018" cy="523220"/>
          </a:xfrm>
          <a:prstGeom prst="rect">
            <a:avLst/>
          </a:prstGeom>
          <a:noFill/>
        </p:spPr>
        <p:txBody>
          <a:bodyPr wrap="square" rtlCol="0">
            <a:spAutoFit/>
          </a:bodyPr>
          <a:lstStyle/>
          <a:p>
            <a:pPr algn="ctr"/>
            <a:r>
              <a:rPr kumimoji="1" lang="en-US" altLang="ja-JP" sz="2800" dirty="0"/>
              <a:t>Energy Supply</a:t>
            </a:r>
            <a:endParaRPr kumimoji="1" lang="ja-JP" altLang="en-US" sz="2800" dirty="0"/>
          </a:p>
        </p:txBody>
      </p:sp>
      <p:sp>
        <p:nvSpPr>
          <p:cNvPr id="57" name="テキスト ボックス 56">
            <a:extLst>
              <a:ext uri="{FF2B5EF4-FFF2-40B4-BE49-F238E27FC236}">
                <a16:creationId xmlns:a16="http://schemas.microsoft.com/office/drawing/2014/main" id="{BB889CC7-2501-4A9A-F50E-8E7228AA49D1}"/>
              </a:ext>
            </a:extLst>
          </p:cNvPr>
          <p:cNvSpPr txBox="1"/>
          <p:nvPr/>
        </p:nvSpPr>
        <p:spPr>
          <a:xfrm>
            <a:off x="7209748" y="4028750"/>
            <a:ext cx="853374" cy="369332"/>
          </a:xfrm>
          <a:prstGeom prst="rect">
            <a:avLst/>
          </a:prstGeom>
          <a:noFill/>
        </p:spPr>
        <p:txBody>
          <a:bodyPr wrap="square" rtlCol="0">
            <a:spAutoFit/>
          </a:bodyPr>
          <a:lstStyle/>
          <a:p>
            <a:pPr algn="ctr"/>
            <a:r>
              <a:rPr kumimoji="1" lang="en-US" altLang="ja-JP" dirty="0"/>
              <a:t>Time</a:t>
            </a:r>
            <a:endParaRPr kumimoji="1" lang="ja-JP" altLang="en-US" dirty="0"/>
          </a:p>
        </p:txBody>
      </p:sp>
      <p:sp>
        <p:nvSpPr>
          <p:cNvPr id="74" name="テキスト ボックス 73">
            <a:extLst>
              <a:ext uri="{FF2B5EF4-FFF2-40B4-BE49-F238E27FC236}">
                <a16:creationId xmlns:a16="http://schemas.microsoft.com/office/drawing/2014/main" id="{47D548E6-6CF2-1143-DC88-E0923FC4092E}"/>
              </a:ext>
            </a:extLst>
          </p:cNvPr>
          <p:cNvSpPr txBox="1"/>
          <p:nvPr/>
        </p:nvSpPr>
        <p:spPr>
          <a:xfrm>
            <a:off x="5307831" y="1742771"/>
            <a:ext cx="3128736" cy="646331"/>
          </a:xfrm>
          <a:prstGeom prst="rect">
            <a:avLst/>
          </a:prstGeom>
          <a:noFill/>
        </p:spPr>
        <p:txBody>
          <a:bodyPr wrap="square" rtlCol="0">
            <a:spAutoFit/>
          </a:bodyPr>
          <a:lstStyle/>
          <a:p>
            <a:pPr algn="ctr"/>
            <a:r>
              <a:rPr kumimoji="1" lang="en-US" altLang="ja-JP" dirty="0">
                <a:solidFill>
                  <a:schemeClr val="accent1"/>
                </a:solidFill>
              </a:rPr>
              <a:t>Solar Energy</a:t>
            </a:r>
          </a:p>
          <a:p>
            <a:pPr algn="ctr"/>
            <a:r>
              <a:rPr kumimoji="1" lang="en-US" altLang="ja-JP" dirty="0">
                <a:solidFill>
                  <a:schemeClr val="accent1"/>
                </a:solidFill>
              </a:rPr>
              <a:t> (Can reduce up to 60% [2])</a:t>
            </a:r>
            <a:endParaRPr kumimoji="1" lang="ja-JP" altLang="en-US" dirty="0">
              <a:solidFill>
                <a:schemeClr val="accent1"/>
              </a:solidFill>
            </a:endParaRPr>
          </a:p>
        </p:txBody>
      </p:sp>
      <p:sp>
        <p:nvSpPr>
          <p:cNvPr id="76" name="テキスト ボックス 75">
            <a:extLst>
              <a:ext uri="{FF2B5EF4-FFF2-40B4-BE49-F238E27FC236}">
                <a16:creationId xmlns:a16="http://schemas.microsoft.com/office/drawing/2014/main" id="{81963752-842E-5700-5C14-7D80BE0943E7}"/>
              </a:ext>
            </a:extLst>
          </p:cNvPr>
          <p:cNvSpPr txBox="1"/>
          <p:nvPr/>
        </p:nvSpPr>
        <p:spPr>
          <a:xfrm>
            <a:off x="4469365" y="3410340"/>
            <a:ext cx="3757777" cy="646331"/>
          </a:xfrm>
          <a:prstGeom prst="rect">
            <a:avLst/>
          </a:prstGeom>
          <a:noFill/>
        </p:spPr>
        <p:txBody>
          <a:bodyPr wrap="square" rtlCol="0">
            <a:spAutoFit/>
          </a:bodyPr>
          <a:lstStyle/>
          <a:p>
            <a:pPr algn="ctr"/>
            <a:r>
              <a:rPr kumimoji="1" lang="en-US" altLang="ja-JP" dirty="0"/>
              <a:t>Battery Capacity</a:t>
            </a:r>
          </a:p>
          <a:p>
            <a:pPr algn="ctr"/>
            <a:r>
              <a:rPr kumimoji="1" lang="en-US" altLang="ja-JP" dirty="0"/>
              <a:t>(Degrades </a:t>
            </a:r>
            <a:r>
              <a:rPr lang="en-US" altLang="ja-JP" dirty="0"/>
              <a:t>0.98–1.71%/cycle [3]</a:t>
            </a:r>
            <a:r>
              <a:rPr kumimoji="1" lang="en-US" altLang="ja-JP" dirty="0"/>
              <a:t>)</a:t>
            </a:r>
            <a:endParaRPr kumimoji="1" lang="ja-JP" altLang="en-US" dirty="0"/>
          </a:p>
        </p:txBody>
      </p:sp>
      <p:cxnSp>
        <p:nvCxnSpPr>
          <p:cNvPr id="78" name="直線コネクタ 77">
            <a:extLst>
              <a:ext uri="{FF2B5EF4-FFF2-40B4-BE49-F238E27FC236}">
                <a16:creationId xmlns:a16="http://schemas.microsoft.com/office/drawing/2014/main" id="{9B5B844D-E471-8BCB-8A79-03F61CEF8E31}"/>
              </a:ext>
            </a:extLst>
          </p:cNvPr>
          <p:cNvCxnSpPr>
            <a:cxnSpLocks/>
          </p:cNvCxnSpPr>
          <p:nvPr/>
        </p:nvCxnSpPr>
        <p:spPr>
          <a:xfrm flipV="1">
            <a:off x="8337791" y="1144305"/>
            <a:ext cx="25665" cy="4711959"/>
          </a:xfrm>
          <a:prstGeom prst="line">
            <a:avLst/>
          </a:prstGeom>
          <a:ln w="28575">
            <a:prstDash val="lgDash"/>
          </a:ln>
        </p:spPr>
        <p:style>
          <a:lnRef idx="1">
            <a:schemeClr val="dk1"/>
          </a:lnRef>
          <a:fillRef idx="0">
            <a:schemeClr val="dk1"/>
          </a:fillRef>
          <a:effectRef idx="0">
            <a:schemeClr val="dk1"/>
          </a:effectRef>
          <a:fontRef idx="minor">
            <a:schemeClr val="tx1"/>
          </a:fontRef>
        </p:style>
      </p:cxnSp>
      <p:sp>
        <p:nvSpPr>
          <p:cNvPr id="79" name="テキスト ボックス 78">
            <a:extLst>
              <a:ext uri="{FF2B5EF4-FFF2-40B4-BE49-F238E27FC236}">
                <a16:creationId xmlns:a16="http://schemas.microsoft.com/office/drawing/2014/main" id="{D93EF5CE-9EF2-89F8-49B9-D418365928F3}"/>
              </a:ext>
            </a:extLst>
          </p:cNvPr>
          <p:cNvSpPr txBox="1"/>
          <p:nvPr/>
        </p:nvSpPr>
        <p:spPr>
          <a:xfrm>
            <a:off x="8637404" y="1165897"/>
            <a:ext cx="3051219" cy="954107"/>
          </a:xfrm>
          <a:prstGeom prst="rect">
            <a:avLst/>
          </a:prstGeom>
          <a:noFill/>
        </p:spPr>
        <p:txBody>
          <a:bodyPr wrap="square" rtlCol="0">
            <a:spAutoFit/>
          </a:bodyPr>
          <a:lstStyle/>
          <a:p>
            <a:pPr algn="ctr"/>
            <a:r>
              <a:rPr kumimoji="1" lang="en-US" altLang="ja-JP" sz="2800" dirty="0"/>
              <a:t>Fixed Energy</a:t>
            </a:r>
          </a:p>
          <a:p>
            <a:pPr algn="ctr"/>
            <a:r>
              <a:rPr kumimoji="1" lang="en-US" altLang="ja-JP" sz="2800" dirty="0"/>
              <a:t>Consumption</a:t>
            </a:r>
            <a:endParaRPr kumimoji="1" lang="ja-JP" altLang="en-US" sz="2800" dirty="0"/>
          </a:p>
        </p:txBody>
      </p:sp>
      <p:cxnSp>
        <p:nvCxnSpPr>
          <p:cNvPr id="80" name="直線矢印コネクタ 79">
            <a:extLst>
              <a:ext uri="{FF2B5EF4-FFF2-40B4-BE49-F238E27FC236}">
                <a16:creationId xmlns:a16="http://schemas.microsoft.com/office/drawing/2014/main" id="{1BCCA935-746A-C530-B146-6DFE106BC7F5}"/>
              </a:ext>
            </a:extLst>
          </p:cNvPr>
          <p:cNvCxnSpPr>
            <a:cxnSpLocks/>
          </p:cNvCxnSpPr>
          <p:nvPr/>
        </p:nvCxnSpPr>
        <p:spPr>
          <a:xfrm flipV="1">
            <a:off x="8557832" y="2606551"/>
            <a:ext cx="0" cy="2062833"/>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81" name="直線矢印コネクタ 80">
            <a:extLst>
              <a:ext uri="{FF2B5EF4-FFF2-40B4-BE49-F238E27FC236}">
                <a16:creationId xmlns:a16="http://schemas.microsoft.com/office/drawing/2014/main" id="{8AE15812-8CCE-701E-EAD6-3B982AAEF511}"/>
              </a:ext>
            </a:extLst>
          </p:cNvPr>
          <p:cNvCxnSpPr>
            <a:cxnSpLocks/>
          </p:cNvCxnSpPr>
          <p:nvPr/>
        </p:nvCxnSpPr>
        <p:spPr>
          <a:xfrm flipV="1">
            <a:off x="8557832" y="4669384"/>
            <a:ext cx="3556944" cy="8954"/>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84" name="直線コネクタ 83">
            <a:extLst>
              <a:ext uri="{FF2B5EF4-FFF2-40B4-BE49-F238E27FC236}">
                <a16:creationId xmlns:a16="http://schemas.microsoft.com/office/drawing/2014/main" id="{395D4A41-DCF9-B226-14A9-0DA09CF85B7F}"/>
              </a:ext>
            </a:extLst>
          </p:cNvPr>
          <p:cNvCxnSpPr>
            <a:cxnSpLocks/>
          </p:cNvCxnSpPr>
          <p:nvPr/>
        </p:nvCxnSpPr>
        <p:spPr>
          <a:xfrm>
            <a:off x="8557832" y="3603111"/>
            <a:ext cx="3508629"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91" name="テキスト ボックス 90">
            <a:extLst>
              <a:ext uri="{FF2B5EF4-FFF2-40B4-BE49-F238E27FC236}">
                <a16:creationId xmlns:a16="http://schemas.microsoft.com/office/drawing/2014/main" id="{C6715D77-C5A2-76C3-7196-F303626DC455}"/>
              </a:ext>
            </a:extLst>
          </p:cNvPr>
          <p:cNvSpPr txBox="1"/>
          <p:nvPr/>
        </p:nvSpPr>
        <p:spPr>
          <a:xfrm>
            <a:off x="11530998" y="4722066"/>
            <a:ext cx="853374" cy="369332"/>
          </a:xfrm>
          <a:prstGeom prst="rect">
            <a:avLst/>
          </a:prstGeom>
          <a:noFill/>
        </p:spPr>
        <p:txBody>
          <a:bodyPr wrap="square" rtlCol="0">
            <a:spAutoFit/>
          </a:bodyPr>
          <a:lstStyle/>
          <a:p>
            <a:pPr algn="ctr"/>
            <a:r>
              <a:rPr kumimoji="1" lang="en-US" altLang="ja-JP" dirty="0"/>
              <a:t>Time</a:t>
            </a:r>
            <a:endParaRPr kumimoji="1" lang="ja-JP" altLang="en-US" dirty="0"/>
          </a:p>
        </p:txBody>
      </p:sp>
      <p:cxnSp>
        <p:nvCxnSpPr>
          <p:cNvPr id="95" name="直線コネクタ 94">
            <a:extLst>
              <a:ext uri="{FF2B5EF4-FFF2-40B4-BE49-F238E27FC236}">
                <a16:creationId xmlns:a16="http://schemas.microsoft.com/office/drawing/2014/main" id="{D8CFBEC6-1E63-FAA0-3D72-80A472699B5B}"/>
              </a:ext>
            </a:extLst>
          </p:cNvPr>
          <p:cNvCxnSpPr>
            <a:cxnSpLocks/>
          </p:cNvCxnSpPr>
          <p:nvPr/>
        </p:nvCxnSpPr>
        <p:spPr>
          <a:xfrm>
            <a:off x="8557832" y="3500284"/>
            <a:ext cx="748016"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97" name="直線コネクタ 96">
            <a:extLst>
              <a:ext uri="{FF2B5EF4-FFF2-40B4-BE49-F238E27FC236}">
                <a16:creationId xmlns:a16="http://schemas.microsoft.com/office/drawing/2014/main" id="{342E0A36-5897-BAC4-B35C-A3E3BB6EE01B}"/>
              </a:ext>
            </a:extLst>
          </p:cNvPr>
          <p:cNvCxnSpPr>
            <a:cxnSpLocks/>
          </p:cNvCxnSpPr>
          <p:nvPr/>
        </p:nvCxnSpPr>
        <p:spPr>
          <a:xfrm flipV="1">
            <a:off x="9285237" y="3485491"/>
            <a:ext cx="0" cy="72792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02" name="直線コネクタ 101">
            <a:extLst>
              <a:ext uri="{FF2B5EF4-FFF2-40B4-BE49-F238E27FC236}">
                <a16:creationId xmlns:a16="http://schemas.microsoft.com/office/drawing/2014/main" id="{601B99B0-B017-41AD-148A-AEFB740FF233}"/>
              </a:ext>
            </a:extLst>
          </p:cNvPr>
          <p:cNvCxnSpPr>
            <a:cxnSpLocks/>
          </p:cNvCxnSpPr>
          <p:nvPr/>
        </p:nvCxnSpPr>
        <p:spPr>
          <a:xfrm>
            <a:off x="9285237" y="4213416"/>
            <a:ext cx="748016"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03" name="直線コネクタ 102">
            <a:extLst>
              <a:ext uri="{FF2B5EF4-FFF2-40B4-BE49-F238E27FC236}">
                <a16:creationId xmlns:a16="http://schemas.microsoft.com/office/drawing/2014/main" id="{76EE3FD0-8B0C-AF44-E61A-44CC9434F16B}"/>
              </a:ext>
            </a:extLst>
          </p:cNvPr>
          <p:cNvCxnSpPr>
            <a:cxnSpLocks/>
          </p:cNvCxnSpPr>
          <p:nvPr/>
        </p:nvCxnSpPr>
        <p:spPr>
          <a:xfrm flipV="1">
            <a:off x="10033253" y="3492658"/>
            <a:ext cx="0" cy="72792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04" name="直線コネクタ 103">
            <a:extLst>
              <a:ext uri="{FF2B5EF4-FFF2-40B4-BE49-F238E27FC236}">
                <a16:creationId xmlns:a16="http://schemas.microsoft.com/office/drawing/2014/main" id="{A8D5ED0E-A175-CE89-10A8-0183C0D46E7C}"/>
              </a:ext>
            </a:extLst>
          </p:cNvPr>
          <p:cNvCxnSpPr>
            <a:cxnSpLocks/>
          </p:cNvCxnSpPr>
          <p:nvPr/>
        </p:nvCxnSpPr>
        <p:spPr>
          <a:xfrm>
            <a:off x="10033253" y="3500284"/>
            <a:ext cx="748016"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05" name="直線コネクタ 104">
            <a:extLst>
              <a:ext uri="{FF2B5EF4-FFF2-40B4-BE49-F238E27FC236}">
                <a16:creationId xmlns:a16="http://schemas.microsoft.com/office/drawing/2014/main" id="{C5E603FB-C7B9-877E-7BD2-3A866DF60187}"/>
              </a:ext>
            </a:extLst>
          </p:cNvPr>
          <p:cNvCxnSpPr>
            <a:cxnSpLocks/>
          </p:cNvCxnSpPr>
          <p:nvPr/>
        </p:nvCxnSpPr>
        <p:spPr>
          <a:xfrm flipV="1">
            <a:off x="10781269" y="2783327"/>
            <a:ext cx="0" cy="72792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06" name="直線コネクタ 105">
            <a:extLst>
              <a:ext uri="{FF2B5EF4-FFF2-40B4-BE49-F238E27FC236}">
                <a16:creationId xmlns:a16="http://schemas.microsoft.com/office/drawing/2014/main" id="{DAA749E0-5396-15E1-9480-954415411DC2}"/>
              </a:ext>
            </a:extLst>
          </p:cNvPr>
          <p:cNvCxnSpPr>
            <a:cxnSpLocks/>
          </p:cNvCxnSpPr>
          <p:nvPr/>
        </p:nvCxnSpPr>
        <p:spPr>
          <a:xfrm>
            <a:off x="10781269" y="2783327"/>
            <a:ext cx="748016"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07" name="直線コネクタ 106">
            <a:extLst>
              <a:ext uri="{FF2B5EF4-FFF2-40B4-BE49-F238E27FC236}">
                <a16:creationId xmlns:a16="http://schemas.microsoft.com/office/drawing/2014/main" id="{1DB7835E-B0CB-B8C8-76D2-74D416389F19}"/>
              </a:ext>
            </a:extLst>
          </p:cNvPr>
          <p:cNvCxnSpPr>
            <a:cxnSpLocks/>
          </p:cNvCxnSpPr>
          <p:nvPr/>
        </p:nvCxnSpPr>
        <p:spPr>
          <a:xfrm flipV="1">
            <a:off x="11529285" y="2783327"/>
            <a:ext cx="0" cy="72792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08" name="直線コネクタ 107">
            <a:extLst>
              <a:ext uri="{FF2B5EF4-FFF2-40B4-BE49-F238E27FC236}">
                <a16:creationId xmlns:a16="http://schemas.microsoft.com/office/drawing/2014/main" id="{B8F891EE-C48E-BD3C-9A38-FCDA1D86003A}"/>
              </a:ext>
            </a:extLst>
          </p:cNvPr>
          <p:cNvCxnSpPr>
            <a:cxnSpLocks/>
          </p:cNvCxnSpPr>
          <p:nvPr/>
        </p:nvCxnSpPr>
        <p:spPr>
          <a:xfrm>
            <a:off x="11529285" y="3501575"/>
            <a:ext cx="537176"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11" name="テキスト ボックス 110">
            <a:extLst>
              <a:ext uri="{FF2B5EF4-FFF2-40B4-BE49-F238E27FC236}">
                <a16:creationId xmlns:a16="http://schemas.microsoft.com/office/drawing/2014/main" id="{81DB5CFC-4E95-8033-3E1B-44EA86233041}"/>
              </a:ext>
            </a:extLst>
          </p:cNvPr>
          <p:cNvSpPr txBox="1"/>
          <p:nvPr/>
        </p:nvSpPr>
        <p:spPr>
          <a:xfrm>
            <a:off x="10588384" y="3615668"/>
            <a:ext cx="1532994" cy="646331"/>
          </a:xfrm>
          <a:prstGeom prst="rect">
            <a:avLst/>
          </a:prstGeom>
          <a:noFill/>
        </p:spPr>
        <p:txBody>
          <a:bodyPr wrap="square" rtlCol="0">
            <a:spAutoFit/>
          </a:bodyPr>
          <a:lstStyle/>
          <a:p>
            <a:pPr algn="ctr"/>
            <a:r>
              <a:rPr kumimoji="1" lang="en-US" altLang="ja-JP" dirty="0">
                <a:solidFill>
                  <a:srgbClr val="FF0000"/>
                </a:solidFill>
              </a:rPr>
              <a:t>Energy</a:t>
            </a:r>
          </a:p>
          <a:p>
            <a:pPr algn="ctr"/>
            <a:r>
              <a:rPr kumimoji="1" lang="en-US" altLang="ja-JP" dirty="0">
                <a:solidFill>
                  <a:srgbClr val="FF0000"/>
                </a:solidFill>
              </a:rPr>
              <a:t>Consumption</a:t>
            </a:r>
            <a:endParaRPr kumimoji="1" lang="ja-JP" altLang="en-US" dirty="0">
              <a:solidFill>
                <a:srgbClr val="FF0000"/>
              </a:solidFill>
            </a:endParaRPr>
          </a:p>
        </p:txBody>
      </p:sp>
      <p:sp>
        <p:nvSpPr>
          <p:cNvPr id="112" name="テキスト ボックス 111">
            <a:extLst>
              <a:ext uri="{FF2B5EF4-FFF2-40B4-BE49-F238E27FC236}">
                <a16:creationId xmlns:a16="http://schemas.microsoft.com/office/drawing/2014/main" id="{EB03A752-383F-4D48-7AF0-4CFC131E0E81}"/>
              </a:ext>
            </a:extLst>
          </p:cNvPr>
          <p:cNvSpPr txBox="1"/>
          <p:nvPr/>
        </p:nvSpPr>
        <p:spPr>
          <a:xfrm>
            <a:off x="11318530" y="2130718"/>
            <a:ext cx="958685" cy="646331"/>
          </a:xfrm>
          <a:prstGeom prst="rect">
            <a:avLst/>
          </a:prstGeom>
          <a:noFill/>
        </p:spPr>
        <p:txBody>
          <a:bodyPr wrap="square" rtlCol="0">
            <a:spAutoFit/>
          </a:bodyPr>
          <a:lstStyle/>
          <a:p>
            <a:pPr algn="ctr"/>
            <a:r>
              <a:rPr kumimoji="1" lang="en-US" altLang="ja-JP" dirty="0">
                <a:solidFill>
                  <a:schemeClr val="accent1"/>
                </a:solidFill>
              </a:rPr>
              <a:t>Supply</a:t>
            </a:r>
          </a:p>
          <a:p>
            <a:pPr algn="ctr"/>
            <a:r>
              <a:rPr kumimoji="1" lang="en-US" altLang="ja-JP" dirty="0">
                <a:solidFill>
                  <a:schemeClr val="accent1"/>
                </a:solidFill>
              </a:rPr>
              <a:t>Energy</a:t>
            </a:r>
            <a:endParaRPr kumimoji="1" lang="ja-JP" altLang="en-US" dirty="0">
              <a:solidFill>
                <a:schemeClr val="accent1"/>
              </a:solidFill>
            </a:endParaRPr>
          </a:p>
        </p:txBody>
      </p:sp>
      <p:sp>
        <p:nvSpPr>
          <p:cNvPr id="121" name="フリーフォーム: 図形 120">
            <a:extLst>
              <a:ext uri="{FF2B5EF4-FFF2-40B4-BE49-F238E27FC236}">
                <a16:creationId xmlns:a16="http://schemas.microsoft.com/office/drawing/2014/main" id="{146C0EF2-3077-6D50-AF2B-660479A587DA}"/>
              </a:ext>
            </a:extLst>
          </p:cNvPr>
          <p:cNvSpPr/>
          <p:nvPr/>
        </p:nvSpPr>
        <p:spPr>
          <a:xfrm>
            <a:off x="4560570" y="2460129"/>
            <a:ext cx="3173730" cy="886561"/>
          </a:xfrm>
          <a:custGeom>
            <a:avLst/>
            <a:gdLst>
              <a:gd name="csX0" fmla="*/ 0 w 3173730"/>
              <a:gd name="csY0" fmla="*/ 695363 h 886561"/>
              <a:gd name="csX1" fmla="*/ 979170 w 3173730"/>
              <a:gd name="csY1" fmla="*/ 1943 h 886561"/>
              <a:gd name="csX2" fmla="*/ 2076450 w 3173730"/>
              <a:gd name="csY2" fmla="*/ 885863 h 886561"/>
              <a:gd name="csX3" fmla="*/ 3173730 w 3173730"/>
              <a:gd name="csY3" fmla="*/ 154343 h 886561"/>
            </a:gdLst>
            <a:ahLst/>
            <a:cxnLst>
              <a:cxn ang="0">
                <a:pos x="csX0" y="csY0"/>
              </a:cxn>
              <a:cxn ang="0">
                <a:pos x="csX1" y="csY1"/>
              </a:cxn>
              <a:cxn ang="0">
                <a:pos x="csX2" y="csY2"/>
              </a:cxn>
              <a:cxn ang="0">
                <a:pos x="csX3" y="csY3"/>
              </a:cxn>
            </a:cxnLst>
            <a:rect l="l" t="t" r="r" b="b"/>
            <a:pathLst>
              <a:path w="3173730" h="886561">
                <a:moveTo>
                  <a:pt x="0" y="695363"/>
                </a:moveTo>
                <a:cubicBezTo>
                  <a:pt x="316547" y="332778"/>
                  <a:pt x="633095" y="-29807"/>
                  <a:pt x="979170" y="1943"/>
                </a:cubicBezTo>
                <a:cubicBezTo>
                  <a:pt x="1325245" y="33693"/>
                  <a:pt x="1710690" y="860463"/>
                  <a:pt x="2076450" y="885863"/>
                </a:cubicBezTo>
                <a:cubicBezTo>
                  <a:pt x="2442210" y="911263"/>
                  <a:pt x="2934335" y="235623"/>
                  <a:pt x="3173730" y="154343"/>
                </a:cubicBezTo>
              </a:path>
            </a:pathLst>
          </a:cu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2" name="スライド番号プレースホルダー 121">
            <a:extLst>
              <a:ext uri="{FF2B5EF4-FFF2-40B4-BE49-F238E27FC236}">
                <a16:creationId xmlns:a16="http://schemas.microsoft.com/office/drawing/2014/main" id="{26BA3FBC-A99F-B5D8-1753-5DA4E503D1A3}"/>
              </a:ext>
            </a:extLst>
          </p:cNvPr>
          <p:cNvSpPr>
            <a:spLocks noGrp="1"/>
          </p:cNvSpPr>
          <p:nvPr>
            <p:ph type="sldNum" sz="quarter" idx="12"/>
          </p:nvPr>
        </p:nvSpPr>
        <p:spPr/>
        <p:txBody>
          <a:bodyPr/>
          <a:lstStyle/>
          <a:p>
            <a:fld id="{49AE70B2-8BF9-45C0-BB95-33D1B9D3A854}" type="slidenum">
              <a:rPr lang="zh-CN" altLang="en-US" smtClean="0"/>
              <a:t>4</a:t>
            </a:fld>
            <a:endParaRPr lang="zh-CN" altLang="en-US"/>
          </a:p>
        </p:txBody>
      </p:sp>
      <p:sp>
        <p:nvSpPr>
          <p:cNvPr id="123" name="テキスト ボックス 122">
            <a:extLst>
              <a:ext uri="{FF2B5EF4-FFF2-40B4-BE49-F238E27FC236}">
                <a16:creationId xmlns:a16="http://schemas.microsoft.com/office/drawing/2014/main" id="{3BBFDE98-AE52-D052-8A6E-EB622A81F1FB}"/>
              </a:ext>
            </a:extLst>
          </p:cNvPr>
          <p:cNvSpPr txBox="1"/>
          <p:nvPr/>
        </p:nvSpPr>
        <p:spPr>
          <a:xfrm>
            <a:off x="3065320" y="6126084"/>
            <a:ext cx="605536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Arial"/>
                <a:ea typeface="微软雅黑"/>
                <a:cs typeface="+mn-cs"/>
              </a:rPr>
              <a:t>Fig. 1 Edge AI and Energy</a:t>
            </a:r>
            <a:endParaRPr kumimoji="1" lang="ja-JP" altLang="en-US" sz="1800" b="0" i="0" u="none" strike="noStrike" kern="1200" cap="none" spc="0" normalizeH="0" baseline="0" noProof="0" dirty="0">
              <a:ln>
                <a:noFill/>
              </a:ln>
              <a:solidFill>
                <a:prstClr val="black"/>
              </a:solidFill>
              <a:effectLst/>
              <a:uLnTx/>
              <a:uFillTx/>
              <a:latin typeface="Arial"/>
              <a:ea typeface="微软雅黑"/>
              <a:cs typeface="+mn-cs"/>
            </a:endParaRPr>
          </a:p>
        </p:txBody>
      </p:sp>
      <p:grpSp>
        <p:nvGrpSpPr>
          <p:cNvPr id="39" name="グループ化 38">
            <a:extLst>
              <a:ext uri="{FF2B5EF4-FFF2-40B4-BE49-F238E27FC236}">
                <a16:creationId xmlns:a16="http://schemas.microsoft.com/office/drawing/2014/main" id="{CAB8BF78-AB38-E58C-75A9-A53FD5E73EFC}"/>
              </a:ext>
            </a:extLst>
          </p:cNvPr>
          <p:cNvGrpSpPr/>
          <p:nvPr/>
        </p:nvGrpSpPr>
        <p:grpSpPr>
          <a:xfrm>
            <a:off x="419820" y="2054023"/>
            <a:ext cx="3353535" cy="369332"/>
            <a:chOff x="727729" y="2054023"/>
            <a:chExt cx="3353535" cy="369332"/>
          </a:xfrm>
        </p:grpSpPr>
        <p:sp>
          <p:nvSpPr>
            <p:cNvPr id="2" name="テキスト ボックス 1">
              <a:extLst>
                <a:ext uri="{FF2B5EF4-FFF2-40B4-BE49-F238E27FC236}">
                  <a16:creationId xmlns:a16="http://schemas.microsoft.com/office/drawing/2014/main" id="{ADF1B8FF-966B-BA91-830D-56587DC5613E}"/>
                </a:ext>
              </a:extLst>
            </p:cNvPr>
            <p:cNvSpPr txBox="1"/>
            <p:nvPr/>
          </p:nvSpPr>
          <p:spPr>
            <a:xfrm>
              <a:off x="727729" y="2054023"/>
              <a:ext cx="3353535" cy="369332"/>
            </a:xfrm>
            <a:prstGeom prst="rect">
              <a:avLst/>
            </a:prstGeom>
            <a:noFill/>
          </p:spPr>
          <p:txBody>
            <a:bodyPr wrap="square" rtlCol="0">
              <a:spAutoFit/>
            </a:bodyPr>
            <a:lstStyle/>
            <a:p>
              <a:pPr algn="ctr"/>
              <a:r>
                <a:rPr kumimoji="1" lang="en-US" altLang="ja-JP" dirty="0"/>
                <a:t>Demand:    ~+19% annually [1]</a:t>
              </a:r>
              <a:endParaRPr kumimoji="1" lang="ja-JP" altLang="en-US" dirty="0"/>
            </a:p>
          </p:txBody>
        </p:sp>
        <p:cxnSp>
          <p:nvCxnSpPr>
            <p:cNvPr id="8" name="直線矢印コネクタ 7">
              <a:extLst>
                <a:ext uri="{FF2B5EF4-FFF2-40B4-BE49-F238E27FC236}">
                  <a16:creationId xmlns:a16="http://schemas.microsoft.com/office/drawing/2014/main" id="{F39CC1C3-866B-7305-92B9-4586D7919C81}"/>
                </a:ext>
              </a:extLst>
            </p:cNvPr>
            <p:cNvCxnSpPr>
              <a:cxnSpLocks/>
            </p:cNvCxnSpPr>
            <p:nvPr/>
          </p:nvCxnSpPr>
          <p:spPr>
            <a:xfrm flipV="1">
              <a:off x="1837377" y="2071047"/>
              <a:ext cx="283596" cy="267016"/>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grpSp>
      <p:sp>
        <p:nvSpPr>
          <p:cNvPr id="44" name="フリーフォーム: 図形 43">
            <a:extLst>
              <a:ext uri="{FF2B5EF4-FFF2-40B4-BE49-F238E27FC236}">
                <a16:creationId xmlns:a16="http://schemas.microsoft.com/office/drawing/2014/main" id="{F2AB99D3-4F0B-386E-BBF0-04B1D4E97E99}"/>
              </a:ext>
            </a:extLst>
          </p:cNvPr>
          <p:cNvSpPr/>
          <p:nvPr/>
        </p:nvSpPr>
        <p:spPr>
          <a:xfrm>
            <a:off x="4562669" y="2437905"/>
            <a:ext cx="3284376" cy="781156"/>
          </a:xfrm>
          <a:custGeom>
            <a:avLst/>
            <a:gdLst>
              <a:gd name="csX0" fmla="*/ 0 w 3284376"/>
              <a:gd name="csY0" fmla="*/ 25377 h 781156"/>
              <a:gd name="csX1" fmla="*/ 1045029 w 3284376"/>
              <a:gd name="csY1" fmla="*/ 16046 h 781156"/>
              <a:gd name="csX2" fmla="*/ 1912776 w 3284376"/>
              <a:gd name="csY2" fmla="*/ 211989 h 781156"/>
              <a:gd name="csX3" fmla="*/ 2817845 w 3284376"/>
              <a:gd name="csY3" fmla="*/ 529230 h 781156"/>
              <a:gd name="csX4" fmla="*/ 3284376 w 3284376"/>
              <a:gd name="csY4" fmla="*/ 781156 h 781156"/>
            </a:gdLst>
            <a:ahLst/>
            <a:cxnLst>
              <a:cxn ang="0">
                <a:pos x="csX0" y="csY0"/>
              </a:cxn>
              <a:cxn ang="0">
                <a:pos x="csX1" y="csY1"/>
              </a:cxn>
              <a:cxn ang="0">
                <a:pos x="csX2" y="csY2"/>
              </a:cxn>
              <a:cxn ang="0">
                <a:pos x="csX3" y="csY3"/>
              </a:cxn>
              <a:cxn ang="0">
                <a:pos x="csX4" y="csY4"/>
              </a:cxn>
            </a:cxnLst>
            <a:rect l="l" t="t" r="r" b="b"/>
            <a:pathLst>
              <a:path w="3284376" h="781156">
                <a:moveTo>
                  <a:pt x="0" y="25377"/>
                </a:moveTo>
                <a:cubicBezTo>
                  <a:pt x="363116" y="5160"/>
                  <a:pt x="726233" y="-15056"/>
                  <a:pt x="1045029" y="16046"/>
                </a:cubicBezTo>
                <a:cubicBezTo>
                  <a:pt x="1363825" y="47148"/>
                  <a:pt x="1617307" y="126458"/>
                  <a:pt x="1912776" y="211989"/>
                </a:cubicBezTo>
                <a:cubicBezTo>
                  <a:pt x="2208245" y="297520"/>
                  <a:pt x="2589245" y="434369"/>
                  <a:pt x="2817845" y="529230"/>
                </a:cubicBezTo>
                <a:cubicBezTo>
                  <a:pt x="3046445" y="624091"/>
                  <a:pt x="3165410" y="702623"/>
                  <a:pt x="3284376" y="781156"/>
                </a:cubicBezTo>
              </a:path>
            </a:pathLst>
          </a:custGeom>
          <a:noFill/>
          <a:ln>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1" name="直線矢印コネクタ 50">
            <a:extLst>
              <a:ext uri="{FF2B5EF4-FFF2-40B4-BE49-F238E27FC236}">
                <a16:creationId xmlns:a16="http://schemas.microsoft.com/office/drawing/2014/main" id="{C513A477-0EE0-06A2-84C0-7CCB6684D235}"/>
              </a:ext>
            </a:extLst>
          </p:cNvPr>
          <p:cNvCxnSpPr>
            <a:cxnSpLocks/>
          </p:cNvCxnSpPr>
          <p:nvPr/>
        </p:nvCxnSpPr>
        <p:spPr>
          <a:xfrm>
            <a:off x="7464490" y="2432208"/>
            <a:ext cx="0" cy="2677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直線矢印コネクタ 53">
            <a:extLst>
              <a:ext uri="{FF2B5EF4-FFF2-40B4-BE49-F238E27FC236}">
                <a16:creationId xmlns:a16="http://schemas.microsoft.com/office/drawing/2014/main" id="{024F78FA-F90B-FEA1-4940-7CC8848B3B85}"/>
              </a:ext>
            </a:extLst>
          </p:cNvPr>
          <p:cNvCxnSpPr>
            <a:cxnSpLocks/>
          </p:cNvCxnSpPr>
          <p:nvPr/>
        </p:nvCxnSpPr>
        <p:spPr>
          <a:xfrm flipV="1">
            <a:off x="7616890" y="3135232"/>
            <a:ext cx="0" cy="57229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custDataLst>
      <p:tags r:id="rId1"/>
    </p:custDataLst>
    <p:extLst>
      <p:ext uri="{BB962C8B-B14F-4D97-AF65-F5344CB8AC3E}">
        <p14:creationId xmlns:p14="http://schemas.microsoft.com/office/powerpoint/2010/main" val="2318718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4"/>
          <a:stretch>
            <a:fillRect/>
          </a:stretch>
        </a:blipFill>
        <a:effectLst/>
      </p:bgPr>
    </p:bg>
    <p:spTree>
      <p:nvGrpSpPr>
        <p:cNvPr id="1" name="">
          <a:extLst>
            <a:ext uri="{FF2B5EF4-FFF2-40B4-BE49-F238E27FC236}">
              <a16:creationId xmlns:a16="http://schemas.microsoft.com/office/drawing/2014/main" id="{ACCFC04A-DB14-0424-BDC0-6312256B520D}"/>
            </a:ext>
          </a:extLst>
        </p:cNvPr>
        <p:cNvGrpSpPr/>
        <p:nvPr/>
      </p:nvGrpSpPr>
      <p:grpSpPr>
        <a:xfrm>
          <a:off x="0" y="0"/>
          <a:ext cx="0" cy="0"/>
          <a:chOff x="0" y="0"/>
          <a:chExt cx="0" cy="0"/>
        </a:xfrm>
      </p:grpSpPr>
      <p:sp>
        <p:nvSpPr>
          <p:cNvPr id="5" name="タイトル 4">
            <a:extLst>
              <a:ext uri="{FF2B5EF4-FFF2-40B4-BE49-F238E27FC236}">
                <a16:creationId xmlns:a16="http://schemas.microsoft.com/office/drawing/2014/main" id="{3019A20B-55AB-2F79-FB44-60D1CE300985}"/>
              </a:ext>
            </a:extLst>
          </p:cNvPr>
          <p:cNvSpPr>
            <a:spLocks noGrp="1"/>
          </p:cNvSpPr>
          <p:nvPr>
            <p:ph type="title"/>
          </p:nvPr>
        </p:nvSpPr>
        <p:spPr/>
        <p:txBody>
          <a:bodyPr/>
          <a:lstStyle/>
          <a:p>
            <a:r>
              <a:rPr lang="en-US" altLang="ja-JP" dirty="0"/>
              <a:t>Introduction (</a:t>
            </a:r>
            <a:r>
              <a:rPr lang="en-US" altLang="ja-JP" dirty="0" err="1"/>
              <a:t>cnt</a:t>
            </a:r>
            <a:r>
              <a:rPr lang="en-US" altLang="ja-JP" dirty="0"/>
              <a:t>.)</a:t>
            </a:r>
            <a:endParaRPr lang="ja-JP" altLang="en-US" dirty="0"/>
          </a:p>
        </p:txBody>
      </p:sp>
      <p:pic>
        <p:nvPicPr>
          <p:cNvPr id="4" name="图片 3" descr="logo-4">
            <a:extLst>
              <a:ext uri="{FF2B5EF4-FFF2-40B4-BE49-F238E27FC236}">
                <a16:creationId xmlns:a16="http://schemas.microsoft.com/office/drawing/2014/main" id="{7E362A9A-1A8E-42CA-42D7-2942D6300E7A}"/>
              </a:ext>
            </a:extLst>
          </p:cNvPr>
          <p:cNvPicPr>
            <a:picLocks noChangeAspect="1"/>
          </p:cNvPicPr>
          <p:nvPr/>
        </p:nvPicPr>
        <p:blipFill>
          <a:blip r:embed="rId5"/>
          <a:stretch>
            <a:fillRect/>
          </a:stretch>
        </p:blipFill>
        <p:spPr>
          <a:xfrm>
            <a:off x="10354310" y="6334125"/>
            <a:ext cx="1603375" cy="387350"/>
          </a:xfrm>
          <a:prstGeom prst="rect">
            <a:avLst/>
          </a:prstGeom>
        </p:spPr>
      </p:pic>
      <p:cxnSp>
        <p:nvCxnSpPr>
          <p:cNvPr id="40" name="直線コネクタ 39">
            <a:extLst>
              <a:ext uri="{FF2B5EF4-FFF2-40B4-BE49-F238E27FC236}">
                <a16:creationId xmlns:a16="http://schemas.microsoft.com/office/drawing/2014/main" id="{0D821D1F-FCC0-836A-26E3-77F71D8265BE}"/>
              </a:ext>
            </a:extLst>
          </p:cNvPr>
          <p:cNvCxnSpPr>
            <a:cxnSpLocks/>
          </p:cNvCxnSpPr>
          <p:nvPr/>
        </p:nvCxnSpPr>
        <p:spPr>
          <a:xfrm flipV="1">
            <a:off x="4289346" y="1778851"/>
            <a:ext cx="0" cy="3881169"/>
          </a:xfrm>
          <a:prstGeom prst="line">
            <a:avLst/>
          </a:prstGeom>
          <a:ln w="28575">
            <a:prstDash val="lgDash"/>
          </a:ln>
        </p:spPr>
        <p:style>
          <a:lnRef idx="1">
            <a:schemeClr val="dk1"/>
          </a:lnRef>
          <a:fillRef idx="0">
            <a:schemeClr val="dk1"/>
          </a:fillRef>
          <a:effectRef idx="0">
            <a:schemeClr val="dk1"/>
          </a:effectRef>
          <a:fontRef idx="minor">
            <a:schemeClr val="tx1"/>
          </a:fontRef>
        </p:style>
      </p:cxnSp>
      <p:sp>
        <p:nvSpPr>
          <p:cNvPr id="6" name="楕円 5">
            <a:extLst>
              <a:ext uri="{FF2B5EF4-FFF2-40B4-BE49-F238E27FC236}">
                <a16:creationId xmlns:a16="http://schemas.microsoft.com/office/drawing/2014/main" id="{CDFB9FEE-FE5C-2D6C-DF49-A31FF9DDB9E2}"/>
              </a:ext>
            </a:extLst>
          </p:cNvPr>
          <p:cNvSpPr/>
          <p:nvPr/>
        </p:nvSpPr>
        <p:spPr>
          <a:xfrm>
            <a:off x="404171" y="3403601"/>
            <a:ext cx="466531" cy="466531"/>
          </a:xfrm>
          <a:prstGeom prst="ellipse">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7" name="楕円 6">
            <a:extLst>
              <a:ext uri="{FF2B5EF4-FFF2-40B4-BE49-F238E27FC236}">
                <a16:creationId xmlns:a16="http://schemas.microsoft.com/office/drawing/2014/main" id="{9B4ABE5B-F10A-8C3D-171A-E9B8AE7EF442}"/>
              </a:ext>
            </a:extLst>
          </p:cNvPr>
          <p:cNvSpPr/>
          <p:nvPr/>
        </p:nvSpPr>
        <p:spPr>
          <a:xfrm>
            <a:off x="404171" y="4044304"/>
            <a:ext cx="466531" cy="466531"/>
          </a:xfrm>
          <a:prstGeom prst="ellipse">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11" name="楕円 10">
            <a:extLst>
              <a:ext uri="{FF2B5EF4-FFF2-40B4-BE49-F238E27FC236}">
                <a16:creationId xmlns:a16="http://schemas.microsoft.com/office/drawing/2014/main" id="{6242E513-D4D0-5EE7-8616-08C5103A3AC9}"/>
              </a:ext>
            </a:extLst>
          </p:cNvPr>
          <p:cNvSpPr/>
          <p:nvPr/>
        </p:nvSpPr>
        <p:spPr>
          <a:xfrm>
            <a:off x="1148472" y="3047549"/>
            <a:ext cx="466531" cy="466531"/>
          </a:xfrm>
          <a:prstGeom prst="ellipse">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12" name="楕円 11">
            <a:extLst>
              <a:ext uri="{FF2B5EF4-FFF2-40B4-BE49-F238E27FC236}">
                <a16:creationId xmlns:a16="http://schemas.microsoft.com/office/drawing/2014/main" id="{19025FBB-6253-641E-EA66-19768AA48AA1}"/>
              </a:ext>
            </a:extLst>
          </p:cNvPr>
          <p:cNvSpPr/>
          <p:nvPr/>
        </p:nvSpPr>
        <p:spPr>
          <a:xfrm>
            <a:off x="1148472" y="3662559"/>
            <a:ext cx="466531" cy="466531"/>
          </a:xfrm>
          <a:prstGeom prst="ellipse">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14" name="楕円 13">
            <a:extLst>
              <a:ext uri="{FF2B5EF4-FFF2-40B4-BE49-F238E27FC236}">
                <a16:creationId xmlns:a16="http://schemas.microsoft.com/office/drawing/2014/main" id="{BE3E2CB0-D074-5F60-C245-FF5C238E12C4}"/>
              </a:ext>
            </a:extLst>
          </p:cNvPr>
          <p:cNvSpPr/>
          <p:nvPr/>
        </p:nvSpPr>
        <p:spPr>
          <a:xfrm>
            <a:off x="1148472" y="4363713"/>
            <a:ext cx="466531" cy="466531"/>
          </a:xfrm>
          <a:prstGeom prst="ellipse">
            <a:avLst/>
          </a:prstGeom>
          <a:noFill/>
          <a:ln w="28575">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p:cxnSp>
        <p:nvCxnSpPr>
          <p:cNvPr id="17" name="直線矢印コネクタ 16">
            <a:extLst>
              <a:ext uri="{FF2B5EF4-FFF2-40B4-BE49-F238E27FC236}">
                <a16:creationId xmlns:a16="http://schemas.microsoft.com/office/drawing/2014/main" id="{D00414AE-E036-08EA-4EFA-9A61CBA924F4}"/>
              </a:ext>
            </a:extLst>
          </p:cNvPr>
          <p:cNvCxnSpPr>
            <a:stCxn id="6" idx="6"/>
            <a:endCxn id="11" idx="2"/>
          </p:cNvCxnSpPr>
          <p:nvPr/>
        </p:nvCxnSpPr>
        <p:spPr>
          <a:xfrm flipV="1">
            <a:off x="870702" y="3280815"/>
            <a:ext cx="277770" cy="35605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線矢印コネクタ 17">
            <a:extLst>
              <a:ext uri="{FF2B5EF4-FFF2-40B4-BE49-F238E27FC236}">
                <a16:creationId xmlns:a16="http://schemas.microsoft.com/office/drawing/2014/main" id="{842FCDE6-DDAF-BBB2-24C1-94BC3EFABF6B}"/>
              </a:ext>
            </a:extLst>
          </p:cNvPr>
          <p:cNvCxnSpPr>
            <a:cxnSpLocks/>
            <a:stCxn id="6" idx="6"/>
            <a:endCxn id="12" idx="2"/>
          </p:cNvCxnSpPr>
          <p:nvPr/>
        </p:nvCxnSpPr>
        <p:spPr>
          <a:xfrm>
            <a:off x="870702" y="3636867"/>
            <a:ext cx="277770" cy="25895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線矢印コネクタ 19">
            <a:extLst>
              <a:ext uri="{FF2B5EF4-FFF2-40B4-BE49-F238E27FC236}">
                <a16:creationId xmlns:a16="http://schemas.microsoft.com/office/drawing/2014/main" id="{A7E54349-5D80-AFD5-88DC-FCE7C19D5DF5}"/>
              </a:ext>
            </a:extLst>
          </p:cNvPr>
          <p:cNvCxnSpPr>
            <a:cxnSpLocks/>
            <a:stCxn id="6" idx="6"/>
            <a:endCxn id="14" idx="2"/>
          </p:cNvCxnSpPr>
          <p:nvPr/>
        </p:nvCxnSpPr>
        <p:spPr>
          <a:xfrm>
            <a:off x="870702" y="3636867"/>
            <a:ext cx="277770" cy="96011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線矢印コネクタ 30">
            <a:extLst>
              <a:ext uri="{FF2B5EF4-FFF2-40B4-BE49-F238E27FC236}">
                <a16:creationId xmlns:a16="http://schemas.microsoft.com/office/drawing/2014/main" id="{CB19AE12-6397-7418-458A-74EB9A9E9541}"/>
              </a:ext>
            </a:extLst>
          </p:cNvPr>
          <p:cNvCxnSpPr>
            <a:cxnSpLocks/>
            <a:stCxn id="7" idx="6"/>
            <a:endCxn id="11" idx="2"/>
          </p:cNvCxnSpPr>
          <p:nvPr/>
        </p:nvCxnSpPr>
        <p:spPr>
          <a:xfrm flipV="1">
            <a:off x="870702" y="3280815"/>
            <a:ext cx="277770" cy="99675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線矢印コネクタ 31">
            <a:extLst>
              <a:ext uri="{FF2B5EF4-FFF2-40B4-BE49-F238E27FC236}">
                <a16:creationId xmlns:a16="http://schemas.microsoft.com/office/drawing/2014/main" id="{A91BE1DE-1191-6A82-28F5-0089E037CF1E}"/>
              </a:ext>
            </a:extLst>
          </p:cNvPr>
          <p:cNvCxnSpPr>
            <a:cxnSpLocks/>
            <a:stCxn id="7" idx="6"/>
            <a:endCxn id="12" idx="2"/>
          </p:cNvCxnSpPr>
          <p:nvPr/>
        </p:nvCxnSpPr>
        <p:spPr>
          <a:xfrm flipV="1">
            <a:off x="870702" y="3895825"/>
            <a:ext cx="277770" cy="38174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線矢印コネクタ 32">
            <a:extLst>
              <a:ext uri="{FF2B5EF4-FFF2-40B4-BE49-F238E27FC236}">
                <a16:creationId xmlns:a16="http://schemas.microsoft.com/office/drawing/2014/main" id="{C1C8788F-5E56-E3CE-86BE-6FCF189CA5B4}"/>
              </a:ext>
            </a:extLst>
          </p:cNvPr>
          <p:cNvCxnSpPr>
            <a:cxnSpLocks/>
            <a:stCxn id="7" idx="6"/>
            <a:endCxn id="14" idx="2"/>
          </p:cNvCxnSpPr>
          <p:nvPr/>
        </p:nvCxnSpPr>
        <p:spPr>
          <a:xfrm>
            <a:off x="870702" y="4277570"/>
            <a:ext cx="277770" cy="31940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6" name="テキスト ボックス 45">
            <a:extLst>
              <a:ext uri="{FF2B5EF4-FFF2-40B4-BE49-F238E27FC236}">
                <a16:creationId xmlns:a16="http://schemas.microsoft.com/office/drawing/2014/main" id="{B9AF7D81-E1F0-4B15-521D-6B048FE4AE5D}"/>
              </a:ext>
            </a:extLst>
          </p:cNvPr>
          <p:cNvSpPr txBox="1"/>
          <p:nvPr/>
        </p:nvSpPr>
        <p:spPr>
          <a:xfrm>
            <a:off x="678773" y="1788421"/>
            <a:ext cx="3052872" cy="95410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800" b="0" i="0" u="none" strike="noStrike" kern="1200" cap="none" spc="0" normalizeH="0" baseline="0" noProof="0" dirty="0">
                <a:ln>
                  <a:noFill/>
                </a:ln>
                <a:solidFill>
                  <a:prstClr val="black"/>
                </a:solidFill>
                <a:effectLst/>
                <a:uLnTx/>
                <a:uFillTx/>
                <a:latin typeface="Arial"/>
                <a:ea typeface="微软雅黑"/>
                <a:cs typeface="+mn-cs"/>
              </a:rPr>
              <a:t>Model Downscaling [4]</a:t>
            </a:r>
            <a:endParaRPr kumimoji="1" lang="ja-JP" altLang="en-US" sz="2800" b="0" i="0" u="none" strike="noStrike" kern="1200" cap="none" spc="0" normalizeH="0" baseline="0" noProof="0" dirty="0">
              <a:ln>
                <a:noFill/>
              </a:ln>
              <a:solidFill>
                <a:prstClr val="black"/>
              </a:solidFill>
              <a:effectLst/>
              <a:uLnTx/>
              <a:uFillTx/>
              <a:latin typeface="Arial"/>
              <a:ea typeface="微软雅黑"/>
              <a:cs typeface="+mn-cs"/>
            </a:endParaRPr>
          </a:p>
        </p:txBody>
      </p:sp>
      <p:cxnSp>
        <p:nvCxnSpPr>
          <p:cNvPr id="48" name="直線矢印コネクタ 47">
            <a:extLst>
              <a:ext uri="{FF2B5EF4-FFF2-40B4-BE49-F238E27FC236}">
                <a16:creationId xmlns:a16="http://schemas.microsoft.com/office/drawing/2014/main" id="{61ECA076-E2A0-205D-5B5B-CC13ED7EF2D2}"/>
              </a:ext>
            </a:extLst>
          </p:cNvPr>
          <p:cNvCxnSpPr>
            <a:cxnSpLocks/>
          </p:cNvCxnSpPr>
          <p:nvPr/>
        </p:nvCxnSpPr>
        <p:spPr>
          <a:xfrm flipV="1">
            <a:off x="4555924" y="3141615"/>
            <a:ext cx="0" cy="2062833"/>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52" name="直線矢印コネクタ 51">
            <a:extLst>
              <a:ext uri="{FF2B5EF4-FFF2-40B4-BE49-F238E27FC236}">
                <a16:creationId xmlns:a16="http://schemas.microsoft.com/office/drawing/2014/main" id="{210FD1BB-7542-75F5-82A3-D9A2CE32368A}"/>
              </a:ext>
            </a:extLst>
          </p:cNvPr>
          <p:cNvCxnSpPr>
            <a:cxnSpLocks/>
          </p:cNvCxnSpPr>
          <p:nvPr/>
        </p:nvCxnSpPr>
        <p:spPr>
          <a:xfrm flipV="1">
            <a:off x="4555924" y="5204448"/>
            <a:ext cx="3140778" cy="8954"/>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56" name="テキスト ボックス 55">
            <a:extLst>
              <a:ext uri="{FF2B5EF4-FFF2-40B4-BE49-F238E27FC236}">
                <a16:creationId xmlns:a16="http://schemas.microsoft.com/office/drawing/2014/main" id="{2FE20784-CAA2-0CF5-1B3C-6177607E360B}"/>
              </a:ext>
            </a:extLst>
          </p:cNvPr>
          <p:cNvSpPr txBox="1"/>
          <p:nvPr/>
        </p:nvSpPr>
        <p:spPr>
          <a:xfrm>
            <a:off x="4830773" y="1788421"/>
            <a:ext cx="3285720" cy="95410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800" dirty="0">
                <a:solidFill>
                  <a:prstClr val="black"/>
                </a:solidFill>
                <a:latin typeface="Arial"/>
                <a:ea typeface="微软雅黑"/>
              </a:rPr>
              <a:t>Voltage/Frequency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800" b="0" i="0" u="none" strike="noStrike" kern="1200" cap="none" spc="0" normalizeH="0" baseline="0" noProof="0" dirty="0">
                <a:ln>
                  <a:noFill/>
                </a:ln>
                <a:solidFill>
                  <a:prstClr val="black"/>
                </a:solidFill>
                <a:effectLst/>
                <a:uLnTx/>
                <a:uFillTx/>
                <a:latin typeface="Arial"/>
                <a:ea typeface="微软雅黑"/>
                <a:cs typeface="+mn-cs"/>
              </a:rPr>
              <a:t>Scaling [5]</a:t>
            </a:r>
          </a:p>
        </p:txBody>
      </p:sp>
      <p:cxnSp>
        <p:nvCxnSpPr>
          <p:cNvPr id="78" name="直線コネクタ 77">
            <a:extLst>
              <a:ext uri="{FF2B5EF4-FFF2-40B4-BE49-F238E27FC236}">
                <a16:creationId xmlns:a16="http://schemas.microsoft.com/office/drawing/2014/main" id="{B2829500-DB67-7061-45DF-A0235FE3F680}"/>
              </a:ext>
            </a:extLst>
          </p:cNvPr>
          <p:cNvCxnSpPr>
            <a:cxnSpLocks/>
          </p:cNvCxnSpPr>
          <p:nvPr/>
        </p:nvCxnSpPr>
        <p:spPr>
          <a:xfrm flipV="1">
            <a:off x="8363456" y="1688323"/>
            <a:ext cx="0" cy="3971697"/>
          </a:xfrm>
          <a:prstGeom prst="line">
            <a:avLst/>
          </a:prstGeom>
          <a:ln w="28575">
            <a:prstDash val="lgDash"/>
          </a:ln>
        </p:spPr>
        <p:style>
          <a:lnRef idx="1">
            <a:schemeClr val="dk1"/>
          </a:lnRef>
          <a:fillRef idx="0">
            <a:schemeClr val="dk1"/>
          </a:fillRef>
          <a:effectRef idx="0">
            <a:schemeClr val="dk1"/>
          </a:effectRef>
          <a:fontRef idx="minor">
            <a:schemeClr val="tx1"/>
          </a:fontRef>
        </p:style>
      </p:cxnSp>
      <p:sp>
        <p:nvSpPr>
          <p:cNvPr id="79" name="テキスト ボックス 78">
            <a:extLst>
              <a:ext uri="{FF2B5EF4-FFF2-40B4-BE49-F238E27FC236}">
                <a16:creationId xmlns:a16="http://schemas.microsoft.com/office/drawing/2014/main" id="{24CCBC82-8C2F-36A6-9FF1-CBA26A597540}"/>
              </a:ext>
            </a:extLst>
          </p:cNvPr>
          <p:cNvSpPr txBox="1"/>
          <p:nvPr/>
        </p:nvSpPr>
        <p:spPr>
          <a:xfrm>
            <a:off x="8657920" y="1788420"/>
            <a:ext cx="3051219" cy="95410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800" dirty="0">
                <a:solidFill>
                  <a:prstClr val="black"/>
                </a:solidFill>
                <a:latin typeface="Arial"/>
                <a:ea typeface="微软雅黑"/>
              </a:rPr>
              <a:t>Weight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800" dirty="0">
                <a:solidFill>
                  <a:prstClr val="black"/>
                </a:solidFill>
                <a:latin typeface="Arial"/>
                <a:ea typeface="微软雅黑"/>
              </a:rPr>
              <a:t>Quantization [6]</a:t>
            </a:r>
            <a:endParaRPr kumimoji="1" lang="ja-JP" altLang="en-US" sz="2800" b="0" i="0" u="none" strike="noStrike" kern="1200" cap="none" spc="0" normalizeH="0" baseline="0" noProof="0" dirty="0">
              <a:ln>
                <a:noFill/>
              </a:ln>
              <a:solidFill>
                <a:prstClr val="black"/>
              </a:solidFill>
              <a:effectLst/>
              <a:uLnTx/>
              <a:uFillTx/>
              <a:latin typeface="Arial"/>
              <a:ea typeface="微软雅黑"/>
              <a:cs typeface="+mn-cs"/>
            </a:endParaRPr>
          </a:p>
        </p:txBody>
      </p:sp>
      <p:sp>
        <p:nvSpPr>
          <p:cNvPr id="2" name="矢印: 右 1">
            <a:extLst>
              <a:ext uri="{FF2B5EF4-FFF2-40B4-BE49-F238E27FC236}">
                <a16:creationId xmlns:a16="http://schemas.microsoft.com/office/drawing/2014/main" id="{34CB3A4A-F818-53A1-BD12-B89902205A40}"/>
              </a:ext>
            </a:extLst>
          </p:cNvPr>
          <p:cNvSpPr/>
          <p:nvPr/>
        </p:nvSpPr>
        <p:spPr>
          <a:xfrm>
            <a:off x="1747777" y="3662559"/>
            <a:ext cx="622638" cy="48457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楕円 2">
            <a:extLst>
              <a:ext uri="{FF2B5EF4-FFF2-40B4-BE49-F238E27FC236}">
                <a16:creationId xmlns:a16="http://schemas.microsoft.com/office/drawing/2014/main" id="{35F17338-2F3B-54BD-D4EA-ECEC00888674}"/>
              </a:ext>
            </a:extLst>
          </p:cNvPr>
          <p:cNvSpPr/>
          <p:nvPr/>
        </p:nvSpPr>
        <p:spPr>
          <a:xfrm>
            <a:off x="2499784" y="3376974"/>
            <a:ext cx="466531" cy="466531"/>
          </a:xfrm>
          <a:prstGeom prst="ellipse">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8" name="楕円 7">
            <a:extLst>
              <a:ext uri="{FF2B5EF4-FFF2-40B4-BE49-F238E27FC236}">
                <a16:creationId xmlns:a16="http://schemas.microsoft.com/office/drawing/2014/main" id="{689E9A56-850E-1E92-9A9B-3FE58BE3A172}"/>
              </a:ext>
            </a:extLst>
          </p:cNvPr>
          <p:cNvSpPr/>
          <p:nvPr/>
        </p:nvSpPr>
        <p:spPr>
          <a:xfrm>
            <a:off x="2499783" y="4036675"/>
            <a:ext cx="466531" cy="466531"/>
          </a:xfrm>
          <a:prstGeom prst="ellipse">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29" name="楕円 28">
            <a:extLst>
              <a:ext uri="{FF2B5EF4-FFF2-40B4-BE49-F238E27FC236}">
                <a16:creationId xmlns:a16="http://schemas.microsoft.com/office/drawing/2014/main" id="{FB3CC9DE-23F5-BB74-5D49-62C6D3FF5386}"/>
              </a:ext>
            </a:extLst>
          </p:cNvPr>
          <p:cNvSpPr/>
          <p:nvPr/>
        </p:nvSpPr>
        <p:spPr>
          <a:xfrm>
            <a:off x="3267159" y="3376974"/>
            <a:ext cx="466531" cy="466531"/>
          </a:xfrm>
          <a:prstGeom prst="ellipse">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34" name="楕円 33">
            <a:extLst>
              <a:ext uri="{FF2B5EF4-FFF2-40B4-BE49-F238E27FC236}">
                <a16:creationId xmlns:a16="http://schemas.microsoft.com/office/drawing/2014/main" id="{56A1C35B-12F8-E32D-CD4D-BADD84FFB9AE}"/>
              </a:ext>
            </a:extLst>
          </p:cNvPr>
          <p:cNvSpPr/>
          <p:nvPr/>
        </p:nvSpPr>
        <p:spPr>
          <a:xfrm>
            <a:off x="3265114" y="4036676"/>
            <a:ext cx="466531" cy="466531"/>
          </a:xfrm>
          <a:prstGeom prst="ellipse">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p:cxnSp>
        <p:nvCxnSpPr>
          <p:cNvPr id="38" name="直線矢印コネクタ 37">
            <a:extLst>
              <a:ext uri="{FF2B5EF4-FFF2-40B4-BE49-F238E27FC236}">
                <a16:creationId xmlns:a16="http://schemas.microsoft.com/office/drawing/2014/main" id="{0BC39239-E3FA-CF5D-4092-DD480CE9FC34}"/>
              </a:ext>
            </a:extLst>
          </p:cNvPr>
          <p:cNvCxnSpPr>
            <a:stCxn id="3" idx="6"/>
            <a:endCxn id="29" idx="2"/>
          </p:cNvCxnSpPr>
          <p:nvPr/>
        </p:nvCxnSpPr>
        <p:spPr>
          <a:xfrm>
            <a:off x="2966315" y="3610240"/>
            <a:ext cx="300844"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線矢印コネクタ 38">
            <a:extLst>
              <a:ext uri="{FF2B5EF4-FFF2-40B4-BE49-F238E27FC236}">
                <a16:creationId xmlns:a16="http://schemas.microsoft.com/office/drawing/2014/main" id="{0A086EF4-2D3B-A1BA-7EBE-F6F74D2CB00E}"/>
              </a:ext>
            </a:extLst>
          </p:cNvPr>
          <p:cNvCxnSpPr>
            <a:cxnSpLocks/>
            <a:stCxn id="3" idx="6"/>
            <a:endCxn id="34" idx="2"/>
          </p:cNvCxnSpPr>
          <p:nvPr/>
        </p:nvCxnSpPr>
        <p:spPr>
          <a:xfrm>
            <a:off x="2966315" y="3610240"/>
            <a:ext cx="298799" cy="65970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線矢印コネクタ 42">
            <a:extLst>
              <a:ext uri="{FF2B5EF4-FFF2-40B4-BE49-F238E27FC236}">
                <a16:creationId xmlns:a16="http://schemas.microsoft.com/office/drawing/2014/main" id="{00A3BF23-DC97-A603-1D4C-9A0AC8AA50BD}"/>
              </a:ext>
            </a:extLst>
          </p:cNvPr>
          <p:cNvCxnSpPr>
            <a:cxnSpLocks/>
            <a:stCxn id="8" idx="6"/>
            <a:endCxn id="29" idx="2"/>
          </p:cNvCxnSpPr>
          <p:nvPr/>
        </p:nvCxnSpPr>
        <p:spPr>
          <a:xfrm flipV="1">
            <a:off x="2966314" y="3610240"/>
            <a:ext cx="300845" cy="65970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直線矢印コネクタ 43">
            <a:extLst>
              <a:ext uri="{FF2B5EF4-FFF2-40B4-BE49-F238E27FC236}">
                <a16:creationId xmlns:a16="http://schemas.microsoft.com/office/drawing/2014/main" id="{843B6A66-0C8C-D210-4356-07D2E749F35D}"/>
              </a:ext>
            </a:extLst>
          </p:cNvPr>
          <p:cNvCxnSpPr>
            <a:cxnSpLocks/>
            <a:stCxn id="8" idx="6"/>
            <a:endCxn id="34" idx="2"/>
          </p:cNvCxnSpPr>
          <p:nvPr/>
        </p:nvCxnSpPr>
        <p:spPr>
          <a:xfrm>
            <a:off x="2966314" y="4269941"/>
            <a:ext cx="298800" cy="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8" name="円弧 67">
            <a:extLst>
              <a:ext uri="{FF2B5EF4-FFF2-40B4-BE49-F238E27FC236}">
                <a16:creationId xmlns:a16="http://schemas.microsoft.com/office/drawing/2014/main" id="{37651F87-928F-5DBA-2C28-C05A2F7D0FF0}"/>
              </a:ext>
            </a:extLst>
          </p:cNvPr>
          <p:cNvSpPr/>
          <p:nvPr/>
        </p:nvSpPr>
        <p:spPr>
          <a:xfrm rot="5047957">
            <a:off x="3793787" y="1386367"/>
            <a:ext cx="2381674" cy="4552385"/>
          </a:xfrm>
          <a:prstGeom prst="arc">
            <a:avLst>
              <a:gd name="adj1" fmla="val 16467406"/>
              <a:gd name="adj2" fmla="val 1468231"/>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70" name="テキスト ボックス 69">
            <a:extLst>
              <a:ext uri="{FF2B5EF4-FFF2-40B4-BE49-F238E27FC236}">
                <a16:creationId xmlns:a16="http://schemas.microsoft.com/office/drawing/2014/main" id="{E7A9EF2B-3AAB-B5C6-4E4D-7AF7E2B2FB76}"/>
              </a:ext>
            </a:extLst>
          </p:cNvPr>
          <p:cNvSpPr txBox="1"/>
          <p:nvPr/>
        </p:nvSpPr>
        <p:spPr>
          <a:xfrm>
            <a:off x="4232806" y="2806216"/>
            <a:ext cx="853374" cy="369332"/>
          </a:xfrm>
          <a:prstGeom prst="rect">
            <a:avLst/>
          </a:prstGeom>
          <a:noFill/>
        </p:spPr>
        <p:txBody>
          <a:bodyPr wrap="square" rtlCol="0">
            <a:spAutoFit/>
          </a:bodyPr>
          <a:lstStyle/>
          <a:p>
            <a:pPr algn="ctr"/>
            <a:r>
              <a:rPr kumimoji="1" lang="en-US" altLang="ja-JP" dirty="0"/>
              <a:t>Power</a:t>
            </a:r>
            <a:endParaRPr kumimoji="1" lang="ja-JP" altLang="en-US" dirty="0"/>
          </a:p>
        </p:txBody>
      </p:sp>
      <p:sp>
        <p:nvSpPr>
          <p:cNvPr id="71" name="テキスト ボックス 70">
            <a:extLst>
              <a:ext uri="{FF2B5EF4-FFF2-40B4-BE49-F238E27FC236}">
                <a16:creationId xmlns:a16="http://schemas.microsoft.com/office/drawing/2014/main" id="{CC59ADF4-DEC5-E51D-7572-99A83094A17A}"/>
              </a:ext>
            </a:extLst>
          </p:cNvPr>
          <p:cNvSpPr txBox="1"/>
          <p:nvPr/>
        </p:nvSpPr>
        <p:spPr>
          <a:xfrm>
            <a:off x="7184571" y="5204448"/>
            <a:ext cx="988913" cy="369332"/>
          </a:xfrm>
          <a:prstGeom prst="rect">
            <a:avLst/>
          </a:prstGeom>
          <a:noFill/>
        </p:spPr>
        <p:txBody>
          <a:bodyPr wrap="square" rtlCol="0">
            <a:spAutoFit/>
          </a:bodyPr>
          <a:lstStyle/>
          <a:p>
            <a:pPr algn="ctr"/>
            <a:r>
              <a:rPr kumimoji="1" lang="en-US" altLang="ja-JP" dirty="0"/>
              <a:t>Voltage</a:t>
            </a:r>
            <a:endParaRPr kumimoji="1" lang="ja-JP" altLang="en-US" dirty="0"/>
          </a:p>
        </p:txBody>
      </p:sp>
      <p:graphicFrame>
        <p:nvGraphicFramePr>
          <p:cNvPr id="773" name="表 772">
            <a:extLst>
              <a:ext uri="{FF2B5EF4-FFF2-40B4-BE49-F238E27FC236}">
                <a16:creationId xmlns:a16="http://schemas.microsoft.com/office/drawing/2014/main" id="{90C1569C-A756-8A47-A992-954DED5ED083}"/>
              </a:ext>
            </a:extLst>
          </p:cNvPr>
          <p:cNvGraphicFramePr>
            <a:graphicFrameLocks noGrp="1"/>
          </p:cNvGraphicFramePr>
          <p:nvPr>
            <p:extLst>
              <p:ext uri="{D42A27DB-BD31-4B8C-83A1-F6EECF244321}">
                <p14:modId xmlns:p14="http://schemas.microsoft.com/office/powerpoint/2010/main" val="237595463"/>
              </p:ext>
            </p:extLst>
          </p:nvPr>
        </p:nvGraphicFramePr>
        <p:xfrm>
          <a:off x="8584754" y="3614870"/>
          <a:ext cx="1271092" cy="1028440"/>
        </p:xfrm>
        <a:graphic>
          <a:graphicData uri="http://schemas.openxmlformats.org/drawingml/2006/table">
            <a:tbl>
              <a:tblPr firstRow="1" bandRow="1">
                <a:tableStyleId>{5C22544A-7EE6-4342-B048-85BDC9FD1C3A}</a:tableStyleId>
              </a:tblPr>
              <a:tblGrid>
                <a:gridCol w="635546">
                  <a:extLst>
                    <a:ext uri="{9D8B030D-6E8A-4147-A177-3AD203B41FA5}">
                      <a16:colId xmlns:a16="http://schemas.microsoft.com/office/drawing/2014/main" val="4092635532"/>
                    </a:ext>
                  </a:extLst>
                </a:gridCol>
                <a:gridCol w="635546">
                  <a:extLst>
                    <a:ext uri="{9D8B030D-6E8A-4147-A177-3AD203B41FA5}">
                      <a16:colId xmlns:a16="http://schemas.microsoft.com/office/drawing/2014/main" val="454140519"/>
                    </a:ext>
                  </a:extLst>
                </a:gridCol>
              </a:tblGrid>
              <a:tr h="514220">
                <a:tc>
                  <a:txBody>
                    <a:bodyPr/>
                    <a:lstStyle/>
                    <a:p>
                      <a:pPr algn="ctr"/>
                      <a:r>
                        <a:rPr kumimoji="1" lang="en-US" altLang="ja-JP" b="0" dirty="0">
                          <a:solidFill>
                            <a:schemeClr val="tx1"/>
                          </a:solidFill>
                        </a:rPr>
                        <a:t>1.2</a:t>
                      </a:r>
                      <a:endParaRPr kumimoji="1" lang="ja-JP" altLang="en-US"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b="0" dirty="0">
                          <a:solidFill>
                            <a:schemeClr val="tx1"/>
                          </a:solidFill>
                        </a:rPr>
                        <a:t>2.3</a:t>
                      </a:r>
                      <a:endParaRPr kumimoji="1" lang="ja-JP" altLang="en-US"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7765852"/>
                  </a:ext>
                </a:extLst>
              </a:tr>
              <a:tr h="514220">
                <a:tc>
                  <a:txBody>
                    <a:bodyPr/>
                    <a:lstStyle/>
                    <a:p>
                      <a:pPr algn="ctr"/>
                      <a:r>
                        <a:rPr kumimoji="1" lang="en-US" altLang="ja-JP" dirty="0">
                          <a:solidFill>
                            <a:schemeClr val="tx1"/>
                          </a:solidFill>
                        </a:rPr>
                        <a:t>1.5</a:t>
                      </a:r>
                      <a:endParaRPr kumimoji="1" lang="ja-JP" alt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dirty="0">
                          <a:solidFill>
                            <a:schemeClr val="tx1"/>
                          </a:solidFill>
                        </a:rPr>
                        <a:t>3.1</a:t>
                      </a:r>
                      <a:endParaRPr kumimoji="1" lang="ja-JP" alt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17223254"/>
                  </a:ext>
                </a:extLst>
              </a:tr>
            </a:tbl>
          </a:graphicData>
        </a:graphic>
      </p:graphicFrame>
      <p:graphicFrame>
        <p:nvGraphicFramePr>
          <p:cNvPr id="774" name="表 773">
            <a:extLst>
              <a:ext uri="{FF2B5EF4-FFF2-40B4-BE49-F238E27FC236}">
                <a16:creationId xmlns:a16="http://schemas.microsoft.com/office/drawing/2014/main" id="{41605D68-719E-EB17-BDCA-50EFF462FD4E}"/>
              </a:ext>
            </a:extLst>
          </p:cNvPr>
          <p:cNvGraphicFramePr>
            <a:graphicFrameLocks noGrp="1"/>
          </p:cNvGraphicFramePr>
          <p:nvPr>
            <p:extLst>
              <p:ext uri="{D42A27DB-BD31-4B8C-83A1-F6EECF244321}">
                <p14:modId xmlns:p14="http://schemas.microsoft.com/office/powerpoint/2010/main" val="2009769771"/>
              </p:ext>
            </p:extLst>
          </p:nvPr>
        </p:nvGraphicFramePr>
        <p:xfrm>
          <a:off x="10685752" y="3622354"/>
          <a:ext cx="1271092" cy="1028440"/>
        </p:xfrm>
        <a:graphic>
          <a:graphicData uri="http://schemas.openxmlformats.org/drawingml/2006/table">
            <a:tbl>
              <a:tblPr firstRow="1" bandRow="1">
                <a:tableStyleId>{5C22544A-7EE6-4342-B048-85BDC9FD1C3A}</a:tableStyleId>
              </a:tblPr>
              <a:tblGrid>
                <a:gridCol w="635546">
                  <a:extLst>
                    <a:ext uri="{9D8B030D-6E8A-4147-A177-3AD203B41FA5}">
                      <a16:colId xmlns:a16="http://schemas.microsoft.com/office/drawing/2014/main" val="4092635532"/>
                    </a:ext>
                  </a:extLst>
                </a:gridCol>
                <a:gridCol w="635546">
                  <a:extLst>
                    <a:ext uri="{9D8B030D-6E8A-4147-A177-3AD203B41FA5}">
                      <a16:colId xmlns:a16="http://schemas.microsoft.com/office/drawing/2014/main" val="454140519"/>
                    </a:ext>
                  </a:extLst>
                </a:gridCol>
              </a:tblGrid>
              <a:tr h="514220">
                <a:tc>
                  <a:txBody>
                    <a:bodyPr/>
                    <a:lstStyle/>
                    <a:p>
                      <a:pPr algn="ctr"/>
                      <a:r>
                        <a:rPr kumimoji="1" lang="en-US" altLang="ja-JP" b="0" dirty="0">
                          <a:solidFill>
                            <a:schemeClr val="tx1"/>
                          </a:solidFill>
                        </a:rPr>
                        <a:t>1</a:t>
                      </a:r>
                      <a:endParaRPr kumimoji="1" lang="ja-JP" altLang="en-US"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b="0" dirty="0">
                          <a:solidFill>
                            <a:schemeClr val="tx1"/>
                          </a:solidFill>
                        </a:rPr>
                        <a:t>2</a:t>
                      </a:r>
                      <a:endParaRPr kumimoji="1" lang="ja-JP" altLang="en-US"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7765852"/>
                  </a:ext>
                </a:extLst>
              </a:tr>
              <a:tr h="514220">
                <a:tc>
                  <a:txBody>
                    <a:bodyPr/>
                    <a:lstStyle/>
                    <a:p>
                      <a:pPr algn="ctr"/>
                      <a:r>
                        <a:rPr kumimoji="1" lang="en-US" altLang="ja-JP" dirty="0">
                          <a:solidFill>
                            <a:schemeClr val="tx1"/>
                          </a:solidFill>
                        </a:rPr>
                        <a:t>2</a:t>
                      </a:r>
                      <a:endParaRPr kumimoji="1" lang="ja-JP" alt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dirty="0">
                          <a:solidFill>
                            <a:schemeClr val="tx1"/>
                          </a:solidFill>
                        </a:rPr>
                        <a:t>3</a:t>
                      </a:r>
                      <a:endParaRPr kumimoji="1" lang="ja-JP" alt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17223254"/>
                  </a:ext>
                </a:extLst>
              </a:tr>
            </a:tbl>
          </a:graphicData>
        </a:graphic>
      </p:graphicFrame>
      <p:sp>
        <p:nvSpPr>
          <p:cNvPr id="775" name="矢印: 右 774">
            <a:extLst>
              <a:ext uri="{FF2B5EF4-FFF2-40B4-BE49-F238E27FC236}">
                <a16:creationId xmlns:a16="http://schemas.microsoft.com/office/drawing/2014/main" id="{F726DCCB-4B1E-8C04-D958-83C192364261}"/>
              </a:ext>
            </a:extLst>
          </p:cNvPr>
          <p:cNvSpPr/>
          <p:nvPr/>
        </p:nvSpPr>
        <p:spPr>
          <a:xfrm>
            <a:off x="10025998" y="4033054"/>
            <a:ext cx="503853" cy="20703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76" name="テキスト ボックス 775">
            <a:extLst>
              <a:ext uri="{FF2B5EF4-FFF2-40B4-BE49-F238E27FC236}">
                <a16:creationId xmlns:a16="http://schemas.microsoft.com/office/drawing/2014/main" id="{1AAE56D9-4E51-241D-733B-23DF502F1F4D}"/>
              </a:ext>
            </a:extLst>
          </p:cNvPr>
          <p:cNvSpPr txBox="1"/>
          <p:nvPr/>
        </p:nvSpPr>
        <p:spPr>
          <a:xfrm>
            <a:off x="8604370" y="2936058"/>
            <a:ext cx="1282878" cy="646331"/>
          </a:xfrm>
          <a:prstGeom prst="rect">
            <a:avLst/>
          </a:prstGeom>
          <a:noFill/>
        </p:spPr>
        <p:txBody>
          <a:bodyPr wrap="square" rtlCol="0">
            <a:spAutoFit/>
          </a:bodyPr>
          <a:lstStyle/>
          <a:p>
            <a:pPr algn="ctr"/>
            <a:r>
              <a:rPr kumimoji="1" lang="en-US" altLang="ja-JP" dirty="0"/>
              <a:t>Floating Point</a:t>
            </a:r>
            <a:endParaRPr kumimoji="1" lang="ja-JP" altLang="en-US" dirty="0"/>
          </a:p>
        </p:txBody>
      </p:sp>
      <p:sp>
        <p:nvSpPr>
          <p:cNvPr id="777" name="テキスト ボックス 776">
            <a:extLst>
              <a:ext uri="{FF2B5EF4-FFF2-40B4-BE49-F238E27FC236}">
                <a16:creationId xmlns:a16="http://schemas.microsoft.com/office/drawing/2014/main" id="{DF47C788-D7A4-FBEA-6267-692617A7D05B}"/>
              </a:ext>
            </a:extLst>
          </p:cNvPr>
          <p:cNvSpPr txBox="1"/>
          <p:nvPr/>
        </p:nvSpPr>
        <p:spPr>
          <a:xfrm>
            <a:off x="10653615" y="3074558"/>
            <a:ext cx="1282878" cy="369332"/>
          </a:xfrm>
          <a:prstGeom prst="rect">
            <a:avLst/>
          </a:prstGeom>
          <a:noFill/>
        </p:spPr>
        <p:txBody>
          <a:bodyPr wrap="square" rtlCol="0">
            <a:spAutoFit/>
          </a:bodyPr>
          <a:lstStyle/>
          <a:p>
            <a:pPr algn="ctr"/>
            <a:r>
              <a:rPr kumimoji="1" lang="en-US" altLang="ja-JP" dirty="0"/>
              <a:t>Integer</a:t>
            </a:r>
            <a:endParaRPr kumimoji="1" lang="ja-JP" altLang="en-US" dirty="0"/>
          </a:p>
        </p:txBody>
      </p:sp>
      <p:sp>
        <p:nvSpPr>
          <p:cNvPr id="779" name="スライド番号プレースホルダー 778">
            <a:extLst>
              <a:ext uri="{FF2B5EF4-FFF2-40B4-BE49-F238E27FC236}">
                <a16:creationId xmlns:a16="http://schemas.microsoft.com/office/drawing/2014/main" id="{4D700E2B-257D-0B13-494D-A7CA0B16478E}"/>
              </a:ext>
            </a:extLst>
          </p:cNvPr>
          <p:cNvSpPr>
            <a:spLocks noGrp="1"/>
          </p:cNvSpPr>
          <p:nvPr>
            <p:ph type="sldNum" sz="quarter" idx="12"/>
          </p:nvPr>
        </p:nvSpPr>
        <p:spPr/>
        <p:txBody>
          <a:bodyPr/>
          <a:lstStyle/>
          <a:p>
            <a:fld id="{49AE70B2-8BF9-45C0-BB95-33D1B9D3A854}" type="slidenum">
              <a:rPr lang="zh-CN" altLang="en-US" smtClean="0"/>
              <a:t>5</a:t>
            </a:fld>
            <a:endParaRPr lang="zh-CN" altLang="en-US"/>
          </a:p>
        </p:txBody>
      </p:sp>
      <p:sp>
        <p:nvSpPr>
          <p:cNvPr id="782" name="テキスト ボックス 781">
            <a:extLst>
              <a:ext uri="{FF2B5EF4-FFF2-40B4-BE49-F238E27FC236}">
                <a16:creationId xmlns:a16="http://schemas.microsoft.com/office/drawing/2014/main" id="{4DB3C513-0A6A-BC78-488C-EABDF35689E6}"/>
              </a:ext>
            </a:extLst>
          </p:cNvPr>
          <p:cNvSpPr txBox="1"/>
          <p:nvPr/>
        </p:nvSpPr>
        <p:spPr>
          <a:xfrm>
            <a:off x="3265114" y="5908858"/>
            <a:ext cx="605536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Arial"/>
                <a:ea typeface="微软雅黑"/>
                <a:cs typeface="+mn-cs"/>
              </a:rPr>
              <a:t>Fig. </a:t>
            </a:r>
            <a:r>
              <a:rPr kumimoji="1" lang="en-US" altLang="ja-JP" dirty="0">
                <a:solidFill>
                  <a:prstClr val="black"/>
                </a:solidFill>
                <a:latin typeface="Arial"/>
                <a:ea typeface="微软雅黑"/>
              </a:rPr>
              <a:t>2 Common Energy Saving Methods</a:t>
            </a:r>
            <a:endParaRPr kumimoji="1" lang="ja-JP" altLang="en-US" sz="1800" b="0" i="0" u="none" strike="noStrike" kern="1200" cap="none" spc="0" normalizeH="0" baseline="0" noProof="0" dirty="0">
              <a:ln>
                <a:noFill/>
              </a:ln>
              <a:solidFill>
                <a:prstClr val="black"/>
              </a:solidFill>
              <a:effectLst/>
              <a:uLnTx/>
              <a:uFillTx/>
              <a:latin typeface="Arial"/>
              <a:ea typeface="微软雅黑"/>
              <a:cs typeface="+mn-cs"/>
            </a:endParaRPr>
          </a:p>
        </p:txBody>
      </p:sp>
    </p:spTree>
    <p:custDataLst>
      <p:tags r:id="rId1"/>
    </p:custDataLst>
    <p:extLst>
      <p:ext uri="{BB962C8B-B14F-4D97-AF65-F5344CB8AC3E}">
        <p14:creationId xmlns:p14="http://schemas.microsoft.com/office/powerpoint/2010/main" val="16195350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4"/>
          <a:stretch>
            <a:fillRect/>
          </a:stretch>
        </a:blipFill>
        <a:effectLst/>
      </p:bgPr>
    </p:bg>
    <p:spTree>
      <p:nvGrpSpPr>
        <p:cNvPr id="1" name="">
          <a:extLst>
            <a:ext uri="{FF2B5EF4-FFF2-40B4-BE49-F238E27FC236}">
              <a16:creationId xmlns:a16="http://schemas.microsoft.com/office/drawing/2014/main" id="{18019882-996F-3623-0F21-900EBDB0FD3A}"/>
            </a:ext>
          </a:extLst>
        </p:cNvPr>
        <p:cNvGrpSpPr/>
        <p:nvPr/>
      </p:nvGrpSpPr>
      <p:grpSpPr>
        <a:xfrm>
          <a:off x="0" y="0"/>
          <a:ext cx="0" cy="0"/>
          <a:chOff x="0" y="0"/>
          <a:chExt cx="0" cy="0"/>
        </a:xfrm>
      </p:grpSpPr>
      <p:sp>
        <p:nvSpPr>
          <p:cNvPr id="5" name="タイトル 4">
            <a:extLst>
              <a:ext uri="{FF2B5EF4-FFF2-40B4-BE49-F238E27FC236}">
                <a16:creationId xmlns:a16="http://schemas.microsoft.com/office/drawing/2014/main" id="{D39679FD-56B9-A008-13A0-B8D056910A88}"/>
              </a:ext>
            </a:extLst>
          </p:cNvPr>
          <p:cNvSpPr>
            <a:spLocks noGrp="1"/>
          </p:cNvSpPr>
          <p:nvPr>
            <p:ph type="title"/>
          </p:nvPr>
        </p:nvSpPr>
        <p:spPr/>
        <p:txBody>
          <a:bodyPr/>
          <a:lstStyle/>
          <a:p>
            <a:r>
              <a:rPr lang="en-US" altLang="ja-JP" dirty="0"/>
              <a:t>Introduction (</a:t>
            </a:r>
            <a:r>
              <a:rPr lang="en-US" altLang="ja-JP" dirty="0" err="1"/>
              <a:t>cnt</a:t>
            </a:r>
            <a:r>
              <a:rPr lang="en-US" altLang="ja-JP" dirty="0"/>
              <a:t>.)</a:t>
            </a:r>
            <a:endParaRPr lang="ja-JP" altLang="en-US" dirty="0"/>
          </a:p>
        </p:txBody>
      </p:sp>
      <p:sp>
        <p:nvSpPr>
          <p:cNvPr id="6" name="楕円 5">
            <a:extLst>
              <a:ext uri="{FF2B5EF4-FFF2-40B4-BE49-F238E27FC236}">
                <a16:creationId xmlns:a16="http://schemas.microsoft.com/office/drawing/2014/main" id="{81011F24-C6E7-0144-0FC9-F5FDBD6D38BA}"/>
              </a:ext>
            </a:extLst>
          </p:cNvPr>
          <p:cNvSpPr/>
          <p:nvPr/>
        </p:nvSpPr>
        <p:spPr>
          <a:xfrm>
            <a:off x="2826813" y="3785119"/>
            <a:ext cx="466531" cy="466531"/>
          </a:xfrm>
          <a:prstGeom prst="ellipse">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7" name="楕円 6">
            <a:extLst>
              <a:ext uri="{FF2B5EF4-FFF2-40B4-BE49-F238E27FC236}">
                <a16:creationId xmlns:a16="http://schemas.microsoft.com/office/drawing/2014/main" id="{FA7DFCC8-A185-F816-E955-8F0305F0DCCB}"/>
              </a:ext>
            </a:extLst>
          </p:cNvPr>
          <p:cNvSpPr/>
          <p:nvPr/>
        </p:nvSpPr>
        <p:spPr>
          <a:xfrm>
            <a:off x="2826813" y="4425822"/>
            <a:ext cx="466531" cy="466531"/>
          </a:xfrm>
          <a:prstGeom prst="ellipse">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11" name="楕円 10">
            <a:extLst>
              <a:ext uri="{FF2B5EF4-FFF2-40B4-BE49-F238E27FC236}">
                <a16:creationId xmlns:a16="http://schemas.microsoft.com/office/drawing/2014/main" id="{178343C1-5D59-3577-E6C1-6B4A359790F1}"/>
              </a:ext>
            </a:extLst>
          </p:cNvPr>
          <p:cNvSpPr/>
          <p:nvPr/>
        </p:nvSpPr>
        <p:spPr>
          <a:xfrm>
            <a:off x="3571114" y="3429067"/>
            <a:ext cx="466531" cy="466531"/>
          </a:xfrm>
          <a:prstGeom prst="ellipse">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12" name="楕円 11">
            <a:extLst>
              <a:ext uri="{FF2B5EF4-FFF2-40B4-BE49-F238E27FC236}">
                <a16:creationId xmlns:a16="http://schemas.microsoft.com/office/drawing/2014/main" id="{3332BD77-95E2-8A10-3FBE-F5D3226C588A}"/>
              </a:ext>
            </a:extLst>
          </p:cNvPr>
          <p:cNvSpPr/>
          <p:nvPr/>
        </p:nvSpPr>
        <p:spPr>
          <a:xfrm>
            <a:off x="3571114" y="4044077"/>
            <a:ext cx="466531" cy="466531"/>
          </a:xfrm>
          <a:prstGeom prst="ellipse">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14" name="楕円 13">
            <a:extLst>
              <a:ext uri="{FF2B5EF4-FFF2-40B4-BE49-F238E27FC236}">
                <a16:creationId xmlns:a16="http://schemas.microsoft.com/office/drawing/2014/main" id="{77720D05-4322-2FEF-DC3E-06584B21438F}"/>
              </a:ext>
            </a:extLst>
          </p:cNvPr>
          <p:cNvSpPr/>
          <p:nvPr/>
        </p:nvSpPr>
        <p:spPr>
          <a:xfrm>
            <a:off x="3571114" y="4745231"/>
            <a:ext cx="466531" cy="466531"/>
          </a:xfrm>
          <a:prstGeom prst="ellipse">
            <a:avLst/>
          </a:prstGeom>
          <a:noFill/>
          <a:ln w="28575">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p:cxnSp>
        <p:nvCxnSpPr>
          <p:cNvPr id="17" name="直線矢印コネクタ 16">
            <a:extLst>
              <a:ext uri="{FF2B5EF4-FFF2-40B4-BE49-F238E27FC236}">
                <a16:creationId xmlns:a16="http://schemas.microsoft.com/office/drawing/2014/main" id="{09107299-E67C-DB92-0492-3280A8D98BBA}"/>
              </a:ext>
            </a:extLst>
          </p:cNvPr>
          <p:cNvCxnSpPr>
            <a:stCxn id="6" idx="6"/>
            <a:endCxn id="11" idx="2"/>
          </p:cNvCxnSpPr>
          <p:nvPr/>
        </p:nvCxnSpPr>
        <p:spPr>
          <a:xfrm flipV="1">
            <a:off x="3293344" y="3662333"/>
            <a:ext cx="277770" cy="35605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線矢印コネクタ 17">
            <a:extLst>
              <a:ext uri="{FF2B5EF4-FFF2-40B4-BE49-F238E27FC236}">
                <a16:creationId xmlns:a16="http://schemas.microsoft.com/office/drawing/2014/main" id="{5B909D33-8657-18B3-7D20-D4948628A91B}"/>
              </a:ext>
            </a:extLst>
          </p:cNvPr>
          <p:cNvCxnSpPr>
            <a:cxnSpLocks/>
            <a:stCxn id="6" idx="6"/>
            <a:endCxn id="12" idx="2"/>
          </p:cNvCxnSpPr>
          <p:nvPr/>
        </p:nvCxnSpPr>
        <p:spPr>
          <a:xfrm>
            <a:off x="3293344" y="4018385"/>
            <a:ext cx="277770" cy="25895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線矢印コネクタ 19">
            <a:extLst>
              <a:ext uri="{FF2B5EF4-FFF2-40B4-BE49-F238E27FC236}">
                <a16:creationId xmlns:a16="http://schemas.microsoft.com/office/drawing/2014/main" id="{F844EC9B-2DF9-5F7B-80E2-BE88E5F65698}"/>
              </a:ext>
            </a:extLst>
          </p:cNvPr>
          <p:cNvCxnSpPr>
            <a:cxnSpLocks/>
            <a:stCxn id="6" idx="6"/>
            <a:endCxn id="14" idx="2"/>
          </p:cNvCxnSpPr>
          <p:nvPr/>
        </p:nvCxnSpPr>
        <p:spPr>
          <a:xfrm>
            <a:off x="3293344" y="4018385"/>
            <a:ext cx="277770" cy="96011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線矢印コネクタ 30">
            <a:extLst>
              <a:ext uri="{FF2B5EF4-FFF2-40B4-BE49-F238E27FC236}">
                <a16:creationId xmlns:a16="http://schemas.microsoft.com/office/drawing/2014/main" id="{760D9D25-0ADC-FBC4-093F-7CAA5502D351}"/>
              </a:ext>
            </a:extLst>
          </p:cNvPr>
          <p:cNvCxnSpPr>
            <a:cxnSpLocks/>
            <a:stCxn id="7" idx="6"/>
            <a:endCxn id="11" idx="2"/>
          </p:cNvCxnSpPr>
          <p:nvPr/>
        </p:nvCxnSpPr>
        <p:spPr>
          <a:xfrm flipV="1">
            <a:off x="3293344" y="3662333"/>
            <a:ext cx="277770" cy="99675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線矢印コネクタ 31">
            <a:extLst>
              <a:ext uri="{FF2B5EF4-FFF2-40B4-BE49-F238E27FC236}">
                <a16:creationId xmlns:a16="http://schemas.microsoft.com/office/drawing/2014/main" id="{8A1D19EE-49CE-B39B-463C-B4F7BDFC8587}"/>
              </a:ext>
            </a:extLst>
          </p:cNvPr>
          <p:cNvCxnSpPr>
            <a:cxnSpLocks/>
            <a:stCxn id="7" idx="6"/>
            <a:endCxn id="12" idx="2"/>
          </p:cNvCxnSpPr>
          <p:nvPr/>
        </p:nvCxnSpPr>
        <p:spPr>
          <a:xfrm flipV="1">
            <a:off x="3293344" y="4277343"/>
            <a:ext cx="277770" cy="38174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線矢印コネクタ 32">
            <a:extLst>
              <a:ext uri="{FF2B5EF4-FFF2-40B4-BE49-F238E27FC236}">
                <a16:creationId xmlns:a16="http://schemas.microsoft.com/office/drawing/2014/main" id="{FC0400EF-F0B0-D410-1AB8-53FED238D134}"/>
              </a:ext>
            </a:extLst>
          </p:cNvPr>
          <p:cNvCxnSpPr>
            <a:cxnSpLocks/>
            <a:stCxn id="7" idx="6"/>
            <a:endCxn id="14" idx="2"/>
          </p:cNvCxnSpPr>
          <p:nvPr/>
        </p:nvCxnSpPr>
        <p:spPr>
          <a:xfrm>
            <a:off x="3293344" y="4659088"/>
            <a:ext cx="277770" cy="31940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6" name="テキスト ボックス 45">
            <a:extLst>
              <a:ext uri="{FF2B5EF4-FFF2-40B4-BE49-F238E27FC236}">
                <a16:creationId xmlns:a16="http://schemas.microsoft.com/office/drawing/2014/main" id="{67C37C2D-E359-B965-EF61-9F1604606EAF}"/>
              </a:ext>
            </a:extLst>
          </p:cNvPr>
          <p:cNvSpPr txBox="1"/>
          <p:nvPr/>
        </p:nvSpPr>
        <p:spPr>
          <a:xfrm>
            <a:off x="2951811" y="1950087"/>
            <a:ext cx="6288378"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800" b="0" i="0" u="none" strike="noStrike" kern="1200" cap="none" spc="0" normalizeH="0" baseline="0" noProof="0" dirty="0">
                <a:ln>
                  <a:noFill/>
                </a:ln>
                <a:solidFill>
                  <a:prstClr val="black"/>
                </a:solidFill>
                <a:effectLst/>
                <a:uLnTx/>
                <a:uFillTx/>
                <a:latin typeface="Arial"/>
                <a:ea typeface="微软雅黑"/>
                <a:cs typeface="+mn-cs"/>
              </a:rPr>
              <a:t>Spiking Neural Networks (SNNs) [7]</a:t>
            </a:r>
            <a:endParaRPr kumimoji="1" lang="ja-JP" altLang="en-US" sz="2800" b="0" i="0" u="none" strike="noStrike" kern="1200" cap="none" spc="0" normalizeH="0" baseline="0" noProof="0" dirty="0">
              <a:ln>
                <a:noFill/>
              </a:ln>
              <a:solidFill>
                <a:prstClr val="black"/>
              </a:solidFill>
              <a:effectLst/>
              <a:uLnTx/>
              <a:uFillTx/>
              <a:latin typeface="Arial"/>
              <a:ea typeface="微软雅黑"/>
              <a:cs typeface="+mn-cs"/>
            </a:endParaRPr>
          </a:p>
        </p:txBody>
      </p:sp>
      <p:cxnSp>
        <p:nvCxnSpPr>
          <p:cNvPr id="10" name="直線コネクタ 9">
            <a:extLst>
              <a:ext uri="{FF2B5EF4-FFF2-40B4-BE49-F238E27FC236}">
                <a16:creationId xmlns:a16="http://schemas.microsoft.com/office/drawing/2014/main" id="{0568784B-635D-1747-3D1D-0001BBBB5B51}"/>
              </a:ext>
            </a:extLst>
          </p:cNvPr>
          <p:cNvCxnSpPr>
            <a:endCxn id="6" idx="2"/>
          </p:cNvCxnSpPr>
          <p:nvPr/>
        </p:nvCxnSpPr>
        <p:spPr>
          <a:xfrm>
            <a:off x="1806821" y="4018385"/>
            <a:ext cx="1019992"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3" name="直線コネクタ 12">
            <a:extLst>
              <a:ext uri="{FF2B5EF4-FFF2-40B4-BE49-F238E27FC236}">
                <a16:creationId xmlns:a16="http://schemas.microsoft.com/office/drawing/2014/main" id="{3E3E1561-D9D8-B7B9-E218-7313316CAE6B}"/>
              </a:ext>
            </a:extLst>
          </p:cNvPr>
          <p:cNvCxnSpPr/>
          <p:nvPr/>
        </p:nvCxnSpPr>
        <p:spPr>
          <a:xfrm>
            <a:off x="1806821" y="4688118"/>
            <a:ext cx="1019992"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5" name="直線コネクタ 14">
            <a:extLst>
              <a:ext uri="{FF2B5EF4-FFF2-40B4-BE49-F238E27FC236}">
                <a16:creationId xmlns:a16="http://schemas.microsoft.com/office/drawing/2014/main" id="{4CF6DA10-742B-0580-620A-73C37E33E0EC}"/>
              </a:ext>
            </a:extLst>
          </p:cNvPr>
          <p:cNvCxnSpPr/>
          <p:nvPr/>
        </p:nvCxnSpPr>
        <p:spPr>
          <a:xfrm>
            <a:off x="4037645" y="3662333"/>
            <a:ext cx="1019992"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6" name="直線コネクタ 15">
            <a:extLst>
              <a:ext uri="{FF2B5EF4-FFF2-40B4-BE49-F238E27FC236}">
                <a16:creationId xmlns:a16="http://schemas.microsoft.com/office/drawing/2014/main" id="{4E57FCED-0F4B-207B-2AC0-6E2864CAB07D}"/>
              </a:ext>
            </a:extLst>
          </p:cNvPr>
          <p:cNvCxnSpPr/>
          <p:nvPr/>
        </p:nvCxnSpPr>
        <p:spPr>
          <a:xfrm>
            <a:off x="4037645" y="4277343"/>
            <a:ext cx="1019992"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9" name="直線コネクタ 18">
            <a:extLst>
              <a:ext uri="{FF2B5EF4-FFF2-40B4-BE49-F238E27FC236}">
                <a16:creationId xmlns:a16="http://schemas.microsoft.com/office/drawing/2014/main" id="{D6D15685-A0F3-2215-E3B0-EA883728AAE1}"/>
              </a:ext>
            </a:extLst>
          </p:cNvPr>
          <p:cNvCxnSpPr/>
          <p:nvPr/>
        </p:nvCxnSpPr>
        <p:spPr>
          <a:xfrm>
            <a:off x="4037645" y="4978497"/>
            <a:ext cx="1019992"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21" name="直線コネクタ 20">
            <a:extLst>
              <a:ext uri="{FF2B5EF4-FFF2-40B4-BE49-F238E27FC236}">
                <a16:creationId xmlns:a16="http://schemas.microsoft.com/office/drawing/2014/main" id="{6C73493E-B062-3847-C74A-393B0F24061E}"/>
              </a:ext>
            </a:extLst>
          </p:cNvPr>
          <p:cNvCxnSpPr>
            <a:cxnSpLocks/>
          </p:cNvCxnSpPr>
          <p:nvPr/>
        </p:nvCxnSpPr>
        <p:spPr>
          <a:xfrm flipV="1">
            <a:off x="2009378" y="3723640"/>
            <a:ext cx="0" cy="294745"/>
          </a:xfrm>
          <a:prstGeom prst="line">
            <a:avLst/>
          </a:prstGeom>
          <a:ln w="19050"/>
        </p:spPr>
        <p:style>
          <a:lnRef idx="1">
            <a:schemeClr val="dk1"/>
          </a:lnRef>
          <a:fillRef idx="0">
            <a:schemeClr val="dk1"/>
          </a:fillRef>
          <a:effectRef idx="0">
            <a:schemeClr val="dk1"/>
          </a:effectRef>
          <a:fontRef idx="minor">
            <a:schemeClr val="tx1"/>
          </a:fontRef>
        </p:style>
      </p:cxnSp>
      <p:cxnSp>
        <p:nvCxnSpPr>
          <p:cNvPr id="24" name="直線コネクタ 23">
            <a:extLst>
              <a:ext uri="{FF2B5EF4-FFF2-40B4-BE49-F238E27FC236}">
                <a16:creationId xmlns:a16="http://schemas.microsoft.com/office/drawing/2014/main" id="{708A4E40-CC92-4F7D-FEB0-2F986042E274}"/>
              </a:ext>
            </a:extLst>
          </p:cNvPr>
          <p:cNvCxnSpPr>
            <a:cxnSpLocks/>
          </p:cNvCxnSpPr>
          <p:nvPr/>
        </p:nvCxnSpPr>
        <p:spPr>
          <a:xfrm flipV="1">
            <a:off x="2227818" y="3723640"/>
            <a:ext cx="0" cy="294745"/>
          </a:xfrm>
          <a:prstGeom prst="line">
            <a:avLst/>
          </a:prstGeom>
          <a:ln w="19050"/>
        </p:spPr>
        <p:style>
          <a:lnRef idx="1">
            <a:schemeClr val="dk1"/>
          </a:lnRef>
          <a:fillRef idx="0">
            <a:schemeClr val="dk1"/>
          </a:fillRef>
          <a:effectRef idx="0">
            <a:schemeClr val="dk1"/>
          </a:effectRef>
          <a:fontRef idx="minor">
            <a:schemeClr val="tx1"/>
          </a:fontRef>
        </p:style>
      </p:cxnSp>
      <p:cxnSp>
        <p:nvCxnSpPr>
          <p:cNvPr id="25" name="直線コネクタ 24">
            <a:extLst>
              <a:ext uri="{FF2B5EF4-FFF2-40B4-BE49-F238E27FC236}">
                <a16:creationId xmlns:a16="http://schemas.microsoft.com/office/drawing/2014/main" id="{328B1386-F195-B9FD-9206-36B4844F7E4B}"/>
              </a:ext>
            </a:extLst>
          </p:cNvPr>
          <p:cNvCxnSpPr>
            <a:cxnSpLocks/>
          </p:cNvCxnSpPr>
          <p:nvPr/>
        </p:nvCxnSpPr>
        <p:spPr>
          <a:xfrm flipV="1">
            <a:off x="2618978" y="3723640"/>
            <a:ext cx="0" cy="294745"/>
          </a:xfrm>
          <a:prstGeom prst="line">
            <a:avLst/>
          </a:prstGeom>
          <a:ln w="19050"/>
        </p:spPr>
        <p:style>
          <a:lnRef idx="1">
            <a:schemeClr val="dk1"/>
          </a:lnRef>
          <a:fillRef idx="0">
            <a:schemeClr val="dk1"/>
          </a:fillRef>
          <a:effectRef idx="0">
            <a:schemeClr val="dk1"/>
          </a:effectRef>
          <a:fontRef idx="minor">
            <a:schemeClr val="tx1"/>
          </a:fontRef>
        </p:style>
      </p:cxnSp>
      <p:cxnSp>
        <p:nvCxnSpPr>
          <p:cNvPr id="26" name="直線コネクタ 25">
            <a:extLst>
              <a:ext uri="{FF2B5EF4-FFF2-40B4-BE49-F238E27FC236}">
                <a16:creationId xmlns:a16="http://schemas.microsoft.com/office/drawing/2014/main" id="{E4F0D950-C226-EBA1-261A-6C953874C9F4}"/>
              </a:ext>
            </a:extLst>
          </p:cNvPr>
          <p:cNvCxnSpPr>
            <a:cxnSpLocks/>
          </p:cNvCxnSpPr>
          <p:nvPr/>
        </p:nvCxnSpPr>
        <p:spPr>
          <a:xfrm flipV="1">
            <a:off x="2050018" y="4393373"/>
            <a:ext cx="0" cy="294745"/>
          </a:xfrm>
          <a:prstGeom prst="line">
            <a:avLst/>
          </a:prstGeom>
          <a:ln w="19050"/>
        </p:spPr>
        <p:style>
          <a:lnRef idx="1">
            <a:schemeClr val="dk1"/>
          </a:lnRef>
          <a:fillRef idx="0">
            <a:schemeClr val="dk1"/>
          </a:fillRef>
          <a:effectRef idx="0">
            <a:schemeClr val="dk1"/>
          </a:effectRef>
          <a:fontRef idx="minor">
            <a:schemeClr val="tx1"/>
          </a:fontRef>
        </p:style>
      </p:cxnSp>
      <p:cxnSp>
        <p:nvCxnSpPr>
          <p:cNvPr id="27" name="直線コネクタ 26">
            <a:extLst>
              <a:ext uri="{FF2B5EF4-FFF2-40B4-BE49-F238E27FC236}">
                <a16:creationId xmlns:a16="http://schemas.microsoft.com/office/drawing/2014/main" id="{64348D38-580E-87E2-9E66-A19FF44043F8}"/>
              </a:ext>
            </a:extLst>
          </p:cNvPr>
          <p:cNvCxnSpPr>
            <a:cxnSpLocks/>
          </p:cNvCxnSpPr>
          <p:nvPr/>
        </p:nvCxnSpPr>
        <p:spPr>
          <a:xfrm flipV="1">
            <a:off x="2491978" y="4393373"/>
            <a:ext cx="0" cy="294745"/>
          </a:xfrm>
          <a:prstGeom prst="line">
            <a:avLst/>
          </a:prstGeom>
          <a:ln w="19050"/>
        </p:spPr>
        <p:style>
          <a:lnRef idx="1">
            <a:schemeClr val="dk1"/>
          </a:lnRef>
          <a:fillRef idx="0">
            <a:schemeClr val="dk1"/>
          </a:fillRef>
          <a:effectRef idx="0">
            <a:schemeClr val="dk1"/>
          </a:effectRef>
          <a:fontRef idx="minor">
            <a:schemeClr val="tx1"/>
          </a:fontRef>
        </p:style>
      </p:cxnSp>
      <p:cxnSp>
        <p:nvCxnSpPr>
          <p:cNvPr id="28" name="直線コネクタ 27">
            <a:extLst>
              <a:ext uri="{FF2B5EF4-FFF2-40B4-BE49-F238E27FC236}">
                <a16:creationId xmlns:a16="http://schemas.microsoft.com/office/drawing/2014/main" id="{9280EAB2-5644-B5EF-7071-44FC453FC63A}"/>
              </a:ext>
            </a:extLst>
          </p:cNvPr>
          <p:cNvCxnSpPr>
            <a:cxnSpLocks/>
          </p:cNvCxnSpPr>
          <p:nvPr/>
        </p:nvCxnSpPr>
        <p:spPr>
          <a:xfrm flipV="1">
            <a:off x="4254738" y="3367588"/>
            <a:ext cx="0" cy="294745"/>
          </a:xfrm>
          <a:prstGeom prst="line">
            <a:avLst/>
          </a:prstGeom>
          <a:ln w="19050"/>
        </p:spPr>
        <p:style>
          <a:lnRef idx="1">
            <a:schemeClr val="dk1"/>
          </a:lnRef>
          <a:fillRef idx="0">
            <a:schemeClr val="dk1"/>
          </a:fillRef>
          <a:effectRef idx="0">
            <a:schemeClr val="dk1"/>
          </a:effectRef>
          <a:fontRef idx="minor">
            <a:schemeClr val="tx1"/>
          </a:fontRef>
        </p:style>
      </p:cxnSp>
      <p:cxnSp>
        <p:nvCxnSpPr>
          <p:cNvPr id="30" name="直線コネクタ 29">
            <a:extLst>
              <a:ext uri="{FF2B5EF4-FFF2-40B4-BE49-F238E27FC236}">
                <a16:creationId xmlns:a16="http://schemas.microsoft.com/office/drawing/2014/main" id="{6DDBD664-7188-13E0-E22F-E7E3780E03E6}"/>
              </a:ext>
            </a:extLst>
          </p:cNvPr>
          <p:cNvCxnSpPr>
            <a:cxnSpLocks/>
          </p:cNvCxnSpPr>
          <p:nvPr/>
        </p:nvCxnSpPr>
        <p:spPr>
          <a:xfrm flipV="1">
            <a:off x="4844018" y="3362508"/>
            <a:ext cx="0" cy="294745"/>
          </a:xfrm>
          <a:prstGeom prst="line">
            <a:avLst/>
          </a:prstGeom>
          <a:ln w="19050"/>
        </p:spPr>
        <p:style>
          <a:lnRef idx="1">
            <a:schemeClr val="dk1"/>
          </a:lnRef>
          <a:fillRef idx="0">
            <a:schemeClr val="dk1"/>
          </a:fillRef>
          <a:effectRef idx="0">
            <a:schemeClr val="dk1"/>
          </a:effectRef>
          <a:fontRef idx="minor">
            <a:schemeClr val="tx1"/>
          </a:fontRef>
        </p:style>
      </p:cxnSp>
      <p:cxnSp>
        <p:nvCxnSpPr>
          <p:cNvPr id="35" name="直線コネクタ 34">
            <a:extLst>
              <a:ext uri="{FF2B5EF4-FFF2-40B4-BE49-F238E27FC236}">
                <a16:creationId xmlns:a16="http://schemas.microsoft.com/office/drawing/2014/main" id="{F824A45F-8E75-9419-40FE-BD21D20E33D1}"/>
              </a:ext>
            </a:extLst>
          </p:cNvPr>
          <p:cNvCxnSpPr>
            <a:cxnSpLocks/>
          </p:cNvCxnSpPr>
          <p:nvPr/>
        </p:nvCxnSpPr>
        <p:spPr>
          <a:xfrm flipV="1">
            <a:off x="4605258" y="3982598"/>
            <a:ext cx="0" cy="294745"/>
          </a:xfrm>
          <a:prstGeom prst="line">
            <a:avLst/>
          </a:prstGeom>
          <a:ln w="19050"/>
        </p:spPr>
        <p:style>
          <a:lnRef idx="1">
            <a:schemeClr val="dk1"/>
          </a:lnRef>
          <a:fillRef idx="0">
            <a:schemeClr val="dk1"/>
          </a:fillRef>
          <a:effectRef idx="0">
            <a:schemeClr val="dk1"/>
          </a:effectRef>
          <a:fontRef idx="minor">
            <a:schemeClr val="tx1"/>
          </a:fontRef>
        </p:style>
      </p:cxnSp>
      <p:cxnSp>
        <p:nvCxnSpPr>
          <p:cNvPr id="36" name="直線コネクタ 35">
            <a:extLst>
              <a:ext uri="{FF2B5EF4-FFF2-40B4-BE49-F238E27FC236}">
                <a16:creationId xmlns:a16="http://schemas.microsoft.com/office/drawing/2014/main" id="{085FE076-FCDA-970E-992E-0F853AC5016F}"/>
              </a:ext>
            </a:extLst>
          </p:cNvPr>
          <p:cNvCxnSpPr>
            <a:cxnSpLocks/>
          </p:cNvCxnSpPr>
          <p:nvPr/>
        </p:nvCxnSpPr>
        <p:spPr>
          <a:xfrm flipV="1">
            <a:off x="4894818" y="4683752"/>
            <a:ext cx="0" cy="294745"/>
          </a:xfrm>
          <a:prstGeom prst="line">
            <a:avLst/>
          </a:prstGeom>
          <a:ln w="19050"/>
        </p:spPr>
        <p:style>
          <a:lnRef idx="1">
            <a:schemeClr val="dk1"/>
          </a:lnRef>
          <a:fillRef idx="0">
            <a:schemeClr val="dk1"/>
          </a:fillRef>
          <a:effectRef idx="0">
            <a:schemeClr val="dk1"/>
          </a:effectRef>
          <a:fontRef idx="minor">
            <a:schemeClr val="tx1"/>
          </a:fontRef>
        </p:style>
      </p:cxnSp>
      <p:cxnSp>
        <p:nvCxnSpPr>
          <p:cNvPr id="37" name="直線コネクタ 36">
            <a:extLst>
              <a:ext uri="{FF2B5EF4-FFF2-40B4-BE49-F238E27FC236}">
                <a16:creationId xmlns:a16="http://schemas.microsoft.com/office/drawing/2014/main" id="{E294FF0E-A578-8DAC-A342-0F173EA5D66B}"/>
              </a:ext>
            </a:extLst>
          </p:cNvPr>
          <p:cNvCxnSpPr>
            <a:cxnSpLocks/>
          </p:cNvCxnSpPr>
          <p:nvPr/>
        </p:nvCxnSpPr>
        <p:spPr>
          <a:xfrm flipV="1">
            <a:off x="4681458" y="4683752"/>
            <a:ext cx="0" cy="294745"/>
          </a:xfrm>
          <a:prstGeom prst="line">
            <a:avLst/>
          </a:prstGeom>
          <a:ln w="19050"/>
        </p:spPr>
        <p:style>
          <a:lnRef idx="1">
            <a:schemeClr val="dk1"/>
          </a:lnRef>
          <a:fillRef idx="0">
            <a:schemeClr val="dk1"/>
          </a:fillRef>
          <a:effectRef idx="0">
            <a:schemeClr val="dk1"/>
          </a:effectRef>
          <a:fontRef idx="minor">
            <a:schemeClr val="tx1"/>
          </a:fontRef>
        </p:style>
      </p:cxnSp>
      <p:cxnSp>
        <p:nvCxnSpPr>
          <p:cNvPr id="42" name="直線矢印コネクタ 41">
            <a:extLst>
              <a:ext uri="{FF2B5EF4-FFF2-40B4-BE49-F238E27FC236}">
                <a16:creationId xmlns:a16="http://schemas.microsoft.com/office/drawing/2014/main" id="{0759F0E3-160F-01DF-AAF5-2C747A003649}"/>
              </a:ext>
            </a:extLst>
          </p:cNvPr>
          <p:cNvCxnSpPr>
            <a:cxnSpLocks/>
            <a:stCxn id="51" idx="2"/>
          </p:cNvCxnSpPr>
          <p:nvPr/>
        </p:nvCxnSpPr>
        <p:spPr>
          <a:xfrm>
            <a:off x="2643933" y="3256513"/>
            <a:ext cx="0" cy="40074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1" name="テキスト ボックス 50">
            <a:extLst>
              <a:ext uri="{FF2B5EF4-FFF2-40B4-BE49-F238E27FC236}">
                <a16:creationId xmlns:a16="http://schemas.microsoft.com/office/drawing/2014/main" id="{DB247E60-D1F2-0903-1DFA-C33F30655AFD}"/>
              </a:ext>
            </a:extLst>
          </p:cNvPr>
          <p:cNvSpPr txBox="1"/>
          <p:nvPr/>
        </p:nvSpPr>
        <p:spPr>
          <a:xfrm>
            <a:off x="2149476" y="2887181"/>
            <a:ext cx="988913"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Arial"/>
                <a:ea typeface="微软雅黑"/>
                <a:cs typeface="+mn-cs"/>
              </a:rPr>
              <a:t>Spike</a:t>
            </a:r>
            <a:endParaRPr kumimoji="1" lang="ja-JP" altLang="en-US" sz="1800" b="0" i="0" u="none" strike="noStrike" kern="1200" cap="none" spc="0" normalizeH="0" baseline="0" noProof="0" dirty="0">
              <a:ln>
                <a:noFill/>
              </a:ln>
              <a:solidFill>
                <a:prstClr val="black"/>
              </a:solidFill>
              <a:effectLst/>
              <a:uLnTx/>
              <a:uFillTx/>
              <a:latin typeface="Arial"/>
              <a:ea typeface="微软雅黑"/>
              <a:cs typeface="+mn-cs"/>
            </a:endParaRPr>
          </a:p>
        </p:txBody>
      </p:sp>
      <p:sp>
        <p:nvSpPr>
          <p:cNvPr id="89" name="スライド番号プレースホルダー 88">
            <a:extLst>
              <a:ext uri="{FF2B5EF4-FFF2-40B4-BE49-F238E27FC236}">
                <a16:creationId xmlns:a16="http://schemas.microsoft.com/office/drawing/2014/main" id="{832AB647-89D9-B490-2D59-D74772D2D6B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AE70B2-8BF9-45C0-BB95-33D1B9D3A854}" type="slidenum">
              <a:rPr kumimoji="0" lang="zh-CN" altLang="en-US" sz="1000" b="0" i="0" u="none" strike="noStrike" kern="1200" cap="none" spc="0" normalizeH="0" baseline="0" noProof="0" smtClean="0">
                <a:ln>
                  <a:noFill/>
                </a:ln>
                <a:solidFill>
                  <a:prstClr val="black">
                    <a:tint val="75000"/>
                  </a:prstClr>
                </a:solidFill>
                <a:effectLst/>
                <a:uLnTx/>
                <a:uFillTx/>
                <a:latin typeface="Arial"/>
                <a:ea typeface="微软雅黑"/>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zh-CN" altLang="en-US" sz="1000" b="0" i="0" u="none" strike="noStrike" kern="1200" cap="none" spc="0" normalizeH="0" baseline="0" noProof="0">
              <a:ln>
                <a:noFill/>
              </a:ln>
              <a:solidFill>
                <a:prstClr val="black">
                  <a:tint val="75000"/>
                </a:prstClr>
              </a:solidFill>
              <a:effectLst/>
              <a:uLnTx/>
              <a:uFillTx/>
              <a:latin typeface="Arial"/>
              <a:ea typeface="微软雅黑"/>
              <a:cs typeface="+mn-cs"/>
            </a:endParaRPr>
          </a:p>
        </p:txBody>
      </p:sp>
      <p:sp>
        <p:nvSpPr>
          <p:cNvPr id="90" name="テキスト ボックス 89">
            <a:extLst>
              <a:ext uri="{FF2B5EF4-FFF2-40B4-BE49-F238E27FC236}">
                <a16:creationId xmlns:a16="http://schemas.microsoft.com/office/drawing/2014/main" id="{759A5032-1BCB-EAC0-FDBE-1CF6191BF537}"/>
              </a:ext>
            </a:extLst>
          </p:cNvPr>
          <p:cNvSpPr txBox="1"/>
          <p:nvPr/>
        </p:nvSpPr>
        <p:spPr>
          <a:xfrm>
            <a:off x="3060078" y="5538459"/>
            <a:ext cx="605536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Arial"/>
                <a:ea typeface="微软雅黑"/>
                <a:cs typeface="+mn-cs"/>
              </a:rPr>
              <a:t>Fig. 3 Spiking Neural Networks</a:t>
            </a:r>
            <a:endParaRPr kumimoji="1" lang="ja-JP" altLang="en-US" sz="1800" b="0" i="0" u="none" strike="noStrike" kern="1200" cap="none" spc="0" normalizeH="0" baseline="0" noProof="0" dirty="0">
              <a:ln>
                <a:noFill/>
              </a:ln>
              <a:solidFill>
                <a:prstClr val="black"/>
              </a:solidFill>
              <a:effectLst/>
              <a:uLnTx/>
              <a:uFillTx/>
              <a:latin typeface="Arial"/>
              <a:ea typeface="微软雅黑"/>
              <a:cs typeface="+mn-cs"/>
            </a:endParaRPr>
          </a:p>
        </p:txBody>
      </p:sp>
      <p:pic>
        <p:nvPicPr>
          <p:cNvPr id="92" name="图片 3" descr="logo-4">
            <a:extLst>
              <a:ext uri="{FF2B5EF4-FFF2-40B4-BE49-F238E27FC236}">
                <a16:creationId xmlns:a16="http://schemas.microsoft.com/office/drawing/2014/main" id="{A589AADA-F465-0D39-ACDA-9D9A9674B725}"/>
              </a:ext>
            </a:extLst>
          </p:cNvPr>
          <p:cNvPicPr>
            <a:picLocks noChangeAspect="1"/>
          </p:cNvPicPr>
          <p:nvPr/>
        </p:nvPicPr>
        <p:blipFill>
          <a:blip r:embed="rId5"/>
          <a:stretch>
            <a:fillRect/>
          </a:stretch>
        </p:blipFill>
        <p:spPr>
          <a:xfrm>
            <a:off x="10354310" y="6334125"/>
            <a:ext cx="1603375" cy="387350"/>
          </a:xfrm>
          <a:prstGeom prst="rect">
            <a:avLst/>
          </a:prstGeom>
        </p:spPr>
      </p:pic>
      <p:cxnSp>
        <p:nvCxnSpPr>
          <p:cNvPr id="8" name="直線矢印コネクタ 7">
            <a:extLst>
              <a:ext uri="{FF2B5EF4-FFF2-40B4-BE49-F238E27FC236}">
                <a16:creationId xmlns:a16="http://schemas.microsoft.com/office/drawing/2014/main" id="{A4EFEB77-EDBD-3EC9-0FAA-52DA5BB4FFE3}"/>
              </a:ext>
            </a:extLst>
          </p:cNvPr>
          <p:cNvCxnSpPr>
            <a:cxnSpLocks/>
          </p:cNvCxnSpPr>
          <p:nvPr/>
        </p:nvCxnSpPr>
        <p:spPr>
          <a:xfrm flipV="1">
            <a:off x="6405044" y="3600453"/>
            <a:ext cx="0" cy="1537193"/>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9" name="直線矢印コネクタ 8">
            <a:extLst>
              <a:ext uri="{FF2B5EF4-FFF2-40B4-BE49-F238E27FC236}">
                <a16:creationId xmlns:a16="http://schemas.microsoft.com/office/drawing/2014/main" id="{ADA91A08-A4EB-D78E-3516-89BBDEACAB8D}"/>
              </a:ext>
            </a:extLst>
          </p:cNvPr>
          <p:cNvCxnSpPr>
            <a:cxnSpLocks/>
          </p:cNvCxnSpPr>
          <p:nvPr/>
        </p:nvCxnSpPr>
        <p:spPr>
          <a:xfrm>
            <a:off x="6405044" y="5134332"/>
            <a:ext cx="3653356"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34" name="テキスト ボックス 33">
            <a:extLst>
              <a:ext uri="{FF2B5EF4-FFF2-40B4-BE49-F238E27FC236}">
                <a16:creationId xmlns:a16="http://schemas.microsoft.com/office/drawing/2014/main" id="{15C56C83-C379-55A6-46B0-225864C077A0}"/>
              </a:ext>
            </a:extLst>
          </p:cNvPr>
          <p:cNvSpPr txBox="1"/>
          <p:nvPr/>
        </p:nvSpPr>
        <p:spPr>
          <a:xfrm>
            <a:off x="9631713" y="5211762"/>
            <a:ext cx="853374" cy="369332"/>
          </a:xfrm>
          <a:prstGeom prst="rect">
            <a:avLst/>
          </a:prstGeom>
          <a:noFill/>
        </p:spPr>
        <p:txBody>
          <a:bodyPr wrap="square" rtlCol="0">
            <a:spAutoFit/>
          </a:bodyPr>
          <a:lstStyle/>
          <a:p>
            <a:pPr algn="ctr"/>
            <a:r>
              <a:rPr kumimoji="1" lang="en-US" altLang="ja-JP" dirty="0"/>
              <a:t>Time</a:t>
            </a:r>
            <a:endParaRPr kumimoji="1" lang="ja-JP" altLang="en-US" dirty="0"/>
          </a:p>
        </p:txBody>
      </p:sp>
      <p:sp>
        <p:nvSpPr>
          <p:cNvPr id="38" name="テキスト ボックス 37">
            <a:extLst>
              <a:ext uri="{FF2B5EF4-FFF2-40B4-BE49-F238E27FC236}">
                <a16:creationId xmlns:a16="http://schemas.microsoft.com/office/drawing/2014/main" id="{C0F5F091-0432-EFFB-8696-C12395736C12}"/>
              </a:ext>
            </a:extLst>
          </p:cNvPr>
          <p:cNvSpPr txBox="1"/>
          <p:nvPr/>
        </p:nvSpPr>
        <p:spPr>
          <a:xfrm>
            <a:off x="5709530" y="3576926"/>
            <a:ext cx="853374" cy="369332"/>
          </a:xfrm>
          <a:prstGeom prst="rect">
            <a:avLst/>
          </a:prstGeom>
          <a:noFill/>
        </p:spPr>
        <p:txBody>
          <a:bodyPr wrap="square" rtlCol="0">
            <a:spAutoFit/>
          </a:bodyPr>
          <a:lstStyle/>
          <a:p>
            <a:pPr algn="ctr"/>
            <a:r>
              <a:rPr kumimoji="1" lang="en-US" altLang="ja-JP" dirty="0"/>
              <a:t>V</a:t>
            </a:r>
            <a:endParaRPr kumimoji="1" lang="ja-JP" altLang="en-US" dirty="0"/>
          </a:p>
        </p:txBody>
      </p:sp>
      <p:cxnSp>
        <p:nvCxnSpPr>
          <p:cNvPr id="39" name="直線コネクタ 38">
            <a:extLst>
              <a:ext uri="{FF2B5EF4-FFF2-40B4-BE49-F238E27FC236}">
                <a16:creationId xmlns:a16="http://schemas.microsoft.com/office/drawing/2014/main" id="{6B1E2855-FB96-8DB4-8C69-138F5E54B8A4}"/>
              </a:ext>
            </a:extLst>
          </p:cNvPr>
          <p:cNvCxnSpPr>
            <a:cxnSpLocks/>
          </p:cNvCxnSpPr>
          <p:nvPr/>
        </p:nvCxnSpPr>
        <p:spPr>
          <a:xfrm>
            <a:off x="6405044" y="3785119"/>
            <a:ext cx="3490796" cy="0"/>
          </a:xfrm>
          <a:prstGeom prst="line">
            <a:avLst/>
          </a:prstGeom>
          <a:ln w="28575">
            <a:prstDash val="lgDash"/>
          </a:ln>
        </p:spPr>
        <p:style>
          <a:lnRef idx="1">
            <a:schemeClr val="dk1"/>
          </a:lnRef>
          <a:fillRef idx="0">
            <a:schemeClr val="dk1"/>
          </a:fillRef>
          <a:effectRef idx="0">
            <a:schemeClr val="dk1"/>
          </a:effectRef>
          <a:fontRef idx="minor">
            <a:schemeClr val="tx1"/>
          </a:fontRef>
        </p:style>
      </p:cxnSp>
      <p:sp>
        <p:nvSpPr>
          <p:cNvPr id="45" name="テキスト ボックス 44">
            <a:extLst>
              <a:ext uri="{FF2B5EF4-FFF2-40B4-BE49-F238E27FC236}">
                <a16:creationId xmlns:a16="http://schemas.microsoft.com/office/drawing/2014/main" id="{6D5CB612-709F-611C-FF76-695A64B7335C}"/>
              </a:ext>
            </a:extLst>
          </p:cNvPr>
          <p:cNvSpPr txBox="1"/>
          <p:nvPr/>
        </p:nvSpPr>
        <p:spPr>
          <a:xfrm>
            <a:off x="9922283" y="3600453"/>
            <a:ext cx="1253649" cy="369332"/>
          </a:xfrm>
          <a:prstGeom prst="rect">
            <a:avLst/>
          </a:prstGeom>
          <a:noFill/>
        </p:spPr>
        <p:txBody>
          <a:bodyPr wrap="square" rtlCol="0">
            <a:spAutoFit/>
          </a:bodyPr>
          <a:lstStyle/>
          <a:p>
            <a:pPr algn="ctr"/>
            <a:r>
              <a:rPr kumimoji="1" lang="en-US" altLang="ja-JP" dirty="0"/>
              <a:t>Threshold</a:t>
            </a:r>
            <a:endParaRPr kumimoji="1" lang="ja-JP" altLang="en-US" dirty="0"/>
          </a:p>
        </p:txBody>
      </p:sp>
      <p:cxnSp>
        <p:nvCxnSpPr>
          <p:cNvPr id="48" name="直線コネクタ 47">
            <a:extLst>
              <a:ext uri="{FF2B5EF4-FFF2-40B4-BE49-F238E27FC236}">
                <a16:creationId xmlns:a16="http://schemas.microsoft.com/office/drawing/2014/main" id="{36648FAF-96EA-EF8F-2DF9-A359EF9C4824}"/>
              </a:ext>
            </a:extLst>
          </p:cNvPr>
          <p:cNvCxnSpPr>
            <a:cxnSpLocks/>
          </p:cNvCxnSpPr>
          <p:nvPr/>
        </p:nvCxnSpPr>
        <p:spPr>
          <a:xfrm>
            <a:off x="6435524" y="3159308"/>
            <a:ext cx="3419676"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49" name="直線コネクタ 48">
            <a:extLst>
              <a:ext uri="{FF2B5EF4-FFF2-40B4-BE49-F238E27FC236}">
                <a16:creationId xmlns:a16="http://schemas.microsoft.com/office/drawing/2014/main" id="{D73F36FC-BD30-70D9-DE52-AA703E86B6AD}"/>
              </a:ext>
            </a:extLst>
          </p:cNvPr>
          <p:cNvCxnSpPr>
            <a:cxnSpLocks/>
          </p:cNvCxnSpPr>
          <p:nvPr/>
        </p:nvCxnSpPr>
        <p:spPr>
          <a:xfrm flipV="1">
            <a:off x="6865977" y="2859481"/>
            <a:ext cx="0" cy="294745"/>
          </a:xfrm>
          <a:prstGeom prst="line">
            <a:avLst/>
          </a:prstGeom>
          <a:ln w="19050"/>
        </p:spPr>
        <p:style>
          <a:lnRef idx="1">
            <a:schemeClr val="dk1"/>
          </a:lnRef>
          <a:fillRef idx="0">
            <a:schemeClr val="dk1"/>
          </a:fillRef>
          <a:effectRef idx="0">
            <a:schemeClr val="dk1"/>
          </a:effectRef>
          <a:fontRef idx="minor">
            <a:schemeClr val="tx1"/>
          </a:fontRef>
        </p:style>
      </p:cxnSp>
      <p:cxnSp>
        <p:nvCxnSpPr>
          <p:cNvPr id="50" name="直線コネクタ 49">
            <a:extLst>
              <a:ext uri="{FF2B5EF4-FFF2-40B4-BE49-F238E27FC236}">
                <a16:creationId xmlns:a16="http://schemas.microsoft.com/office/drawing/2014/main" id="{D9852B69-A2C8-E3E7-6AAC-6B1BCA63176E}"/>
              </a:ext>
            </a:extLst>
          </p:cNvPr>
          <p:cNvCxnSpPr>
            <a:cxnSpLocks/>
          </p:cNvCxnSpPr>
          <p:nvPr/>
        </p:nvCxnSpPr>
        <p:spPr>
          <a:xfrm flipV="1">
            <a:off x="7241897" y="2859483"/>
            <a:ext cx="0" cy="294745"/>
          </a:xfrm>
          <a:prstGeom prst="line">
            <a:avLst/>
          </a:prstGeom>
          <a:ln w="19050"/>
        </p:spPr>
        <p:style>
          <a:lnRef idx="1">
            <a:schemeClr val="dk1"/>
          </a:lnRef>
          <a:fillRef idx="0">
            <a:schemeClr val="dk1"/>
          </a:fillRef>
          <a:effectRef idx="0">
            <a:schemeClr val="dk1"/>
          </a:effectRef>
          <a:fontRef idx="minor">
            <a:schemeClr val="tx1"/>
          </a:fontRef>
        </p:style>
      </p:cxnSp>
      <p:cxnSp>
        <p:nvCxnSpPr>
          <p:cNvPr id="57" name="直線コネクタ 56">
            <a:extLst>
              <a:ext uri="{FF2B5EF4-FFF2-40B4-BE49-F238E27FC236}">
                <a16:creationId xmlns:a16="http://schemas.microsoft.com/office/drawing/2014/main" id="{5321F497-3427-A857-0B21-DF97B160A4A7}"/>
              </a:ext>
            </a:extLst>
          </p:cNvPr>
          <p:cNvCxnSpPr>
            <a:cxnSpLocks/>
          </p:cNvCxnSpPr>
          <p:nvPr/>
        </p:nvCxnSpPr>
        <p:spPr>
          <a:xfrm flipV="1">
            <a:off x="7780377" y="2879298"/>
            <a:ext cx="0" cy="294745"/>
          </a:xfrm>
          <a:prstGeom prst="line">
            <a:avLst/>
          </a:prstGeom>
          <a:ln w="19050"/>
        </p:spPr>
        <p:style>
          <a:lnRef idx="1">
            <a:schemeClr val="dk1"/>
          </a:lnRef>
          <a:fillRef idx="0">
            <a:schemeClr val="dk1"/>
          </a:fillRef>
          <a:effectRef idx="0">
            <a:schemeClr val="dk1"/>
          </a:effectRef>
          <a:fontRef idx="minor">
            <a:schemeClr val="tx1"/>
          </a:fontRef>
        </p:style>
      </p:cxnSp>
      <p:cxnSp>
        <p:nvCxnSpPr>
          <p:cNvPr id="60" name="直線コネクタ 59">
            <a:extLst>
              <a:ext uri="{FF2B5EF4-FFF2-40B4-BE49-F238E27FC236}">
                <a16:creationId xmlns:a16="http://schemas.microsoft.com/office/drawing/2014/main" id="{E413D3F9-A1EB-C55E-5472-6EC9A7EFB4C9}"/>
              </a:ext>
            </a:extLst>
          </p:cNvPr>
          <p:cNvCxnSpPr>
            <a:cxnSpLocks/>
          </p:cNvCxnSpPr>
          <p:nvPr/>
        </p:nvCxnSpPr>
        <p:spPr>
          <a:xfrm flipV="1">
            <a:off x="8806537" y="2859482"/>
            <a:ext cx="0" cy="294745"/>
          </a:xfrm>
          <a:prstGeom prst="line">
            <a:avLst/>
          </a:prstGeom>
          <a:ln w="19050"/>
        </p:spPr>
        <p:style>
          <a:lnRef idx="1">
            <a:schemeClr val="dk1"/>
          </a:lnRef>
          <a:fillRef idx="0">
            <a:schemeClr val="dk1"/>
          </a:fillRef>
          <a:effectRef idx="0">
            <a:schemeClr val="dk1"/>
          </a:effectRef>
          <a:fontRef idx="minor">
            <a:schemeClr val="tx1"/>
          </a:fontRef>
        </p:style>
      </p:cxnSp>
      <p:sp>
        <p:nvSpPr>
          <p:cNvPr id="61" name="テキスト ボックス 60">
            <a:extLst>
              <a:ext uri="{FF2B5EF4-FFF2-40B4-BE49-F238E27FC236}">
                <a16:creationId xmlns:a16="http://schemas.microsoft.com/office/drawing/2014/main" id="{B145DED8-8557-6F65-9876-AE4795070E90}"/>
              </a:ext>
            </a:extLst>
          </p:cNvPr>
          <p:cNvSpPr txBox="1"/>
          <p:nvPr/>
        </p:nvSpPr>
        <p:spPr>
          <a:xfrm>
            <a:off x="9926320" y="2879298"/>
            <a:ext cx="1590148" cy="369332"/>
          </a:xfrm>
          <a:prstGeom prst="rect">
            <a:avLst/>
          </a:prstGeom>
          <a:noFill/>
        </p:spPr>
        <p:txBody>
          <a:bodyPr wrap="square" rtlCol="0">
            <a:spAutoFit/>
          </a:bodyPr>
          <a:lstStyle/>
          <a:p>
            <a:pPr algn="ctr"/>
            <a:r>
              <a:rPr kumimoji="1" lang="en-US" altLang="ja-JP" dirty="0"/>
              <a:t>Input Spikes</a:t>
            </a:r>
            <a:endParaRPr kumimoji="1" lang="ja-JP" altLang="en-US" dirty="0"/>
          </a:p>
        </p:txBody>
      </p:sp>
      <p:sp>
        <p:nvSpPr>
          <p:cNvPr id="69" name="フリーフォーム: 図形 68">
            <a:extLst>
              <a:ext uri="{FF2B5EF4-FFF2-40B4-BE49-F238E27FC236}">
                <a16:creationId xmlns:a16="http://schemas.microsoft.com/office/drawing/2014/main" id="{550DADA8-FA37-02D4-C5C8-5155FA0EB940}"/>
              </a:ext>
            </a:extLst>
          </p:cNvPr>
          <p:cNvSpPr/>
          <p:nvPr/>
        </p:nvSpPr>
        <p:spPr>
          <a:xfrm>
            <a:off x="6410960" y="3632614"/>
            <a:ext cx="3495040" cy="1506113"/>
          </a:xfrm>
          <a:custGeom>
            <a:avLst/>
            <a:gdLst>
              <a:gd name="csX0" fmla="*/ 0 w 3495040"/>
              <a:gd name="csY0" fmla="*/ 1427066 h 1506113"/>
              <a:gd name="csX1" fmla="*/ 335280 w 3495040"/>
              <a:gd name="csY1" fmla="*/ 1416906 h 1506113"/>
              <a:gd name="csX2" fmla="*/ 406400 w 3495040"/>
              <a:gd name="csY2" fmla="*/ 888586 h 1506113"/>
              <a:gd name="csX3" fmla="*/ 741680 w 3495040"/>
              <a:gd name="csY3" fmla="*/ 817466 h 1506113"/>
              <a:gd name="csX4" fmla="*/ 802640 w 3495040"/>
              <a:gd name="csY4" fmla="*/ 370426 h 1506113"/>
              <a:gd name="csX5" fmla="*/ 1341120 w 3495040"/>
              <a:gd name="csY5" fmla="*/ 319626 h 1506113"/>
              <a:gd name="csX6" fmla="*/ 1391920 w 3495040"/>
              <a:gd name="csY6" fmla="*/ 35146 h 1506113"/>
              <a:gd name="csX7" fmla="*/ 1422400 w 3495040"/>
              <a:gd name="csY7" fmla="*/ 1223866 h 1506113"/>
              <a:gd name="csX8" fmla="*/ 1696720 w 3495040"/>
              <a:gd name="csY8" fmla="*/ 1457546 h 1506113"/>
              <a:gd name="csX9" fmla="*/ 2407920 w 3495040"/>
              <a:gd name="csY9" fmla="*/ 1457546 h 1506113"/>
              <a:gd name="csX10" fmla="*/ 2519680 w 3495040"/>
              <a:gd name="csY10" fmla="*/ 939386 h 1506113"/>
              <a:gd name="csX11" fmla="*/ 3495040 w 3495040"/>
              <a:gd name="csY11" fmla="*/ 1000346 h 150611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495040" h="1506113">
                <a:moveTo>
                  <a:pt x="0" y="1427066"/>
                </a:moveTo>
                <a:cubicBezTo>
                  <a:pt x="133773" y="1466859"/>
                  <a:pt x="267547" y="1506653"/>
                  <a:pt x="335280" y="1416906"/>
                </a:cubicBezTo>
                <a:cubicBezTo>
                  <a:pt x="403013" y="1327159"/>
                  <a:pt x="338667" y="988493"/>
                  <a:pt x="406400" y="888586"/>
                </a:cubicBezTo>
                <a:cubicBezTo>
                  <a:pt x="474133" y="788679"/>
                  <a:pt x="675640" y="903826"/>
                  <a:pt x="741680" y="817466"/>
                </a:cubicBezTo>
                <a:cubicBezTo>
                  <a:pt x="807720" y="731106"/>
                  <a:pt x="702733" y="453399"/>
                  <a:pt x="802640" y="370426"/>
                </a:cubicBezTo>
                <a:cubicBezTo>
                  <a:pt x="902547" y="287453"/>
                  <a:pt x="1242907" y="375506"/>
                  <a:pt x="1341120" y="319626"/>
                </a:cubicBezTo>
                <a:cubicBezTo>
                  <a:pt x="1439333" y="263746"/>
                  <a:pt x="1378373" y="-115561"/>
                  <a:pt x="1391920" y="35146"/>
                </a:cubicBezTo>
                <a:cubicBezTo>
                  <a:pt x="1405467" y="185853"/>
                  <a:pt x="1371600" y="986799"/>
                  <a:pt x="1422400" y="1223866"/>
                </a:cubicBezTo>
                <a:cubicBezTo>
                  <a:pt x="1473200" y="1460933"/>
                  <a:pt x="1532467" y="1418599"/>
                  <a:pt x="1696720" y="1457546"/>
                </a:cubicBezTo>
                <a:cubicBezTo>
                  <a:pt x="1860973" y="1496493"/>
                  <a:pt x="2270760" y="1543906"/>
                  <a:pt x="2407920" y="1457546"/>
                </a:cubicBezTo>
                <a:cubicBezTo>
                  <a:pt x="2545080" y="1371186"/>
                  <a:pt x="2338493" y="1015586"/>
                  <a:pt x="2519680" y="939386"/>
                </a:cubicBezTo>
                <a:cubicBezTo>
                  <a:pt x="2700867" y="863186"/>
                  <a:pt x="3097953" y="931766"/>
                  <a:pt x="3495040" y="1000346"/>
                </a:cubicBezTo>
              </a:path>
            </a:pathLst>
          </a:custGeom>
          <a:noFill/>
          <a:ln w="28575">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0" name="テキスト ボックス 69">
            <a:extLst>
              <a:ext uri="{FF2B5EF4-FFF2-40B4-BE49-F238E27FC236}">
                <a16:creationId xmlns:a16="http://schemas.microsoft.com/office/drawing/2014/main" id="{0AB9B3F3-829D-ED8D-4442-EB4174C132B2}"/>
              </a:ext>
            </a:extLst>
          </p:cNvPr>
          <p:cNvSpPr txBox="1"/>
          <p:nvPr/>
        </p:nvSpPr>
        <p:spPr>
          <a:xfrm>
            <a:off x="8984739" y="4326863"/>
            <a:ext cx="3128736" cy="646331"/>
          </a:xfrm>
          <a:prstGeom prst="rect">
            <a:avLst/>
          </a:prstGeom>
          <a:noFill/>
        </p:spPr>
        <p:txBody>
          <a:bodyPr wrap="square" rtlCol="0">
            <a:spAutoFit/>
          </a:bodyPr>
          <a:lstStyle/>
          <a:p>
            <a:pPr algn="ctr"/>
            <a:r>
              <a:rPr kumimoji="1" lang="en-US" altLang="ja-JP" dirty="0">
                <a:solidFill>
                  <a:schemeClr val="accent1"/>
                </a:solidFill>
              </a:rPr>
              <a:t>Membrane</a:t>
            </a:r>
          </a:p>
          <a:p>
            <a:pPr algn="ctr"/>
            <a:r>
              <a:rPr kumimoji="1" lang="en-US" altLang="ja-JP" dirty="0">
                <a:solidFill>
                  <a:schemeClr val="accent1"/>
                </a:solidFill>
              </a:rPr>
              <a:t>Potential</a:t>
            </a:r>
            <a:endParaRPr kumimoji="1" lang="ja-JP" altLang="en-US" dirty="0">
              <a:solidFill>
                <a:schemeClr val="accent1"/>
              </a:solidFill>
            </a:endParaRPr>
          </a:p>
        </p:txBody>
      </p:sp>
      <p:cxnSp>
        <p:nvCxnSpPr>
          <p:cNvPr id="71" name="直線コネクタ 70">
            <a:extLst>
              <a:ext uri="{FF2B5EF4-FFF2-40B4-BE49-F238E27FC236}">
                <a16:creationId xmlns:a16="http://schemas.microsoft.com/office/drawing/2014/main" id="{8D179628-ECF0-D578-D57A-E1411B82FE69}"/>
              </a:ext>
            </a:extLst>
          </p:cNvPr>
          <p:cNvCxnSpPr>
            <a:cxnSpLocks/>
          </p:cNvCxnSpPr>
          <p:nvPr/>
        </p:nvCxnSpPr>
        <p:spPr>
          <a:xfrm>
            <a:off x="6435524" y="3514908"/>
            <a:ext cx="3419676"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75" name="直線コネクタ 74">
            <a:extLst>
              <a:ext uri="{FF2B5EF4-FFF2-40B4-BE49-F238E27FC236}">
                <a16:creationId xmlns:a16="http://schemas.microsoft.com/office/drawing/2014/main" id="{EECF647D-2D03-F543-B46B-51084EB17441}"/>
              </a:ext>
            </a:extLst>
          </p:cNvPr>
          <p:cNvCxnSpPr>
            <a:cxnSpLocks/>
          </p:cNvCxnSpPr>
          <p:nvPr/>
        </p:nvCxnSpPr>
        <p:spPr>
          <a:xfrm flipV="1">
            <a:off x="7780377" y="3234898"/>
            <a:ext cx="0" cy="294745"/>
          </a:xfrm>
          <a:prstGeom prst="line">
            <a:avLst/>
          </a:prstGeom>
          <a:ln w="19050"/>
        </p:spPr>
        <p:style>
          <a:lnRef idx="1">
            <a:schemeClr val="dk1"/>
          </a:lnRef>
          <a:fillRef idx="0">
            <a:schemeClr val="dk1"/>
          </a:fillRef>
          <a:effectRef idx="0">
            <a:schemeClr val="dk1"/>
          </a:effectRef>
          <a:fontRef idx="minor">
            <a:schemeClr val="tx1"/>
          </a:fontRef>
        </p:style>
      </p:cxnSp>
      <p:sp>
        <p:nvSpPr>
          <p:cNvPr id="78" name="テキスト ボックス 77">
            <a:extLst>
              <a:ext uri="{FF2B5EF4-FFF2-40B4-BE49-F238E27FC236}">
                <a16:creationId xmlns:a16="http://schemas.microsoft.com/office/drawing/2014/main" id="{94A07F09-CC69-9EC9-0DDA-283436E82A7F}"/>
              </a:ext>
            </a:extLst>
          </p:cNvPr>
          <p:cNvSpPr txBox="1"/>
          <p:nvPr/>
        </p:nvSpPr>
        <p:spPr>
          <a:xfrm>
            <a:off x="9926320" y="3234898"/>
            <a:ext cx="1651280" cy="369332"/>
          </a:xfrm>
          <a:prstGeom prst="rect">
            <a:avLst/>
          </a:prstGeom>
          <a:noFill/>
        </p:spPr>
        <p:txBody>
          <a:bodyPr wrap="square" rtlCol="0">
            <a:spAutoFit/>
          </a:bodyPr>
          <a:lstStyle/>
          <a:p>
            <a:pPr algn="ctr"/>
            <a:r>
              <a:rPr kumimoji="1" lang="en-US" altLang="ja-JP" dirty="0"/>
              <a:t>Output Spikes</a:t>
            </a:r>
            <a:endParaRPr kumimoji="1" lang="ja-JP" altLang="en-US" dirty="0"/>
          </a:p>
        </p:txBody>
      </p:sp>
    </p:spTree>
    <p:custDataLst>
      <p:tags r:id="rId1"/>
    </p:custDataLst>
    <p:extLst>
      <p:ext uri="{BB962C8B-B14F-4D97-AF65-F5344CB8AC3E}">
        <p14:creationId xmlns:p14="http://schemas.microsoft.com/office/powerpoint/2010/main" val="971853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4"/>
          <a:stretch>
            <a:fillRect/>
          </a:stretch>
        </a:blipFill>
        <a:effectLst/>
      </p:bgPr>
    </p:bg>
    <p:spTree>
      <p:nvGrpSpPr>
        <p:cNvPr id="1" name="">
          <a:extLst>
            <a:ext uri="{FF2B5EF4-FFF2-40B4-BE49-F238E27FC236}">
              <a16:creationId xmlns:a16="http://schemas.microsoft.com/office/drawing/2014/main" id="{B14A206D-9674-988D-B00E-D2D65E43DC21}"/>
            </a:ext>
          </a:extLst>
        </p:cNvPr>
        <p:cNvGrpSpPr/>
        <p:nvPr/>
      </p:nvGrpSpPr>
      <p:grpSpPr>
        <a:xfrm>
          <a:off x="0" y="0"/>
          <a:ext cx="0" cy="0"/>
          <a:chOff x="0" y="0"/>
          <a:chExt cx="0" cy="0"/>
        </a:xfrm>
      </p:grpSpPr>
      <p:sp>
        <p:nvSpPr>
          <p:cNvPr id="34" name="テキスト ボックス 33">
            <a:extLst>
              <a:ext uri="{FF2B5EF4-FFF2-40B4-BE49-F238E27FC236}">
                <a16:creationId xmlns:a16="http://schemas.microsoft.com/office/drawing/2014/main" id="{F7A0BBC0-D8BB-1308-2CD4-B64FACA19DF5}"/>
              </a:ext>
            </a:extLst>
          </p:cNvPr>
          <p:cNvSpPr txBox="1"/>
          <p:nvPr/>
        </p:nvSpPr>
        <p:spPr>
          <a:xfrm>
            <a:off x="1332236" y="2196013"/>
            <a:ext cx="1589538"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Arial"/>
                <a:ea typeface="微软雅黑"/>
                <a:cs typeface="+mn-cs"/>
              </a:rPr>
              <a:t>Pre-Synaptic Spike</a:t>
            </a:r>
            <a:endParaRPr kumimoji="1" lang="ja-JP" altLang="en-US" sz="1800" b="0" i="0" u="none" strike="noStrike" kern="1200" cap="none" spc="0" normalizeH="0" baseline="0" noProof="0" dirty="0">
              <a:ln>
                <a:noFill/>
              </a:ln>
              <a:solidFill>
                <a:prstClr val="black"/>
              </a:solidFill>
              <a:effectLst/>
              <a:uLnTx/>
              <a:uFillTx/>
              <a:latin typeface="Arial"/>
              <a:ea typeface="微软雅黑"/>
              <a:cs typeface="+mn-cs"/>
            </a:endParaRPr>
          </a:p>
        </p:txBody>
      </p:sp>
      <p:sp>
        <p:nvSpPr>
          <p:cNvPr id="5" name="タイトル 4">
            <a:extLst>
              <a:ext uri="{FF2B5EF4-FFF2-40B4-BE49-F238E27FC236}">
                <a16:creationId xmlns:a16="http://schemas.microsoft.com/office/drawing/2014/main" id="{F3C56BB7-0826-3A01-BC40-5A0145BB426F}"/>
              </a:ext>
            </a:extLst>
          </p:cNvPr>
          <p:cNvSpPr>
            <a:spLocks noGrp="1"/>
          </p:cNvSpPr>
          <p:nvPr>
            <p:ph type="title"/>
          </p:nvPr>
        </p:nvSpPr>
        <p:spPr/>
        <p:txBody>
          <a:bodyPr/>
          <a:lstStyle/>
          <a:p>
            <a:r>
              <a:rPr lang="en-US" altLang="ja-JP" dirty="0"/>
              <a:t>Introduction (</a:t>
            </a:r>
            <a:r>
              <a:rPr lang="en-US" altLang="ja-JP" dirty="0" err="1"/>
              <a:t>cnt</a:t>
            </a:r>
            <a:r>
              <a:rPr lang="en-US" altLang="ja-JP" dirty="0"/>
              <a:t>.)</a:t>
            </a:r>
            <a:endParaRPr lang="ja-JP" altLang="en-US" dirty="0"/>
          </a:p>
        </p:txBody>
      </p:sp>
      <p:cxnSp>
        <p:nvCxnSpPr>
          <p:cNvPr id="54" name="直線矢印コネクタ 53">
            <a:extLst>
              <a:ext uri="{FF2B5EF4-FFF2-40B4-BE49-F238E27FC236}">
                <a16:creationId xmlns:a16="http://schemas.microsoft.com/office/drawing/2014/main" id="{A796063D-68AB-3643-7E8F-26264D528EBE}"/>
              </a:ext>
            </a:extLst>
          </p:cNvPr>
          <p:cNvCxnSpPr>
            <a:cxnSpLocks/>
          </p:cNvCxnSpPr>
          <p:nvPr/>
        </p:nvCxnSpPr>
        <p:spPr>
          <a:xfrm flipH="1" flipV="1">
            <a:off x="6760642" y="2631864"/>
            <a:ext cx="2" cy="2996591"/>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58" name="テキスト ボックス 57">
            <a:extLst>
              <a:ext uri="{FF2B5EF4-FFF2-40B4-BE49-F238E27FC236}">
                <a16:creationId xmlns:a16="http://schemas.microsoft.com/office/drawing/2014/main" id="{4146A83C-09ED-6F06-D1A3-C826D035F11C}"/>
              </a:ext>
            </a:extLst>
          </p:cNvPr>
          <p:cNvSpPr txBox="1"/>
          <p:nvPr/>
        </p:nvSpPr>
        <p:spPr>
          <a:xfrm>
            <a:off x="2151702" y="1593445"/>
            <a:ext cx="7882595"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800" b="0" i="0" u="none" strike="noStrike" kern="1200" cap="none" spc="0" normalizeH="0" baseline="0" noProof="0" dirty="0">
                <a:ln>
                  <a:noFill/>
                </a:ln>
                <a:solidFill>
                  <a:prstClr val="black"/>
                </a:solidFill>
                <a:effectLst/>
                <a:uLnTx/>
                <a:uFillTx/>
                <a:latin typeface="Arial"/>
                <a:ea typeface="微软雅黑"/>
                <a:cs typeface="+mn-cs"/>
              </a:rPr>
              <a:t>Spike-Timing-Dependent-Plasticity (STDP) [8]</a:t>
            </a:r>
            <a:endParaRPr kumimoji="1" lang="ja-JP" altLang="en-US" sz="2800" b="0" i="0" u="none" strike="noStrike" kern="1200" cap="none" spc="0" normalizeH="0" baseline="0" noProof="0" dirty="0">
              <a:ln>
                <a:noFill/>
              </a:ln>
              <a:solidFill>
                <a:prstClr val="black"/>
              </a:solidFill>
              <a:effectLst/>
              <a:uLnTx/>
              <a:uFillTx/>
              <a:latin typeface="Arial"/>
              <a:ea typeface="微软雅黑"/>
              <a:cs typeface="+mn-cs"/>
            </a:endParaRPr>
          </a:p>
        </p:txBody>
      </p:sp>
      <p:cxnSp>
        <p:nvCxnSpPr>
          <p:cNvPr id="59" name="直線コネクタ 58">
            <a:extLst>
              <a:ext uri="{FF2B5EF4-FFF2-40B4-BE49-F238E27FC236}">
                <a16:creationId xmlns:a16="http://schemas.microsoft.com/office/drawing/2014/main" id="{76835950-164C-BF63-4753-85008E5281DF}"/>
              </a:ext>
            </a:extLst>
          </p:cNvPr>
          <p:cNvCxnSpPr>
            <a:cxnSpLocks/>
          </p:cNvCxnSpPr>
          <p:nvPr/>
        </p:nvCxnSpPr>
        <p:spPr>
          <a:xfrm>
            <a:off x="6760644" y="4340096"/>
            <a:ext cx="2790656" cy="7597"/>
          </a:xfrm>
          <a:prstGeom prst="line">
            <a:avLst/>
          </a:prstGeom>
          <a:ln w="19050">
            <a:prstDash val="lgDash"/>
          </a:ln>
        </p:spPr>
        <p:style>
          <a:lnRef idx="1">
            <a:schemeClr val="dk1"/>
          </a:lnRef>
          <a:fillRef idx="0">
            <a:schemeClr val="dk1"/>
          </a:fillRef>
          <a:effectRef idx="0">
            <a:schemeClr val="dk1"/>
          </a:effectRef>
          <a:fontRef idx="minor">
            <a:schemeClr val="tx1"/>
          </a:fontRef>
        </p:style>
      </p:cxnSp>
      <p:cxnSp>
        <p:nvCxnSpPr>
          <p:cNvPr id="64" name="直線矢印コネクタ 63">
            <a:extLst>
              <a:ext uri="{FF2B5EF4-FFF2-40B4-BE49-F238E27FC236}">
                <a16:creationId xmlns:a16="http://schemas.microsoft.com/office/drawing/2014/main" id="{AE9F29A7-FA0A-A212-E09C-D916C860ACD5}"/>
              </a:ext>
            </a:extLst>
          </p:cNvPr>
          <p:cNvCxnSpPr>
            <a:cxnSpLocks/>
          </p:cNvCxnSpPr>
          <p:nvPr/>
        </p:nvCxnSpPr>
        <p:spPr>
          <a:xfrm>
            <a:off x="6760644" y="5628455"/>
            <a:ext cx="3267069"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67" name="円弧 66">
            <a:extLst>
              <a:ext uri="{FF2B5EF4-FFF2-40B4-BE49-F238E27FC236}">
                <a16:creationId xmlns:a16="http://schemas.microsoft.com/office/drawing/2014/main" id="{47D2469C-D114-D45E-D573-EE3547156349}"/>
              </a:ext>
            </a:extLst>
          </p:cNvPr>
          <p:cNvSpPr/>
          <p:nvPr/>
        </p:nvSpPr>
        <p:spPr>
          <a:xfrm>
            <a:off x="5429633" y="4347693"/>
            <a:ext cx="2641699" cy="2563580"/>
          </a:xfrm>
          <a:prstGeom prst="arc">
            <a:avLst>
              <a:gd name="adj1" fmla="val 16200000"/>
              <a:gd name="adj2" fmla="val 64636"/>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cxnSp>
        <p:nvCxnSpPr>
          <p:cNvPr id="72" name="直線コネクタ 71">
            <a:extLst>
              <a:ext uri="{FF2B5EF4-FFF2-40B4-BE49-F238E27FC236}">
                <a16:creationId xmlns:a16="http://schemas.microsoft.com/office/drawing/2014/main" id="{5B41A4FC-26D0-0E67-B993-22FCE1053121}"/>
              </a:ext>
            </a:extLst>
          </p:cNvPr>
          <p:cNvCxnSpPr>
            <a:cxnSpLocks/>
          </p:cNvCxnSpPr>
          <p:nvPr/>
        </p:nvCxnSpPr>
        <p:spPr>
          <a:xfrm>
            <a:off x="8081244" y="3032604"/>
            <a:ext cx="0" cy="2610143"/>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76" name="円弧 75">
            <a:extLst>
              <a:ext uri="{FF2B5EF4-FFF2-40B4-BE49-F238E27FC236}">
                <a16:creationId xmlns:a16="http://schemas.microsoft.com/office/drawing/2014/main" id="{231898EB-2650-FBE1-2ED2-DD3BCA52BCC5}"/>
              </a:ext>
            </a:extLst>
          </p:cNvPr>
          <p:cNvSpPr/>
          <p:nvPr/>
        </p:nvSpPr>
        <p:spPr>
          <a:xfrm rot="10800000">
            <a:off x="8077688" y="1786099"/>
            <a:ext cx="2641699" cy="2563580"/>
          </a:xfrm>
          <a:prstGeom prst="arc">
            <a:avLst>
              <a:gd name="adj1" fmla="val 16200000"/>
              <a:gd name="adj2" fmla="val 64636"/>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82" name="テキスト ボックス 81">
                <a:extLst>
                  <a:ext uri="{FF2B5EF4-FFF2-40B4-BE49-F238E27FC236}">
                    <a16:creationId xmlns:a16="http://schemas.microsoft.com/office/drawing/2014/main" id="{EBD9F9BA-98DF-64CF-D6C7-F8359FA4EABB}"/>
                  </a:ext>
                </a:extLst>
              </p:cNvPr>
              <p:cNvSpPr txBox="1"/>
              <p:nvPr/>
            </p:nvSpPr>
            <p:spPr>
              <a:xfrm>
                <a:off x="6140322" y="2495711"/>
                <a:ext cx="504369"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kumimoji="1" lang="en-US" altLang="ja-JP" sz="2400" b="0" i="0" smtClean="0">
                          <a:latin typeface="Cambria Math" panose="02040503050406030204" pitchFamily="18" charset="0"/>
                        </a:rPr>
                        <m:t>Δ</m:t>
                      </m:r>
                      <m:r>
                        <a:rPr kumimoji="1" lang="en-US" altLang="ja-JP" sz="2400" b="0" i="1" smtClean="0">
                          <a:latin typeface="Cambria Math" panose="02040503050406030204" pitchFamily="18" charset="0"/>
                        </a:rPr>
                        <m:t>𝑤</m:t>
                      </m:r>
                    </m:oMath>
                  </m:oMathPara>
                </a14:m>
                <a:endParaRPr kumimoji="1" lang="ja-JP" altLang="en-US" sz="2400" dirty="0"/>
              </a:p>
            </p:txBody>
          </p:sp>
        </mc:Choice>
        <mc:Fallback xmlns="">
          <p:sp>
            <p:nvSpPr>
              <p:cNvPr id="82" name="テキスト ボックス 81">
                <a:extLst>
                  <a:ext uri="{FF2B5EF4-FFF2-40B4-BE49-F238E27FC236}">
                    <a16:creationId xmlns:a16="http://schemas.microsoft.com/office/drawing/2014/main" id="{EBD9F9BA-98DF-64CF-D6C7-F8359FA4EABB}"/>
                  </a:ext>
                </a:extLst>
              </p:cNvPr>
              <p:cNvSpPr txBox="1">
                <a:spLocks noRot="1" noChangeAspect="1" noMove="1" noResize="1" noEditPoints="1" noAdjustHandles="1" noChangeArrowheads="1" noChangeShapeType="1" noTextEdit="1"/>
              </p:cNvSpPr>
              <p:nvPr/>
            </p:nvSpPr>
            <p:spPr>
              <a:xfrm>
                <a:off x="6140322" y="2495711"/>
                <a:ext cx="504369" cy="369332"/>
              </a:xfrm>
              <a:prstGeom prst="rect">
                <a:avLst/>
              </a:prstGeom>
              <a:blipFill>
                <a:blip r:embed="rId5"/>
                <a:stretch>
                  <a:fillRect l="-12048" r="-4819" b="-9836"/>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83" name="テキスト ボックス 82">
                <a:extLst>
                  <a:ext uri="{FF2B5EF4-FFF2-40B4-BE49-F238E27FC236}">
                    <a16:creationId xmlns:a16="http://schemas.microsoft.com/office/drawing/2014/main" id="{E226CFE2-6841-0E65-BFE9-0746437E2D65}"/>
                  </a:ext>
                </a:extLst>
              </p:cNvPr>
              <p:cNvSpPr txBox="1"/>
              <p:nvPr/>
            </p:nvSpPr>
            <p:spPr>
              <a:xfrm>
                <a:off x="6447789" y="2806378"/>
                <a:ext cx="25487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1</m:t>
                      </m:r>
                    </m:oMath>
                  </m:oMathPara>
                </a14:m>
                <a:endParaRPr kumimoji="1" lang="ja-JP" altLang="en-US" sz="2400" dirty="0"/>
              </a:p>
            </p:txBody>
          </p:sp>
        </mc:Choice>
        <mc:Fallback xmlns="">
          <p:sp>
            <p:nvSpPr>
              <p:cNvPr id="83" name="テキスト ボックス 82">
                <a:extLst>
                  <a:ext uri="{FF2B5EF4-FFF2-40B4-BE49-F238E27FC236}">
                    <a16:creationId xmlns:a16="http://schemas.microsoft.com/office/drawing/2014/main" id="{E226CFE2-6841-0E65-BFE9-0746437E2D65}"/>
                  </a:ext>
                </a:extLst>
              </p:cNvPr>
              <p:cNvSpPr txBox="1">
                <a:spLocks noRot="1" noChangeAspect="1" noMove="1" noResize="1" noEditPoints="1" noAdjustHandles="1" noChangeArrowheads="1" noChangeShapeType="1" noTextEdit="1"/>
              </p:cNvSpPr>
              <p:nvPr/>
            </p:nvSpPr>
            <p:spPr>
              <a:xfrm>
                <a:off x="6447789" y="2806378"/>
                <a:ext cx="254878" cy="369332"/>
              </a:xfrm>
              <a:prstGeom prst="rect">
                <a:avLst/>
              </a:prstGeom>
              <a:blipFill>
                <a:blip r:embed="rId6"/>
                <a:stretch>
                  <a:fillRect l="-26190" r="-23810" b="-9836"/>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84" name="テキスト ボックス 83">
                <a:extLst>
                  <a:ext uri="{FF2B5EF4-FFF2-40B4-BE49-F238E27FC236}">
                    <a16:creationId xmlns:a16="http://schemas.microsoft.com/office/drawing/2014/main" id="{3FBF98E1-FF5A-F55C-C666-C19E6B57944C}"/>
                  </a:ext>
                </a:extLst>
              </p:cNvPr>
              <p:cNvSpPr txBox="1"/>
              <p:nvPr/>
            </p:nvSpPr>
            <p:spPr>
              <a:xfrm>
                <a:off x="6447789" y="4132241"/>
                <a:ext cx="25487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0</m:t>
                      </m:r>
                    </m:oMath>
                  </m:oMathPara>
                </a14:m>
                <a:endParaRPr kumimoji="1" lang="ja-JP" altLang="en-US" sz="2400" dirty="0"/>
              </a:p>
            </p:txBody>
          </p:sp>
        </mc:Choice>
        <mc:Fallback xmlns="">
          <p:sp>
            <p:nvSpPr>
              <p:cNvPr id="84" name="テキスト ボックス 83">
                <a:extLst>
                  <a:ext uri="{FF2B5EF4-FFF2-40B4-BE49-F238E27FC236}">
                    <a16:creationId xmlns:a16="http://schemas.microsoft.com/office/drawing/2014/main" id="{3FBF98E1-FF5A-F55C-C666-C19E6B57944C}"/>
                  </a:ext>
                </a:extLst>
              </p:cNvPr>
              <p:cNvSpPr txBox="1">
                <a:spLocks noRot="1" noChangeAspect="1" noMove="1" noResize="1" noEditPoints="1" noAdjustHandles="1" noChangeArrowheads="1" noChangeShapeType="1" noTextEdit="1"/>
              </p:cNvSpPr>
              <p:nvPr/>
            </p:nvSpPr>
            <p:spPr>
              <a:xfrm>
                <a:off x="6447789" y="4132241"/>
                <a:ext cx="254878" cy="369332"/>
              </a:xfrm>
              <a:prstGeom prst="rect">
                <a:avLst/>
              </a:prstGeom>
              <a:blipFill>
                <a:blip r:embed="rId7"/>
                <a:stretch>
                  <a:fillRect l="-26190" r="-23810" b="-10000"/>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85" name="テキスト ボックス 84">
                <a:extLst>
                  <a:ext uri="{FF2B5EF4-FFF2-40B4-BE49-F238E27FC236}">
                    <a16:creationId xmlns:a16="http://schemas.microsoft.com/office/drawing/2014/main" id="{56B373F6-A61F-D5DC-4278-38D6964EACD4}"/>
                  </a:ext>
                </a:extLst>
              </p:cNvPr>
              <p:cNvSpPr txBox="1"/>
              <p:nvPr/>
            </p:nvSpPr>
            <p:spPr>
              <a:xfrm>
                <a:off x="6274757" y="5430522"/>
                <a:ext cx="484107"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−1</m:t>
                      </m:r>
                    </m:oMath>
                  </m:oMathPara>
                </a14:m>
                <a:endParaRPr kumimoji="1" lang="ja-JP" altLang="en-US" sz="2400" dirty="0"/>
              </a:p>
            </p:txBody>
          </p:sp>
        </mc:Choice>
        <mc:Fallback xmlns="">
          <p:sp>
            <p:nvSpPr>
              <p:cNvPr id="85" name="テキスト ボックス 84">
                <a:extLst>
                  <a:ext uri="{FF2B5EF4-FFF2-40B4-BE49-F238E27FC236}">
                    <a16:creationId xmlns:a16="http://schemas.microsoft.com/office/drawing/2014/main" id="{56B373F6-A61F-D5DC-4278-38D6964EACD4}"/>
                  </a:ext>
                </a:extLst>
              </p:cNvPr>
              <p:cNvSpPr txBox="1">
                <a:spLocks noRot="1" noChangeAspect="1" noMove="1" noResize="1" noEditPoints="1" noAdjustHandles="1" noChangeArrowheads="1" noChangeShapeType="1" noTextEdit="1"/>
              </p:cNvSpPr>
              <p:nvPr/>
            </p:nvSpPr>
            <p:spPr>
              <a:xfrm>
                <a:off x="6274757" y="5430522"/>
                <a:ext cx="484107" cy="369332"/>
              </a:xfrm>
              <a:prstGeom prst="rect">
                <a:avLst/>
              </a:prstGeom>
              <a:blipFill>
                <a:blip r:embed="rId8"/>
                <a:stretch>
                  <a:fillRect l="-1250" r="-12500" b="-10000"/>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87" name="テキスト ボックス 86">
                <a:extLst>
                  <a:ext uri="{FF2B5EF4-FFF2-40B4-BE49-F238E27FC236}">
                    <a16:creationId xmlns:a16="http://schemas.microsoft.com/office/drawing/2014/main" id="{7EAACD24-F3FD-B0FE-DE52-2E4B05B0B5C5}"/>
                  </a:ext>
                </a:extLst>
              </p:cNvPr>
              <p:cNvSpPr txBox="1"/>
              <p:nvPr/>
            </p:nvSpPr>
            <p:spPr>
              <a:xfrm>
                <a:off x="7950249" y="5636863"/>
                <a:ext cx="25487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0</m:t>
                      </m:r>
                    </m:oMath>
                  </m:oMathPara>
                </a14:m>
                <a:endParaRPr kumimoji="1" lang="ja-JP" altLang="en-US" sz="2400" dirty="0"/>
              </a:p>
            </p:txBody>
          </p:sp>
        </mc:Choice>
        <mc:Fallback xmlns="">
          <p:sp>
            <p:nvSpPr>
              <p:cNvPr id="87" name="テキスト ボックス 86">
                <a:extLst>
                  <a:ext uri="{FF2B5EF4-FFF2-40B4-BE49-F238E27FC236}">
                    <a16:creationId xmlns:a16="http://schemas.microsoft.com/office/drawing/2014/main" id="{7EAACD24-F3FD-B0FE-DE52-2E4B05B0B5C5}"/>
                  </a:ext>
                </a:extLst>
              </p:cNvPr>
              <p:cNvSpPr txBox="1">
                <a:spLocks noRot="1" noChangeAspect="1" noMove="1" noResize="1" noEditPoints="1" noAdjustHandles="1" noChangeArrowheads="1" noChangeShapeType="1" noTextEdit="1"/>
              </p:cNvSpPr>
              <p:nvPr/>
            </p:nvSpPr>
            <p:spPr>
              <a:xfrm>
                <a:off x="7950249" y="5636863"/>
                <a:ext cx="254878" cy="369332"/>
              </a:xfrm>
              <a:prstGeom prst="rect">
                <a:avLst/>
              </a:prstGeom>
              <a:blipFill>
                <a:blip r:embed="rId9"/>
                <a:stretch>
                  <a:fillRect l="-23810" r="-26190" b="-10000"/>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88" name="テキスト ボックス 87">
                <a:extLst>
                  <a:ext uri="{FF2B5EF4-FFF2-40B4-BE49-F238E27FC236}">
                    <a16:creationId xmlns:a16="http://schemas.microsoft.com/office/drawing/2014/main" id="{DDC5C1E5-7F47-DB40-6A41-6B82B0CDA39D}"/>
                  </a:ext>
                </a:extLst>
              </p:cNvPr>
              <p:cNvSpPr txBox="1"/>
              <p:nvPr/>
            </p:nvSpPr>
            <p:spPr>
              <a:xfrm>
                <a:off x="9396512" y="5636863"/>
                <a:ext cx="1993046" cy="40222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kumimoji="1" lang="en-US" altLang="ja-JP" sz="2400" b="0" i="0" smtClean="0">
                          <a:latin typeface="Cambria Math" panose="02040503050406030204" pitchFamily="18" charset="0"/>
                        </a:rPr>
                        <m:t>Δ</m:t>
                      </m:r>
                      <m:r>
                        <a:rPr kumimoji="1" lang="en-US" altLang="ja-JP" sz="2400" b="0" i="0" smtClean="0">
                          <a:latin typeface="Cambria Math" panose="02040503050406030204" pitchFamily="18" charset="0"/>
                        </a:rPr>
                        <m:t>(</m:t>
                      </m:r>
                      <m:sSub>
                        <m:sSubPr>
                          <m:ctrlPr>
                            <a:rPr kumimoji="1" lang="en-US" altLang="ja-JP" sz="2400" b="0" i="1" smtClean="0">
                              <a:latin typeface="Cambria Math" panose="02040503050406030204" pitchFamily="18" charset="0"/>
                            </a:rPr>
                          </m:ctrlPr>
                        </m:sSubPr>
                        <m:e>
                          <m:r>
                            <m:rPr>
                              <m:sty m:val="p"/>
                            </m:rPr>
                            <a:rPr kumimoji="1" lang="en-US" altLang="ja-JP" sz="2400" b="0" i="0" smtClean="0">
                              <a:latin typeface="Cambria Math" panose="02040503050406030204" pitchFamily="18" charset="0"/>
                            </a:rPr>
                            <m:t>t</m:t>
                          </m:r>
                        </m:e>
                        <m:sub>
                          <m:r>
                            <m:rPr>
                              <m:sty m:val="p"/>
                            </m:rPr>
                            <a:rPr kumimoji="1" lang="en-US" altLang="ja-JP" sz="2400" b="0" i="0" smtClean="0">
                              <a:latin typeface="Cambria Math" panose="02040503050406030204" pitchFamily="18" charset="0"/>
                            </a:rPr>
                            <m:t>post</m:t>
                          </m:r>
                        </m:sub>
                      </m:sSub>
                      <m:r>
                        <a:rPr kumimoji="1" lang="en-US" altLang="ja-JP" sz="2400" b="0" i="0" smtClean="0">
                          <a:latin typeface="Cambria Math" panose="02040503050406030204" pitchFamily="18" charset="0"/>
                        </a:rPr>
                        <m:t>−</m:t>
                      </m:r>
                      <m:sSub>
                        <m:sSubPr>
                          <m:ctrlPr>
                            <a:rPr kumimoji="1" lang="en-US" altLang="ja-JP" sz="2400" b="0" i="1" smtClean="0">
                              <a:latin typeface="Cambria Math" panose="02040503050406030204" pitchFamily="18" charset="0"/>
                            </a:rPr>
                          </m:ctrlPr>
                        </m:sSubPr>
                        <m:e>
                          <m:r>
                            <m:rPr>
                              <m:sty m:val="p"/>
                            </m:rPr>
                            <a:rPr kumimoji="1" lang="en-US" altLang="ja-JP" sz="2400" b="0" i="0" smtClean="0">
                              <a:latin typeface="Cambria Math" panose="02040503050406030204" pitchFamily="18" charset="0"/>
                            </a:rPr>
                            <m:t>t</m:t>
                          </m:r>
                        </m:e>
                        <m:sub>
                          <m:r>
                            <m:rPr>
                              <m:sty m:val="p"/>
                            </m:rPr>
                            <a:rPr kumimoji="1" lang="en-US" altLang="ja-JP" sz="2400" b="0" i="0" smtClean="0">
                              <a:latin typeface="Cambria Math" panose="02040503050406030204" pitchFamily="18" charset="0"/>
                            </a:rPr>
                            <m:t>pre</m:t>
                          </m:r>
                        </m:sub>
                      </m:sSub>
                      <m:r>
                        <a:rPr kumimoji="1" lang="en-US" altLang="ja-JP" sz="2400" b="0" i="0" smtClean="0">
                          <a:latin typeface="Cambria Math" panose="02040503050406030204" pitchFamily="18" charset="0"/>
                        </a:rPr>
                        <m:t>)</m:t>
                      </m:r>
                    </m:oMath>
                  </m:oMathPara>
                </a14:m>
                <a:endParaRPr kumimoji="1" lang="ja-JP" altLang="en-US" sz="2400" dirty="0"/>
              </a:p>
            </p:txBody>
          </p:sp>
        </mc:Choice>
        <mc:Fallback xmlns="">
          <p:sp>
            <p:nvSpPr>
              <p:cNvPr id="88" name="テキスト ボックス 87">
                <a:extLst>
                  <a:ext uri="{FF2B5EF4-FFF2-40B4-BE49-F238E27FC236}">
                    <a16:creationId xmlns:a16="http://schemas.microsoft.com/office/drawing/2014/main" id="{DDC5C1E5-7F47-DB40-6A41-6B82B0CDA39D}"/>
                  </a:ext>
                </a:extLst>
              </p:cNvPr>
              <p:cNvSpPr txBox="1">
                <a:spLocks noRot="1" noChangeAspect="1" noMove="1" noResize="1" noEditPoints="1" noAdjustHandles="1" noChangeArrowheads="1" noChangeShapeType="1" noTextEdit="1"/>
              </p:cNvSpPr>
              <p:nvPr/>
            </p:nvSpPr>
            <p:spPr>
              <a:xfrm>
                <a:off x="9396512" y="5636863"/>
                <a:ext cx="1993046" cy="402226"/>
              </a:xfrm>
              <a:prstGeom prst="rect">
                <a:avLst/>
              </a:prstGeom>
              <a:blipFill>
                <a:blip r:embed="rId10"/>
                <a:stretch>
                  <a:fillRect l="-2752" r="-4893" b="-24242"/>
                </a:stretch>
              </a:blipFill>
            </p:spPr>
            <p:txBody>
              <a:bodyPr/>
              <a:lstStyle/>
              <a:p>
                <a:r>
                  <a:rPr lang="ja-JP" altLang="en-US">
                    <a:noFill/>
                  </a:rPr>
                  <a:t> </a:t>
                </a:r>
              </a:p>
            </p:txBody>
          </p:sp>
        </mc:Fallback>
      </mc:AlternateContent>
      <p:sp>
        <p:nvSpPr>
          <p:cNvPr id="89" name="スライド番号プレースホルダー 88">
            <a:extLst>
              <a:ext uri="{FF2B5EF4-FFF2-40B4-BE49-F238E27FC236}">
                <a16:creationId xmlns:a16="http://schemas.microsoft.com/office/drawing/2014/main" id="{F35CD1C2-0F23-E2AA-76E4-2DFDDA32781A}"/>
              </a:ext>
            </a:extLst>
          </p:cNvPr>
          <p:cNvSpPr>
            <a:spLocks noGrp="1"/>
          </p:cNvSpPr>
          <p:nvPr>
            <p:ph type="sldNum" sz="quarter" idx="12"/>
          </p:nvPr>
        </p:nvSpPr>
        <p:spPr/>
        <p:txBody>
          <a:bodyPr/>
          <a:lstStyle/>
          <a:p>
            <a:fld id="{49AE70B2-8BF9-45C0-BB95-33D1B9D3A854}" type="slidenum">
              <a:rPr lang="zh-CN" altLang="en-US" smtClean="0"/>
              <a:t>7</a:t>
            </a:fld>
            <a:endParaRPr lang="zh-CN" altLang="en-US"/>
          </a:p>
        </p:txBody>
      </p:sp>
      <p:sp>
        <p:nvSpPr>
          <p:cNvPr id="90" name="テキスト ボックス 89">
            <a:extLst>
              <a:ext uri="{FF2B5EF4-FFF2-40B4-BE49-F238E27FC236}">
                <a16:creationId xmlns:a16="http://schemas.microsoft.com/office/drawing/2014/main" id="{B165255A-EABC-4C07-7283-DE039457CC3B}"/>
              </a:ext>
            </a:extLst>
          </p:cNvPr>
          <p:cNvSpPr txBox="1"/>
          <p:nvPr/>
        </p:nvSpPr>
        <p:spPr>
          <a:xfrm>
            <a:off x="3193120" y="6064102"/>
            <a:ext cx="605536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Arial"/>
                <a:ea typeface="微软雅黑"/>
                <a:cs typeface="+mn-cs"/>
              </a:rPr>
              <a:t>Fig. 4</a:t>
            </a:r>
            <a:r>
              <a:rPr kumimoji="1" lang="en-US" altLang="ja-JP" dirty="0">
                <a:solidFill>
                  <a:prstClr val="black"/>
                </a:solidFill>
                <a:latin typeface="Arial"/>
                <a:ea typeface="微软雅黑"/>
              </a:rPr>
              <a:t> Spike-Timing-Dependent-Plasticity</a:t>
            </a:r>
            <a:endParaRPr kumimoji="1" lang="ja-JP" altLang="en-US" sz="1800" b="0" i="0" u="none" strike="noStrike" kern="1200" cap="none" spc="0" normalizeH="0" baseline="0" noProof="0" dirty="0">
              <a:ln>
                <a:noFill/>
              </a:ln>
              <a:solidFill>
                <a:prstClr val="black"/>
              </a:solidFill>
              <a:effectLst/>
              <a:uLnTx/>
              <a:uFillTx/>
              <a:latin typeface="Arial"/>
              <a:ea typeface="微软雅黑"/>
              <a:cs typeface="+mn-cs"/>
            </a:endParaRPr>
          </a:p>
        </p:txBody>
      </p:sp>
      <p:pic>
        <p:nvPicPr>
          <p:cNvPr id="92" name="图片 3" descr="logo-4">
            <a:extLst>
              <a:ext uri="{FF2B5EF4-FFF2-40B4-BE49-F238E27FC236}">
                <a16:creationId xmlns:a16="http://schemas.microsoft.com/office/drawing/2014/main" id="{B49DEBCB-77E2-9B6D-FEE6-31407A6172C5}"/>
              </a:ext>
            </a:extLst>
          </p:cNvPr>
          <p:cNvPicPr>
            <a:picLocks noChangeAspect="1"/>
          </p:cNvPicPr>
          <p:nvPr/>
        </p:nvPicPr>
        <p:blipFill>
          <a:blip r:embed="rId11"/>
          <a:stretch>
            <a:fillRect/>
          </a:stretch>
        </p:blipFill>
        <p:spPr>
          <a:xfrm>
            <a:off x="10354310" y="6334125"/>
            <a:ext cx="1603375" cy="387350"/>
          </a:xfrm>
          <a:prstGeom prst="rect">
            <a:avLst/>
          </a:prstGeom>
        </p:spPr>
      </p:pic>
      <p:sp>
        <p:nvSpPr>
          <p:cNvPr id="2" name="楕円 1">
            <a:extLst>
              <a:ext uri="{FF2B5EF4-FFF2-40B4-BE49-F238E27FC236}">
                <a16:creationId xmlns:a16="http://schemas.microsoft.com/office/drawing/2014/main" id="{2610DCA9-FBD2-3434-7726-5DCB0BF26D8E}"/>
              </a:ext>
            </a:extLst>
          </p:cNvPr>
          <p:cNvSpPr/>
          <p:nvPr/>
        </p:nvSpPr>
        <p:spPr>
          <a:xfrm>
            <a:off x="2765233" y="3177662"/>
            <a:ext cx="466531" cy="466531"/>
          </a:xfrm>
          <a:prstGeom prst="ellipse">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p:cxnSp>
        <p:nvCxnSpPr>
          <p:cNvPr id="3" name="直線コネクタ 2">
            <a:extLst>
              <a:ext uri="{FF2B5EF4-FFF2-40B4-BE49-F238E27FC236}">
                <a16:creationId xmlns:a16="http://schemas.microsoft.com/office/drawing/2014/main" id="{5C38A4CC-53FA-638B-4465-6F3767C3366D}"/>
              </a:ext>
            </a:extLst>
          </p:cNvPr>
          <p:cNvCxnSpPr/>
          <p:nvPr/>
        </p:nvCxnSpPr>
        <p:spPr>
          <a:xfrm>
            <a:off x="3231764" y="3410928"/>
            <a:ext cx="1019992"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4" name="直線コネクタ 3">
            <a:extLst>
              <a:ext uri="{FF2B5EF4-FFF2-40B4-BE49-F238E27FC236}">
                <a16:creationId xmlns:a16="http://schemas.microsoft.com/office/drawing/2014/main" id="{26516267-D0E2-116C-2C78-15027165A283}"/>
              </a:ext>
            </a:extLst>
          </p:cNvPr>
          <p:cNvCxnSpPr>
            <a:cxnSpLocks/>
          </p:cNvCxnSpPr>
          <p:nvPr/>
        </p:nvCxnSpPr>
        <p:spPr>
          <a:xfrm flipV="1">
            <a:off x="3906057" y="3116183"/>
            <a:ext cx="0" cy="294745"/>
          </a:xfrm>
          <a:prstGeom prst="line">
            <a:avLst/>
          </a:prstGeom>
          <a:ln w="19050"/>
        </p:spPr>
        <p:style>
          <a:lnRef idx="1">
            <a:schemeClr val="dk1"/>
          </a:lnRef>
          <a:fillRef idx="0">
            <a:schemeClr val="dk1"/>
          </a:fillRef>
          <a:effectRef idx="0">
            <a:schemeClr val="dk1"/>
          </a:effectRef>
          <a:fontRef idx="minor">
            <a:schemeClr val="tx1"/>
          </a:fontRef>
        </p:style>
      </p:cxnSp>
      <p:cxnSp>
        <p:nvCxnSpPr>
          <p:cNvPr id="9" name="直線コネクタ 8">
            <a:extLst>
              <a:ext uri="{FF2B5EF4-FFF2-40B4-BE49-F238E27FC236}">
                <a16:creationId xmlns:a16="http://schemas.microsoft.com/office/drawing/2014/main" id="{775F19B3-E93F-A7A2-43E5-8D39AD50B0BF}"/>
              </a:ext>
            </a:extLst>
          </p:cNvPr>
          <p:cNvCxnSpPr/>
          <p:nvPr/>
        </p:nvCxnSpPr>
        <p:spPr>
          <a:xfrm>
            <a:off x="1745241" y="3405848"/>
            <a:ext cx="1019992"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23" name="直線コネクタ 22">
            <a:extLst>
              <a:ext uri="{FF2B5EF4-FFF2-40B4-BE49-F238E27FC236}">
                <a16:creationId xmlns:a16="http://schemas.microsoft.com/office/drawing/2014/main" id="{37018D46-40C6-FE07-A428-C17CA5B68C53}"/>
              </a:ext>
            </a:extLst>
          </p:cNvPr>
          <p:cNvCxnSpPr>
            <a:cxnSpLocks/>
          </p:cNvCxnSpPr>
          <p:nvPr/>
        </p:nvCxnSpPr>
        <p:spPr>
          <a:xfrm flipV="1">
            <a:off x="2135054" y="3106023"/>
            <a:ext cx="0" cy="294745"/>
          </a:xfrm>
          <a:prstGeom prst="line">
            <a:avLst/>
          </a:prstGeom>
          <a:ln w="19050"/>
        </p:spPr>
        <p:style>
          <a:lnRef idx="1">
            <a:schemeClr val="dk1"/>
          </a:lnRef>
          <a:fillRef idx="0">
            <a:schemeClr val="dk1"/>
          </a:fillRef>
          <a:effectRef idx="0">
            <a:schemeClr val="dk1"/>
          </a:effectRef>
          <a:fontRef idx="minor">
            <a:schemeClr val="tx1"/>
          </a:fontRef>
        </p:style>
      </p:cxnSp>
      <p:cxnSp>
        <p:nvCxnSpPr>
          <p:cNvPr id="29" name="直線矢印コネクタ 28">
            <a:extLst>
              <a:ext uri="{FF2B5EF4-FFF2-40B4-BE49-F238E27FC236}">
                <a16:creationId xmlns:a16="http://schemas.microsoft.com/office/drawing/2014/main" id="{2055BA82-4B71-6D69-A1F3-CB910AD55698}"/>
              </a:ext>
            </a:extLst>
          </p:cNvPr>
          <p:cNvCxnSpPr>
            <a:cxnSpLocks/>
          </p:cNvCxnSpPr>
          <p:nvPr/>
        </p:nvCxnSpPr>
        <p:spPr>
          <a:xfrm>
            <a:off x="2133379" y="2864957"/>
            <a:ext cx="0" cy="21228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0" name="テキスト ボックス 39">
            <a:extLst>
              <a:ext uri="{FF2B5EF4-FFF2-40B4-BE49-F238E27FC236}">
                <a16:creationId xmlns:a16="http://schemas.microsoft.com/office/drawing/2014/main" id="{189FA438-888B-14DA-E68C-5223DB21A58F}"/>
              </a:ext>
            </a:extLst>
          </p:cNvPr>
          <p:cNvSpPr txBox="1"/>
          <p:nvPr/>
        </p:nvSpPr>
        <p:spPr>
          <a:xfrm>
            <a:off x="2974151" y="2200260"/>
            <a:ext cx="1863169"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Arial"/>
                <a:ea typeface="微软雅黑"/>
                <a:cs typeface="+mn-cs"/>
              </a:rPr>
              <a:t>Post-Synaptic Spike</a:t>
            </a:r>
            <a:endParaRPr kumimoji="1" lang="ja-JP" altLang="en-US" sz="1800" b="0" i="0" u="none" strike="noStrike" kern="1200" cap="none" spc="0" normalizeH="0" baseline="0" noProof="0" dirty="0">
              <a:ln>
                <a:noFill/>
              </a:ln>
              <a:solidFill>
                <a:prstClr val="black"/>
              </a:solidFill>
              <a:effectLst/>
              <a:uLnTx/>
              <a:uFillTx/>
              <a:latin typeface="Arial"/>
              <a:ea typeface="微软雅黑"/>
              <a:cs typeface="+mn-cs"/>
            </a:endParaRPr>
          </a:p>
        </p:txBody>
      </p:sp>
      <p:cxnSp>
        <p:nvCxnSpPr>
          <p:cNvPr id="41" name="直線矢印コネクタ 40">
            <a:extLst>
              <a:ext uri="{FF2B5EF4-FFF2-40B4-BE49-F238E27FC236}">
                <a16:creationId xmlns:a16="http://schemas.microsoft.com/office/drawing/2014/main" id="{5EDB7E77-33CB-DDF4-BEC8-C488E24A1C91}"/>
              </a:ext>
            </a:extLst>
          </p:cNvPr>
          <p:cNvCxnSpPr>
            <a:cxnSpLocks/>
            <a:stCxn id="40" idx="2"/>
          </p:cNvCxnSpPr>
          <p:nvPr/>
        </p:nvCxnSpPr>
        <p:spPr>
          <a:xfrm>
            <a:off x="3905736" y="2846591"/>
            <a:ext cx="320" cy="23051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3" name="テキスト ボックス 42">
                <a:extLst>
                  <a:ext uri="{FF2B5EF4-FFF2-40B4-BE49-F238E27FC236}">
                    <a16:creationId xmlns:a16="http://schemas.microsoft.com/office/drawing/2014/main" id="{910E28F0-2ECD-C09A-785D-DAD1BD95EC88}"/>
                  </a:ext>
                </a:extLst>
              </p:cNvPr>
              <p:cNvSpPr txBox="1"/>
              <p:nvPr/>
            </p:nvSpPr>
            <p:spPr>
              <a:xfrm>
                <a:off x="1366790" y="4017620"/>
                <a:ext cx="1589538" cy="40222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400" b="0" i="1" smtClean="0">
                              <a:latin typeface="Cambria Math" panose="02040503050406030204" pitchFamily="18" charset="0"/>
                            </a:rPr>
                          </m:ctrlPr>
                        </m:sSubPr>
                        <m:e>
                          <m:r>
                            <m:rPr>
                              <m:sty m:val="p"/>
                            </m:rPr>
                            <a:rPr kumimoji="1" lang="en-US" altLang="ja-JP" sz="2400" b="0" i="0" smtClean="0">
                              <a:latin typeface="Cambria Math" panose="02040503050406030204" pitchFamily="18" charset="0"/>
                            </a:rPr>
                            <m:t>t</m:t>
                          </m:r>
                        </m:e>
                        <m:sub>
                          <m:r>
                            <m:rPr>
                              <m:sty m:val="p"/>
                            </m:rPr>
                            <a:rPr kumimoji="1" lang="en-US" altLang="ja-JP" sz="2400" b="0" i="0" smtClean="0">
                              <a:latin typeface="Cambria Math" panose="02040503050406030204" pitchFamily="18" charset="0"/>
                            </a:rPr>
                            <m:t>post</m:t>
                          </m:r>
                        </m:sub>
                      </m:sSub>
                      <m:r>
                        <a:rPr kumimoji="1" lang="en-US" altLang="ja-JP" sz="2400" b="0" i="0" smtClean="0">
                          <a:latin typeface="Cambria Math" panose="02040503050406030204" pitchFamily="18" charset="0"/>
                        </a:rPr>
                        <m:t>&gt;</m:t>
                      </m:r>
                      <m:sSub>
                        <m:sSubPr>
                          <m:ctrlPr>
                            <a:rPr kumimoji="1" lang="en-US" altLang="ja-JP" sz="2400" b="0" i="1" smtClean="0">
                              <a:latin typeface="Cambria Math" panose="02040503050406030204" pitchFamily="18" charset="0"/>
                            </a:rPr>
                          </m:ctrlPr>
                        </m:sSubPr>
                        <m:e>
                          <m:r>
                            <m:rPr>
                              <m:sty m:val="p"/>
                            </m:rPr>
                            <a:rPr kumimoji="1" lang="en-US" altLang="ja-JP" sz="2400" b="0" i="0" smtClean="0">
                              <a:latin typeface="Cambria Math" panose="02040503050406030204" pitchFamily="18" charset="0"/>
                            </a:rPr>
                            <m:t>t</m:t>
                          </m:r>
                        </m:e>
                        <m:sub>
                          <m:r>
                            <m:rPr>
                              <m:sty m:val="p"/>
                            </m:rPr>
                            <a:rPr kumimoji="1" lang="en-US" altLang="ja-JP" sz="2400" b="0" i="0" smtClean="0">
                              <a:latin typeface="Cambria Math" panose="02040503050406030204" pitchFamily="18" charset="0"/>
                            </a:rPr>
                            <m:t>pre</m:t>
                          </m:r>
                        </m:sub>
                      </m:sSub>
                    </m:oMath>
                  </m:oMathPara>
                </a14:m>
                <a:endParaRPr kumimoji="1" lang="ja-JP" altLang="en-US" sz="2400" dirty="0"/>
              </a:p>
            </p:txBody>
          </p:sp>
        </mc:Choice>
        <mc:Fallback xmlns="">
          <p:sp>
            <p:nvSpPr>
              <p:cNvPr id="43" name="テキスト ボックス 42">
                <a:extLst>
                  <a:ext uri="{FF2B5EF4-FFF2-40B4-BE49-F238E27FC236}">
                    <a16:creationId xmlns:a16="http://schemas.microsoft.com/office/drawing/2014/main" id="{910E28F0-2ECD-C09A-785D-DAD1BD95EC88}"/>
                  </a:ext>
                </a:extLst>
              </p:cNvPr>
              <p:cNvSpPr txBox="1">
                <a:spLocks noRot="1" noChangeAspect="1" noMove="1" noResize="1" noEditPoints="1" noAdjustHandles="1" noChangeArrowheads="1" noChangeShapeType="1" noTextEdit="1"/>
              </p:cNvSpPr>
              <p:nvPr/>
            </p:nvSpPr>
            <p:spPr>
              <a:xfrm>
                <a:off x="1366790" y="4017620"/>
                <a:ext cx="1589538" cy="402226"/>
              </a:xfrm>
              <a:prstGeom prst="rect">
                <a:avLst/>
              </a:prstGeom>
              <a:blipFill>
                <a:blip r:embed="rId12"/>
                <a:stretch>
                  <a:fillRect l="-2682" r="-1149" b="-24242"/>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44" name="テキスト ボックス 43">
                <a:extLst>
                  <a:ext uri="{FF2B5EF4-FFF2-40B4-BE49-F238E27FC236}">
                    <a16:creationId xmlns:a16="http://schemas.microsoft.com/office/drawing/2014/main" id="{06F4130E-E0BD-119A-D4B2-E31454FE1657}"/>
                  </a:ext>
                </a:extLst>
              </p:cNvPr>
              <p:cNvSpPr txBox="1"/>
              <p:nvPr/>
            </p:nvSpPr>
            <p:spPr>
              <a:xfrm>
                <a:off x="3955135" y="4082532"/>
                <a:ext cx="504369"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kumimoji="1" lang="en-US" altLang="ja-JP" sz="2400" b="0" i="0" smtClean="0">
                          <a:latin typeface="Cambria Math" panose="02040503050406030204" pitchFamily="18" charset="0"/>
                        </a:rPr>
                        <m:t>Δ</m:t>
                      </m:r>
                      <m:r>
                        <a:rPr kumimoji="1" lang="en-US" altLang="ja-JP" sz="2400" b="0" i="1" smtClean="0">
                          <a:latin typeface="Cambria Math" panose="02040503050406030204" pitchFamily="18" charset="0"/>
                        </a:rPr>
                        <m:t>𝑤</m:t>
                      </m:r>
                    </m:oMath>
                  </m:oMathPara>
                </a14:m>
                <a:endParaRPr kumimoji="1" lang="ja-JP" altLang="en-US" sz="2400" dirty="0"/>
              </a:p>
            </p:txBody>
          </p:sp>
        </mc:Choice>
        <mc:Fallback xmlns="">
          <p:sp>
            <p:nvSpPr>
              <p:cNvPr id="44" name="テキスト ボックス 43">
                <a:extLst>
                  <a:ext uri="{FF2B5EF4-FFF2-40B4-BE49-F238E27FC236}">
                    <a16:creationId xmlns:a16="http://schemas.microsoft.com/office/drawing/2014/main" id="{06F4130E-E0BD-119A-D4B2-E31454FE1657}"/>
                  </a:ext>
                </a:extLst>
              </p:cNvPr>
              <p:cNvSpPr txBox="1">
                <a:spLocks noRot="1" noChangeAspect="1" noMove="1" noResize="1" noEditPoints="1" noAdjustHandles="1" noChangeArrowheads="1" noChangeShapeType="1" noTextEdit="1"/>
              </p:cNvSpPr>
              <p:nvPr/>
            </p:nvSpPr>
            <p:spPr>
              <a:xfrm>
                <a:off x="3955135" y="4082532"/>
                <a:ext cx="504369" cy="369332"/>
              </a:xfrm>
              <a:prstGeom prst="rect">
                <a:avLst/>
              </a:prstGeom>
              <a:blipFill>
                <a:blip r:embed="rId13"/>
                <a:stretch>
                  <a:fillRect l="-13253" r="-3614" b="-10000"/>
                </a:stretch>
              </a:blipFill>
            </p:spPr>
            <p:txBody>
              <a:bodyPr/>
              <a:lstStyle/>
              <a:p>
                <a:r>
                  <a:rPr lang="ja-JP" altLang="en-US">
                    <a:noFill/>
                  </a:rPr>
                  <a:t> </a:t>
                </a:r>
              </a:p>
            </p:txBody>
          </p:sp>
        </mc:Fallback>
      </mc:AlternateContent>
      <p:sp>
        <p:nvSpPr>
          <p:cNvPr id="45" name="矢印: 右 44">
            <a:extLst>
              <a:ext uri="{FF2B5EF4-FFF2-40B4-BE49-F238E27FC236}">
                <a16:creationId xmlns:a16="http://schemas.microsoft.com/office/drawing/2014/main" id="{ECBBC81A-4F3B-F273-F7F5-CF207B82D8D7}"/>
              </a:ext>
            </a:extLst>
          </p:cNvPr>
          <p:cNvSpPr/>
          <p:nvPr/>
        </p:nvSpPr>
        <p:spPr>
          <a:xfrm>
            <a:off x="3088640" y="4099560"/>
            <a:ext cx="653116" cy="27606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48" name="直線矢印コネクタ 47">
            <a:extLst>
              <a:ext uri="{FF2B5EF4-FFF2-40B4-BE49-F238E27FC236}">
                <a16:creationId xmlns:a16="http://schemas.microsoft.com/office/drawing/2014/main" id="{E0F8B12F-C81C-1571-1CE3-4B52DB432778}"/>
              </a:ext>
            </a:extLst>
          </p:cNvPr>
          <p:cNvCxnSpPr/>
          <p:nvPr/>
        </p:nvCxnSpPr>
        <p:spPr>
          <a:xfrm flipV="1">
            <a:off x="4459504" y="4068935"/>
            <a:ext cx="274320" cy="33731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9" name="テキスト ボックス 48">
                <a:extLst>
                  <a:ext uri="{FF2B5EF4-FFF2-40B4-BE49-F238E27FC236}">
                    <a16:creationId xmlns:a16="http://schemas.microsoft.com/office/drawing/2014/main" id="{C7C932A9-1C0E-9284-442B-16BBCF37D57B}"/>
                  </a:ext>
                </a:extLst>
              </p:cNvPr>
              <p:cNvSpPr txBox="1"/>
              <p:nvPr/>
            </p:nvSpPr>
            <p:spPr>
              <a:xfrm>
                <a:off x="1317391" y="4788972"/>
                <a:ext cx="1587935" cy="40222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400" b="0" i="1" smtClean="0">
                              <a:latin typeface="Cambria Math" panose="02040503050406030204" pitchFamily="18" charset="0"/>
                            </a:rPr>
                          </m:ctrlPr>
                        </m:sSubPr>
                        <m:e>
                          <m:r>
                            <m:rPr>
                              <m:sty m:val="p"/>
                            </m:rPr>
                            <a:rPr kumimoji="1" lang="en-US" altLang="ja-JP" sz="2400" b="0" i="0" smtClean="0">
                              <a:latin typeface="Cambria Math" panose="02040503050406030204" pitchFamily="18" charset="0"/>
                            </a:rPr>
                            <m:t>t</m:t>
                          </m:r>
                        </m:e>
                        <m:sub>
                          <m:r>
                            <m:rPr>
                              <m:sty m:val="p"/>
                            </m:rPr>
                            <a:rPr kumimoji="1" lang="en-US" altLang="ja-JP" sz="2400" b="0" i="0" smtClean="0">
                              <a:latin typeface="Cambria Math" panose="02040503050406030204" pitchFamily="18" charset="0"/>
                            </a:rPr>
                            <m:t>post</m:t>
                          </m:r>
                        </m:sub>
                      </m:sSub>
                      <m:r>
                        <a:rPr kumimoji="1" lang="en-US" altLang="ja-JP" sz="2400" b="0" i="0" smtClean="0">
                          <a:latin typeface="Cambria Math" panose="02040503050406030204" pitchFamily="18" charset="0"/>
                        </a:rPr>
                        <m:t>=</m:t>
                      </m:r>
                      <m:sSub>
                        <m:sSubPr>
                          <m:ctrlPr>
                            <a:rPr kumimoji="1" lang="en-US" altLang="ja-JP" sz="2400" b="0" i="1" smtClean="0">
                              <a:latin typeface="Cambria Math" panose="02040503050406030204" pitchFamily="18" charset="0"/>
                            </a:rPr>
                          </m:ctrlPr>
                        </m:sSubPr>
                        <m:e>
                          <m:r>
                            <m:rPr>
                              <m:sty m:val="p"/>
                            </m:rPr>
                            <a:rPr kumimoji="1" lang="en-US" altLang="ja-JP" sz="2400" b="0" i="0" smtClean="0">
                              <a:latin typeface="Cambria Math" panose="02040503050406030204" pitchFamily="18" charset="0"/>
                            </a:rPr>
                            <m:t>t</m:t>
                          </m:r>
                        </m:e>
                        <m:sub>
                          <m:r>
                            <m:rPr>
                              <m:sty m:val="p"/>
                            </m:rPr>
                            <a:rPr kumimoji="1" lang="en-US" altLang="ja-JP" sz="2400" b="0" i="0" smtClean="0">
                              <a:latin typeface="Cambria Math" panose="02040503050406030204" pitchFamily="18" charset="0"/>
                            </a:rPr>
                            <m:t>pre</m:t>
                          </m:r>
                        </m:sub>
                      </m:sSub>
                    </m:oMath>
                  </m:oMathPara>
                </a14:m>
                <a:endParaRPr kumimoji="1" lang="ja-JP" altLang="en-US" sz="2400" dirty="0"/>
              </a:p>
            </p:txBody>
          </p:sp>
        </mc:Choice>
        <mc:Fallback xmlns="">
          <p:sp>
            <p:nvSpPr>
              <p:cNvPr id="49" name="テキスト ボックス 48">
                <a:extLst>
                  <a:ext uri="{FF2B5EF4-FFF2-40B4-BE49-F238E27FC236}">
                    <a16:creationId xmlns:a16="http://schemas.microsoft.com/office/drawing/2014/main" id="{C7C932A9-1C0E-9284-442B-16BBCF37D57B}"/>
                  </a:ext>
                </a:extLst>
              </p:cNvPr>
              <p:cNvSpPr txBox="1">
                <a:spLocks noRot="1" noChangeAspect="1" noMove="1" noResize="1" noEditPoints="1" noAdjustHandles="1" noChangeArrowheads="1" noChangeShapeType="1" noTextEdit="1"/>
              </p:cNvSpPr>
              <p:nvPr/>
            </p:nvSpPr>
            <p:spPr>
              <a:xfrm>
                <a:off x="1317391" y="4788972"/>
                <a:ext cx="1587935" cy="402226"/>
              </a:xfrm>
              <a:prstGeom prst="rect">
                <a:avLst/>
              </a:prstGeom>
              <a:blipFill>
                <a:blip r:embed="rId14"/>
                <a:stretch>
                  <a:fillRect l="-2682" r="-1149" b="-24242"/>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50" name="テキスト ボックス 49">
                <a:extLst>
                  <a:ext uri="{FF2B5EF4-FFF2-40B4-BE49-F238E27FC236}">
                    <a16:creationId xmlns:a16="http://schemas.microsoft.com/office/drawing/2014/main" id="{6423F985-AC2C-7CB8-BBCB-AE3230622CE6}"/>
                  </a:ext>
                </a:extLst>
              </p:cNvPr>
              <p:cNvSpPr txBox="1"/>
              <p:nvPr/>
            </p:nvSpPr>
            <p:spPr>
              <a:xfrm>
                <a:off x="3905736" y="4853884"/>
                <a:ext cx="504369"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kumimoji="1" lang="en-US" altLang="ja-JP" sz="2400" b="0" i="0" smtClean="0">
                          <a:latin typeface="Cambria Math" panose="02040503050406030204" pitchFamily="18" charset="0"/>
                        </a:rPr>
                        <m:t>Δ</m:t>
                      </m:r>
                      <m:r>
                        <a:rPr kumimoji="1" lang="en-US" altLang="ja-JP" sz="2400" b="0" i="1" smtClean="0">
                          <a:latin typeface="Cambria Math" panose="02040503050406030204" pitchFamily="18" charset="0"/>
                        </a:rPr>
                        <m:t>𝑤</m:t>
                      </m:r>
                    </m:oMath>
                  </m:oMathPara>
                </a14:m>
                <a:endParaRPr kumimoji="1" lang="ja-JP" altLang="en-US" sz="2400" dirty="0"/>
              </a:p>
            </p:txBody>
          </p:sp>
        </mc:Choice>
        <mc:Fallback xmlns="">
          <p:sp>
            <p:nvSpPr>
              <p:cNvPr id="50" name="テキスト ボックス 49">
                <a:extLst>
                  <a:ext uri="{FF2B5EF4-FFF2-40B4-BE49-F238E27FC236}">
                    <a16:creationId xmlns:a16="http://schemas.microsoft.com/office/drawing/2014/main" id="{6423F985-AC2C-7CB8-BBCB-AE3230622CE6}"/>
                  </a:ext>
                </a:extLst>
              </p:cNvPr>
              <p:cNvSpPr txBox="1">
                <a:spLocks noRot="1" noChangeAspect="1" noMove="1" noResize="1" noEditPoints="1" noAdjustHandles="1" noChangeArrowheads="1" noChangeShapeType="1" noTextEdit="1"/>
              </p:cNvSpPr>
              <p:nvPr/>
            </p:nvSpPr>
            <p:spPr>
              <a:xfrm>
                <a:off x="3905736" y="4853884"/>
                <a:ext cx="504369" cy="369332"/>
              </a:xfrm>
              <a:prstGeom prst="rect">
                <a:avLst/>
              </a:prstGeom>
              <a:blipFill>
                <a:blip r:embed="rId15"/>
                <a:stretch>
                  <a:fillRect l="-13415" r="-4878" b="-9836"/>
                </a:stretch>
              </a:blipFill>
            </p:spPr>
            <p:txBody>
              <a:bodyPr/>
              <a:lstStyle/>
              <a:p>
                <a:r>
                  <a:rPr lang="ja-JP" altLang="en-US">
                    <a:noFill/>
                  </a:rPr>
                  <a:t> </a:t>
                </a:r>
              </a:p>
            </p:txBody>
          </p:sp>
        </mc:Fallback>
      </mc:AlternateContent>
      <p:sp>
        <p:nvSpPr>
          <p:cNvPr id="52" name="矢印: 右 51">
            <a:extLst>
              <a:ext uri="{FF2B5EF4-FFF2-40B4-BE49-F238E27FC236}">
                <a16:creationId xmlns:a16="http://schemas.microsoft.com/office/drawing/2014/main" id="{6A217F63-B6C8-4C4E-2D4D-A2AC4776803D}"/>
              </a:ext>
            </a:extLst>
          </p:cNvPr>
          <p:cNvSpPr/>
          <p:nvPr/>
        </p:nvSpPr>
        <p:spPr>
          <a:xfrm>
            <a:off x="3039241" y="4870912"/>
            <a:ext cx="653116" cy="27606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7" name="テキスト ボックス 56">
            <a:extLst>
              <a:ext uri="{FF2B5EF4-FFF2-40B4-BE49-F238E27FC236}">
                <a16:creationId xmlns:a16="http://schemas.microsoft.com/office/drawing/2014/main" id="{5F81A225-4C30-A2C3-E34C-633E618ACE70}"/>
              </a:ext>
            </a:extLst>
          </p:cNvPr>
          <p:cNvSpPr txBox="1"/>
          <p:nvPr/>
        </p:nvSpPr>
        <p:spPr>
          <a:xfrm>
            <a:off x="4247308" y="4870912"/>
            <a:ext cx="1552116"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Arial"/>
                <a:ea typeface="微软雅黑"/>
                <a:cs typeface="+mn-cs"/>
              </a:rPr>
              <a:t>No Update</a:t>
            </a:r>
            <a:endParaRPr kumimoji="1" lang="ja-JP" altLang="en-US" sz="1800" b="0" i="0" u="none" strike="noStrike" kern="1200" cap="none" spc="0" normalizeH="0" baseline="0" noProof="0" dirty="0">
              <a:ln>
                <a:noFill/>
              </a:ln>
              <a:solidFill>
                <a:prstClr val="black"/>
              </a:solidFill>
              <a:effectLst/>
              <a:uLnTx/>
              <a:uFillTx/>
              <a:latin typeface="Arial"/>
              <a:ea typeface="微软雅黑"/>
              <a:cs typeface="+mn-cs"/>
            </a:endParaRPr>
          </a:p>
        </p:txBody>
      </p:sp>
      <mc:AlternateContent xmlns:mc="http://schemas.openxmlformats.org/markup-compatibility/2006" xmlns:a14="http://schemas.microsoft.com/office/drawing/2010/main">
        <mc:Choice Requires="a14">
          <p:sp>
            <p:nvSpPr>
              <p:cNvPr id="60" name="テキスト ボックス 59">
                <a:extLst>
                  <a:ext uri="{FF2B5EF4-FFF2-40B4-BE49-F238E27FC236}">
                    <a16:creationId xmlns:a16="http://schemas.microsoft.com/office/drawing/2014/main" id="{D0C8EAA8-6510-B745-00B6-64A54B3ABE81}"/>
                  </a:ext>
                </a:extLst>
              </p:cNvPr>
              <p:cNvSpPr txBox="1"/>
              <p:nvPr/>
            </p:nvSpPr>
            <p:spPr>
              <a:xfrm>
                <a:off x="1323510" y="5602343"/>
                <a:ext cx="1589538" cy="40222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400" b="0" i="1" smtClean="0">
                              <a:latin typeface="Cambria Math" panose="02040503050406030204" pitchFamily="18" charset="0"/>
                            </a:rPr>
                          </m:ctrlPr>
                        </m:sSubPr>
                        <m:e>
                          <m:r>
                            <m:rPr>
                              <m:sty m:val="p"/>
                            </m:rPr>
                            <a:rPr kumimoji="1" lang="en-US" altLang="ja-JP" sz="2400" b="0" i="0" smtClean="0">
                              <a:latin typeface="Cambria Math" panose="02040503050406030204" pitchFamily="18" charset="0"/>
                            </a:rPr>
                            <m:t>t</m:t>
                          </m:r>
                        </m:e>
                        <m:sub>
                          <m:r>
                            <m:rPr>
                              <m:sty m:val="p"/>
                            </m:rPr>
                            <a:rPr kumimoji="1" lang="en-US" altLang="ja-JP" sz="2400" b="0" i="0" smtClean="0">
                              <a:latin typeface="Cambria Math" panose="02040503050406030204" pitchFamily="18" charset="0"/>
                            </a:rPr>
                            <m:t>post</m:t>
                          </m:r>
                        </m:sub>
                      </m:sSub>
                      <m:r>
                        <a:rPr kumimoji="1" lang="en-US" altLang="ja-JP" sz="2400" b="0" i="0" smtClean="0">
                          <a:latin typeface="Cambria Math" panose="02040503050406030204" pitchFamily="18" charset="0"/>
                        </a:rPr>
                        <m:t>&lt;</m:t>
                      </m:r>
                      <m:sSub>
                        <m:sSubPr>
                          <m:ctrlPr>
                            <a:rPr kumimoji="1" lang="en-US" altLang="ja-JP" sz="2400" b="0" i="1" smtClean="0">
                              <a:latin typeface="Cambria Math" panose="02040503050406030204" pitchFamily="18" charset="0"/>
                            </a:rPr>
                          </m:ctrlPr>
                        </m:sSubPr>
                        <m:e>
                          <m:r>
                            <m:rPr>
                              <m:sty m:val="p"/>
                            </m:rPr>
                            <a:rPr kumimoji="1" lang="en-US" altLang="ja-JP" sz="2400" b="0" i="0" smtClean="0">
                              <a:latin typeface="Cambria Math" panose="02040503050406030204" pitchFamily="18" charset="0"/>
                            </a:rPr>
                            <m:t>t</m:t>
                          </m:r>
                        </m:e>
                        <m:sub>
                          <m:r>
                            <m:rPr>
                              <m:sty m:val="p"/>
                            </m:rPr>
                            <a:rPr kumimoji="1" lang="en-US" altLang="ja-JP" sz="2400" b="0" i="0" smtClean="0">
                              <a:latin typeface="Cambria Math" panose="02040503050406030204" pitchFamily="18" charset="0"/>
                            </a:rPr>
                            <m:t>pre</m:t>
                          </m:r>
                        </m:sub>
                      </m:sSub>
                    </m:oMath>
                  </m:oMathPara>
                </a14:m>
                <a:endParaRPr kumimoji="1" lang="ja-JP" altLang="en-US" sz="2400" dirty="0"/>
              </a:p>
            </p:txBody>
          </p:sp>
        </mc:Choice>
        <mc:Fallback xmlns="">
          <p:sp>
            <p:nvSpPr>
              <p:cNvPr id="60" name="テキスト ボックス 59">
                <a:extLst>
                  <a:ext uri="{FF2B5EF4-FFF2-40B4-BE49-F238E27FC236}">
                    <a16:creationId xmlns:a16="http://schemas.microsoft.com/office/drawing/2014/main" id="{D0C8EAA8-6510-B745-00B6-64A54B3ABE81}"/>
                  </a:ext>
                </a:extLst>
              </p:cNvPr>
              <p:cNvSpPr txBox="1">
                <a:spLocks noRot="1" noChangeAspect="1" noMove="1" noResize="1" noEditPoints="1" noAdjustHandles="1" noChangeArrowheads="1" noChangeShapeType="1" noTextEdit="1"/>
              </p:cNvSpPr>
              <p:nvPr/>
            </p:nvSpPr>
            <p:spPr>
              <a:xfrm>
                <a:off x="1323510" y="5602343"/>
                <a:ext cx="1589538" cy="402226"/>
              </a:xfrm>
              <a:prstGeom prst="rect">
                <a:avLst/>
              </a:prstGeom>
              <a:blipFill>
                <a:blip r:embed="rId16"/>
                <a:stretch>
                  <a:fillRect l="-2682" r="-1149" b="-24242"/>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61" name="テキスト ボックス 60">
                <a:extLst>
                  <a:ext uri="{FF2B5EF4-FFF2-40B4-BE49-F238E27FC236}">
                    <a16:creationId xmlns:a16="http://schemas.microsoft.com/office/drawing/2014/main" id="{057A645E-7578-FC54-3389-624CC700FBCD}"/>
                  </a:ext>
                </a:extLst>
              </p:cNvPr>
              <p:cNvSpPr txBox="1"/>
              <p:nvPr/>
            </p:nvSpPr>
            <p:spPr>
              <a:xfrm>
                <a:off x="3911855" y="5667255"/>
                <a:ext cx="504369"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kumimoji="1" lang="en-US" altLang="ja-JP" sz="2400" b="0" i="0" smtClean="0">
                          <a:latin typeface="Cambria Math" panose="02040503050406030204" pitchFamily="18" charset="0"/>
                        </a:rPr>
                        <m:t>Δ</m:t>
                      </m:r>
                      <m:r>
                        <a:rPr kumimoji="1" lang="en-US" altLang="ja-JP" sz="2400" b="0" i="1" smtClean="0">
                          <a:latin typeface="Cambria Math" panose="02040503050406030204" pitchFamily="18" charset="0"/>
                        </a:rPr>
                        <m:t>𝑤</m:t>
                      </m:r>
                    </m:oMath>
                  </m:oMathPara>
                </a14:m>
                <a:endParaRPr kumimoji="1" lang="ja-JP" altLang="en-US" sz="2400" dirty="0"/>
              </a:p>
            </p:txBody>
          </p:sp>
        </mc:Choice>
        <mc:Fallback xmlns="">
          <p:sp>
            <p:nvSpPr>
              <p:cNvPr id="61" name="テキスト ボックス 60">
                <a:extLst>
                  <a:ext uri="{FF2B5EF4-FFF2-40B4-BE49-F238E27FC236}">
                    <a16:creationId xmlns:a16="http://schemas.microsoft.com/office/drawing/2014/main" id="{057A645E-7578-FC54-3389-624CC700FBCD}"/>
                  </a:ext>
                </a:extLst>
              </p:cNvPr>
              <p:cNvSpPr txBox="1">
                <a:spLocks noRot="1" noChangeAspect="1" noMove="1" noResize="1" noEditPoints="1" noAdjustHandles="1" noChangeArrowheads="1" noChangeShapeType="1" noTextEdit="1"/>
              </p:cNvSpPr>
              <p:nvPr/>
            </p:nvSpPr>
            <p:spPr>
              <a:xfrm>
                <a:off x="3911855" y="5667255"/>
                <a:ext cx="504369" cy="369332"/>
              </a:xfrm>
              <a:prstGeom prst="rect">
                <a:avLst/>
              </a:prstGeom>
              <a:blipFill>
                <a:blip r:embed="rId17"/>
                <a:stretch>
                  <a:fillRect l="-13415" r="-4878" b="-10000"/>
                </a:stretch>
              </a:blipFill>
            </p:spPr>
            <p:txBody>
              <a:bodyPr/>
              <a:lstStyle/>
              <a:p>
                <a:r>
                  <a:rPr lang="ja-JP" altLang="en-US">
                    <a:noFill/>
                  </a:rPr>
                  <a:t> </a:t>
                </a:r>
              </a:p>
            </p:txBody>
          </p:sp>
        </mc:Fallback>
      </mc:AlternateContent>
      <p:sp>
        <p:nvSpPr>
          <p:cNvPr id="62" name="矢印: 右 61">
            <a:extLst>
              <a:ext uri="{FF2B5EF4-FFF2-40B4-BE49-F238E27FC236}">
                <a16:creationId xmlns:a16="http://schemas.microsoft.com/office/drawing/2014/main" id="{7B99FC2F-A1DC-0896-60E2-1E41DB800D7B}"/>
              </a:ext>
            </a:extLst>
          </p:cNvPr>
          <p:cNvSpPr/>
          <p:nvPr/>
        </p:nvSpPr>
        <p:spPr>
          <a:xfrm>
            <a:off x="3045360" y="5684283"/>
            <a:ext cx="653116" cy="27606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63" name="直線矢印コネクタ 62">
            <a:extLst>
              <a:ext uri="{FF2B5EF4-FFF2-40B4-BE49-F238E27FC236}">
                <a16:creationId xmlns:a16="http://schemas.microsoft.com/office/drawing/2014/main" id="{411BAA42-D1DD-03E4-44C6-6E179EF7EB01}"/>
              </a:ext>
            </a:extLst>
          </p:cNvPr>
          <p:cNvCxnSpPr>
            <a:cxnSpLocks/>
          </p:cNvCxnSpPr>
          <p:nvPr/>
        </p:nvCxnSpPr>
        <p:spPr>
          <a:xfrm>
            <a:off x="4469392" y="5733063"/>
            <a:ext cx="264432" cy="271506"/>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0" name="テキスト ボックス 69">
                <a:extLst>
                  <a:ext uri="{FF2B5EF4-FFF2-40B4-BE49-F238E27FC236}">
                    <a16:creationId xmlns:a16="http://schemas.microsoft.com/office/drawing/2014/main" id="{E437DCA3-9991-A614-52BC-AB6F91798EC7}"/>
                  </a:ext>
                </a:extLst>
              </p:cNvPr>
              <p:cNvSpPr txBox="1"/>
              <p:nvPr/>
            </p:nvSpPr>
            <p:spPr>
              <a:xfrm>
                <a:off x="2307958" y="3210397"/>
                <a:ext cx="321627" cy="369332"/>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𝑤</m:t>
                      </m:r>
                    </m:oMath>
                  </m:oMathPara>
                </a14:m>
                <a:endParaRPr kumimoji="1" lang="ja-JP" altLang="en-US" sz="2400" dirty="0"/>
              </a:p>
            </p:txBody>
          </p:sp>
        </mc:Choice>
        <mc:Fallback xmlns="">
          <p:sp>
            <p:nvSpPr>
              <p:cNvPr id="70" name="テキスト ボックス 69">
                <a:extLst>
                  <a:ext uri="{FF2B5EF4-FFF2-40B4-BE49-F238E27FC236}">
                    <a16:creationId xmlns:a16="http://schemas.microsoft.com/office/drawing/2014/main" id="{E437DCA3-9991-A614-52BC-AB6F91798EC7}"/>
                  </a:ext>
                </a:extLst>
              </p:cNvPr>
              <p:cNvSpPr txBox="1">
                <a:spLocks noRot="1" noChangeAspect="1" noMove="1" noResize="1" noEditPoints="1" noAdjustHandles="1" noChangeArrowheads="1" noChangeShapeType="1" noTextEdit="1"/>
              </p:cNvSpPr>
              <p:nvPr/>
            </p:nvSpPr>
            <p:spPr>
              <a:xfrm>
                <a:off x="2307958" y="3210397"/>
                <a:ext cx="321627" cy="369332"/>
              </a:xfrm>
              <a:prstGeom prst="rect">
                <a:avLst/>
              </a:prstGeom>
              <a:blipFill>
                <a:blip r:embed="rId18"/>
                <a:stretch>
                  <a:fillRect l="-11538" r="-7692" b="-1667"/>
                </a:stretch>
              </a:blipFill>
            </p:spPr>
            <p:txBody>
              <a:bodyPr/>
              <a:lstStyle/>
              <a:p>
                <a:r>
                  <a:rPr lang="ja-JP" altLang="en-US">
                    <a:noFill/>
                  </a:rPr>
                  <a:t> </a:t>
                </a:r>
              </a:p>
            </p:txBody>
          </p:sp>
        </mc:Fallback>
      </mc:AlternateContent>
      <p:sp>
        <p:nvSpPr>
          <p:cNvPr id="77" name="テキスト ボックス 76">
            <a:extLst>
              <a:ext uri="{FF2B5EF4-FFF2-40B4-BE49-F238E27FC236}">
                <a16:creationId xmlns:a16="http://schemas.microsoft.com/office/drawing/2014/main" id="{811F2107-D200-4EE1-3B13-184F72D3D228}"/>
              </a:ext>
            </a:extLst>
          </p:cNvPr>
          <p:cNvSpPr txBox="1"/>
          <p:nvPr/>
        </p:nvSpPr>
        <p:spPr>
          <a:xfrm>
            <a:off x="2461667" y="3613516"/>
            <a:ext cx="1073661"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Arial"/>
                <a:ea typeface="微软雅黑"/>
                <a:cs typeface="+mn-cs"/>
              </a:rPr>
              <a:t>Neuron</a:t>
            </a:r>
            <a:endParaRPr kumimoji="1" lang="ja-JP" altLang="en-US" sz="1800" b="0" i="0" u="none" strike="noStrike" kern="1200" cap="none" spc="0" normalizeH="0" baseline="0" noProof="0" dirty="0">
              <a:ln>
                <a:noFill/>
              </a:ln>
              <a:solidFill>
                <a:prstClr val="black"/>
              </a:solidFill>
              <a:effectLst/>
              <a:uLnTx/>
              <a:uFillTx/>
              <a:latin typeface="Arial"/>
              <a:ea typeface="微软雅黑"/>
              <a:cs typeface="+mn-cs"/>
            </a:endParaRPr>
          </a:p>
        </p:txBody>
      </p:sp>
    </p:spTree>
    <p:custDataLst>
      <p:tags r:id="rId1"/>
    </p:custDataLst>
    <p:extLst>
      <p:ext uri="{BB962C8B-B14F-4D97-AF65-F5344CB8AC3E}">
        <p14:creationId xmlns:p14="http://schemas.microsoft.com/office/powerpoint/2010/main" val="20735071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4"/>
          <a:stretch>
            <a:fillRect/>
          </a:stretch>
        </a:blipFill>
        <a:effectLst/>
      </p:bgPr>
    </p:bg>
    <p:spTree>
      <p:nvGrpSpPr>
        <p:cNvPr id="1" name="">
          <a:extLst>
            <a:ext uri="{FF2B5EF4-FFF2-40B4-BE49-F238E27FC236}">
              <a16:creationId xmlns:a16="http://schemas.microsoft.com/office/drawing/2014/main" id="{366E8F42-FAF7-05BB-BCE9-664B2993F58D}"/>
            </a:ext>
          </a:extLst>
        </p:cNvPr>
        <p:cNvGrpSpPr/>
        <p:nvPr/>
      </p:nvGrpSpPr>
      <p:grpSpPr>
        <a:xfrm>
          <a:off x="0" y="0"/>
          <a:ext cx="0" cy="0"/>
          <a:chOff x="0" y="0"/>
          <a:chExt cx="0" cy="0"/>
        </a:xfrm>
      </p:grpSpPr>
      <p:sp>
        <p:nvSpPr>
          <p:cNvPr id="8" name="コンテンツ プレースホルダー 5">
            <a:extLst>
              <a:ext uri="{FF2B5EF4-FFF2-40B4-BE49-F238E27FC236}">
                <a16:creationId xmlns:a16="http://schemas.microsoft.com/office/drawing/2014/main" id="{9FF24401-0F67-E64F-FAB2-3DE3F64D92DC}"/>
              </a:ext>
            </a:extLst>
          </p:cNvPr>
          <p:cNvSpPr txBox="1">
            <a:spLocks/>
          </p:cNvSpPr>
          <p:nvPr/>
        </p:nvSpPr>
        <p:spPr>
          <a:xfrm>
            <a:off x="608399" y="1490400"/>
            <a:ext cx="10969199" cy="4759200"/>
          </a:xfrm>
          <a:prstGeom prst="rect">
            <a:avLst/>
          </a:prstGeom>
        </p:spPr>
        <p:txBody>
          <a:bodyPr vert="horz" lIns="90000" tIns="46800" rIns="90000" bIns="46800" rtlCol="0">
            <a:norm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30000"/>
              </a:lnSpc>
              <a:spcBef>
                <a:spcPts val="0"/>
              </a:spcBef>
              <a:spcAft>
                <a:spcPts val="1000"/>
              </a:spcAft>
              <a:buClrTx/>
              <a:buSzTx/>
              <a:buFont typeface="Arial" panose="020B0604020202020204" pitchFamily="34" charset="0"/>
              <a:buNone/>
              <a:tabLst/>
              <a:defRPr/>
            </a:pPr>
            <a:endParaRPr kumimoji="0" lang="en-US" altLang="ja-JP" sz="2000" b="0" i="0" u="none" strike="noStrike" kern="1200" cap="none" spc="150" normalizeH="0" baseline="0" noProof="0" dirty="0">
              <a:ln>
                <a:noFill/>
              </a:ln>
              <a:solidFill>
                <a:prstClr val="black"/>
              </a:solidFill>
              <a:effectLst/>
              <a:uLnTx/>
              <a:uFillTx/>
              <a:latin typeface="Arial"/>
              <a:ea typeface="微软雅黑"/>
              <a:cs typeface="+mn-cs"/>
            </a:endParaRPr>
          </a:p>
          <a:p>
            <a:pPr marL="228600" marR="0" lvl="0" indent="-228600" algn="l" defTabSz="914400" rtl="0" eaLnBrk="1" fontAlgn="auto" latinLnBrk="0" hangingPunct="1">
              <a:lnSpc>
                <a:spcPct val="130000"/>
              </a:lnSpc>
              <a:spcBef>
                <a:spcPts val="0"/>
              </a:spcBef>
              <a:spcAft>
                <a:spcPts val="1000"/>
              </a:spcAft>
              <a:buClrTx/>
              <a:buSzTx/>
              <a:buFont typeface="Arial" panose="020B0604020202020204" pitchFamily="34" charset="0"/>
              <a:buChar char="●"/>
              <a:tabLst/>
              <a:defRPr/>
            </a:pPr>
            <a:endParaRPr kumimoji="0" lang="ja-JP" altLang="en-US" sz="2000" b="0" i="0" u="none" strike="noStrike" kern="1200" cap="none" spc="150" normalizeH="0" baseline="0" noProof="0" dirty="0">
              <a:ln>
                <a:noFill/>
              </a:ln>
              <a:solidFill>
                <a:prstClr val="black"/>
              </a:solidFill>
              <a:effectLst/>
              <a:uLnTx/>
              <a:uFillTx/>
              <a:latin typeface="Arial"/>
              <a:ea typeface="微软雅黑"/>
              <a:cs typeface="+mn-cs"/>
            </a:endParaRPr>
          </a:p>
        </p:txBody>
      </p:sp>
      <p:sp>
        <p:nvSpPr>
          <p:cNvPr id="5" name="タイトル 4">
            <a:extLst>
              <a:ext uri="{FF2B5EF4-FFF2-40B4-BE49-F238E27FC236}">
                <a16:creationId xmlns:a16="http://schemas.microsoft.com/office/drawing/2014/main" id="{2D1BAFFF-9927-74EA-BA30-7516409DB7FA}"/>
              </a:ext>
            </a:extLst>
          </p:cNvPr>
          <p:cNvSpPr>
            <a:spLocks noGrp="1"/>
          </p:cNvSpPr>
          <p:nvPr>
            <p:ph type="title"/>
          </p:nvPr>
        </p:nvSpPr>
        <p:spPr/>
        <p:txBody>
          <a:bodyPr/>
          <a:lstStyle/>
          <a:p>
            <a:r>
              <a:rPr lang="en-US" altLang="ja-JP" dirty="0"/>
              <a:t>Introduction (</a:t>
            </a:r>
            <a:r>
              <a:rPr lang="en-US" altLang="ja-JP" dirty="0" err="1"/>
              <a:t>cnt</a:t>
            </a:r>
            <a:r>
              <a:rPr lang="en-US" altLang="ja-JP" dirty="0"/>
              <a:t>.)</a:t>
            </a:r>
            <a:endParaRPr lang="ja-JP" altLang="en-US" dirty="0"/>
          </a:p>
        </p:txBody>
      </p:sp>
      <p:sp>
        <p:nvSpPr>
          <p:cNvPr id="2" name="コンテンツ プレースホルダー 1">
            <a:extLst>
              <a:ext uri="{FF2B5EF4-FFF2-40B4-BE49-F238E27FC236}">
                <a16:creationId xmlns:a16="http://schemas.microsoft.com/office/drawing/2014/main" id="{7177B3A3-0C67-4A02-329C-48FC67AC9231}"/>
              </a:ext>
            </a:extLst>
          </p:cNvPr>
          <p:cNvSpPr>
            <a:spLocks noGrp="1"/>
          </p:cNvSpPr>
          <p:nvPr>
            <p:ph idx="1"/>
          </p:nvPr>
        </p:nvSpPr>
        <p:spPr/>
        <p:txBody>
          <a:bodyPr>
            <a:normAutofit/>
          </a:bodyPr>
          <a:lstStyle/>
          <a:p>
            <a:pPr marL="0" indent="0">
              <a:buNone/>
            </a:pPr>
            <a:r>
              <a:rPr lang="en-US" altLang="ja-JP" sz="2400" dirty="0">
                <a:solidFill>
                  <a:prstClr val="black"/>
                </a:solidFill>
                <a:latin typeface="Arial"/>
                <a:ea typeface="微软雅黑"/>
              </a:rPr>
              <a:t>Challenges:</a:t>
            </a:r>
          </a:p>
          <a:p>
            <a:pPr marL="0" indent="0">
              <a:buNone/>
            </a:pPr>
            <a:r>
              <a:rPr lang="en-US" altLang="ja-JP" sz="2400" dirty="0">
                <a:solidFill>
                  <a:prstClr val="black"/>
                </a:solidFill>
                <a:latin typeface="Arial"/>
                <a:ea typeface="微软雅黑"/>
              </a:rPr>
              <a:t>Unstable energy supply for </a:t>
            </a:r>
            <a:r>
              <a:rPr lang="en-US" altLang="ja-JP" sz="2400" u="sng" dirty="0">
                <a:solidFill>
                  <a:prstClr val="black"/>
                </a:solidFill>
                <a:latin typeface="Arial"/>
                <a:ea typeface="微软雅黑"/>
              </a:rPr>
              <a:t>edge AI systems</a:t>
            </a:r>
            <a:r>
              <a:rPr lang="en-US" altLang="ja-JP" sz="2400" dirty="0">
                <a:solidFill>
                  <a:prstClr val="black"/>
                </a:solidFill>
                <a:latin typeface="Arial"/>
                <a:ea typeface="微软雅黑"/>
              </a:rPr>
              <a:t>.</a:t>
            </a:r>
          </a:p>
          <a:p>
            <a:pPr marL="0" indent="0">
              <a:buNone/>
            </a:pPr>
            <a:r>
              <a:rPr lang="en-US" altLang="ja-JP" sz="2400" dirty="0">
                <a:solidFill>
                  <a:prstClr val="black"/>
                </a:solidFill>
                <a:latin typeface="Arial"/>
                <a:ea typeface="微软雅黑"/>
              </a:rPr>
              <a:t>Simple energy reduction leads to </a:t>
            </a:r>
            <a:r>
              <a:rPr lang="en-US" altLang="ja-JP" sz="2400" u="sng" dirty="0">
                <a:solidFill>
                  <a:prstClr val="black"/>
                </a:solidFill>
                <a:latin typeface="Arial"/>
                <a:ea typeface="微软雅黑"/>
              </a:rPr>
              <a:t>suboptimal performance</a:t>
            </a:r>
            <a:r>
              <a:rPr lang="en-US" altLang="ja-JP" sz="2400" dirty="0">
                <a:solidFill>
                  <a:prstClr val="black"/>
                </a:solidFill>
                <a:latin typeface="Arial"/>
                <a:ea typeface="微软雅黑"/>
              </a:rPr>
              <a:t>.</a:t>
            </a:r>
          </a:p>
        </p:txBody>
      </p:sp>
      <p:pic>
        <p:nvPicPr>
          <p:cNvPr id="4" name="图片 3" descr="logo-4">
            <a:extLst>
              <a:ext uri="{FF2B5EF4-FFF2-40B4-BE49-F238E27FC236}">
                <a16:creationId xmlns:a16="http://schemas.microsoft.com/office/drawing/2014/main" id="{5BFBAE37-1960-3B96-1226-84C3B9B3E4FE}"/>
              </a:ext>
            </a:extLst>
          </p:cNvPr>
          <p:cNvPicPr>
            <a:picLocks noChangeAspect="1"/>
          </p:cNvPicPr>
          <p:nvPr/>
        </p:nvPicPr>
        <p:blipFill>
          <a:blip r:embed="rId5"/>
          <a:stretch>
            <a:fillRect/>
          </a:stretch>
        </p:blipFill>
        <p:spPr>
          <a:xfrm>
            <a:off x="10354310" y="6334125"/>
            <a:ext cx="1603375" cy="387350"/>
          </a:xfrm>
          <a:prstGeom prst="rect">
            <a:avLst/>
          </a:prstGeom>
        </p:spPr>
      </p:pic>
      <p:cxnSp>
        <p:nvCxnSpPr>
          <p:cNvPr id="3" name="直線矢印コネクタ 2">
            <a:extLst>
              <a:ext uri="{FF2B5EF4-FFF2-40B4-BE49-F238E27FC236}">
                <a16:creationId xmlns:a16="http://schemas.microsoft.com/office/drawing/2014/main" id="{7CA867EC-CDA6-00F1-4100-05BBE69CFE7A}"/>
              </a:ext>
            </a:extLst>
          </p:cNvPr>
          <p:cNvCxnSpPr>
            <a:cxnSpLocks/>
          </p:cNvCxnSpPr>
          <p:nvPr/>
        </p:nvCxnSpPr>
        <p:spPr>
          <a:xfrm flipV="1">
            <a:off x="2362305" y="3142238"/>
            <a:ext cx="0" cy="2786762"/>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6" name="直線矢印コネクタ 5">
            <a:extLst>
              <a:ext uri="{FF2B5EF4-FFF2-40B4-BE49-F238E27FC236}">
                <a16:creationId xmlns:a16="http://schemas.microsoft.com/office/drawing/2014/main" id="{4319517D-3808-487B-C462-2B574E195F31}"/>
              </a:ext>
            </a:extLst>
          </p:cNvPr>
          <p:cNvCxnSpPr>
            <a:cxnSpLocks/>
          </p:cNvCxnSpPr>
          <p:nvPr/>
        </p:nvCxnSpPr>
        <p:spPr>
          <a:xfrm>
            <a:off x="2362305" y="5929000"/>
            <a:ext cx="6962618"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3" name="直線コネクタ 12">
            <a:extLst>
              <a:ext uri="{FF2B5EF4-FFF2-40B4-BE49-F238E27FC236}">
                <a16:creationId xmlns:a16="http://schemas.microsoft.com/office/drawing/2014/main" id="{16D15D29-A7AC-8953-5A6A-9BEB5625EEE6}"/>
              </a:ext>
            </a:extLst>
          </p:cNvPr>
          <p:cNvCxnSpPr>
            <a:cxnSpLocks/>
          </p:cNvCxnSpPr>
          <p:nvPr/>
        </p:nvCxnSpPr>
        <p:spPr>
          <a:xfrm>
            <a:off x="2387600" y="4390403"/>
            <a:ext cx="708152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21" name="テキスト ボックス 20">
            <a:extLst>
              <a:ext uri="{FF2B5EF4-FFF2-40B4-BE49-F238E27FC236}">
                <a16:creationId xmlns:a16="http://schemas.microsoft.com/office/drawing/2014/main" id="{E146A7F2-D0EC-65C5-C70D-49C2273AD881}"/>
              </a:ext>
            </a:extLst>
          </p:cNvPr>
          <p:cNvSpPr txBox="1"/>
          <p:nvPr/>
        </p:nvSpPr>
        <p:spPr>
          <a:xfrm>
            <a:off x="8919476" y="5880268"/>
            <a:ext cx="853374" cy="369332"/>
          </a:xfrm>
          <a:prstGeom prst="rect">
            <a:avLst/>
          </a:prstGeom>
          <a:noFill/>
        </p:spPr>
        <p:txBody>
          <a:bodyPr wrap="square" rtlCol="0">
            <a:spAutoFit/>
          </a:bodyPr>
          <a:lstStyle/>
          <a:p>
            <a:pPr algn="ctr"/>
            <a:r>
              <a:rPr kumimoji="1" lang="en-US" altLang="ja-JP" dirty="0"/>
              <a:t>Time</a:t>
            </a:r>
            <a:endParaRPr kumimoji="1" lang="ja-JP" altLang="en-US" dirty="0"/>
          </a:p>
        </p:txBody>
      </p:sp>
      <p:sp>
        <p:nvSpPr>
          <p:cNvPr id="28" name="フリーフォーム: 図形 27">
            <a:extLst>
              <a:ext uri="{FF2B5EF4-FFF2-40B4-BE49-F238E27FC236}">
                <a16:creationId xmlns:a16="http://schemas.microsoft.com/office/drawing/2014/main" id="{ECEB0CD5-8091-1179-5D3B-913C2EE5E1D7}"/>
              </a:ext>
            </a:extLst>
          </p:cNvPr>
          <p:cNvSpPr/>
          <p:nvPr/>
        </p:nvSpPr>
        <p:spPr>
          <a:xfrm>
            <a:off x="2387600" y="3323595"/>
            <a:ext cx="7081520" cy="1066808"/>
          </a:xfrm>
          <a:custGeom>
            <a:avLst/>
            <a:gdLst>
              <a:gd name="csX0" fmla="*/ 0 w 7081520"/>
              <a:gd name="csY0" fmla="*/ 1066800 h 1066808"/>
              <a:gd name="csX1" fmla="*/ 1666240 w 7081520"/>
              <a:gd name="csY1" fmla="*/ 0 h 1066808"/>
              <a:gd name="csX2" fmla="*/ 3454400 w 7081520"/>
              <a:gd name="csY2" fmla="*/ 1066800 h 1066808"/>
              <a:gd name="csX3" fmla="*/ 5262880 w 7081520"/>
              <a:gd name="csY3" fmla="*/ 20320 h 1066808"/>
              <a:gd name="csX4" fmla="*/ 7081520 w 7081520"/>
              <a:gd name="csY4" fmla="*/ 1046480 h 1066808"/>
            </a:gdLst>
            <a:ahLst/>
            <a:cxnLst>
              <a:cxn ang="0">
                <a:pos x="csX0" y="csY0"/>
              </a:cxn>
              <a:cxn ang="0">
                <a:pos x="csX1" y="csY1"/>
              </a:cxn>
              <a:cxn ang="0">
                <a:pos x="csX2" y="csY2"/>
              </a:cxn>
              <a:cxn ang="0">
                <a:pos x="csX3" y="csY3"/>
              </a:cxn>
              <a:cxn ang="0">
                <a:pos x="csX4" y="csY4"/>
              </a:cxn>
            </a:cxnLst>
            <a:rect l="l" t="t" r="r" b="b"/>
            <a:pathLst>
              <a:path w="7081520" h="1066808">
                <a:moveTo>
                  <a:pt x="0" y="1066800"/>
                </a:moveTo>
                <a:cubicBezTo>
                  <a:pt x="545253" y="533400"/>
                  <a:pt x="1090507" y="0"/>
                  <a:pt x="1666240" y="0"/>
                </a:cubicBezTo>
                <a:cubicBezTo>
                  <a:pt x="2241973" y="0"/>
                  <a:pt x="2854960" y="1063413"/>
                  <a:pt x="3454400" y="1066800"/>
                </a:cubicBezTo>
                <a:cubicBezTo>
                  <a:pt x="4053840" y="1070187"/>
                  <a:pt x="4658360" y="23707"/>
                  <a:pt x="5262880" y="20320"/>
                </a:cubicBezTo>
                <a:cubicBezTo>
                  <a:pt x="5867400" y="16933"/>
                  <a:pt x="6783493" y="873760"/>
                  <a:pt x="7081520" y="1046480"/>
                </a:cubicBezTo>
              </a:path>
            </a:pathLst>
          </a:cu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テキスト ボックス 38">
            <a:extLst>
              <a:ext uri="{FF2B5EF4-FFF2-40B4-BE49-F238E27FC236}">
                <a16:creationId xmlns:a16="http://schemas.microsoft.com/office/drawing/2014/main" id="{6AE2A46A-A00D-E1D8-9AE4-3CD74436D055}"/>
              </a:ext>
            </a:extLst>
          </p:cNvPr>
          <p:cNvSpPr txBox="1"/>
          <p:nvPr/>
        </p:nvSpPr>
        <p:spPr>
          <a:xfrm>
            <a:off x="3302000" y="3543870"/>
            <a:ext cx="1270000" cy="646331"/>
          </a:xfrm>
          <a:prstGeom prst="rect">
            <a:avLst/>
          </a:prstGeom>
          <a:noFill/>
        </p:spPr>
        <p:txBody>
          <a:bodyPr wrap="square" rtlCol="0">
            <a:spAutoFit/>
          </a:bodyPr>
          <a:lstStyle/>
          <a:p>
            <a:pPr algn="ctr"/>
            <a:r>
              <a:rPr kumimoji="1" lang="en-US" altLang="ja-JP" dirty="0"/>
              <a:t>Wasted Energy</a:t>
            </a:r>
            <a:endParaRPr kumimoji="1" lang="ja-JP" altLang="en-US" dirty="0"/>
          </a:p>
        </p:txBody>
      </p:sp>
      <p:sp>
        <p:nvSpPr>
          <p:cNvPr id="40" name="テキスト ボックス 39">
            <a:extLst>
              <a:ext uri="{FF2B5EF4-FFF2-40B4-BE49-F238E27FC236}">
                <a16:creationId xmlns:a16="http://schemas.microsoft.com/office/drawing/2014/main" id="{6545F51A-6192-7299-251E-AB849DF13F5F}"/>
              </a:ext>
            </a:extLst>
          </p:cNvPr>
          <p:cNvSpPr txBox="1"/>
          <p:nvPr/>
        </p:nvSpPr>
        <p:spPr>
          <a:xfrm>
            <a:off x="7091680" y="3543870"/>
            <a:ext cx="1270000" cy="646331"/>
          </a:xfrm>
          <a:prstGeom prst="rect">
            <a:avLst/>
          </a:prstGeom>
          <a:noFill/>
        </p:spPr>
        <p:txBody>
          <a:bodyPr wrap="square" rtlCol="0">
            <a:spAutoFit/>
          </a:bodyPr>
          <a:lstStyle/>
          <a:p>
            <a:pPr algn="ctr"/>
            <a:r>
              <a:rPr kumimoji="1" lang="en-US" altLang="ja-JP" dirty="0"/>
              <a:t>Wasted Energy</a:t>
            </a:r>
            <a:endParaRPr kumimoji="1" lang="ja-JP" altLang="en-US" dirty="0"/>
          </a:p>
        </p:txBody>
      </p:sp>
      <p:sp>
        <p:nvSpPr>
          <p:cNvPr id="41" name="テキスト ボックス 40">
            <a:extLst>
              <a:ext uri="{FF2B5EF4-FFF2-40B4-BE49-F238E27FC236}">
                <a16:creationId xmlns:a16="http://schemas.microsoft.com/office/drawing/2014/main" id="{73C5931B-AC01-FCAF-90A3-C18ADCDFC346}"/>
              </a:ext>
            </a:extLst>
          </p:cNvPr>
          <p:cNvSpPr txBox="1"/>
          <p:nvPr/>
        </p:nvSpPr>
        <p:spPr>
          <a:xfrm>
            <a:off x="8840913" y="3374741"/>
            <a:ext cx="958685" cy="646331"/>
          </a:xfrm>
          <a:prstGeom prst="rect">
            <a:avLst/>
          </a:prstGeom>
          <a:noFill/>
        </p:spPr>
        <p:txBody>
          <a:bodyPr wrap="square" rtlCol="0">
            <a:spAutoFit/>
          </a:bodyPr>
          <a:lstStyle/>
          <a:p>
            <a:pPr algn="ctr"/>
            <a:r>
              <a:rPr kumimoji="1" lang="en-US" altLang="ja-JP" dirty="0">
                <a:solidFill>
                  <a:schemeClr val="accent1"/>
                </a:solidFill>
              </a:rPr>
              <a:t>Supply</a:t>
            </a:r>
          </a:p>
          <a:p>
            <a:pPr algn="ctr"/>
            <a:r>
              <a:rPr kumimoji="1" lang="en-US" altLang="ja-JP" dirty="0">
                <a:solidFill>
                  <a:schemeClr val="accent1"/>
                </a:solidFill>
              </a:rPr>
              <a:t>Energy</a:t>
            </a:r>
            <a:endParaRPr kumimoji="1" lang="ja-JP" altLang="en-US" dirty="0">
              <a:solidFill>
                <a:schemeClr val="accent1"/>
              </a:solidFill>
            </a:endParaRPr>
          </a:p>
        </p:txBody>
      </p:sp>
      <p:sp>
        <p:nvSpPr>
          <p:cNvPr id="42" name="テキスト ボックス 41">
            <a:extLst>
              <a:ext uri="{FF2B5EF4-FFF2-40B4-BE49-F238E27FC236}">
                <a16:creationId xmlns:a16="http://schemas.microsoft.com/office/drawing/2014/main" id="{BC6E5A75-71C4-03B3-6A23-CF4005DDCA8E}"/>
              </a:ext>
            </a:extLst>
          </p:cNvPr>
          <p:cNvSpPr txBox="1"/>
          <p:nvPr/>
        </p:nvSpPr>
        <p:spPr>
          <a:xfrm>
            <a:off x="9320255" y="4251911"/>
            <a:ext cx="1532994" cy="646331"/>
          </a:xfrm>
          <a:prstGeom prst="rect">
            <a:avLst/>
          </a:prstGeom>
          <a:noFill/>
        </p:spPr>
        <p:txBody>
          <a:bodyPr wrap="square" rtlCol="0">
            <a:spAutoFit/>
          </a:bodyPr>
          <a:lstStyle/>
          <a:p>
            <a:pPr algn="ctr"/>
            <a:r>
              <a:rPr kumimoji="1" lang="en-US" altLang="ja-JP" dirty="0">
                <a:solidFill>
                  <a:srgbClr val="FF0000"/>
                </a:solidFill>
              </a:rPr>
              <a:t>Energy</a:t>
            </a:r>
          </a:p>
          <a:p>
            <a:pPr algn="ctr"/>
            <a:r>
              <a:rPr kumimoji="1" lang="en-US" altLang="ja-JP" dirty="0">
                <a:solidFill>
                  <a:srgbClr val="FF0000"/>
                </a:solidFill>
              </a:rPr>
              <a:t>Consumption</a:t>
            </a:r>
            <a:endParaRPr kumimoji="1" lang="ja-JP" altLang="en-US" dirty="0">
              <a:solidFill>
                <a:srgbClr val="FF0000"/>
              </a:solidFill>
            </a:endParaRPr>
          </a:p>
        </p:txBody>
      </p:sp>
      <p:sp>
        <p:nvSpPr>
          <p:cNvPr id="43" name="楕円 42">
            <a:extLst>
              <a:ext uri="{FF2B5EF4-FFF2-40B4-BE49-F238E27FC236}">
                <a16:creationId xmlns:a16="http://schemas.microsoft.com/office/drawing/2014/main" id="{0929EEEC-B6A2-32D3-5EE8-BBDED05D3B99}"/>
              </a:ext>
            </a:extLst>
          </p:cNvPr>
          <p:cNvSpPr/>
          <p:nvPr/>
        </p:nvSpPr>
        <p:spPr>
          <a:xfrm>
            <a:off x="5203332" y="4528895"/>
            <a:ext cx="466531" cy="466531"/>
          </a:xfrm>
          <a:prstGeom prst="ellipse">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44" name="楕円 43">
            <a:extLst>
              <a:ext uri="{FF2B5EF4-FFF2-40B4-BE49-F238E27FC236}">
                <a16:creationId xmlns:a16="http://schemas.microsoft.com/office/drawing/2014/main" id="{BB29AD06-77A6-F74A-759B-1219506ED1C1}"/>
              </a:ext>
            </a:extLst>
          </p:cNvPr>
          <p:cNvSpPr/>
          <p:nvPr/>
        </p:nvSpPr>
        <p:spPr>
          <a:xfrm>
            <a:off x="5203331" y="5188596"/>
            <a:ext cx="466531" cy="466531"/>
          </a:xfrm>
          <a:prstGeom prst="ellipse">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45" name="楕円 44">
            <a:extLst>
              <a:ext uri="{FF2B5EF4-FFF2-40B4-BE49-F238E27FC236}">
                <a16:creationId xmlns:a16="http://schemas.microsoft.com/office/drawing/2014/main" id="{58FB2F2D-5DD9-8CC0-C345-A576B3DAA68A}"/>
              </a:ext>
            </a:extLst>
          </p:cNvPr>
          <p:cNvSpPr/>
          <p:nvPr/>
        </p:nvSpPr>
        <p:spPr>
          <a:xfrm>
            <a:off x="5970707" y="4528895"/>
            <a:ext cx="466531" cy="466531"/>
          </a:xfrm>
          <a:prstGeom prst="ellipse">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46" name="楕円 45">
            <a:extLst>
              <a:ext uri="{FF2B5EF4-FFF2-40B4-BE49-F238E27FC236}">
                <a16:creationId xmlns:a16="http://schemas.microsoft.com/office/drawing/2014/main" id="{97785B12-0379-6B6D-0F69-96D71506A868}"/>
              </a:ext>
            </a:extLst>
          </p:cNvPr>
          <p:cNvSpPr/>
          <p:nvPr/>
        </p:nvSpPr>
        <p:spPr>
          <a:xfrm>
            <a:off x="5968662" y="5188597"/>
            <a:ext cx="466531" cy="466531"/>
          </a:xfrm>
          <a:prstGeom prst="ellipse">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p:cxnSp>
        <p:nvCxnSpPr>
          <p:cNvPr id="47" name="直線矢印コネクタ 46">
            <a:extLst>
              <a:ext uri="{FF2B5EF4-FFF2-40B4-BE49-F238E27FC236}">
                <a16:creationId xmlns:a16="http://schemas.microsoft.com/office/drawing/2014/main" id="{41432893-AE77-F632-3ECD-5A54A32C624B}"/>
              </a:ext>
            </a:extLst>
          </p:cNvPr>
          <p:cNvCxnSpPr>
            <a:stCxn id="43" idx="6"/>
            <a:endCxn id="45" idx="2"/>
          </p:cNvCxnSpPr>
          <p:nvPr/>
        </p:nvCxnSpPr>
        <p:spPr>
          <a:xfrm>
            <a:off x="5669863" y="4762161"/>
            <a:ext cx="300844"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直線矢印コネクタ 47">
            <a:extLst>
              <a:ext uri="{FF2B5EF4-FFF2-40B4-BE49-F238E27FC236}">
                <a16:creationId xmlns:a16="http://schemas.microsoft.com/office/drawing/2014/main" id="{EF7E9B8E-743D-0BF0-5596-C31BC4C56A2E}"/>
              </a:ext>
            </a:extLst>
          </p:cNvPr>
          <p:cNvCxnSpPr>
            <a:cxnSpLocks/>
            <a:stCxn id="43" idx="6"/>
            <a:endCxn id="46" idx="2"/>
          </p:cNvCxnSpPr>
          <p:nvPr/>
        </p:nvCxnSpPr>
        <p:spPr>
          <a:xfrm>
            <a:off x="5669863" y="4762161"/>
            <a:ext cx="298799" cy="65970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直線矢印コネクタ 48">
            <a:extLst>
              <a:ext uri="{FF2B5EF4-FFF2-40B4-BE49-F238E27FC236}">
                <a16:creationId xmlns:a16="http://schemas.microsoft.com/office/drawing/2014/main" id="{3BC00A29-F3A4-DA61-49C0-67F4A1063C81}"/>
              </a:ext>
            </a:extLst>
          </p:cNvPr>
          <p:cNvCxnSpPr>
            <a:cxnSpLocks/>
            <a:stCxn id="44" idx="6"/>
            <a:endCxn id="45" idx="2"/>
          </p:cNvCxnSpPr>
          <p:nvPr/>
        </p:nvCxnSpPr>
        <p:spPr>
          <a:xfrm flipV="1">
            <a:off x="5669862" y="4762161"/>
            <a:ext cx="300845" cy="65970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直線矢印コネクタ 49">
            <a:extLst>
              <a:ext uri="{FF2B5EF4-FFF2-40B4-BE49-F238E27FC236}">
                <a16:creationId xmlns:a16="http://schemas.microsoft.com/office/drawing/2014/main" id="{081A9808-A230-D26C-DC52-824717A3132D}"/>
              </a:ext>
            </a:extLst>
          </p:cNvPr>
          <p:cNvCxnSpPr>
            <a:cxnSpLocks/>
            <a:stCxn id="44" idx="6"/>
            <a:endCxn id="46" idx="2"/>
          </p:cNvCxnSpPr>
          <p:nvPr/>
        </p:nvCxnSpPr>
        <p:spPr>
          <a:xfrm>
            <a:off x="5669862" y="5421862"/>
            <a:ext cx="298800" cy="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直線コネクタ 50">
            <a:extLst>
              <a:ext uri="{FF2B5EF4-FFF2-40B4-BE49-F238E27FC236}">
                <a16:creationId xmlns:a16="http://schemas.microsoft.com/office/drawing/2014/main" id="{26D8DAA9-3AC7-E437-0A35-289FA2E9E642}"/>
              </a:ext>
            </a:extLst>
          </p:cNvPr>
          <p:cNvCxnSpPr>
            <a:cxnSpLocks/>
            <a:endCxn id="52" idx="3"/>
          </p:cNvCxnSpPr>
          <p:nvPr/>
        </p:nvCxnSpPr>
        <p:spPr>
          <a:xfrm flipH="1">
            <a:off x="6573520" y="5119882"/>
            <a:ext cx="709761" cy="0"/>
          </a:xfrm>
          <a:prstGeom prst="line">
            <a:avLst/>
          </a:prstGeom>
          <a:ln w="28575">
            <a:prstDash val="solid"/>
          </a:ln>
        </p:spPr>
        <p:style>
          <a:lnRef idx="1">
            <a:schemeClr val="dk1"/>
          </a:lnRef>
          <a:fillRef idx="0">
            <a:schemeClr val="dk1"/>
          </a:fillRef>
          <a:effectRef idx="0">
            <a:schemeClr val="dk1"/>
          </a:effectRef>
          <a:fontRef idx="minor">
            <a:schemeClr val="tx1"/>
          </a:fontRef>
        </p:style>
      </p:cxnSp>
      <p:sp>
        <p:nvSpPr>
          <p:cNvPr id="52" name="正方形/長方形 51">
            <a:extLst>
              <a:ext uri="{FF2B5EF4-FFF2-40B4-BE49-F238E27FC236}">
                <a16:creationId xmlns:a16="http://schemas.microsoft.com/office/drawing/2014/main" id="{3BE021B3-8746-F7A7-6953-484EC9BA887B}"/>
              </a:ext>
            </a:extLst>
          </p:cNvPr>
          <p:cNvSpPr/>
          <p:nvPr/>
        </p:nvSpPr>
        <p:spPr>
          <a:xfrm>
            <a:off x="5073678" y="4474928"/>
            <a:ext cx="1499842" cy="1289908"/>
          </a:xfrm>
          <a:prstGeom prst="rect">
            <a:avLst/>
          </a:prstGeom>
          <a:noFill/>
          <a:ln w="28575">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7" name="テキスト ボックス 56">
            <a:extLst>
              <a:ext uri="{FF2B5EF4-FFF2-40B4-BE49-F238E27FC236}">
                <a16:creationId xmlns:a16="http://schemas.microsoft.com/office/drawing/2014/main" id="{290FE97C-35BB-DA2F-3DBE-F3B350752401}"/>
              </a:ext>
            </a:extLst>
          </p:cNvPr>
          <p:cNvSpPr txBox="1"/>
          <p:nvPr/>
        </p:nvSpPr>
        <p:spPr>
          <a:xfrm>
            <a:off x="7191598" y="4962475"/>
            <a:ext cx="2072640" cy="369332"/>
          </a:xfrm>
          <a:prstGeom prst="rect">
            <a:avLst/>
          </a:prstGeom>
          <a:noFill/>
        </p:spPr>
        <p:txBody>
          <a:bodyPr wrap="square" rtlCol="0">
            <a:spAutoFit/>
          </a:bodyPr>
          <a:lstStyle/>
          <a:p>
            <a:pPr algn="ctr"/>
            <a:r>
              <a:rPr kumimoji="1" lang="en-US" altLang="ja-JP" dirty="0"/>
              <a:t>Fixed Model Size</a:t>
            </a:r>
            <a:endParaRPr kumimoji="1" lang="ja-JP" altLang="en-US" dirty="0"/>
          </a:p>
        </p:txBody>
      </p:sp>
      <p:sp>
        <p:nvSpPr>
          <p:cNvPr id="58" name="スライド番号プレースホルダー 57">
            <a:extLst>
              <a:ext uri="{FF2B5EF4-FFF2-40B4-BE49-F238E27FC236}">
                <a16:creationId xmlns:a16="http://schemas.microsoft.com/office/drawing/2014/main" id="{DAA34F88-4580-D481-FE12-3C6A0715D643}"/>
              </a:ext>
            </a:extLst>
          </p:cNvPr>
          <p:cNvSpPr>
            <a:spLocks noGrp="1"/>
          </p:cNvSpPr>
          <p:nvPr>
            <p:ph type="sldNum" sz="quarter" idx="12"/>
          </p:nvPr>
        </p:nvSpPr>
        <p:spPr/>
        <p:txBody>
          <a:bodyPr/>
          <a:lstStyle/>
          <a:p>
            <a:fld id="{49AE70B2-8BF9-45C0-BB95-33D1B9D3A854}" type="slidenum">
              <a:rPr lang="zh-CN" altLang="en-US" smtClean="0"/>
              <a:t>8</a:t>
            </a:fld>
            <a:endParaRPr lang="zh-CN" altLang="en-US"/>
          </a:p>
        </p:txBody>
      </p:sp>
      <p:sp>
        <p:nvSpPr>
          <p:cNvPr id="59" name="テキスト ボックス 58">
            <a:extLst>
              <a:ext uri="{FF2B5EF4-FFF2-40B4-BE49-F238E27FC236}">
                <a16:creationId xmlns:a16="http://schemas.microsoft.com/office/drawing/2014/main" id="{A0B2E625-01CB-CDCD-6B10-37385C6FE781}"/>
              </a:ext>
            </a:extLst>
          </p:cNvPr>
          <p:cNvSpPr txBox="1"/>
          <p:nvPr/>
        </p:nvSpPr>
        <p:spPr>
          <a:xfrm>
            <a:off x="3208878" y="5986230"/>
            <a:ext cx="605536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Arial"/>
                <a:ea typeface="微软雅黑"/>
                <a:cs typeface="+mn-cs"/>
              </a:rPr>
              <a:t>Fig. 5</a:t>
            </a:r>
            <a:r>
              <a:rPr kumimoji="1" lang="en-US" altLang="ja-JP" dirty="0">
                <a:solidFill>
                  <a:prstClr val="black"/>
                </a:solidFill>
                <a:latin typeface="Arial"/>
                <a:ea typeface="微软雅黑"/>
              </a:rPr>
              <a:t> Simple Energy Reduction</a:t>
            </a:r>
            <a:endParaRPr kumimoji="1" lang="ja-JP" altLang="en-US" sz="1800" b="0" i="0" u="none" strike="noStrike" kern="1200" cap="none" spc="0" normalizeH="0" baseline="0" noProof="0" dirty="0">
              <a:ln>
                <a:noFill/>
              </a:ln>
              <a:solidFill>
                <a:prstClr val="black"/>
              </a:solidFill>
              <a:effectLst/>
              <a:uLnTx/>
              <a:uFillTx/>
              <a:latin typeface="Arial"/>
              <a:ea typeface="微软雅黑"/>
              <a:cs typeface="+mn-cs"/>
            </a:endParaRPr>
          </a:p>
        </p:txBody>
      </p:sp>
    </p:spTree>
    <p:custDataLst>
      <p:tags r:id="rId1"/>
    </p:custDataLst>
    <p:extLst>
      <p:ext uri="{BB962C8B-B14F-4D97-AF65-F5344CB8AC3E}">
        <p14:creationId xmlns:p14="http://schemas.microsoft.com/office/powerpoint/2010/main" val="32573493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4"/>
          <a:stretch>
            <a:fillRect/>
          </a:stretch>
        </a:blipFill>
        <a:effectLst/>
      </p:bgPr>
    </p:bg>
    <p:spTree>
      <p:nvGrpSpPr>
        <p:cNvPr id="1" name="">
          <a:extLst>
            <a:ext uri="{FF2B5EF4-FFF2-40B4-BE49-F238E27FC236}">
              <a16:creationId xmlns:a16="http://schemas.microsoft.com/office/drawing/2014/main" id="{D03E24FB-624E-248A-18BE-C2EBDC1DA904}"/>
            </a:ext>
          </a:extLst>
        </p:cNvPr>
        <p:cNvGrpSpPr/>
        <p:nvPr/>
      </p:nvGrpSpPr>
      <p:grpSpPr>
        <a:xfrm>
          <a:off x="0" y="0"/>
          <a:ext cx="0" cy="0"/>
          <a:chOff x="0" y="0"/>
          <a:chExt cx="0" cy="0"/>
        </a:xfrm>
      </p:grpSpPr>
      <p:sp>
        <p:nvSpPr>
          <p:cNvPr id="8" name="コンテンツ プレースホルダー 5">
            <a:extLst>
              <a:ext uri="{FF2B5EF4-FFF2-40B4-BE49-F238E27FC236}">
                <a16:creationId xmlns:a16="http://schemas.microsoft.com/office/drawing/2014/main" id="{37D22C6E-7B71-2CFE-4368-3638C90AF238}"/>
              </a:ext>
            </a:extLst>
          </p:cNvPr>
          <p:cNvSpPr txBox="1">
            <a:spLocks/>
          </p:cNvSpPr>
          <p:nvPr/>
        </p:nvSpPr>
        <p:spPr>
          <a:xfrm>
            <a:off x="608399" y="1490400"/>
            <a:ext cx="10969199" cy="4759200"/>
          </a:xfrm>
          <a:prstGeom prst="rect">
            <a:avLst/>
          </a:prstGeom>
        </p:spPr>
        <p:txBody>
          <a:bodyPr vert="horz" lIns="90000" tIns="46800" rIns="90000" bIns="46800" rtlCol="0">
            <a:norm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30000"/>
              </a:lnSpc>
              <a:spcBef>
                <a:spcPts val="0"/>
              </a:spcBef>
              <a:spcAft>
                <a:spcPts val="1000"/>
              </a:spcAft>
              <a:buClrTx/>
              <a:buSzTx/>
              <a:buFont typeface="Arial" panose="020B0604020202020204" pitchFamily="34" charset="0"/>
              <a:buNone/>
              <a:tabLst/>
              <a:defRPr/>
            </a:pPr>
            <a:endParaRPr kumimoji="0" lang="en-US" altLang="ja-JP" sz="2000" b="0" i="0" u="none" strike="noStrike" kern="1200" cap="none" spc="150" normalizeH="0" baseline="0" noProof="0" dirty="0">
              <a:ln>
                <a:noFill/>
              </a:ln>
              <a:solidFill>
                <a:prstClr val="black"/>
              </a:solidFill>
              <a:effectLst/>
              <a:uLnTx/>
              <a:uFillTx/>
              <a:latin typeface="Arial"/>
              <a:ea typeface="微软雅黑"/>
              <a:cs typeface="+mn-cs"/>
            </a:endParaRPr>
          </a:p>
          <a:p>
            <a:pPr marL="228600" marR="0" lvl="0" indent="-228600" algn="l" defTabSz="914400" rtl="0" eaLnBrk="1" fontAlgn="auto" latinLnBrk="0" hangingPunct="1">
              <a:lnSpc>
                <a:spcPct val="130000"/>
              </a:lnSpc>
              <a:spcBef>
                <a:spcPts val="0"/>
              </a:spcBef>
              <a:spcAft>
                <a:spcPts val="1000"/>
              </a:spcAft>
              <a:buClrTx/>
              <a:buSzTx/>
              <a:buFont typeface="Arial" panose="020B0604020202020204" pitchFamily="34" charset="0"/>
              <a:buChar char="●"/>
              <a:tabLst/>
              <a:defRPr/>
            </a:pPr>
            <a:endParaRPr kumimoji="0" lang="ja-JP" altLang="en-US" sz="2000" b="0" i="0" u="none" strike="noStrike" kern="1200" cap="none" spc="150" normalizeH="0" baseline="0" noProof="0" dirty="0">
              <a:ln>
                <a:noFill/>
              </a:ln>
              <a:solidFill>
                <a:prstClr val="black"/>
              </a:solidFill>
              <a:effectLst/>
              <a:uLnTx/>
              <a:uFillTx/>
              <a:latin typeface="Arial"/>
              <a:ea typeface="微软雅黑"/>
              <a:cs typeface="+mn-cs"/>
            </a:endParaRPr>
          </a:p>
        </p:txBody>
      </p:sp>
      <p:sp>
        <p:nvSpPr>
          <p:cNvPr id="5" name="タイトル 4">
            <a:extLst>
              <a:ext uri="{FF2B5EF4-FFF2-40B4-BE49-F238E27FC236}">
                <a16:creationId xmlns:a16="http://schemas.microsoft.com/office/drawing/2014/main" id="{15FCDF9C-7E3D-0266-6F04-37B4395B2D35}"/>
              </a:ext>
            </a:extLst>
          </p:cNvPr>
          <p:cNvSpPr>
            <a:spLocks noGrp="1"/>
          </p:cNvSpPr>
          <p:nvPr>
            <p:ph type="title"/>
          </p:nvPr>
        </p:nvSpPr>
        <p:spPr/>
        <p:txBody>
          <a:bodyPr/>
          <a:lstStyle/>
          <a:p>
            <a:r>
              <a:rPr lang="en-US" altLang="ja-JP" dirty="0"/>
              <a:t>Introduction (</a:t>
            </a:r>
            <a:r>
              <a:rPr lang="en-US" altLang="ja-JP" dirty="0" err="1"/>
              <a:t>cnt</a:t>
            </a:r>
            <a:r>
              <a:rPr lang="en-US" altLang="ja-JP" dirty="0"/>
              <a:t>.)</a:t>
            </a:r>
            <a:endParaRPr lang="ja-JP" altLang="en-US" dirty="0"/>
          </a:p>
        </p:txBody>
      </p:sp>
      <p:sp>
        <p:nvSpPr>
          <p:cNvPr id="2" name="コンテンツ プレースホルダー 1">
            <a:extLst>
              <a:ext uri="{FF2B5EF4-FFF2-40B4-BE49-F238E27FC236}">
                <a16:creationId xmlns:a16="http://schemas.microsoft.com/office/drawing/2014/main" id="{2F3AAF3E-CC0D-02AA-A9B9-96D979D8C97D}"/>
              </a:ext>
            </a:extLst>
          </p:cNvPr>
          <p:cNvSpPr>
            <a:spLocks noGrp="1"/>
          </p:cNvSpPr>
          <p:nvPr>
            <p:ph idx="1"/>
          </p:nvPr>
        </p:nvSpPr>
        <p:spPr/>
        <p:txBody>
          <a:bodyPr>
            <a:normAutofit/>
          </a:bodyPr>
          <a:lstStyle/>
          <a:p>
            <a:pPr marL="0" indent="0">
              <a:buNone/>
            </a:pPr>
            <a:r>
              <a:rPr lang="en-US" altLang="ja-JP" sz="2400" dirty="0">
                <a:solidFill>
                  <a:prstClr val="black"/>
                </a:solidFill>
              </a:rPr>
              <a:t>Our contributions:</a:t>
            </a:r>
          </a:p>
          <a:p>
            <a:pPr marL="0" indent="0">
              <a:buNone/>
            </a:pPr>
            <a:r>
              <a:rPr lang="en-US" altLang="ja-JP" sz="2400" u="sng" dirty="0">
                <a:solidFill>
                  <a:prstClr val="black"/>
                </a:solidFill>
              </a:rPr>
              <a:t>Dynamic energy adaptation</a:t>
            </a:r>
            <a:r>
              <a:rPr lang="en-US" altLang="ja-JP" sz="2400" dirty="0">
                <a:solidFill>
                  <a:prstClr val="black"/>
                </a:solidFill>
              </a:rPr>
              <a:t> framework for Spiking Neural Networks.</a:t>
            </a:r>
          </a:p>
          <a:p>
            <a:pPr marL="0" indent="0">
              <a:buNone/>
            </a:pPr>
            <a:r>
              <a:rPr lang="en-US" altLang="ja-JP" sz="2400" u="sng" dirty="0">
                <a:solidFill>
                  <a:prstClr val="black"/>
                </a:solidFill>
              </a:rPr>
              <a:t>Similarity-based neuron</a:t>
            </a:r>
            <a:r>
              <a:rPr lang="en-US" altLang="ja-JP" sz="2400" dirty="0">
                <a:solidFill>
                  <a:prstClr val="black"/>
                </a:solidFill>
              </a:rPr>
              <a:t> pruning to minimize performance loss.</a:t>
            </a:r>
          </a:p>
        </p:txBody>
      </p:sp>
      <p:pic>
        <p:nvPicPr>
          <p:cNvPr id="4" name="图片 3" descr="logo-4">
            <a:extLst>
              <a:ext uri="{FF2B5EF4-FFF2-40B4-BE49-F238E27FC236}">
                <a16:creationId xmlns:a16="http://schemas.microsoft.com/office/drawing/2014/main" id="{AB0B426B-7E4D-01E9-EF57-77D1851310F5}"/>
              </a:ext>
            </a:extLst>
          </p:cNvPr>
          <p:cNvPicPr>
            <a:picLocks noChangeAspect="1"/>
          </p:cNvPicPr>
          <p:nvPr/>
        </p:nvPicPr>
        <p:blipFill>
          <a:blip r:embed="rId5"/>
          <a:stretch>
            <a:fillRect/>
          </a:stretch>
        </p:blipFill>
        <p:spPr>
          <a:xfrm>
            <a:off x="10354310" y="6334125"/>
            <a:ext cx="1603375" cy="387350"/>
          </a:xfrm>
          <a:prstGeom prst="rect">
            <a:avLst/>
          </a:prstGeom>
        </p:spPr>
      </p:pic>
      <p:cxnSp>
        <p:nvCxnSpPr>
          <p:cNvPr id="3" name="直線矢印コネクタ 2">
            <a:extLst>
              <a:ext uri="{FF2B5EF4-FFF2-40B4-BE49-F238E27FC236}">
                <a16:creationId xmlns:a16="http://schemas.microsoft.com/office/drawing/2014/main" id="{D119B7A6-C94C-9AF4-1C07-BFB7CE46EB30}"/>
              </a:ext>
            </a:extLst>
          </p:cNvPr>
          <p:cNvCxnSpPr>
            <a:cxnSpLocks/>
          </p:cNvCxnSpPr>
          <p:nvPr/>
        </p:nvCxnSpPr>
        <p:spPr>
          <a:xfrm flipV="1">
            <a:off x="2362305" y="3333612"/>
            <a:ext cx="0" cy="2786762"/>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6" name="直線矢印コネクタ 5">
            <a:extLst>
              <a:ext uri="{FF2B5EF4-FFF2-40B4-BE49-F238E27FC236}">
                <a16:creationId xmlns:a16="http://schemas.microsoft.com/office/drawing/2014/main" id="{F6C2FFE1-0C62-34C7-E112-1D89C3CBB1B9}"/>
              </a:ext>
            </a:extLst>
          </p:cNvPr>
          <p:cNvCxnSpPr>
            <a:cxnSpLocks/>
          </p:cNvCxnSpPr>
          <p:nvPr/>
        </p:nvCxnSpPr>
        <p:spPr>
          <a:xfrm>
            <a:off x="2362305" y="6120374"/>
            <a:ext cx="6962618"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3" name="直線コネクタ 12">
            <a:extLst>
              <a:ext uri="{FF2B5EF4-FFF2-40B4-BE49-F238E27FC236}">
                <a16:creationId xmlns:a16="http://schemas.microsoft.com/office/drawing/2014/main" id="{1590E924-C1C1-4E9E-5FB6-866AF8740FFE}"/>
              </a:ext>
            </a:extLst>
          </p:cNvPr>
          <p:cNvCxnSpPr>
            <a:cxnSpLocks/>
          </p:cNvCxnSpPr>
          <p:nvPr/>
        </p:nvCxnSpPr>
        <p:spPr>
          <a:xfrm>
            <a:off x="2387600" y="4581777"/>
            <a:ext cx="32512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21" name="テキスト ボックス 20">
            <a:extLst>
              <a:ext uri="{FF2B5EF4-FFF2-40B4-BE49-F238E27FC236}">
                <a16:creationId xmlns:a16="http://schemas.microsoft.com/office/drawing/2014/main" id="{8585EECB-E6EA-3D5F-347A-BB5E29EBE60A}"/>
              </a:ext>
            </a:extLst>
          </p:cNvPr>
          <p:cNvSpPr txBox="1"/>
          <p:nvPr/>
        </p:nvSpPr>
        <p:spPr>
          <a:xfrm>
            <a:off x="8946224" y="6101417"/>
            <a:ext cx="853374"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Arial"/>
                <a:ea typeface="微软雅黑"/>
                <a:cs typeface="+mn-cs"/>
              </a:rPr>
              <a:t>Time</a:t>
            </a:r>
            <a:endParaRPr kumimoji="1" lang="ja-JP" altLang="en-US" sz="1800" b="0" i="0" u="none" strike="noStrike" kern="1200" cap="none" spc="0" normalizeH="0" baseline="0" noProof="0" dirty="0">
              <a:ln>
                <a:noFill/>
              </a:ln>
              <a:solidFill>
                <a:prstClr val="black"/>
              </a:solidFill>
              <a:effectLst/>
              <a:uLnTx/>
              <a:uFillTx/>
              <a:latin typeface="Arial"/>
              <a:ea typeface="微软雅黑"/>
              <a:cs typeface="+mn-cs"/>
            </a:endParaRPr>
          </a:p>
        </p:txBody>
      </p:sp>
      <p:sp>
        <p:nvSpPr>
          <p:cNvPr id="28" name="フリーフォーム: 図形 27">
            <a:extLst>
              <a:ext uri="{FF2B5EF4-FFF2-40B4-BE49-F238E27FC236}">
                <a16:creationId xmlns:a16="http://schemas.microsoft.com/office/drawing/2014/main" id="{86B5A772-EB0D-0612-B7D2-B87A0113ED9B}"/>
              </a:ext>
            </a:extLst>
          </p:cNvPr>
          <p:cNvSpPr/>
          <p:nvPr/>
        </p:nvSpPr>
        <p:spPr>
          <a:xfrm>
            <a:off x="2387600" y="3514969"/>
            <a:ext cx="7081520" cy="1066808"/>
          </a:xfrm>
          <a:custGeom>
            <a:avLst/>
            <a:gdLst>
              <a:gd name="csX0" fmla="*/ 0 w 7081520"/>
              <a:gd name="csY0" fmla="*/ 1066800 h 1066808"/>
              <a:gd name="csX1" fmla="*/ 1666240 w 7081520"/>
              <a:gd name="csY1" fmla="*/ 0 h 1066808"/>
              <a:gd name="csX2" fmla="*/ 3454400 w 7081520"/>
              <a:gd name="csY2" fmla="*/ 1066800 h 1066808"/>
              <a:gd name="csX3" fmla="*/ 5262880 w 7081520"/>
              <a:gd name="csY3" fmla="*/ 20320 h 1066808"/>
              <a:gd name="csX4" fmla="*/ 7081520 w 7081520"/>
              <a:gd name="csY4" fmla="*/ 1046480 h 1066808"/>
            </a:gdLst>
            <a:ahLst/>
            <a:cxnLst>
              <a:cxn ang="0">
                <a:pos x="csX0" y="csY0"/>
              </a:cxn>
              <a:cxn ang="0">
                <a:pos x="csX1" y="csY1"/>
              </a:cxn>
              <a:cxn ang="0">
                <a:pos x="csX2" y="csY2"/>
              </a:cxn>
              <a:cxn ang="0">
                <a:pos x="csX3" y="csY3"/>
              </a:cxn>
              <a:cxn ang="0">
                <a:pos x="csX4" y="csY4"/>
              </a:cxn>
            </a:cxnLst>
            <a:rect l="l" t="t" r="r" b="b"/>
            <a:pathLst>
              <a:path w="7081520" h="1066808">
                <a:moveTo>
                  <a:pt x="0" y="1066800"/>
                </a:moveTo>
                <a:cubicBezTo>
                  <a:pt x="545253" y="533400"/>
                  <a:pt x="1090507" y="0"/>
                  <a:pt x="1666240" y="0"/>
                </a:cubicBezTo>
                <a:cubicBezTo>
                  <a:pt x="2241973" y="0"/>
                  <a:pt x="2854960" y="1063413"/>
                  <a:pt x="3454400" y="1066800"/>
                </a:cubicBezTo>
                <a:cubicBezTo>
                  <a:pt x="4053840" y="1070187"/>
                  <a:pt x="4658360" y="23707"/>
                  <a:pt x="5262880" y="20320"/>
                </a:cubicBezTo>
                <a:cubicBezTo>
                  <a:pt x="5867400" y="16933"/>
                  <a:pt x="6783493" y="873760"/>
                  <a:pt x="7081520" y="1046480"/>
                </a:cubicBezTo>
              </a:path>
            </a:pathLst>
          </a:cu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41" name="テキスト ボックス 40">
            <a:extLst>
              <a:ext uri="{FF2B5EF4-FFF2-40B4-BE49-F238E27FC236}">
                <a16:creationId xmlns:a16="http://schemas.microsoft.com/office/drawing/2014/main" id="{C0A0D53D-DCD5-C21B-C157-A509BA7F1F3B}"/>
              </a:ext>
            </a:extLst>
          </p:cNvPr>
          <p:cNvSpPr txBox="1"/>
          <p:nvPr/>
        </p:nvSpPr>
        <p:spPr>
          <a:xfrm>
            <a:off x="8840913" y="3566115"/>
            <a:ext cx="958685"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srgbClr val="4874CB"/>
                </a:solidFill>
                <a:effectLst/>
                <a:uLnTx/>
                <a:uFillTx/>
                <a:latin typeface="Arial"/>
                <a:ea typeface="微软雅黑"/>
                <a:cs typeface="+mn-cs"/>
              </a:rPr>
              <a:t>Supply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srgbClr val="4874CB"/>
                </a:solidFill>
                <a:effectLst/>
                <a:uLnTx/>
                <a:uFillTx/>
                <a:latin typeface="Arial"/>
                <a:ea typeface="微软雅黑"/>
                <a:cs typeface="+mn-cs"/>
              </a:rPr>
              <a:t>Energy</a:t>
            </a:r>
            <a:endParaRPr kumimoji="1" lang="ja-JP" altLang="en-US" sz="1800" b="0" i="0" u="none" strike="noStrike" kern="1200" cap="none" spc="0" normalizeH="0" baseline="0" noProof="0" dirty="0">
              <a:ln>
                <a:noFill/>
              </a:ln>
              <a:solidFill>
                <a:srgbClr val="4874CB"/>
              </a:solidFill>
              <a:effectLst/>
              <a:uLnTx/>
              <a:uFillTx/>
              <a:latin typeface="Arial"/>
              <a:ea typeface="微软雅黑"/>
              <a:cs typeface="+mn-cs"/>
            </a:endParaRPr>
          </a:p>
        </p:txBody>
      </p:sp>
      <p:sp>
        <p:nvSpPr>
          <p:cNvPr id="42" name="テキスト ボックス 41">
            <a:extLst>
              <a:ext uri="{FF2B5EF4-FFF2-40B4-BE49-F238E27FC236}">
                <a16:creationId xmlns:a16="http://schemas.microsoft.com/office/drawing/2014/main" id="{D264DD8E-1407-8B2F-CA69-5D64027E5459}"/>
              </a:ext>
            </a:extLst>
          </p:cNvPr>
          <p:cNvSpPr txBox="1"/>
          <p:nvPr/>
        </p:nvSpPr>
        <p:spPr>
          <a:xfrm>
            <a:off x="9320255" y="4443285"/>
            <a:ext cx="1532994"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srgbClr val="FF0000"/>
                </a:solidFill>
                <a:effectLst/>
                <a:uLnTx/>
                <a:uFillTx/>
                <a:latin typeface="Arial"/>
                <a:ea typeface="微软雅黑"/>
                <a:cs typeface="+mn-cs"/>
              </a:rPr>
              <a:t>Energy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srgbClr val="FF0000"/>
                </a:solidFill>
                <a:effectLst/>
                <a:uLnTx/>
                <a:uFillTx/>
                <a:latin typeface="Arial"/>
                <a:ea typeface="微软雅黑"/>
                <a:cs typeface="+mn-cs"/>
              </a:rPr>
              <a:t>Consumption</a:t>
            </a:r>
            <a:endParaRPr kumimoji="1" lang="ja-JP" altLang="en-US" sz="1800" b="0" i="0" u="none" strike="noStrike" kern="1200" cap="none" spc="0" normalizeH="0" baseline="0" noProof="0" dirty="0">
              <a:ln>
                <a:noFill/>
              </a:ln>
              <a:solidFill>
                <a:srgbClr val="FF0000"/>
              </a:solidFill>
              <a:effectLst/>
              <a:uLnTx/>
              <a:uFillTx/>
              <a:latin typeface="Arial"/>
              <a:ea typeface="微软雅黑"/>
              <a:cs typeface="+mn-cs"/>
            </a:endParaRPr>
          </a:p>
        </p:txBody>
      </p:sp>
      <p:sp>
        <p:nvSpPr>
          <p:cNvPr id="52" name="正方形/長方形 51">
            <a:extLst>
              <a:ext uri="{FF2B5EF4-FFF2-40B4-BE49-F238E27FC236}">
                <a16:creationId xmlns:a16="http://schemas.microsoft.com/office/drawing/2014/main" id="{96AE5807-63C5-80A3-A79D-0A8FC7D92AAE}"/>
              </a:ext>
            </a:extLst>
          </p:cNvPr>
          <p:cNvSpPr/>
          <p:nvPr/>
        </p:nvSpPr>
        <p:spPr>
          <a:xfrm>
            <a:off x="3181555" y="4072536"/>
            <a:ext cx="1499842" cy="1963313"/>
          </a:xfrm>
          <a:prstGeom prst="rect">
            <a:avLst/>
          </a:prstGeom>
          <a:noFill/>
          <a:ln w="28575">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p:cxnSp>
        <p:nvCxnSpPr>
          <p:cNvPr id="9" name="直線コネクタ 8">
            <a:extLst>
              <a:ext uri="{FF2B5EF4-FFF2-40B4-BE49-F238E27FC236}">
                <a16:creationId xmlns:a16="http://schemas.microsoft.com/office/drawing/2014/main" id="{41A90229-6B5C-CAFE-BB99-5B4709FC3096}"/>
              </a:ext>
            </a:extLst>
          </p:cNvPr>
          <p:cNvCxnSpPr>
            <a:cxnSpLocks/>
          </p:cNvCxnSpPr>
          <p:nvPr/>
        </p:nvCxnSpPr>
        <p:spPr>
          <a:xfrm flipV="1">
            <a:off x="2712720" y="4279001"/>
            <a:ext cx="0" cy="302776"/>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直線コネクタ 11">
            <a:extLst>
              <a:ext uri="{FF2B5EF4-FFF2-40B4-BE49-F238E27FC236}">
                <a16:creationId xmlns:a16="http://schemas.microsoft.com/office/drawing/2014/main" id="{3E5C3069-226E-D3F3-0DE6-84065382F5F7}"/>
              </a:ext>
            </a:extLst>
          </p:cNvPr>
          <p:cNvCxnSpPr>
            <a:cxnSpLocks/>
          </p:cNvCxnSpPr>
          <p:nvPr/>
        </p:nvCxnSpPr>
        <p:spPr>
          <a:xfrm>
            <a:off x="2712720" y="4276977"/>
            <a:ext cx="32512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直線コネクタ 13">
            <a:extLst>
              <a:ext uri="{FF2B5EF4-FFF2-40B4-BE49-F238E27FC236}">
                <a16:creationId xmlns:a16="http://schemas.microsoft.com/office/drawing/2014/main" id="{85FAAAAB-4BC5-3507-0DBB-EFF2EF28211D}"/>
              </a:ext>
            </a:extLst>
          </p:cNvPr>
          <p:cNvCxnSpPr>
            <a:cxnSpLocks/>
          </p:cNvCxnSpPr>
          <p:nvPr/>
        </p:nvCxnSpPr>
        <p:spPr>
          <a:xfrm flipV="1">
            <a:off x="3031744" y="3980297"/>
            <a:ext cx="0" cy="302776"/>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直線コネクタ 14">
            <a:extLst>
              <a:ext uri="{FF2B5EF4-FFF2-40B4-BE49-F238E27FC236}">
                <a16:creationId xmlns:a16="http://schemas.microsoft.com/office/drawing/2014/main" id="{A92906D4-2067-FF2C-AC3E-1769C9EA25B7}"/>
              </a:ext>
            </a:extLst>
          </p:cNvPr>
          <p:cNvCxnSpPr>
            <a:cxnSpLocks/>
          </p:cNvCxnSpPr>
          <p:nvPr/>
        </p:nvCxnSpPr>
        <p:spPr>
          <a:xfrm>
            <a:off x="3031744" y="3980297"/>
            <a:ext cx="32512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直線コネクタ 15">
            <a:extLst>
              <a:ext uri="{FF2B5EF4-FFF2-40B4-BE49-F238E27FC236}">
                <a16:creationId xmlns:a16="http://schemas.microsoft.com/office/drawing/2014/main" id="{D3B6271D-D0CF-1BC1-347D-BCAAC8C49FC2}"/>
              </a:ext>
            </a:extLst>
          </p:cNvPr>
          <p:cNvCxnSpPr>
            <a:cxnSpLocks/>
          </p:cNvCxnSpPr>
          <p:nvPr/>
        </p:nvCxnSpPr>
        <p:spPr>
          <a:xfrm flipV="1">
            <a:off x="3350768" y="3750673"/>
            <a:ext cx="0" cy="23572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直線コネクタ 17">
            <a:extLst>
              <a:ext uri="{FF2B5EF4-FFF2-40B4-BE49-F238E27FC236}">
                <a16:creationId xmlns:a16="http://schemas.microsoft.com/office/drawing/2014/main" id="{D41E53C3-3012-940F-2FBA-8DCFE575738C}"/>
              </a:ext>
            </a:extLst>
          </p:cNvPr>
          <p:cNvCxnSpPr>
            <a:cxnSpLocks/>
          </p:cNvCxnSpPr>
          <p:nvPr/>
        </p:nvCxnSpPr>
        <p:spPr>
          <a:xfrm>
            <a:off x="3350768" y="3756769"/>
            <a:ext cx="123952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 name="直線コネクタ 21">
            <a:extLst>
              <a:ext uri="{FF2B5EF4-FFF2-40B4-BE49-F238E27FC236}">
                <a16:creationId xmlns:a16="http://schemas.microsoft.com/office/drawing/2014/main" id="{C1287957-0725-9C2B-A044-1000687F265A}"/>
              </a:ext>
            </a:extLst>
          </p:cNvPr>
          <p:cNvCxnSpPr>
            <a:cxnSpLocks/>
          </p:cNvCxnSpPr>
          <p:nvPr/>
        </p:nvCxnSpPr>
        <p:spPr>
          <a:xfrm flipV="1">
            <a:off x="4590288" y="3750673"/>
            <a:ext cx="0" cy="23572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3" name="直線コネクタ 22">
            <a:extLst>
              <a:ext uri="{FF2B5EF4-FFF2-40B4-BE49-F238E27FC236}">
                <a16:creationId xmlns:a16="http://schemas.microsoft.com/office/drawing/2014/main" id="{7DC374C1-20A2-DCDF-D979-35BC78E787DC}"/>
              </a:ext>
            </a:extLst>
          </p:cNvPr>
          <p:cNvCxnSpPr>
            <a:cxnSpLocks/>
          </p:cNvCxnSpPr>
          <p:nvPr/>
        </p:nvCxnSpPr>
        <p:spPr>
          <a:xfrm>
            <a:off x="4590288" y="3980297"/>
            <a:ext cx="280416"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5" name="直線コネクタ 24">
            <a:extLst>
              <a:ext uri="{FF2B5EF4-FFF2-40B4-BE49-F238E27FC236}">
                <a16:creationId xmlns:a16="http://schemas.microsoft.com/office/drawing/2014/main" id="{91190B32-3A0E-9C5E-4C96-1E751A990234}"/>
              </a:ext>
            </a:extLst>
          </p:cNvPr>
          <p:cNvCxnSpPr>
            <a:cxnSpLocks/>
          </p:cNvCxnSpPr>
          <p:nvPr/>
        </p:nvCxnSpPr>
        <p:spPr>
          <a:xfrm flipV="1">
            <a:off x="4870704" y="3980297"/>
            <a:ext cx="0" cy="302776"/>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6" name="直線コネクタ 25">
            <a:extLst>
              <a:ext uri="{FF2B5EF4-FFF2-40B4-BE49-F238E27FC236}">
                <a16:creationId xmlns:a16="http://schemas.microsoft.com/office/drawing/2014/main" id="{2DDD8311-1A00-C4F7-9D50-B56380236778}"/>
              </a:ext>
            </a:extLst>
          </p:cNvPr>
          <p:cNvCxnSpPr>
            <a:cxnSpLocks/>
          </p:cNvCxnSpPr>
          <p:nvPr/>
        </p:nvCxnSpPr>
        <p:spPr>
          <a:xfrm>
            <a:off x="4870704" y="4276977"/>
            <a:ext cx="332627"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9" name="直線コネクタ 28">
            <a:extLst>
              <a:ext uri="{FF2B5EF4-FFF2-40B4-BE49-F238E27FC236}">
                <a16:creationId xmlns:a16="http://schemas.microsoft.com/office/drawing/2014/main" id="{78A5D0D8-349F-2F9C-4D5D-0C03A7F2BCFC}"/>
              </a:ext>
            </a:extLst>
          </p:cNvPr>
          <p:cNvCxnSpPr>
            <a:cxnSpLocks/>
          </p:cNvCxnSpPr>
          <p:nvPr/>
        </p:nvCxnSpPr>
        <p:spPr>
          <a:xfrm flipV="1">
            <a:off x="5203331" y="4276977"/>
            <a:ext cx="0" cy="3048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0" name="直線コネクタ 29">
            <a:extLst>
              <a:ext uri="{FF2B5EF4-FFF2-40B4-BE49-F238E27FC236}">
                <a16:creationId xmlns:a16="http://schemas.microsoft.com/office/drawing/2014/main" id="{0C3908A4-0E9D-038B-3B33-2D8A49B5C5EB}"/>
              </a:ext>
            </a:extLst>
          </p:cNvPr>
          <p:cNvCxnSpPr>
            <a:cxnSpLocks/>
          </p:cNvCxnSpPr>
          <p:nvPr/>
        </p:nvCxnSpPr>
        <p:spPr>
          <a:xfrm>
            <a:off x="5195673" y="4586857"/>
            <a:ext cx="1280394"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3" name="直線コネクタ 32">
            <a:extLst>
              <a:ext uri="{FF2B5EF4-FFF2-40B4-BE49-F238E27FC236}">
                <a16:creationId xmlns:a16="http://schemas.microsoft.com/office/drawing/2014/main" id="{6228E6C2-390F-B3A3-0C0D-AD4F6CBBA340}"/>
              </a:ext>
            </a:extLst>
          </p:cNvPr>
          <p:cNvCxnSpPr>
            <a:cxnSpLocks/>
          </p:cNvCxnSpPr>
          <p:nvPr/>
        </p:nvCxnSpPr>
        <p:spPr>
          <a:xfrm flipV="1">
            <a:off x="6476067" y="4299686"/>
            <a:ext cx="0" cy="302776"/>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4" name="直線コネクタ 33">
            <a:extLst>
              <a:ext uri="{FF2B5EF4-FFF2-40B4-BE49-F238E27FC236}">
                <a16:creationId xmlns:a16="http://schemas.microsoft.com/office/drawing/2014/main" id="{3D1C7F6D-12EB-61CB-78CB-BD0ECF836C11}"/>
              </a:ext>
            </a:extLst>
          </p:cNvPr>
          <p:cNvCxnSpPr>
            <a:cxnSpLocks/>
          </p:cNvCxnSpPr>
          <p:nvPr/>
        </p:nvCxnSpPr>
        <p:spPr>
          <a:xfrm>
            <a:off x="6476067" y="4297662"/>
            <a:ext cx="32512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5" name="直線コネクタ 34">
            <a:extLst>
              <a:ext uri="{FF2B5EF4-FFF2-40B4-BE49-F238E27FC236}">
                <a16:creationId xmlns:a16="http://schemas.microsoft.com/office/drawing/2014/main" id="{14878FCA-4469-8FA2-F6A1-6A56D4FB6E30}"/>
              </a:ext>
            </a:extLst>
          </p:cNvPr>
          <p:cNvCxnSpPr>
            <a:cxnSpLocks/>
          </p:cNvCxnSpPr>
          <p:nvPr/>
        </p:nvCxnSpPr>
        <p:spPr>
          <a:xfrm flipV="1">
            <a:off x="6795091" y="4000982"/>
            <a:ext cx="0" cy="302776"/>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6" name="直線コネクタ 35">
            <a:extLst>
              <a:ext uri="{FF2B5EF4-FFF2-40B4-BE49-F238E27FC236}">
                <a16:creationId xmlns:a16="http://schemas.microsoft.com/office/drawing/2014/main" id="{1E62E795-3FBD-8BDC-4E3D-3ECB71AFEC5B}"/>
              </a:ext>
            </a:extLst>
          </p:cNvPr>
          <p:cNvCxnSpPr>
            <a:cxnSpLocks/>
          </p:cNvCxnSpPr>
          <p:nvPr/>
        </p:nvCxnSpPr>
        <p:spPr>
          <a:xfrm>
            <a:off x="6795091" y="4000982"/>
            <a:ext cx="32512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7" name="直線コネクタ 36">
            <a:extLst>
              <a:ext uri="{FF2B5EF4-FFF2-40B4-BE49-F238E27FC236}">
                <a16:creationId xmlns:a16="http://schemas.microsoft.com/office/drawing/2014/main" id="{0C22641B-C3A8-0268-6A8A-F8A1AFF195A0}"/>
              </a:ext>
            </a:extLst>
          </p:cNvPr>
          <p:cNvCxnSpPr>
            <a:cxnSpLocks/>
          </p:cNvCxnSpPr>
          <p:nvPr/>
        </p:nvCxnSpPr>
        <p:spPr>
          <a:xfrm flipV="1">
            <a:off x="7114115" y="3771358"/>
            <a:ext cx="0" cy="23572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8" name="直線コネクタ 37">
            <a:extLst>
              <a:ext uri="{FF2B5EF4-FFF2-40B4-BE49-F238E27FC236}">
                <a16:creationId xmlns:a16="http://schemas.microsoft.com/office/drawing/2014/main" id="{FE068D63-881C-B0E2-4FBE-65E751728E5C}"/>
              </a:ext>
            </a:extLst>
          </p:cNvPr>
          <p:cNvCxnSpPr>
            <a:cxnSpLocks/>
          </p:cNvCxnSpPr>
          <p:nvPr/>
        </p:nvCxnSpPr>
        <p:spPr>
          <a:xfrm>
            <a:off x="7114115" y="3777454"/>
            <a:ext cx="123952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3" name="直線コネクタ 52">
            <a:extLst>
              <a:ext uri="{FF2B5EF4-FFF2-40B4-BE49-F238E27FC236}">
                <a16:creationId xmlns:a16="http://schemas.microsoft.com/office/drawing/2014/main" id="{EB12B6E3-FA5E-6B17-66DA-8472468CED00}"/>
              </a:ext>
            </a:extLst>
          </p:cNvPr>
          <p:cNvCxnSpPr>
            <a:cxnSpLocks/>
          </p:cNvCxnSpPr>
          <p:nvPr/>
        </p:nvCxnSpPr>
        <p:spPr>
          <a:xfrm flipV="1">
            <a:off x="8353635" y="3771358"/>
            <a:ext cx="0" cy="23572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4" name="直線コネクタ 53">
            <a:extLst>
              <a:ext uri="{FF2B5EF4-FFF2-40B4-BE49-F238E27FC236}">
                <a16:creationId xmlns:a16="http://schemas.microsoft.com/office/drawing/2014/main" id="{EA624C74-43BD-76D9-5D68-CB58AB86E4F9}"/>
              </a:ext>
            </a:extLst>
          </p:cNvPr>
          <p:cNvCxnSpPr>
            <a:cxnSpLocks/>
          </p:cNvCxnSpPr>
          <p:nvPr/>
        </p:nvCxnSpPr>
        <p:spPr>
          <a:xfrm>
            <a:off x="8353635" y="4000982"/>
            <a:ext cx="323005"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5" name="直線コネクタ 54">
            <a:extLst>
              <a:ext uri="{FF2B5EF4-FFF2-40B4-BE49-F238E27FC236}">
                <a16:creationId xmlns:a16="http://schemas.microsoft.com/office/drawing/2014/main" id="{B31C21E7-A2FB-9F70-C33E-CF9D962061EA}"/>
              </a:ext>
            </a:extLst>
          </p:cNvPr>
          <p:cNvCxnSpPr>
            <a:cxnSpLocks/>
          </p:cNvCxnSpPr>
          <p:nvPr/>
        </p:nvCxnSpPr>
        <p:spPr>
          <a:xfrm flipV="1">
            <a:off x="8657502" y="3994886"/>
            <a:ext cx="0" cy="302776"/>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6" name="直線コネクタ 55">
            <a:extLst>
              <a:ext uri="{FF2B5EF4-FFF2-40B4-BE49-F238E27FC236}">
                <a16:creationId xmlns:a16="http://schemas.microsoft.com/office/drawing/2014/main" id="{91FD9CE3-22E6-997C-B3A5-05F8B3441E37}"/>
              </a:ext>
            </a:extLst>
          </p:cNvPr>
          <p:cNvCxnSpPr>
            <a:cxnSpLocks/>
          </p:cNvCxnSpPr>
          <p:nvPr/>
        </p:nvCxnSpPr>
        <p:spPr>
          <a:xfrm flipV="1">
            <a:off x="8639131" y="4276977"/>
            <a:ext cx="413429" cy="508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8" name="直線コネクタ 57">
            <a:extLst>
              <a:ext uri="{FF2B5EF4-FFF2-40B4-BE49-F238E27FC236}">
                <a16:creationId xmlns:a16="http://schemas.microsoft.com/office/drawing/2014/main" id="{31F6FB29-FDD0-4422-F65A-7109573DB73A}"/>
              </a:ext>
            </a:extLst>
          </p:cNvPr>
          <p:cNvCxnSpPr>
            <a:cxnSpLocks/>
          </p:cNvCxnSpPr>
          <p:nvPr/>
        </p:nvCxnSpPr>
        <p:spPr>
          <a:xfrm flipV="1">
            <a:off x="9052560" y="4265858"/>
            <a:ext cx="0" cy="3048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2" name="直線コネクタ 61">
            <a:extLst>
              <a:ext uri="{FF2B5EF4-FFF2-40B4-BE49-F238E27FC236}">
                <a16:creationId xmlns:a16="http://schemas.microsoft.com/office/drawing/2014/main" id="{954AB4C8-59D9-83CB-759A-3BE2A10DBAD3}"/>
              </a:ext>
            </a:extLst>
          </p:cNvPr>
          <p:cNvCxnSpPr>
            <a:cxnSpLocks/>
          </p:cNvCxnSpPr>
          <p:nvPr/>
        </p:nvCxnSpPr>
        <p:spPr>
          <a:xfrm>
            <a:off x="9052560" y="4570658"/>
            <a:ext cx="41656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64" name="楕円 63">
            <a:extLst>
              <a:ext uri="{FF2B5EF4-FFF2-40B4-BE49-F238E27FC236}">
                <a16:creationId xmlns:a16="http://schemas.microsoft.com/office/drawing/2014/main" id="{9B985739-ABC1-7131-2943-7A2055367542}"/>
              </a:ext>
            </a:extLst>
          </p:cNvPr>
          <p:cNvSpPr/>
          <p:nvPr/>
        </p:nvSpPr>
        <p:spPr>
          <a:xfrm>
            <a:off x="3321521" y="4521277"/>
            <a:ext cx="466531" cy="466531"/>
          </a:xfrm>
          <a:prstGeom prst="ellipse">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65" name="楕円 64">
            <a:extLst>
              <a:ext uri="{FF2B5EF4-FFF2-40B4-BE49-F238E27FC236}">
                <a16:creationId xmlns:a16="http://schemas.microsoft.com/office/drawing/2014/main" id="{EA10B8C6-8838-1A6E-6E2C-388474FBC1A9}"/>
              </a:ext>
            </a:extLst>
          </p:cNvPr>
          <p:cNvSpPr/>
          <p:nvPr/>
        </p:nvSpPr>
        <p:spPr>
          <a:xfrm>
            <a:off x="3321521" y="5161980"/>
            <a:ext cx="466531" cy="466531"/>
          </a:xfrm>
          <a:prstGeom prst="ellipse">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66" name="楕円 65">
            <a:extLst>
              <a:ext uri="{FF2B5EF4-FFF2-40B4-BE49-F238E27FC236}">
                <a16:creationId xmlns:a16="http://schemas.microsoft.com/office/drawing/2014/main" id="{7A98D012-F878-8ACF-F6A5-459C06A1518C}"/>
              </a:ext>
            </a:extLst>
          </p:cNvPr>
          <p:cNvSpPr/>
          <p:nvPr/>
        </p:nvSpPr>
        <p:spPr>
          <a:xfrm>
            <a:off x="4065822" y="4165225"/>
            <a:ext cx="466531" cy="466531"/>
          </a:xfrm>
          <a:prstGeom prst="ellipse">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67" name="楕円 66">
            <a:extLst>
              <a:ext uri="{FF2B5EF4-FFF2-40B4-BE49-F238E27FC236}">
                <a16:creationId xmlns:a16="http://schemas.microsoft.com/office/drawing/2014/main" id="{6A197A7F-29D7-1244-2F9D-153D12ED2A87}"/>
              </a:ext>
            </a:extLst>
          </p:cNvPr>
          <p:cNvSpPr/>
          <p:nvPr/>
        </p:nvSpPr>
        <p:spPr>
          <a:xfrm>
            <a:off x="4065822" y="4780235"/>
            <a:ext cx="466531" cy="466531"/>
          </a:xfrm>
          <a:prstGeom prst="ellipse">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68" name="楕円 67">
            <a:extLst>
              <a:ext uri="{FF2B5EF4-FFF2-40B4-BE49-F238E27FC236}">
                <a16:creationId xmlns:a16="http://schemas.microsoft.com/office/drawing/2014/main" id="{9CE8B8F7-99A7-B0CF-9FA5-B648CE346AF8}"/>
              </a:ext>
            </a:extLst>
          </p:cNvPr>
          <p:cNvSpPr/>
          <p:nvPr/>
        </p:nvSpPr>
        <p:spPr>
          <a:xfrm>
            <a:off x="4065822" y="5481389"/>
            <a:ext cx="466531" cy="466531"/>
          </a:xfrm>
          <a:prstGeom prst="ellipse">
            <a:avLst/>
          </a:prstGeom>
          <a:noFill/>
          <a:ln w="28575">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p:cxnSp>
        <p:nvCxnSpPr>
          <p:cNvPr id="69" name="直線矢印コネクタ 68">
            <a:extLst>
              <a:ext uri="{FF2B5EF4-FFF2-40B4-BE49-F238E27FC236}">
                <a16:creationId xmlns:a16="http://schemas.microsoft.com/office/drawing/2014/main" id="{95093963-0259-90B7-2B18-81C51D762C66}"/>
              </a:ext>
            </a:extLst>
          </p:cNvPr>
          <p:cNvCxnSpPr>
            <a:stCxn id="64" idx="6"/>
            <a:endCxn id="66" idx="2"/>
          </p:cNvCxnSpPr>
          <p:nvPr/>
        </p:nvCxnSpPr>
        <p:spPr>
          <a:xfrm flipV="1">
            <a:off x="3788052" y="4398491"/>
            <a:ext cx="277770" cy="35605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0" name="直線矢印コネクタ 69">
            <a:extLst>
              <a:ext uri="{FF2B5EF4-FFF2-40B4-BE49-F238E27FC236}">
                <a16:creationId xmlns:a16="http://schemas.microsoft.com/office/drawing/2014/main" id="{43058610-90CF-12B1-CCCF-FA0CB2D22836}"/>
              </a:ext>
            </a:extLst>
          </p:cNvPr>
          <p:cNvCxnSpPr>
            <a:cxnSpLocks/>
            <a:stCxn id="64" idx="6"/>
            <a:endCxn id="67" idx="2"/>
          </p:cNvCxnSpPr>
          <p:nvPr/>
        </p:nvCxnSpPr>
        <p:spPr>
          <a:xfrm>
            <a:off x="3788052" y="4754543"/>
            <a:ext cx="277770" cy="25895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直線矢印コネクタ 70">
            <a:extLst>
              <a:ext uri="{FF2B5EF4-FFF2-40B4-BE49-F238E27FC236}">
                <a16:creationId xmlns:a16="http://schemas.microsoft.com/office/drawing/2014/main" id="{849A802A-0F77-4099-B3DE-84CB4EC8F17B}"/>
              </a:ext>
            </a:extLst>
          </p:cNvPr>
          <p:cNvCxnSpPr>
            <a:cxnSpLocks/>
            <a:stCxn id="64" idx="6"/>
            <a:endCxn id="68" idx="2"/>
          </p:cNvCxnSpPr>
          <p:nvPr/>
        </p:nvCxnSpPr>
        <p:spPr>
          <a:xfrm>
            <a:off x="3788052" y="4754543"/>
            <a:ext cx="277770" cy="96011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2" name="直線矢印コネクタ 71">
            <a:extLst>
              <a:ext uri="{FF2B5EF4-FFF2-40B4-BE49-F238E27FC236}">
                <a16:creationId xmlns:a16="http://schemas.microsoft.com/office/drawing/2014/main" id="{27D7348E-A22B-01EF-19A3-A29D9BF4CD66}"/>
              </a:ext>
            </a:extLst>
          </p:cNvPr>
          <p:cNvCxnSpPr>
            <a:cxnSpLocks/>
            <a:stCxn id="65" idx="6"/>
            <a:endCxn id="66" idx="2"/>
          </p:cNvCxnSpPr>
          <p:nvPr/>
        </p:nvCxnSpPr>
        <p:spPr>
          <a:xfrm flipV="1">
            <a:off x="3788052" y="4398491"/>
            <a:ext cx="277770" cy="99675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直線矢印コネクタ 72">
            <a:extLst>
              <a:ext uri="{FF2B5EF4-FFF2-40B4-BE49-F238E27FC236}">
                <a16:creationId xmlns:a16="http://schemas.microsoft.com/office/drawing/2014/main" id="{84AC7EDF-DB42-464E-8F39-2981012EBB8A}"/>
              </a:ext>
            </a:extLst>
          </p:cNvPr>
          <p:cNvCxnSpPr>
            <a:cxnSpLocks/>
            <a:stCxn id="65" idx="6"/>
            <a:endCxn id="67" idx="2"/>
          </p:cNvCxnSpPr>
          <p:nvPr/>
        </p:nvCxnSpPr>
        <p:spPr>
          <a:xfrm flipV="1">
            <a:off x="3788052" y="5013501"/>
            <a:ext cx="277770" cy="38174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4" name="直線矢印コネクタ 73">
            <a:extLst>
              <a:ext uri="{FF2B5EF4-FFF2-40B4-BE49-F238E27FC236}">
                <a16:creationId xmlns:a16="http://schemas.microsoft.com/office/drawing/2014/main" id="{B440014F-BD6C-6043-AC1B-6A2F6A346B40}"/>
              </a:ext>
            </a:extLst>
          </p:cNvPr>
          <p:cNvCxnSpPr>
            <a:cxnSpLocks/>
            <a:stCxn id="65" idx="6"/>
            <a:endCxn id="68" idx="2"/>
          </p:cNvCxnSpPr>
          <p:nvPr/>
        </p:nvCxnSpPr>
        <p:spPr>
          <a:xfrm>
            <a:off x="3788052" y="5395246"/>
            <a:ext cx="277770" cy="31940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5" name="正方形/長方形 74">
            <a:extLst>
              <a:ext uri="{FF2B5EF4-FFF2-40B4-BE49-F238E27FC236}">
                <a16:creationId xmlns:a16="http://schemas.microsoft.com/office/drawing/2014/main" id="{3D14DDD8-93F0-56E8-8572-87DA17441AE2}"/>
              </a:ext>
            </a:extLst>
          </p:cNvPr>
          <p:cNvSpPr/>
          <p:nvPr/>
        </p:nvSpPr>
        <p:spPr>
          <a:xfrm>
            <a:off x="6982471" y="4039940"/>
            <a:ext cx="1499842" cy="1963313"/>
          </a:xfrm>
          <a:prstGeom prst="rect">
            <a:avLst/>
          </a:prstGeom>
          <a:noFill/>
          <a:ln w="28575">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80" name="楕円 79">
            <a:extLst>
              <a:ext uri="{FF2B5EF4-FFF2-40B4-BE49-F238E27FC236}">
                <a16:creationId xmlns:a16="http://schemas.microsoft.com/office/drawing/2014/main" id="{C1DE12C7-AB7E-9DC8-C93E-2F6F2AC98030}"/>
              </a:ext>
            </a:extLst>
          </p:cNvPr>
          <p:cNvSpPr/>
          <p:nvPr/>
        </p:nvSpPr>
        <p:spPr>
          <a:xfrm>
            <a:off x="7122437" y="4488681"/>
            <a:ext cx="466531" cy="466531"/>
          </a:xfrm>
          <a:prstGeom prst="ellipse">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81" name="楕円 80">
            <a:extLst>
              <a:ext uri="{FF2B5EF4-FFF2-40B4-BE49-F238E27FC236}">
                <a16:creationId xmlns:a16="http://schemas.microsoft.com/office/drawing/2014/main" id="{FEEE8857-7B70-5641-1650-62C4DB3E2364}"/>
              </a:ext>
            </a:extLst>
          </p:cNvPr>
          <p:cNvSpPr/>
          <p:nvPr/>
        </p:nvSpPr>
        <p:spPr>
          <a:xfrm>
            <a:off x="7122437" y="5129384"/>
            <a:ext cx="466531" cy="466531"/>
          </a:xfrm>
          <a:prstGeom prst="ellipse">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82" name="楕円 81">
            <a:extLst>
              <a:ext uri="{FF2B5EF4-FFF2-40B4-BE49-F238E27FC236}">
                <a16:creationId xmlns:a16="http://schemas.microsoft.com/office/drawing/2014/main" id="{C3ADFE99-1CC5-E1CC-F25C-310D9DA0896C}"/>
              </a:ext>
            </a:extLst>
          </p:cNvPr>
          <p:cNvSpPr/>
          <p:nvPr/>
        </p:nvSpPr>
        <p:spPr>
          <a:xfrm>
            <a:off x="7866738" y="4132629"/>
            <a:ext cx="466531" cy="466531"/>
          </a:xfrm>
          <a:prstGeom prst="ellipse">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83" name="楕円 82">
            <a:extLst>
              <a:ext uri="{FF2B5EF4-FFF2-40B4-BE49-F238E27FC236}">
                <a16:creationId xmlns:a16="http://schemas.microsoft.com/office/drawing/2014/main" id="{4B7BFFB8-2DE0-CEF1-AA01-2B873B612094}"/>
              </a:ext>
            </a:extLst>
          </p:cNvPr>
          <p:cNvSpPr/>
          <p:nvPr/>
        </p:nvSpPr>
        <p:spPr>
          <a:xfrm>
            <a:off x="7866738" y="4747639"/>
            <a:ext cx="466531" cy="466531"/>
          </a:xfrm>
          <a:prstGeom prst="ellipse">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84" name="楕円 83">
            <a:extLst>
              <a:ext uri="{FF2B5EF4-FFF2-40B4-BE49-F238E27FC236}">
                <a16:creationId xmlns:a16="http://schemas.microsoft.com/office/drawing/2014/main" id="{B2631613-E3C2-0B25-E0B7-5A2A1900C2C6}"/>
              </a:ext>
            </a:extLst>
          </p:cNvPr>
          <p:cNvSpPr/>
          <p:nvPr/>
        </p:nvSpPr>
        <p:spPr>
          <a:xfrm>
            <a:off x="7866738" y="5448793"/>
            <a:ext cx="466531" cy="466531"/>
          </a:xfrm>
          <a:prstGeom prst="ellipse">
            <a:avLst/>
          </a:prstGeom>
          <a:noFill/>
          <a:ln w="28575">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p:cxnSp>
        <p:nvCxnSpPr>
          <p:cNvPr id="85" name="直線矢印コネクタ 84">
            <a:extLst>
              <a:ext uri="{FF2B5EF4-FFF2-40B4-BE49-F238E27FC236}">
                <a16:creationId xmlns:a16="http://schemas.microsoft.com/office/drawing/2014/main" id="{E196A435-298D-056D-7296-2F003E82106D}"/>
              </a:ext>
            </a:extLst>
          </p:cNvPr>
          <p:cNvCxnSpPr>
            <a:stCxn id="80" idx="6"/>
            <a:endCxn id="82" idx="2"/>
          </p:cNvCxnSpPr>
          <p:nvPr/>
        </p:nvCxnSpPr>
        <p:spPr>
          <a:xfrm flipV="1">
            <a:off x="7588968" y="4365895"/>
            <a:ext cx="277770" cy="35605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6" name="直線矢印コネクタ 85">
            <a:extLst>
              <a:ext uri="{FF2B5EF4-FFF2-40B4-BE49-F238E27FC236}">
                <a16:creationId xmlns:a16="http://schemas.microsoft.com/office/drawing/2014/main" id="{8967F0DE-E25B-BD53-60B1-2DA77DFDB274}"/>
              </a:ext>
            </a:extLst>
          </p:cNvPr>
          <p:cNvCxnSpPr>
            <a:cxnSpLocks/>
            <a:stCxn id="80" idx="6"/>
            <a:endCxn id="83" idx="2"/>
          </p:cNvCxnSpPr>
          <p:nvPr/>
        </p:nvCxnSpPr>
        <p:spPr>
          <a:xfrm>
            <a:off x="7588968" y="4721947"/>
            <a:ext cx="277770" cy="25895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7" name="直線矢印コネクタ 86">
            <a:extLst>
              <a:ext uri="{FF2B5EF4-FFF2-40B4-BE49-F238E27FC236}">
                <a16:creationId xmlns:a16="http://schemas.microsoft.com/office/drawing/2014/main" id="{C6FA1152-4458-D2E8-B1AC-54079EE3AB63}"/>
              </a:ext>
            </a:extLst>
          </p:cNvPr>
          <p:cNvCxnSpPr>
            <a:cxnSpLocks/>
            <a:stCxn id="80" idx="6"/>
            <a:endCxn id="84" idx="2"/>
          </p:cNvCxnSpPr>
          <p:nvPr/>
        </p:nvCxnSpPr>
        <p:spPr>
          <a:xfrm>
            <a:off x="7588968" y="4721947"/>
            <a:ext cx="277770" cy="96011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8" name="直線矢印コネクタ 87">
            <a:extLst>
              <a:ext uri="{FF2B5EF4-FFF2-40B4-BE49-F238E27FC236}">
                <a16:creationId xmlns:a16="http://schemas.microsoft.com/office/drawing/2014/main" id="{F6A9B64E-AF47-52FB-0C26-35A932394FD3}"/>
              </a:ext>
            </a:extLst>
          </p:cNvPr>
          <p:cNvCxnSpPr>
            <a:cxnSpLocks/>
            <a:stCxn id="81" idx="6"/>
            <a:endCxn id="82" idx="2"/>
          </p:cNvCxnSpPr>
          <p:nvPr/>
        </p:nvCxnSpPr>
        <p:spPr>
          <a:xfrm flipV="1">
            <a:off x="7588968" y="4365895"/>
            <a:ext cx="277770" cy="99675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9" name="直線矢印コネクタ 88">
            <a:extLst>
              <a:ext uri="{FF2B5EF4-FFF2-40B4-BE49-F238E27FC236}">
                <a16:creationId xmlns:a16="http://schemas.microsoft.com/office/drawing/2014/main" id="{1C5FEB23-020C-D60F-5F25-DCCDD6763BBB}"/>
              </a:ext>
            </a:extLst>
          </p:cNvPr>
          <p:cNvCxnSpPr>
            <a:cxnSpLocks/>
            <a:stCxn id="81" idx="6"/>
            <a:endCxn id="83" idx="2"/>
          </p:cNvCxnSpPr>
          <p:nvPr/>
        </p:nvCxnSpPr>
        <p:spPr>
          <a:xfrm flipV="1">
            <a:off x="7588968" y="4980905"/>
            <a:ext cx="277770" cy="38174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0" name="直線矢印コネクタ 89">
            <a:extLst>
              <a:ext uri="{FF2B5EF4-FFF2-40B4-BE49-F238E27FC236}">
                <a16:creationId xmlns:a16="http://schemas.microsoft.com/office/drawing/2014/main" id="{23E97CEE-5D16-D91A-2A2D-FEBEAE08A4BA}"/>
              </a:ext>
            </a:extLst>
          </p:cNvPr>
          <p:cNvCxnSpPr>
            <a:cxnSpLocks/>
            <a:stCxn id="81" idx="6"/>
            <a:endCxn id="84" idx="2"/>
          </p:cNvCxnSpPr>
          <p:nvPr/>
        </p:nvCxnSpPr>
        <p:spPr>
          <a:xfrm>
            <a:off x="7588968" y="5362650"/>
            <a:ext cx="277770" cy="31940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1" name="楕円 90">
            <a:extLst>
              <a:ext uri="{FF2B5EF4-FFF2-40B4-BE49-F238E27FC236}">
                <a16:creationId xmlns:a16="http://schemas.microsoft.com/office/drawing/2014/main" id="{1E794BFE-7393-9887-6FEF-C98BC0BB6732}"/>
              </a:ext>
            </a:extLst>
          </p:cNvPr>
          <p:cNvSpPr/>
          <p:nvPr/>
        </p:nvSpPr>
        <p:spPr>
          <a:xfrm>
            <a:off x="5203332" y="4720269"/>
            <a:ext cx="466531" cy="466531"/>
          </a:xfrm>
          <a:prstGeom prst="ellipse">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92" name="楕円 91">
            <a:extLst>
              <a:ext uri="{FF2B5EF4-FFF2-40B4-BE49-F238E27FC236}">
                <a16:creationId xmlns:a16="http://schemas.microsoft.com/office/drawing/2014/main" id="{8CE95DD2-0726-D7D6-763B-103FC3EFD779}"/>
              </a:ext>
            </a:extLst>
          </p:cNvPr>
          <p:cNvSpPr/>
          <p:nvPr/>
        </p:nvSpPr>
        <p:spPr>
          <a:xfrm>
            <a:off x="5203331" y="5379970"/>
            <a:ext cx="466531" cy="466531"/>
          </a:xfrm>
          <a:prstGeom prst="ellipse">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93" name="楕円 92">
            <a:extLst>
              <a:ext uri="{FF2B5EF4-FFF2-40B4-BE49-F238E27FC236}">
                <a16:creationId xmlns:a16="http://schemas.microsoft.com/office/drawing/2014/main" id="{2030D539-4DC6-0B12-8EAB-CEF4F057DBBC}"/>
              </a:ext>
            </a:extLst>
          </p:cNvPr>
          <p:cNvSpPr/>
          <p:nvPr/>
        </p:nvSpPr>
        <p:spPr>
          <a:xfrm>
            <a:off x="5970707" y="4720269"/>
            <a:ext cx="466531" cy="466531"/>
          </a:xfrm>
          <a:prstGeom prst="ellipse">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94" name="楕円 93">
            <a:extLst>
              <a:ext uri="{FF2B5EF4-FFF2-40B4-BE49-F238E27FC236}">
                <a16:creationId xmlns:a16="http://schemas.microsoft.com/office/drawing/2014/main" id="{EAC47329-7325-30EF-DBEE-A702105D3B64}"/>
              </a:ext>
            </a:extLst>
          </p:cNvPr>
          <p:cNvSpPr/>
          <p:nvPr/>
        </p:nvSpPr>
        <p:spPr>
          <a:xfrm>
            <a:off x="5968662" y="5379971"/>
            <a:ext cx="466531" cy="466531"/>
          </a:xfrm>
          <a:prstGeom prst="ellipse">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p:cxnSp>
        <p:nvCxnSpPr>
          <p:cNvPr id="95" name="直線矢印コネクタ 94">
            <a:extLst>
              <a:ext uri="{FF2B5EF4-FFF2-40B4-BE49-F238E27FC236}">
                <a16:creationId xmlns:a16="http://schemas.microsoft.com/office/drawing/2014/main" id="{F194AAE4-E5B2-2DAF-135E-C0D548D9C2F9}"/>
              </a:ext>
            </a:extLst>
          </p:cNvPr>
          <p:cNvCxnSpPr>
            <a:stCxn id="91" idx="6"/>
            <a:endCxn id="93" idx="2"/>
          </p:cNvCxnSpPr>
          <p:nvPr/>
        </p:nvCxnSpPr>
        <p:spPr>
          <a:xfrm>
            <a:off x="5669863" y="4953535"/>
            <a:ext cx="300844"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6" name="直線矢印コネクタ 95">
            <a:extLst>
              <a:ext uri="{FF2B5EF4-FFF2-40B4-BE49-F238E27FC236}">
                <a16:creationId xmlns:a16="http://schemas.microsoft.com/office/drawing/2014/main" id="{375B91DB-434E-3EA7-0EEA-C0B9D01A49C6}"/>
              </a:ext>
            </a:extLst>
          </p:cNvPr>
          <p:cNvCxnSpPr>
            <a:cxnSpLocks/>
            <a:stCxn id="91" idx="6"/>
            <a:endCxn id="94" idx="2"/>
          </p:cNvCxnSpPr>
          <p:nvPr/>
        </p:nvCxnSpPr>
        <p:spPr>
          <a:xfrm>
            <a:off x="5669863" y="4953535"/>
            <a:ext cx="298799" cy="65970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7" name="直線矢印コネクタ 96">
            <a:extLst>
              <a:ext uri="{FF2B5EF4-FFF2-40B4-BE49-F238E27FC236}">
                <a16:creationId xmlns:a16="http://schemas.microsoft.com/office/drawing/2014/main" id="{39C2F421-E287-233B-844F-18F035DD0069}"/>
              </a:ext>
            </a:extLst>
          </p:cNvPr>
          <p:cNvCxnSpPr>
            <a:cxnSpLocks/>
            <a:stCxn id="92" idx="6"/>
            <a:endCxn id="93" idx="2"/>
          </p:cNvCxnSpPr>
          <p:nvPr/>
        </p:nvCxnSpPr>
        <p:spPr>
          <a:xfrm flipV="1">
            <a:off x="5669862" y="4953535"/>
            <a:ext cx="300845" cy="65970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8" name="直線矢印コネクタ 97">
            <a:extLst>
              <a:ext uri="{FF2B5EF4-FFF2-40B4-BE49-F238E27FC236}">
                <a16:creationId xmlns:a16="http://schemas.microsoft.com/office/drawing/2014/main" id="{AF1964A8-4F57-4628-072F-AFE3782D9984}"/>
              </a:ext>
            </a:extLst>
          </p:cNvPr>
          <p:cNvCxnSpPr>
            <a:cxnSpLocks/>
            <a:stCxn id="92" idx="6"/>
            <a:endCxn id="94" idx="2"/>
          </p:cNvCxnSpPr>
          <p:nvPr/>
        </p:nvCxnSpPr>
        <p:spPr>
          <a:xfrm>
            <a:off x="5669862" y="5613236"/>
            <a:ext cx="298800" cy="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9" name="正方形/長方形 98">
            <a:extLst>
              <a:ext uri="{FF2B5EF4-FFF2-40B4-BE49-F238E27FC236}">
                <a16:creationId xmlns:a16="http://schemas.microsoft.com/office/drawing/2014/main" id="{5DA502B3-F5FB-4D72-7450-23BCD19C11C4}"/>
              </a:ext>
            </a:extLst>
          </p:cNvPr>
          <p:cNvSpPr/>
          <p:nvPr/>
        </p:nvSpPr>
        <p:spPr>
          <a:xfrm>
            <a:off x="5073678" y="4666302"/>
            <a:ext cx="1499842" cy="1289908"/>
          </a:xfrm>
          <a:prstGeom prst="rect">
            <a:avLst/>
          </a:prstGeom>
          <a:noFill/>
          <a:ln w="28575">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0" name="直線コネクタ 99">
            <a:extLst>
              <a:ext uri="{FF2B5EF4-FFF2-40B4-BE49-F238E27FC236}">
                <a16:creationId xmlns:a16="http://schemas.microsoft.com/office/drawing/2014/main" id="{F9801839-8AA3-95E0-C66F-41CFF03684BC}"/>
              </a:ext>
            </a:extLst>
          </p:cNvPr>
          <p:cNvCxnSpPr>
            <a:cxnSpLocks/>
          </p:cNvCxnSpPr>
          <p:nvPr/>
        </p:nvCxnSpPr>
        <p:spPr>
          <a:xfrm flipH="1">
            <a:off x="8482313" y="5372893"/>
            <a:ext cx="709761" cy="0"/>
          </a:xfrm>
          <a:prstGeom prst="line">
            <a:avLst/>
          </a:prstGeom>
          <a:ln w="28575">
            <a:prstDash val="solid"/>
          </a:ln>
        </p:spPr>
        <p:style>
          <a:lnRef idx="1">
            <a:schemeClr val="dk1"/>
          </a:lnRef>
          <a:fillRef idx="0">
            <a:schemeClr val="dk1"/>
          </a:fillRef>
          <a:effectRef idx="0">
            <a:schemeClr val="dk1"/>
          </a:effectRef>
          <a:fontRef idx="minor">
            <a:schemeClr val="tx1"/>
          </a:fontRef>
        </p:style>
      </p:cxnSp>
      <p:sp>
        <p:nvSpPr>
          <p:cNvPr id="101" name="テキスト ボックス 100">
            <a:extLst>
              <a:ext uri="{FF2B5EF4-FFF2-40B4-BE49-F238E27FC236}">
                <a16:creationId xmlns:a16="http://schemas.microsoft.com/office/drawing/2014/main" id="{18983683-F48C-F9B1-6CE0-5146D92224EF}"/>
              </a:ext>
            </a:extLst>
          </p:cNvPr>
          <p:cNvSpPr txBox="1"/>
          <p:nvPr/>
        </p:nvSpPr>
        <p:spPr>
          <a:xfrm>
            <a:off x="9075249" y="5214170"/>
            <a:ext cx="2072640" cy="646331"/>
          </a:xfrm>
          <a:prstGeom prst="rect">
            <a:avLst/>
          </a:prstGeom>
          <a:noFill/>
        </p:spPr>
        <p:txBody>
          <a:bodyPr wrap="square" rtlCol="0">
            <a:spAutoFit/>
          </a:bodyPr>
          <a:lstStyle/>
          <a:p>
            <a:pPr algn="ctr"/>
            <a:r>
              <a:rPr kumimoji="1" lang="en-US" altLang="ja-JP" dirty="0"/>
              <a:t>Dynamic Model Size</a:t>
            </a:r>
            <a:endParaRPr kumimoji="1" lang="ja-JP" altLang="en-US" dirty="0"/>
          </a:p>
        </p:txBody>
      </p:sp>
      <p:sp>
        <p:nvSpPr>
          <p:cNvPr id="102" name="スライド番号プレースホルダー 101">
            <a:extLst>
              <a:ext uri="{FF2B5EF4-FFF2-40B4-BE49-F238E27FC236}">
                <a16:creationId xmlns:a16="http://schemas.microsoft.com/office/drawing/2014/main" id="{27807C65-B18A-E9FB-CC47-4B08E70E841E}"/>
              </a:ext>
            </a:extLst>
          </p:cNvPr>
          <p:cNvSpPr>
            <a:spLocks noGrp="1"/>
          </p:cNvSpPr>
          <p:nvPr>
            <p:ph type="sldNum" sz="quarter" idx="12"/>
          </p:nvPr>
        </p:nvSpPr>
        <p:spPr/>
        <p:txBody>
          <a:bodyPr/>
          <a:lstStyle/>
          <a:p>
            <a:fld id="{49AE70B2-8BF9-45C0-BB95-33D1B9D3A854}" type="slidenum">
              <a:rPr lang="zh-CN" altLang="en-US" smtClean="0"/>
              <a:t>9</a:t>
            </a:fld>
            <a:endParaRPr lang="zh-CN" altLang="en-US"/>
          </a:p>
        </p:txBody>
      </p:sp>
      <p:sp>
        <p:nvSpPr>
          <p:cNvPr id="103" name="テキスト ボックス 102">
            <a:extLst>
              <a:ext uri="{FF2B5EF4-FFF2-40B4-BE49-F238E27FC236}">
                <a16:creationId xmlns:a16="http://schemas.microsoft.com/office/drawing/2014/main" id="{89DDA7B7-879E-53B7-9C3A-D8AEADEEA0B7}"/>
              </a:ext>
            </a:extLst>
          </p:cNvPr>
          <p:cNvSpPr txBox="1"/>
          <p:nvPr/>
        </p:nvSpPr>
        <p:spPr>
          <a:xfrm>
            <a:off x="3208878" y="6108150"/>
            <a:ext cx="605536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Arial"/>
                <a:ea typeface="微软雅黑"/>
                <a:cs typeface="+mn-cs"/>
              </a:rPr>
              <a:t>Fig. 6</a:t>
            </a:r>
            <a:r>
              <a:rPr kumimoji="1" lang="en-US" altLang="ja-JP" dirty="0">
                <a:solidFill>
                  <a:prstClr val="black"/>
                </a:solidFill>
                <a:latin typeface="Arial"/>
                <a:ea typeface="微软雅黑"/>
              </a:rPr>
              <a:t> Dynamic Energy Adaptation</a:t>
            </a:r>
            <a:endParaRPr kumimoji="1" lang="ja-JP" altLang="en-US" sz="1800" b="0" i="0" u="none" strike="noStrike" kern="1200" cap="none" spc="0" normalizeH="0" baseline="0" noProof="0" dirty="0">
              <a:ln>
                <a:noFill/>
              </a:ln>
              <a:solidFill>
                <a:prstClr val="black"/>
              </a:solidFill>
              <a:effectLst/>
              <a:uLnTx/>
              <a:uFillTx/>
              <a:latin typeface="Arial"/>
              <a:ea typeface="微软雅黑"/>
              <a:cs typeface="+mn-cs"/>
            </a:endParaRPr>
          </a:p>
        </p:txBody>
      </p:sp>
    </p:spTree>
    <p:custDataLst>
      <p:tags r:id="rId1"/>
    </p:custDataLst>
    <p:extLst>
      <p:ext uri="{BB962C8B-B14F-4D97-AF65-F5344CB8AC3E}">
        <p14:creationId xmlns:p14="http://schemas.microsoft.com/office/powerpoint/2010/main" val="7629476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4"/>
          <a:stretch>
            <a:fillRect/>
          </a:stretch>
        </a:blipFill>
        <a:effectLst/>
      </p:bgPr>
    </p:bg>
    <p:spTree>
      <p:nvGrpSpPr>
        <p:cNvPr id="1" name="">
          <a:extLst>
            <a:ext uri="{FF2B5EF4-FFF2-40B4-BE49-F238E27FC236}">
              <a16:creationId xmlns:a16="http://schemas.microsoft.com/office/drawing/2014/main" id="{846D6C9C-A66F-99DC-1FFD-81AB9BF5AEA1}"/>
            </a:ext>
          </a:extLst>
        </p:cNvPr>
        <p:cNvGrpSpPr/>
        <p:nvPr/>
      </p:nvGrpSpPr>
      <p:grpSpPr>
        <a:xfrm>
          <a:off x="0" y="0"/>
          <a:ext cx="0" cy="0"/>
          <a:chOff x="0" y="0"/>
          <a:chExt cx="0" cy="0"/>
        </a:xfrm>
      </p:grpSpPr>
      <p:sp>
        <p:nvSpPr>
          <p:cNvPr id="5" name="タイトル 4">
            <a:extLst>
              <a:ext uri="{FF2B5EF4-FFF2-40B4-BE49-F238E27FC236}">
                <a16:creationId xmlns:a16="http://schemas.microsoft.com/office/drawing/2014/main" id="{C6EDB609-67D9-937E-0086-8DFCF834E0F2}"/>
              </a:ext>
            </a:extLst>
          </p:cNvPr>
          <p:cNvSpPr>
            <a:spLocks noGrp="1"/>
          </p:cNvSpPr>
          <p:nvPr>
            <p:ph type="title"/>
          </p:nvPr>
        </p:nvSpPr>
        <p:spPr/>
        <p:txBody>
          <a:bodyPr/>
          <a:lstStyle/>
          <a:p>
            <a:r>
              <a:rPr lang="en-US" altLang="ja-JP" dirty="0"/>
              <a:t>Outline</a:t>
            </a:r>
            <a:endParaRPr lang="ja-JP" altLang="en-US" dirty="0"/>
          </a:p>
        </p:txBody>
      </p:sp>
      <p:sp>
        <p:nvSpPr>
          <p:cNvPr id="6" name="コンテンツ プレースホルダー 5">
            <a:extLst>
              <a:ext uri="{FF2B5EF4-FFF2-40B4-BE49-F238E27FC236}">
                <a16:creationId xmlns:a16="http://schemas.microsoft.com/office/drawing/2014/main" id="{D19DD8D4-7EC3-269A-704B-D228E63D0E9E}"/>
              </a:ext>
            </a:extLst>
          </p:cNvPr>
          <p:cNvSpPr>
            <a:spLocks noGrp="1"/>
          </p:cNvSpPr>
          <p:nvPr>
            <p:ph idx="1"/>
          </p:nvPr>
        </p:nvSpPr>
        <p:spPr/>
        <p:txBody>
          <a:bodyPr>
            <a:normAutofit/>
          </a:bodyPr>
          <a:lstStyle/>
          <a:p>
            <a:r>
              <a:rPr lang="en-US" altLang="ja-JP" sz="2800" dirty="0">
                <a:solidFill>
                  <a:schemeClr val="bg1">
                    <a:lumMod val="75000"/>
                  </a:schemeClr>
                </a:solidFill>
              </a:rPr>
              <a:t>Introduction</a:t>
            </a:r>
          </a:p>
          <a:p>
            <a:r>
              <a:rPr lang="en-US" altLang="ja-JP" sz="2800" dirty="0"/>
              <a:t>Proposed Framework</a:t>
            </a:r>
          </a:p>
          <a:p>
            <a:r>
              <a:rPr lang="en-US" altLang="ja-JP" sz="2800" dirty="0">
                <a:solidFill>
                  <a:schemeClr val="bg1">
                    <a:lumMod val="75000"/>
                  </a:schemeClr>
                </a:solidFill>
              </a:rPr>
              <a:t>Evaluation</a:t>
            </a:r>
          </a:p>
          <a:p>
            <a:r>
              <a:rPr lang="en-US" altLang="ja-JP" sz="2800" dirty="0">
                <a:solidFill>
                  <a:schemeClr val="bg1">
                    <a:lumMod val="75000"/>
                  </a:schemeClr>
                </a:solidFill>
              </a:rPr>
              <a:t>Conclusion</a:t>
            </a:r>
            <a:endParaRPr lang="ja-JP" altLang="en-US" sz="2800" dirty="0">
              <a:solidFill>
                <a:schemeClr val="bg1">
                  <a:lumMod val="75000"/>
                </a:schemeClr>
              </a:solidFill>
            </a:endParaRPr>
          </a:p>
        </p:txBody>
      </p:sp>
      <p:pic>
        <p:nvPicPr>
          <p:cNvPr id="4" name="图片 3" descr="logo-4">
            <a:extLst>
              <a:ext uri="{FF2B5EF4-FFF2-40B4-BE49-F238E27FC236}">
                <a16:creationId xmlns:a16="http://schemas.microsoft.com/office/drawing/2014/main" id="{3691C790-9F67-B686-1822-797348449BF8}"/>
              </a:ext>
            </a:extLst>
          </p:cNvPr>
          <p:cNvPicPr>
            <a:picLocks noChangeAspect="1"/>
          </p:cNvPicPr>
          <p:nvPr/>
        </p:nvPicPr>
        <p:blipFill>
          <a:blip r:embed="rId5"/>
          <a:stretch>
            <a:fillRect/>
          </a:stretch>
        </p:blipFill>
        <p:spPr>
          <a:xfrm>
            <a:off x="10354310" y="6334125"/>
            <a:ext cx="1603375" cy="387350"/>
          </a:xfrm>
          <a:prstGeom prst="rect">
            <a:avLst/>
          </a:prstGeom>
        </p:spPr>
      </p:pic>
      <p:sp>
        <p:nvSpPr>
          <p:cNvPr id="2" name="スライド番号プレースホルダー 1">
            <a:extLst>
              <a:ext uri="{FF2B5EF4-FFF2-40B4-BE49-F238E27FC236}">
                <a16:creationId xmlns:a16="http://schemas.microsoft.com/office/drawing/2014/main" id="{3328B771-CBC7-61D2-C782-FE1BDCF5ED1B}"/>
              </a:ext>
            </a:extLst>
          </p:cNvPr>
          <p:cNvSpPr>
            <a:spLocks noGrp="1"/>
          </p:cNvSpPr>
          <p:nvPr>
            <p:ph type="sldNum" sz="quarter" idx="12"/>
          </p:nvPr>
        </p:nvSpPr>
        <p:spPr/>
        <p:txBody>
          <a:bodyPr/>
          <a:lstStyle/>
          <a:p>
            <a:fld id="{49AE70B2-8BF9-45C0-BB95-33D1B9D3A854}" type="slidenum">
              <a:rPr lang="zh-CN" altLang="en-US" smtClean="0"/>
              <a:t>10</a:t>
            </a:fld>
            <a:endParaRPr lang="zh-CN" altLang="en-US"/>
          </a:p>
        </p:txBody>
      </p:sp>
    </p:spTree>
    <p:custDataLst>
      <p:tags r:id="rId1"/>
    </p:custDataLst>
    <p:extLst>
      <p:ext uri="{BB962C8B-B14F-4D97-AF65-F5344CB8AC3E}">
        <p14:creationId xmlns:p14="http://schemas.microsoft.com/office/powerpoint/2010/main" val="27974813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4"/>
          <a:stretch>
            <a:fillRect/>
          </a:stretch>
        </a:blipFill>
        <a:effectLst/>
      </p:bgPr>
    </p:bg>
    <p:spTree>
      <p:nvGrpSpPr>
        <p:cNvPr id="1" name="">
          <a:extLst>
            <a:ext uri="{FF2B5EF4-FFF2-40B4-BE49-F238E27FC236}">
              <a16:creationId xmlns:a16="http://schemas.microsoft.com/office/drawing/2014/main" id="{446BFCE1-1E3B-59EF-9514-BF77A7BFD8C9}"/>
            </a:ext>
          </a:extLst>
        </p:cNvPr>
        <p:cNvGrpSpPr/>
        <p:nvPr/>
      </p:nvGrpSpPr>
      <p:grpSpPr>
        <a:xfrm>
          <a:off x="0" y="0"/>
          <a:ext cx="0" cy="0"/>
          <a:chOff x="0" y="0"/>
          <a:chExt cx="0" cy="0"/>
        </a:xfrm>
      </p:grpSpPr>
      <p:sp>
        <p:nvSpPr>
          <p:cNvPr id="52" name="テキスト ボックス 51">
            <a:extLst>
              <a:ext uri="{FF2B5EF4-FFF2-40B4-BE49-F238E27FC236}">
                <a16:creationId xmlns:a16="http://schemas.microsoft.com/office/drawing/2014/main" id="{DA94DA61-1A63-E0B7-13FB-BE8FC39C121E}"/>
              </a:ext>
            </a:extLst>
          </p:cNvPr>
          <p:cNvSpPr txBox="1"/>
          <p:nvPr/>
        </p:nvSpPr>
        <p:spPr>
          <a:xfrm>
            <a:off x="2025741" y="2987894"/>
            <a:ext cx="2808516"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Arial"/>
                <a:ea typeface="微软雅黑"/>
                <a:cs typeface="+mn-cs"/>
              </a:rPr>
              <a:t>Harvested Energy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Arial"/>
                <a:ea typeface="微软雅黑"/>
                <a:cs typeface="+mn-cs"/>
              </a:rPr>
              <a:t>(</a:t>
            </a:r>
            <a:r>
              <a:rPr kumimoji="1" lang="en-US" altLang="ja-JP" sz="1800" b="0" i="0" u="none" strike="noStrike" kern="1200" cap="none" spc="0" normalizeH="0" baseline="0" noProof="0" dirty="0" err="1">
                <a:ln>
                  <a:noFill/>
                </a:ln>
                <a:solidFill>
                  <a:prstClr val="black"/>
                </a:solidFill>
                <a:effectLst/>
                <a:uLnTx/>
                <a:uFillTx/>
                <a:latin typeface="Arial"/>
                <a:ea typeface="微软雅黑"/>
                <a:cs typeface="+mn-cs"/>
              </a:rPr>
              <a:t>Wh</a:t>
            </a:r>
            <a:r>
              <a:rPr kumimoji="1" lang="en-US" altLang="ja-JP" sz="1800" b="0" i="0" u="none" strike="noStrike" kern="1200" cap="none" spc="0" normalizeH="0" baseline="0" noProof="0" dirty="0">
                <a:ln>
                  <a:noFill/>
                </a:ln>
                <a:solidFill>
                  <a:prstClr val="black"/>
                </a:solidFill>
                <a:effectLst/>
                <a:uLnTx/>
                <a:uFillTx/>
                <a:latin typeface="Arial"/>
                <a:ea typeface="微软雅黑"/>
                <a:cs typeface="+mn-cs"/>
              </a:rPr>
              <a:t>)</a:t>
            </a:r>
          </a:p>
        </p:txBody>
      </p:sp>
      <p:sp>
        <p:nvSpPr>
          <p:cNvPr id="5" name="タイトル 4">
            <a:extLst>
              <a:ext uri="{FF2B5EF4-FFF2-40B4-BE49-F238E27FC236}">
                <a16:creationId xmlns:a16="http://schemas.microsoft.com/office/drawing/2014/main" id="{AE3A2716-AE7A-5C81-D294-08E4736599C9}"/>
              </a:ext>
            </a:extLst>
          </p:cNvPr>
          <p:cNvSpPr>
            <a:spLocks noGrp="1"/>
          </p:cNvSpPr>
          <p:nvPr>
            <p:ph type="title"/>
          </p:nvPr>
        </p:nvSpPr>
        <p:spPr/>
        <p:txBody>
          <a:bodyPr/>
          <a:lstStyle/>
          <a:p>
            <a:r>
              <a:rPr lang="en-US" altLang="ja-JP" dirty="0"/>
              <a:t>Overview</a:t>
            </a:r>
            <a:endParaRPr lang="ja-JP" altLang="en-US" dirty="0"/>
          </a:p>
        </p:txBody>
      </p:sp>
      <p:pic>
        <p:nvPicPr>
          <p:cNvPr id="4" name="图片 3" descr="logo-4">
            <a:extLst>
              <a:ext uri="{FF2B5EF4-FFF2-40B4-BE49-F238E27FC236}">
                <a16:creationId xmlns:a16="http://schemas.microsoft.com/office/drawing/2014/main" id="{5FA22A85-B407-4ED6-7E14-513FF7792AED}"/>
              </a:ext>
            </a:extLst>
          </p:cNvPr>
          <p:cNvPicPr>
            <a:picLocks noChangeAspect="1"/>
          </p:cNvPicPr>
          <p:nvPr/>
        </p:nvPicPr>
        <p:blipFill>
          <a:blip r:embed="rId5"/>
          <a:stretch>
            <a:fillRect/>
          </a:stretch>
        </p:blipFill>
        <p:spPr>
          <a:xfrm>
            <a:off x="10354310" y="6334125"/>
            <a:ext cx="1603375" cy="387350"/>
          </a:xfrm>
          <a:prstGeom prst="rect">
            <a:avLst/>
          </a:prstGeom>
        </p:spPr>
      </p:pic>
      <p:grpSp>
        <p:nvGrpSpPr>
          <p:cNvPr id="96" name="グループ化 95">
            <a:extLst>
              <a:ext uri="{FF2B5EF4-FFF2-40B4-BE49-F238E27FC236}">
                <a16:creationId xmlns:a16="http://schemas.microsoft.com/office/drawing/2014/main" id="{6BA99B51-6A65-867F-29C4-6772B3D3C305}"/>
              </a:ext>
            </a:extLst>
          </p:cNvPr>
          <p:cNvGrpSpPr/>
          <p:nvPr/>
        </p:nvGrpSpPr>
        <p:grpSpPr>
          <a:xfrm>
            <a:off x="194431" y="3957246"/>
            <a:ext cx="1376300" cy="979717"/>
            <a:chOff x="268359" y="1704820"/>
            <a:chExt cx="1875336" cy="979717"/>
          </a:xfrm>
        </p:grpSpPr>
        <p:sp>
          <p:nvSpPr>
            <p:cNvPr id="29" name="テキスト ボックス 28">
              <a:extLst>
                <a:ext uri="{FF2B5EF4-FFF2-40B4-BE49-F238E27FC236}">
                  <a16:creationId xmlns:a16="http://schemas.microsoft.com/office/drawing/2014/main" id="{EFFD7828-17CB-A754-F305-18102EFDE2DB}"/>
                </a:ext>
              </a:extLst>
            </p:cNvPr>
            <p:cNvSpPr txBox="1"/>
            <p:nvPr/>
          </p:nvSpPr>
          <p:spPr>
            <a:xfrm>
              <a:off x="268359" y="1928480"/>
              <a:ext cx="1875336"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Arial"/>
                  <a:ea typeface="微软雅黑"/>
                  <a:cs typeface="+mn-cs"/>
                </a:rPr>
                <a:t>SNN Model</a:t>
              </a:r>
            </a:p>
          </p:txBody>
        </p:sp>
        <p:sp>
          <p:nvSpPr>
            <p:cNvPr id="25" name="フローチャート: 書類 24">
              <a:extLst>
                <a:ext uri="{FF2B5EF4-FFF2-40B4-BE49-F238E27FC236}">
                  <a16:creationId xmlns:a16="http://schemas.microsoft.com/office/drawing/2014/main" id="{8B175BC5-C33D-EB9B-BEF8-FECEAC75AAB1}"/>
                </a:ext>
              </a:extLst>
            </p:cNvPr>
            <p:cNvSpPr/>
            <p:nvPr/>
          </p:nvSpPr>
          <p:spPr>
            <a:xfrm>
              <a:off x="289368" y="1704820"/>
              <a:ext cx="1822256" cy="979717"/>
            </a:xfrm>
            <a:prstGeom prst="flowChartDocumen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p:grpSp>
      <p:grpSp>
        <p:nvGrpSpPr>
          <p:cNvPr id="31" name="グループ化 30">
            <a:extLst>
              <a:ext uri="{FF2B5EF4-FFF2-40B4-BE49-F238E27FC236}">
                <a16:creationId xmlns:a16="http://schemas.microsoft.com/office/drawing/2014/main" id="{3E0737B8-863E-C2C3-D857-700D233B0D37}"/>
              </a:ext>
            </a:extLst>
          </p:cNvPr>
          <p:cNvGrpSpPr/>
          <p:nvPr/>
        </p:nvGrpSpPr>
        <p:grpSpPr>
          <a:xfrm>
            <a:off x="334038" y="1681757"/>
            <a:ext cx="1216740" cy="979716"/>
            <a:chOff x="1488231" y="1847461"/>
            <a:chExt cx="1847461" cy="979716"/>
          </a:xfrm>
        </p:grpSpPr>
        <p:sp>
          <p:nvSpPr>
            <p:cNvPr id="33" name="フローチャート: 書類 32">
              <a:extLst>
                <a:ext uri="{FF2B5EF4-FFF2-40B4-BE49-F238E27FC236}">
                  <a16:creationId xmlns:a16="http://schemas.microsoft.com/office/drawing/2014/main" id="{F7E5F135-587C-9EB6-C5F6-0C296FA70004}"/>
                </a:ext>
              </a:extLst>
            </p:cNvPr>
            <p:cNvSpPr/>
            <p:nvPr/>
          </p:nvSpPr>
          <p:spPr>
            <a:xfrm>
              <a:off x="1548881" y="1847461"/>
              <a:ext cx="1726163" cy="979716"/>
            </a:xfrm>
            <a:prstGeom prst="flowChartDocumen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36" name="テキスト ボックス 35">
              <a:extLst>
                <a:ext uri="{FF2B5EF4-FFF2-40B4-BE49-F238E27FC236}">
                  <a16:creationId xmlns:a16="http://schemas.microsoft.com/office/drawing/2014/main" id="{83A11D8E-3178-7D26-D5B4-D28A8EE3C6BB}"/>
                </a:ext>
              </a:extLst>
            </p:cNvPr>
            <p:cNvSpPr txBox="1"/>
            <p:nvPr/>
          </p:nvSpPr>
          <p:spPr>
            <a:xfrm>
              <a:off x="1488231" y="1899943"/>
              <a:ext cx="1847461"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Arial"/>
                  <a:ea typeface="微软雅黑"/>
                  <a:cs typeface="+mn-cs"/>
                </a:rPr>
                <a:t>Weather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Arial"/>
                  <a:ea typeface="微软雅黑"/>
                  <a:cs typeface="+mn-cs"/>
                </a:rPr>
                <a:t>Model</a:t>
              </a:r>
              <a:endParaRPr kumimoji="1" lang="ja-JP" altLang="en-US" sz="1800" b="0" i="0" u="none" strike="noStrike" kern="1200" cap="none" spc="0" normalizeH="0" baseline="0" noProof="0" dirty="0">
                <a:ln>
                  <a:noFill/>
                </a:ln>
                <a:solidFill>
                  <a:prstClr val="black"/>
                </a:solidFill>
                <a:effectLst/>
                <a:uLnTx/>
                <a:uFillTx/>
                <a:latin typeface="Arial"/>
                <a:ea typeface="微软雅黑"/>
                <a:cs typeface="+mn-cs"/>
              </a:endParaRPr>
            </a:p>
          </p:txBody>
        </p:sp>
      </p:grpSp>
      <p:sp>
        <p:nvSpPr>
          <p:cNvPr id="37" name="正方形/長方形 36">
            <a:extLst>
              <a:ext uri="{FF2B5EF4-FFF2-40B4-BE49-F238E27FC236}">
                <a16:creationId xmlns:a16="http://schemas.microsoft.com/office/drawing/2014/main" id="{785186B6-4ED9-E200-374F-21E92DFCA265}"/>
              </a:ext>
            </a:extLst>
          </p:cNvPr>
          <p:cNvSpPr/>
          <p:nvPr/>
        </p:nvSpPr>
        <p:spPr>
          <a:xfrm>
            <a:off x="1742544" y="1604865"/>
            <a:ext cx="3153748" cy="4282751"/>
          </a:xfrm>
          <a:prstGeom prst="rect">
            <a:avLst/>
          </a:prstGeom>
          <a:noFill/>
          <a:ln w="19050">
            <a:solidFill>
              <a:srgbClr val="0070C0"/>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p:grpSp>
        <p:nvGrpSpPr>
          <p:cNvPr id="46" name="グループ化 45">
            <a:extLst>
              <a:ext uri="{FF2B5EF4-FFF2-40B4-BE49-F238E27FC236}">
                <a16:creationId xmlns:a16="http://schemas.microsoft.com/office/drawing/2014/main" id="{7B0D6B74-41C9-13FE-65A0-7EC2D690B7DF}"/>
              </a:ext>
            </a:extLst>
          </p:cNvPr>
          <p:cNvGrpSpPr/>
          <p:nvPr/>
        </p:nvGrpSpPr>
        <p:grpSpPr>
          <a:xfrm>
            <a:off x="2014469" y="4009729"/>
            <a:ext cx="2804061" cy="646331"/>
            <a:chOff x="2799183" y="1895802"/>
            <a:chExt cx="2733870" cy="646331"/>
          </a:xfrm>
        </p:grpSpPr>
        <p:sp>
          <p:nvSpPr>
            <p:cNvPr id="38" name="正方形/長方形 37">
              <a:extLst>
                <a:ext uri="{FF2B5EF4-FFF2-40B4-BE49-F238E27FC236}">
                  <a16:creationId xmlns:a16="http://schemas.microsoft.com/office/drawing/2014/main" id="{D34D5696-3283-2564-940C-3113EB6DF134}"/>
                </a:ext>
              </a:extLst>
            </p:cNvPr>
            <p:cNvSpPr/>
            <p:nvPr/>
          </p:nvSpPr>
          <p:spPr>
            <a:xfrm>
              <a:off x="2808514" y="1895802"/>
              <a:ext cx="2724539" cy="64633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40" name="テキスト ボックス 39">
              <a:extLst>
                <a:ext uri="{FF2B5EF4-FFF2-40B4-BE49-F238E27FC236}">
                  <a16:creationId xmlns:a16="http://schemas.microsoft.com/office/drawing/2014/main" id="{6C6C8A3A-287A-83A1-F376-B2FB65637156}"/>
                </a:ext>
              </a:extLst>
            </p:cNvPr>
            <p:cNvSpPr txBox="1"/>
            <p:nvPr/>
          </p:nvSpPr>
          <p:spPr>
            <a:xfrm>
              <a:off x="2799183" y="1895802"/>
              <a:ext cx="2637276"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Arial"/>
                  <a:ea typeface="微软雅黑"/>
                  <a:cs typeface="+mn-cs"/>
                </a:rPr>
                <a:t>Data Collection</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dirty="0">
                <a:ln>
                  <a:noFill/>
                </a:ln>
                <a:solidFill>
                  <a:prstClr val="black"/>
                </a:solidFill>
                <a:effectLst/>
                <a:uLnTx/>
                <a:uFillTx/>
                <a:latin typeface="Arial"/>
                <a:ea typeface="微软雅黑"/>
                <a:cs typeface="+mn-cs"/>
              </a:endParaRPr>
            </a:p>
          </p:txBody>
        </p:sp>
      </p:grpSp>
      <p:grpSp>
        <p:nvGrpSpPr>
          <p:cNvPr id="47" name="グループ化 46">
            <a:extLst>
              <a:ext uri="{FF2B5EF4-FFF2-40B4-BE49-F238E27FC236}">
                <a16:creationId xmlns:a16="http://schemas.microsoft.com/office/drawing/2014/main" id="{E4989CFE-0FB2-3A96-F915-CA2311B04D58}"/>
              </a:ext>
            </a:extLst>
          </p:cNvPr>
          <p:cNvGrpSpPr/>
          <p:nvPr/>
        </p:nvGrpSpPr>
        <p:grpSpPr>
          <a:xfrm>
            <a:off x="1969622" y="1879403"/>
            <a:ext cx="2823511" cy="646331"/>
            <a:chOff x="2801204" y="1895802"/>
            <a:chExt cx="2731849" cy="646331"/>
          </a:xfrm>
        </p:grpSpPr>
        <p:sp>
          <p:nvSpPr>
            <p:cNvPr id="48" name="正方形/長方形 47">
              <a:extLst>
                <a:ext uri="{FF2B5EF4-FFF2-40B4-BE49-F238E27FC236}">
                  <a16:creationId xmlns:a16="http://schemas.microsoft.com/office/drawing/2014/main" id="{C1FE2DF5-682F-34A4-E638-1E0385732434}"/>
                </a:ext>
              </a:extLst>
            </p:cNvPr>
            <p:cNvSpPr/>
            <p:nvPr/>
          </p:nvSpPr>
          <p:spPr>
            <a:xfrm>
              <a:off x="2808514" y="1895802"/>
              <a:ext cx="2724539" cy="64633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49" name="テキスト ボックス 48">
              <a:extLst>
                <a:ext uri="{FF2B5EF4-FFF2-40B4-BE49-F238E27FC236}">
                  <a16:creationId xmlns:a16="http://schemas.microsoft.com/office/drawing/2014/main" id="{1D88BA39-ED3F-6893-03A7-3CFA03065DFF}"/>
                </a:ext>
              </a:extLst>
            </p:cNvPr>
            <p:cNvSpPr txBox="1"/>
            <p:nvPr/>
          </p:nvSpPr>
          <p:spPr>
            <a:xfrm>
              <a:off x="2801204" y="2000650"/>
              <a:ext cx="2637276"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Arial"/>
                  <a:ea typeface="微软雅黑"/>
                  <a:cs typeface="+mn-cs"/>
                </a:rPr>
                <a:t>Energy Estimation</a:t>
              </a:r>
            </a:p>
          </p:txBody>
        </p:sp>
      </p:grpSp>
      <p:sp>
        <p:nvSpPr>
          <p:cNvPr id="51" name="フローチャート: 書類 50">
            <a:extLst>
              <a:ext uri="{FF2B5EF4-FFF2-40B4-BE49-F238E27FC236}">
                <a16:creationId xmlns:a16="http://schemas.microsoft.com/office/drawing/2014/main" id="{2B131257-FE02-6F4E-1A76-7D96E84CBED8}"/>
              </a:ext>
            </a:extLst>
          </p:cNvPr>
          <p:cNvSpPr/>
          <p:nvPr/>
        </p:nvSpPr>
        <p:spPr>
          <a:xfrm>
            <a:off x="2072288" y="2952853"/>
            <a:ext cx="2624118" cy="757062"/>
          </a:xfrm>
          <a:prstGeom prst="flowChartDocumen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54" name="フローチャート: 書類 53">
            <a:extLst>
              <a:ext uri="{FF2B5EF4-FFF2-40B4-BE49-F238E27FC236}">
                <a16:creationId xmlns:a16="http://schemas.microsoft.com/office/drawing/2014/main" id="{EE67F2F1-590D-B6A0-546B-26BCE37319A1}"/>
              </a:ext>
            </a:extLst>
          </p:cNvPr>
          <p:cNvSpPr/>
          <p:nvPr/>
        </p:nvSpPr>
        <p:spPr>
          <a:xfrm>
            <a:off x="2035351" y="5105167"/>
            <a:ext cx="2624118" cy="703687"/>
          </a:xfrm>
          <a:prstGeom prst="flowChartDocumen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p:cxnSp>
        <p:nvCxnSpPr>
          <p:cNvPr id="57" name="直線矢印コネクタ 56">
            <a:extLst>
              <a:ext uri="{FF2B5EF4-FFF2-40B4-BE49-F238E27FC236}">
                <a16:creationId xmlns:a16="http://schemas.microsoft.com/office/drawing/2014/main" id="{83028796-E983-272C-4420-37546987D02C}"/>
              </a:ext>
            </a:extLst>
          </p:cNvPr>
          <p:cNvCxnSpPr>
            <a:cxnSpLocks/>
            <a:endCxn id="40" idx="1"/>
          </p:cNvCxnSpPr>
          <p:nvPr/>
        </p:nvCxnSpPr>
        <p:spPr>
          <a:xfrm>
            <a:off x="1560175" y="4332895"/>
            <a:ext cx="454294"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64" name="直線矢印コネクタ 63">
            <a:extLst>
              <a:ext uri="{FF2B5EF4-FFF2-40B4-BE49-F238E27FC236}">
                <a16:creationId xmlns:a16="http://schemas.microsoft.com/office/drawing/2014/main" id="{D7F5F9D7-3760-06C8-90E8-9C5A7FA01C0F}"/>
              </a:ext>
            </a:extLst>
          </p:cNvPr>
          <p:cNvCxnSpPr>
            <a:cxnSpLocks/>
          </p:cNvCxnSpPr>
          <p:nvPr/>
        </p:nvCxnSpPr>
        <p:spPr>
          <a:xfrm>
            <a:off x="1512183" y="2189480"/>
            <a:ext cx="454295"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68" name="テキスト ボックス 67">
            <a:extLst>
              <a:ext uri="{FF2B5EF4-FFF2-40B4-BE49-F238E27FC236}">
                <a16:creationId xmlns:a16="http://schemas.microsoft.com/office/drawing/2014/main" id="{ED23F3B7-403E-96D3-65B1-F1FD88274E4B}"/>
              </a:ext>
            </a:extLst>
          </p:cNvPr>
          <p:cNvSpPr txBox="1"/>
          <p:nvPr/>
        </p:nvSpPr>
        <p:spPr>
          <a:xfrm>
            <a:off x="1985140" y="1171624"/>
            <a:ext cx="2808516"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sng" strike="noStrike" kern="1200" cap="none" spc="0" normalizeH="0" baseline="0" noProof="0" dirty="0">
                <a:ln>
                  <a:noFill/>
                </a:ln>
                <a:solidFill>
                  <a:prstClr val="black"/>
                </a:solidFill>
                <a:effectLst/>
                <a:uLnTx/>
                <a:uFillTx/>
                <a:latin typeface="Arial"/>
                <a:ea typeface="微软雅黑"/>
                <a:cs typeface="+mn-cs"/>
              </a:rPr>
              <a:t>Preparation Phase</a:t>
            </a:r>
          </a:p>
        </p:txBody>
      </p:sp>
      <p:sp>
        <p:nvSpPr>
          <p:cNvPr id="69" name="正方形/長方形 68">
            <a:extLst>
              <a:ext uri="{FF2B5EF4-FFF2-40B4-BE49-F238E27FC236}">
                <a16:creationId xmlns:a16="http://schemas.microsoft.com/office/drawing/2014/main" id="{55BAD8AE-A311-DAA6-91E2-384DF948821F}"/>
              </a:ext>
            </a:extLst>
          </p:cNvPr>
          <p:cNvSpPr/>
          <p:nvPr/>
        </p:nvSpPr>
        <p:spPr>
          <a:xfrm>
            <a:off x="5044473" y="1604865"/>
            <a:ext cx="4433303" cy="4282752"/>
          </a:xfrm>
          <a:prstGeom prst="rect">
            <a:avLst/>
          </a:prstGeom>
          <a:noFill/>
          <a:ln w="19050">
            <a:solidFill>
              <a:srgbClr val="0070C0"/>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70" name="テキスト ボックス 69">
            <a:extLst>
              <a:ext uri="{FF2B5EF4-FFF2-40B4-BE49-F238E27FC236}">
                <a16:creationId xmlns:a16="http://schemas.microsoft.com/office/drawing/2014/main" id="{1C2C9A96-DD03-2923-C573-3ACC15E784C2}"/>
              </a:ext>
            </a:extLst>
          </p:cNvPr>
          <p:cNvSpPr txBox="1"/>
          <p:nvPr/>
        </p:nvSpPr>
        <p:spPr>
          <a:xfrm>
            <a:off x="5904469" y="1170274"/>
            <a:ext cx="2808516"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sng" strike="noStrike" kern="1200" cap="none" spc="0" normalizeH="0" baseline="0" noProof="0" dirty="0">
                <a:ln>
                  <a:noFill/>
                </a:ln>
                <a:solidFill>
                  <a:prstClr val="black"/>
                </a:solidFill>
                <a:effectLst/>
                <a:uLnTx/>
                <a:uFillTx/>
                <a:latin typeface="Arial"/>
                <a:ea typeface="微软雅黑"/>
                <a:cs typeface="+mn-cs"/>
              </a:rPr>
              <a:t>Configuration Phase</a:t>
            </a:r>
          </a:p>
        </p:txBody>
      </p:sp>
      <p:cxnSp>
        <p:nvCxnSpPr>
          <p:cNvPr id="71" name="コネクタ: カギ線 70">
            <a:extLst>
              <a:ext uri="{FF2B5EF4-FFF2-40B4-BE49-F238E27FC236}">
                <a16:creationId xmlns:a16="http://schemas.microsoft.com/office/drawing/2014/main" id="{0788DDF5-E30A-F8A3-EDA8-F0FC759D60BC}"/>
              </a:ext>
            </a:extLst>
          </p:cNvPr>
          <p:cNvCxnSpPr>
            <a:cxnSpLocks/>
            <a:stCxn id="51" idx="3"/>
            <a:endCxn id="88" idx="0"/>
          </p:cNvCxnSpPr>
          <p:nvPr/>
        </p:nvCxnSpPr>
        <p:spPr>
          <a:xfrm flipV="1">
            <a:off x="4696406" y="1897446"/>
            <a:ext cx="1450223" cy="1433938"/>
          </a:xfrm>
          <a:prstGeom prst="bentConnector4">
            <a:avLst>
              <a:gd name="adj1" fmla="val 30829"/>
              <a:gd name="adj2" fmla="val 115942"/>
            </a:avLst>
          </a:prstGeom>
          <a:ln w="28575">
            <a:tailEnd type="triangle"/>
          </a:ln>
        </p:spPr>
        <p:style>
          <a:lnRef idx="1">
            <a:schemeClr val="dk1"/>
          </a:lnRef>
          <a:fillRef idx="0">
            <a:schemeClr val="dk1"/>
          </a:fillRef>
          <a:effectRef idx="0">
            <a:schemeClr val="dk1"/>
          </a:effectRef>
          <a:fontRef idx="minor">
            <a:schemeClr val="tx1"/>
          </a:fontRef>
        </p:style>
      </p:cxnSp>
      <p:cxnSp>
        <p:nvCxnSpPr>
          <p:cNvPr id="77" name="コネクタ: カギ線 76">
            <a:extLst>
              <a:ext uri="{FF2B5EF4-FFF2-40B4-BE49-F238E27FC236}">
                <a16:creationId xmlns:a16="http://schemas.microsoft.com/office/drawing/2014/main" id="{323EE71B-70C3-1388-1DDF-82AA9E6090E6}"/>
              </a:ext>
            </a:extLst>
          </p:cNvPr>
          <p:cNvCxnSpPr>
            <a:cxnSpLocks/>
          </p:cNvCxnSpPr>
          <p:nvPr/>
        </p:nvCxnSpPr>
        <p:spPr>
          <a:xfrm flipV="1">
            <a:off x="4660739" y="3338436"/>
            <a:ext cx="486784" cy="2118575"/>
          </a:xfrm>
          <a:prstGeom prst="bentConnector2">
            <a:avLst/>
          </a:prstGeom>
          <a:ln w="28575">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88" name="正方形/長方形 87">
            <a:extLst>
              <a:ext uri="{FF2B5EF4-FFF2-40B4-BE49-F238E27FC236}">
                <a16:creationId xmlns:a16="http://schemas.microsoft.com/office/drawing/2014/main" id="{E3B3B05F-A6C8-40D6-0278-4C6C3BDA924E}"/>
              </a:ext>
            </a:extLst>
          </p:cNvPr>
          <p:cNvSpPr/>
          <p:nvPr/>
        </p:nvSpPr>
        <p:spPr>
          <a:xfrm>
            <a:off x="5289623" y="1897446"/>
            <a:ext cx="1714012" cy="247265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p:cxnSp>
        <p:nvCxnSpPr>
          <p:cNvPr id="144" name="コネクタ: カギ線 143">
            <a:extLst>
              <a:ext uri="{FF2B5EF4-FFF2-40B4-BE49-F238E27FC236}">
                <a16:creationId xmlns:a16="http://schemas.microsoft.com/office/drawing/2014/main" id="{8D61C6A3-F8F1-9CF2-27CA-6F27230AE430}"/>
              </a:ext>
            </a:extLst>
          </p:cNvPr>
          <p:cNvCxnSpPr>
            <a:cxnSpLocks/>
            <a:stCxn id="39" idx="2"/>
            <a:endCxn id="166" idx="1"/>
          </p:cNvCxnSpPr>
          <p:nvPr/>
        </p:nvCxnSpPr>
        <p:spPr>
          <a:xfrm rot="5400000" flipH="1" flipV="1">
            <a:off x="7493762" y="3056662"/>
            <a:ext cx="1125154" cy="3830288"/>
          </a:xfrm>
          <a:prstGeom prst="bentConnector4">
            <a:avLst>
              <a:gd name="adj1" fmla="val -20317"/>
              <a:gd name="adj2" fmla="val 95294"/>
            </a:avLst>
          </a:prstGeom>
          <a:ln w="28575">
            <a:tailEnd type="triangle"/>
          </a:ln>
        </p:spPr>
        <p:style>
          <a:lnRef idx="1">
            <a:schemeClr val="dk1"/>
          </a:lnRef>
          <a:fillRef idx="0">
            <a:schemeClr val="dk1"/>
          </a:fillRef>
          <a:effectRef idx="0">
            <a:schemeClr val="dk1"/>
          </a:effectRef>
          <a:fontRef idx="minor">
            <a:schemeClr val="tx1"/>
          </a:fontRef>
        </p:style>
      </p:cxnSp>
      <p:cxnSp>
        <p:nvCxnSpPr>
          <p:cNvPr id="159" name="コネクタ: カギ線 158">
            <a:extLst>
              <a:ext uri="{FF2B5EF4-FFF2-40B4-BE49-F238E27FC236}">
                <a16:creationId xmlns:a16="http://schemas.microsoft.com/office/drawing/2014/main" id="{4BFEC75C-82EC-47B6-1274-32B3C95D7B96}"/>
              </a:ext>
            </a:extLst>
          </p:cNvPr>
          <p:cNvCxnSpPr>
            <a:cxnSpLocks/>
            <a:stCxn id="72" idx="2"/>
            <a:endCxn id="163" idx="1"/>
          </p:cNvCxnSpPr>
          <p:nvPr/>
        </p:nvCxnSpPr>
        <p:spPr>
          <a:xfrm rot="5400000" flipH="1" flipV="1">
            <a:off x="7908803" y="3445928"/>
            <a:ext cx="2491573" cy="1640855"/>
          </a:xfrm>
          <a:prstGeom prst="bentConnector4">
            <a:avLst>
              <a:gd name="adj1" fmla="val -3136"/>
              <a:gd name="adj2" fmla="val 81289"/>
            </a:avLst>
          </a:prstGeom>
          <a:ln w="28575">
            <a:tailEnd type="triangle"/>
          </a:ln>
        </p:spPr>
        <p:style>
          <a:lnRef idx="1">
            <a:schemeClr val="dk1"/>
          </a:lnRef>
          <a:fillRef idx="0">
            <a:schemeClr val="dk1"/>
          </a:fillRef>
          <a:effectRef idx="0">
            <a:schemeClr val="dk1"/>
          </a:effectRef>
          <a:fontRef idx="minor">
            <a:schemeClr val="tx1"/>
          </a:fontRef>
        </p:style>
      </p:cxnSp>
      <p:sp>
        <p:nvSpPr>
          <p:cNvPr id="2" name="テキスト ボックス 1">
            <a:extLst>
              <a:ext uri="{FF2B5EF4-FFF2-40B4-BE49-F238E27FC236}">
                <a16:creationId xmlns:a16="http://schemas.microsoft.com/office/drawing/2014/main" id="{51DD9D0B-B75B-35CA-B0F9-600FE7A0B814}"/>
              </a:ext>
            </a:extLst>
          </p:cNvPr>
          <p:cNvSpPr txBox="1"/>
          <p:nvPr/>
        </p:nvSpPr>
        <p:spPr>
          <a:xfrm>
            <a:off x="3016707" y="5948497"/>
            <a:ext cx="605536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Arial"/>
                <a:ea typeface="微软雅黑"/>
                <a:cs typeface="+mn-cs"/>
              </a:rPr>
              <a:t>Fig. 7 Framework Overview</a:t>
            </a:r>
            <a:endParaRPr kumimoji="1" lang="ja-JP" altLang="en-US" sz="1800" b="0" i="0" u="none" strike="noStrike" kern="1200" cap="none" spc="0" normalizeH="0" baseline="0" noProof="0" dirty="0">
              <a:ln>
                <a:noFill/>
              </a:ln>
              <a:solidFill>
                <a:prstClr val="black"/>
              </a:solidFill>
              <a:effectLst/>
              <a:uLnTx/>
              <a:uFillTx/>
              <a:latin typeface="Arial"/>
              <a:ea typeface="微软雅黑"/>
              <a:cs typeface="+mn-cs"/>
            </a:endParaRPr>
          </a:p>
        </p:txBody>
      </p:sp>
      <p:sp>
        <p:nvSpPr>
          <p:cNvPr id="6" name="スライド番号プレースホルダー 5">
            <a:extLst>
              <a:ext uri="{FF2B5EF4-FFF2-40B4-BE49-F238E27FC236}">
                <a16:creationId xmlns:a16="http://schemas.microsoft.com/office/drawing/2014/main" id="{6B110380-EE45-0B4B-E8E8-A24AF7DE3EC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AE70B2-8BF9-45C0-BB95-33D1B9D3A854}" type="slidenum">
              <a:rPr kumimoji="0" lang="zh-CN" altLang="en-US" sz="1000" b="0" i="0" u="none" strike="noStrike" kern="1200" cap="none" spc="0" normalizeH="0" baseline="0" noProof="0" smtClean="0">
                <a:ln>
                  <a:noFill/>
                </a:ln>
                <a:solidFill>
                  <a:prstClr val="black">
                    <a:tint val="75000"/>
                  </a:prstClr>
                </a:solidFill>
                <a:effectLst/>
                <a:uLnTx/>
                <a:uFillTx/>
                <a:latin typeface="Arial"/>
                <a:ea typeface="微软雅黑"/>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zh-CN" altLang="en-US" sz="1000" b="0" i="0" u="none" strike="noStrike" kern="1200" cap="none" spc="0" normalizeH="0" baseline="0" noProof="0">
              <a:ln>
                <a:noFill/>
              </a:ln>
              <a:solidFill>
                <a:prstClr val="black">
                  <a:tint val="75000"/>
                </a:prstClr>
              </a:solidFill>
              <a:effectLst/>
              <a:uLnTx/>
              <a:uFillTx/>
              <a:latin typeface="Arial"/>
              <a:ea typeface="微软雅黑"/>
              <a:cs typeface="+mn-cs"/>
            </a:endParaRPr>
          </a:p>
        </p:txBody>
      </p:sp>
      <mc:AlternateContent xmlns:mc="http://schemas.openxmlformats.org/markup-compatibility/2006">
        <mc:Choice xmlns:a14="http://schemas.microsoft.com/office/drawing/2010/main" Requires="a14">
          <p:sp>
            <p:nvSpPr>
              <p:cNvPr id="19" name="テキスト ボックス 18">
                <a:extLst>
                  <a:ext uri="{FF2B5EF4-FFF2-40B4-BE49-F238E27FC236}">
                    <a16:creationId xmlns:a16="http://schemas.microsoft.com/office/drawing/2014/main" id="{0F284111-A152-8A7F-4B00-A59085F26711}"/>
                  </a:ext>
                </a:extLst>
              </p:cNvPr>
              <p:cNvSpPr txBox="1"/>
              <p:nvPr/>
            </p:nvSpPr>
            <p:spPr>
              <a:xfrm>
                <a:off x="1944155" y="4289256"/>
                <a:ext cx="3909326" cy="39998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Sup>
                      <m:sSubSupPr>
                        <m:ctrlP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SupPr>
                      <m:e>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𝑇</m:t>
                        </m:r>
                      </m:e>
                      <m:sub>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𝑡𝑖𝑚𝑒𝑠𝑡𝑒𝑝𝑠</m:t>
                        </m:r>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sub>
                      <m:sup>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up>
                    </m:sSubSup>
                    <m:sSubSup>
                      <m:sSubSupPr>
                        <m:ctrlP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SupPr>
                      <m:e>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𝑁</m:t>
                        </m:r>
                      </m:e>
                      <m:sub>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𝑛𝑒𝑢𝑟𝑜𝑛𝑠</m:t>
                        </m:r>
                      </m:sub>
                      <m:sup>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up>
                    </m:sSubSup>
                  </m:oMath>
                </a14:m>
                <a:r>
                  <a:rPr kumimoji="1" lang="en-US" altLang="ja-JP" sz="1800" b="0" i="0" u="none" strike="noStrike" kern="1200" cap="none" spc="0" normalizeH="0" baseline="0" noProof="0" dirty="0">
                    <a:ln>
                      <a:noFill/>
                    </a:ln>
                    <a:solidFill>
                      <a:prstClr val="black"/>
                    </a:solidFill>
                    <a:effectLst/>
                    <a:uLnTx/>
                    <a:uFillTx/>
                    <a:latin typeface="Arial"/>
                    <a:ea typeface="微软雅黑"/>
                    <a:cs typeface="+mn-cs"/>
                  </a:rPr>
                  <a:t>, </a:t>
                </a:r>
                <a14:m>
                  <m:oMath xmlns:m="http://schemas.openxmlformats.org/officeDocument/2006/math">
                    <m:sSubSup>
                      <m:sSubSupPr>
                        <m:ctrlP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SupPr>
                      <m:e>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𝐸</m:t>
                        </m:r>
                      </m:e>
                      <m:sub>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𝑡𝑟𝑎𝑖𝑛</m:t>
                        </m:r>
                      </m:sub>
                      <m:sup>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up>
                    </m:sSubSup>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oMath>
                </a14:m>
                <a:endParaRPr kumimoji="1" lang="ja-JP" altLang="en-US" sz="1800" b="0" i="0" u="none" strike="noStrike" kern="1200" cap="none" spc="0" normalizeH="0" baseline="0" noProof="0" dirty="0">
                  <a:ln>
                    <a:noFill/>
                  </a:ln>
                  <a:solidFill>
                    <a:prstClr val="black"/>
                  </a:solidFill>
                  <a:effectLst/>
                  <a:uLnTx/>
                  <a:uFillTx/>
                  <a:latin typeface="Arial"/>
                  <a:ea typeface="微软雅黑"/>
                  <a:cs typeface="+mn-cs"/>
                </a:endParaRPr>
              </a:p>
            </p:txBody>
          </p:sp>
        </mc:Choice>
        <mc:Fallback>
          <p:sp>
            <p:nvSpPr>
              <p:cNvPr id="19" name="テキスト ボックス 18">
                <a:extLst>
                  <a:ext uri="{FF2B5EF4-FFF2-40B4-BE49-F238E27FC236}">
                    <a16:creationId xmlns:a16="http://schemas.microsoft.com/office/drawing/2014/main" id="{0F284111-A152-8A7F-4B00-A59085F26711}"/>
                  </a:ext>
                </a:extLst>
              </p:cNvPr>
              <p:cNvSpPr txBox="1">
                <a:spLocks noRot="1" noChangeAspect="1" noMove="1" noResize="1" noEditPoints="1" noAdjustHandles="1" noChangeArrowheads="1" noChangeShapeType="1" noTextEdit="1"/>
              </p:cNvSpPr>
              <p:nvPr/>
            </p:nvSpPr>
            <p:spPr>
              <a:xfrm>
                <a:off x="1944155" y="4289256"/>
                <a:ext cx="3909326" cy="399981"/>
              </a:xfrm>
              <a:prstGeom prst="rect">
                <a:avLst/>
              </a:prstGeom>
              <a:blipFill>
                <a:blip r:embed="rId6"/>
                <a:stretch>
                  <a:fillRect l="-468" t="-9231" b="-16923"/>
                </a:stretch>
              </a:blipFill>
            </p:spPr>
            <p:txBody>
              <a:bodyPr/>
              <a:lstStyle/>
              <a:p>
                <a:r>
                  <a:rPr lang="ja-JP" altLang="en-US">
                    <a:noFill/>
                  </a:rPr>
                  <a:t> </a:t>
                </a:r>
              </a:p>
            </p:txBody>
          </p:sp>
        </mc:Fallback>
      </mc:AlternateContent>
      <p:sp>
        <p:nvSpPr>
          <p:cNvPr id="21" name="テキスト ボックス 20">
            <a:extLst>
              <a:ext uri="{FF2B5EF4-FFF2-40B4-BE49-F238E27FC236}">
                <a16:creationId xmlns:a16="http://schemas.microsoft.com/office/drawing/2014/main" id="{68AFC155-EF62-4DAA-C01C-0BFB5354889E}"/>
              </a:ext>
            </a:extLst>
          </p:cNvPr>
          <p:cNvSpPr txBox="1"/>
          <p:nvPr/>
        </p:nvSpPr>
        <p:spPr>
          <a:xfrm>
            <a:off x="1928246" y="5105167"/>
            <a:ext cx="2808516"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Arial"/>
                <a:ea typeface="微软雅黑"/>
                <a:cs typeface="+mn-cs"/>
              </a:rPr>
              <a:t>Parameter-Consumption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dirty="0">
                <a:solidFill>
                  <a:prstClr val="black"/>
                </a:solidFill>
                <a:latin typeface="Arial"/>
                <a:ea typeface="微软雅黑"/>
              </a:rPr>
              <a:t>Relation (equation)</a:t>
            </a:r>
            <a:endParaRPr kumimoji="1" lang="en-US" altLang="ja-JP" sz="1800" b="0" i="0" u="none" strike="noStrike" kern="1200" cap="none" spc="0" normalizeH="0" baseline="0" noProof="0" dirty="0">
              <a:ln>
                <a:noFill/>
              </a:ln>
              <a:solidFill>
                <a:prstClr val="black"/>
              </a:solidFill>
              <a:effectLst/>
              <a:uLnTx/>
              <a:uFillTx/>
              <a:latin typeface="Arial"/>
              <a:ea typeface="微软雅黑"/>
              <a:cs typeface="+mn-cs"/>
            </a:endParaRPr>
          </a:p>
        </p:txBody>
      </p:sp>
      <p:cxnSp>
        <p:nvCxnSpPr>
          <p:cNvPr id="24" name="コネクタ: カギ線 23">
            <a:extLst>
              <a:ext uri="{FF2B5EF4-FFF2-40B4-BE49-F238E27FC236}">
                <a16:creationId xmlns:a16="http://schemas.microsoft.com/office/drawing/2014/main" id="{5528CC1F-6666-C9F0-399B-3AAF34328771}"/>
              </a:ext>
            </a:extLst>
          </p:cNvPr>
          <p:cNvCxnSpPr>
            <a:cxnSpLocks/>
            <a:endCxn id="90" idx="0"/>
          </p:cNvCxnSpPr>
          <p:nvPr/>
        </p:nvCxnSpPr>
        <p:spPr>
          <a:xfrm>
            <a:off x="6146460" y="1667781"/>
            <a:ext cx="2234816" cy="196896"/>
          </a:xfrm>
          <a:prstGeom prst="bentConnector2">
            <a:avLst/>
          </a:prstGeom>
          <a:ln w="28575">
            <a:headEnd type="none" w="med" len="med"/>
            <a:tailEnd type="triangle" w="med" len="med"/>
          </a:ln>
        </p:spPr>
        <p:style>
          <a:lnRef idx="1">
            <a:schemeClr val="dk1"/>
          </a:lnRef>
          <a:fillRef idx="0">
            <a:schemeClr val="dk1"/>
          </a:fillRef>
          <a:effectRef idx="0">
            <a:schemeClr val="dk1"/>
          </a:effectRef>
          <a:fontRef idx="minor">
            <a:schemeClr val="tx1"/>
          </a:fontRef>
        </p:style>
      </p:cxnSp>
      <p:sp>
        <p:nvSpPr>
          <p:cNvPr id="53" name="テキスト ボックス 52">
            <a:extLst>
              <a:ext uri="{FF2B5EF4-FFF2-40B4-BE49-F238E27FC236}">
                <a16:creationId xmlns:a16="http://schemas.microsoft.com/office/drawing/2014/main" id="{742E4C90-9979-C74B-EC32-EFBEEC7D4060}"/>
              </a:ext>
            </a:extLst>
          </p:cNvPr>
          <p:cNvSpPr txBox="1"/>
          <p:nvPr/>
        </p:nvSpPr>
        <p:spPr>
          <a:xfrm>
            <a:off x="5413475" y="1885975"/>
            <a:ext cx="1579397"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sng" strike="noStrike" kern="1200" cap="none" spc="0" normalizeH="0" baseline="0" noProof="0" dirty="0">
                <a:ln>
                  <a:noFill/>
                </a:ln>
                <a:solidFill>
                  <a:prstClr val="black"/>
                </a:solidFill>
                <a:effectLst/>
                <a:uLnTx/>
                <a:uFillTx/>
                <a:latin typeface="Arial"/>
                <a:ea typeface="微软雅黑"/>
                <a:cs typeface="+mn-cs"/>
              </a:rPr>
              <a:t>For Training</a:t>
            </a:r>
          </a:p>
        </p:txBody>
      </p:sp>
      <p:sp>
        <p:nvSpPr>
          <p:cNvPr id="55" name="テキスト ボックス 54">
            <a:extLst>
              <a:ext uri="{FF2B5EF4-FFF2-40B4-BE49-F238E27FC236}">
                <a16:creationId xmlns:a16="http://schemas.microsoft.com/office/drawing/2014/main" id="{A75C53DD-4D1D-9B76-A05A-A5A40154DC8E}"/>
              </a:ext>
            </a:extLst>
          </p:cNvPr>
          <p:cNvSpPr txBox="1"/>
          <p:nvPr/>
        </p:nvSpPr>
        <p:spPr>
          <a:xfrm>
            <a:off x="7618471" y="1884090"/>
            <a:ext cx="1579397"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sng" strike="noStrike" kern="1200" cap="none" spc="0" normalizeH="0" baseline="0" noProof="0" dirty="0">
                <a:ln>
                  <a:noFill/>
                </a:ln>
                <a:solidFill>
                  <a:prstClr val="black"/>
                </a:solidFill>
                <a:effectLst/>
                <a:uLnTx/>
                <a:uFillTx/>
                <a:latin typeface="Arial"/>
                <a:ea typeface="微软雅黑"/>
                <a:cs typeface="+mn-cs"/>
              </a:rPr>
              <a:t>For </a:t>
            </a:r>
            <a:r>
              <a:rPr kumimoji="1" lang="en-US" altLang="ja-JP" u="sng" dirty="0">
                <a:solidFill>
                  <a:prstClr val="black"/>
                </a:solidFill>
                <a:latin typeface="Arial"/>
                <a:ea typeface="微软雅黑"/>
              </a:rPr>
              <a:t>Inference</a:t>
            </a:r>
            <a:endParaRPr kumimoji="1" lang="en-US" altLang="ja-JP" sz="1800" b="0" i="0" u="sng" strike="noStrike" kern="1200" cap="none" spc="0" normalizeH="0" baseline="0" noProof="0" dirty="0">
              <a:ln>
                <a:noFill/>
              </a:ln>
              <a:solidFill>
                <a:prstClr val="black"/>
              </a:solidFill>
              <a:effectLst/>
              <a:uLnTx/>
              <a:uFillTx/>
              <a:latin typeface="Arial"/>
              <a:ea typeface="微软雅黑"/>
              <a:cs typeface="+mn-cs"/>
            </a:endParaRPr>
          </a:p>
        </p:txBody>
      </p:sp>
      <p:sp>
        <p:nvSpPr>
          <p:cNvPr id="56" name="テキスト ボックス 55">
            <a:extLst>
              <a:ext uri="{FF2B5EF4-FFF2-40B4-BE49-F238E27FC236}">
                <a16:creationId xmlns:a16="http://schemas.microsoft.com/office/drawing/2014/main" id="{7AA77750-F023-348E-9BCB-05D652165784}"/>
              </a:ext>
            </a:extLst>
          </p:cNvPr>
          <p:cNvSpPr txBox="1"/>
          <p:nvPr/>
        </p:nvSpPr>
        <p:spPr>
          <a:xfrm>
            <a:off x="5390401" y="2274621"/>
            <a:ext cx="1579397"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dirty="0">
                <a:solidFill>
                  <a:prstClr val="black"/>
                </a:solidFill>
                <a:ea typeface="微软雅黑"/>
              </a:rPr>
              <a:t>Adjust:</a:t>
            </a:r>
          </a:p>
        </p:txBody>
      </p:sp>
      <mc:AlternateContent xmlns:mc="http://schemas.openxmlformats.org/markup-compatibility/2006">
        <mc:Choice xmlns:a14="http://schemas.microsoft.com/office/drawing/2010/main" Requires="a14">
          <p:sp>
            <p:nvSpPr>
              <p:cNvPr id="59" name="テキスト ボックス 58">
                <a:extLst>
                  <a:ext uri="{FF2B5EF4-FFF2-40B4-BE49-F238E27FC236}">
                    <a16:creationId xmlns:a16="http://schemas.microsoft.com/office/drawing/2014/main" id="{AD35F263-CF35-0E8F-97C3-1CCF2F185139}"/>
                  </a:ext>
                </a:extLst>
              </p:cNvPr>
              <p:cNvSpPr txBox="1"/>
              <p:nvPr/>
            </p:nvSpPr>
            <p:spPr>
              <a:xfrm>
                <a:off x="5643406" y="2629183"/>
                <a:ext cx="1006108" cy="29841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𝑇</m:t>
                          </m:r>
                        </m:e>
                        <m:sub>
                          <m:r>
                            <a:rPr kumimoji="1" lang="en-US" altLang="ja-JP" b="0" i="1" smtClean="0">
                              <a:latin typeface="Cambria Math" panose="02040503050406030204" pitchFamily="18" charset="0"/>
                            </a:rPr>
                            <m:t>𝑡𝑖𝑚𝑒𝑠𝑡𝑒𝑝𝑠</m:t>
                          </m:r>
                        </m:sub>
                      </m:sSub>
                    </m:oMath>
                  </m:oMathPara>
                </a14:m>
                <a:endParaRPr kumimoji="1" lang="ja-JP" altLang="en-US" dirty="0"/>
              </a:p>
            </p:txBody>
          </p:sp>
        </mc:Choice>
        <mc:Fallback>
          <p:sp>
            <p:nvSpPr>
              <p:cNvPr id="59" name="テキスト ボックス 58">
                <a:extLst>
                  <a:ext uri="{FF2B5EF4-FFF2-40B4-BE49-F238E27FC236}">
                    <a16:creationId xmlns:a16="http://schemas.microsoft.com/office/drawing/2014/main" id="{AD35F263-CF35-0E8F-97C3-1CCF2F185139}"/>
                  </a:ext>
                </a:extLst>
              </p:cNvPr>
              <p:cNvSpPr txBox="1">
                <a:spLocks noRot="1" noChangeAspect="1" noMove="1" noResize="1" noEditPoints="1" noAdjustHandles="1" noChangeArrowheads="1" noChangeShapeType="1" noTextEdit="1"/>
              </p:cNvSpPr>
              <p:nvPr/>
            </p:nvSpPr>
            <p:spPr>
              <a:xfrm>
                <a:off x="5643406" y="2629183"/>
                <a:ext cx="1006108" cy="298415"/>
              </a:xfrm>
              <a:prstGeom prst="rect">
                <a:avLst/>
              </a:prstGeom>
              <a:blipFill>
                <a:blip r:embed="rId7"/>
                <a:stretch>
                  <a:fillRect l="-4848" r="-1818" b="-24490"/>
                </a:stretch>
              </a:blipFill>
            </p:spPr>
            <p:txBody>
              <a:bodyPr/>
              <a:lstStyle/>
              <a:p>
                <a:r>
                  <a:rPr lang="ja-JP" altLang="en-US">
                    <a:noFill/>
                  </a:rPr>
                  <a:t> </a:t>
                </a:r>
              </a:p>
            </p:txBody>
          </p:sp>
        </mc:Fallback>
      </mc:AlternateContent>
      <p:cxnSp>
        <p:nvCxnSpPr>
          <p:cNvPr id="61" name="直線矢印コネクタ 60">
            <a:extLst>
              <a:ext uri="{FF2B5EF4-FFF2-40B4-BE49-F238E27FC236}">
                <a16:creationId xmlns:a16="http://schemas.microsoft.com/office/drawing/2014/main" id="{7D0D2422-3D47-4F87-D12B-71B2979D053B}"/>
              </a:ext>
            </a:extLst>
          </p:cNvPr>
          <p:cNvCxnSpPr>
            <a:stCxn id="59" idx="2"/>
          </p:cNvCxnSpPr>
          <p:nvPr/>
        </p:nvCxnSpPr>
        <p:spPr>
          <a:xfrm>
            <a:off x="6146460" y="2927598"/>
            <a:ext cx="0" cy="3891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62" name="テキスト ボックス 61">
                <a:extLst>
                  <a:ext uri="{FF2B5EF4-FFF2-40B4-BE49-F238E27FC236}">
                    <a16:creationId xmlns:a16="http://schemas.microsoft.com/office/drawing/2014/main" id="{19EE7E0F-40A5-69BB-E20A-0C4A3AF40A9B}"/>
                  </a:ext>
                </a:extLst>
              </p:cNvPr>
              <p:cNvSpPr txBox="1"/>
              <p:nvPr/>
            </p:nvSpPr>
            <p:spPr>
              <a:xfrm>
                <a:off x="5661776" y="3299359"/>
                <a:ext cx="91557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𝑁</m:t>
                          </m:r>
                        </m:e>
                        <m:sub>
                          <m:r>
                            <a:rPr kumimoji="1" lang="en-US" altLang="ja-JP" b="0" i="1" smtClean="0">
                              <a:latin typeface="Cambria Math" panose="02040503050406030204" pitchFamily="18" charset="0"/>
                            </a:rPr>
                            <m:t>𝑛𝑒𝑢𝑟𝑜𝑛𝑠</m:t>
                          </m:r>
                        </m:sub>
                      </m:sSub>
                    </m:oMath>
                  </m:oMathPara>
                </a14:m>
                <a:endParaRPr kumimoji="1" lang="ja-JP" altLang="en-US" dirty="0"/>
              </a:p>
            </p:txBody>
          </p:sp>
        </mc:Choice>
        <mc:Fallback>
          <p:sp>
            <p:nvSpPr>
              <p:cNvPr id="62" name="テキスト ボックス 61">
                <a:extLst>
                  <a:ext uri="{FF2B5EF4-FFF2-40B4-BE49-F238E27FC236}">
                    <a16:creationId xmlns:a16="http://schemas.microsoft.com/office/drawing/2014/main" id="{19EE7E0F-40A5-69BB-E20A-0C4A3AF40A9B}"/>
                  </a:ext>
                </a:extLst>
              </p:cNvPr>
              <p:cNvSpPr txBox="1">
                <a:spLocks noRot="1" noChangeAspect="1" noMove="1" noResize="1" noEditPoints="1" noAdjustHandles="1" noChangeArrowheads="1" noChangeShapeType="1" noTextEdit="1"/>
              </p:cNvSpPr>
              <p:nvPr/>
            </p:nvSpPr>
            <p:spPr>
              <a:xfrm>
                <a:off x="5661776" y="3299359"/>
                <a:ext cx="915572" cy="276999"/>
              </a:xfrm>
              <a:prstGeom prst="rect">
                <a:avLst/>
              </a:prstGeom>
              <a:blipFill>
                <a:blip r:embed="rId8"/>
                <a:stretch>
                  <a:fillRect l="-5333" b="-10870"/>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63" name="テキスト ボックス 62">
                <a:extLst>
                  <a:ext uri="{FF2B5EF4-FFF2-40B4-BE49-F238E27FC236}">
                    <a16:creationId xmlns:a16="http://schemas.microsoft.com/office/drawing/2014/main" id="{093B0779-8DE6-7B38-5ABC-2C1052202A88}"/>
                  </a:ext>
                </a:extLst>
              </p:cNvPr>
              <p:cNvSpPr txBox="1"/>
              <p:nvPr/>
            </p:nvSpPr>
            <p:spPr>
              <a:xfrm>
                <a:off x="5833511" y="4002908"/>
                <a:ext cx="66332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𝑁</m:t>
                          </m:r>
                        </m:e>
                        <m:sub>
                          <m:r>
                            <a:rPr kumimoji="1" lang="en-US" altLang="ja-JP" b="0" i="1" smtClean="0">
                              <a:latin typeface="Cambria Math" panose="02040503050406030204" pitchFamily="18" charset="0"/>
                            </a:rPr>
                            <m:t>𝑡𝑟𝑎𝑖𝑛</m:t>
                          </m:r>
                        </m:sub>
                      </m:sSub>
                    </m:oMath>
                  </m:oMathPara>
                </a14:m>
                <a:endParaRPr kumimoji="1" lang="ja-JP" altLang="en-US" dirty="0"/>
              </a:p>
            </p:txBody>
          </p:sp>
        </mc:Choice>
        <mc:Fallback>
          <p:sp>
            <p:nvSpPr>
              <p:cNvPr id="63" name="テキスト ボックス 62">
                <a:extLst>
                  <a:ext uri="{FF2B5EF4-FFF2-40B4-BE49-F238E27FC236}">
                    <a16:creationId xmlns:a16="http://schemas.microsoft.com/office/drawing/2014/main" id="{093B0779-8DE6-7B38-5ABC-2C1052202A88}"/>
                  </a:ext>
                </a:extLst>
              </p:cNvPr>
              <p:cNvSpPr txBox="1">
                <a:spLocks noRot="1" noChangeAspect="1" noMove="1" noResize="1" noEditPoints="1" noAdjustHandles="1" noChangeArrowheads="1" noChangeShapeType="1" noTextEdit="1"/>
              </p:cNvSpPr>
              <p:nvPr/>
            </p:nvSpPr>
            <p:spPr>
              <a:xfrm>
                <a:off x="5833511" y="4002908"/>
                <a:ext cx="663322" cy="276999"/>
              </a:xfrm>
              <a:prstGeom prst="rect">
                <a:avLst/>
              </a:prstGeom>
              <a:blipFill>
                <a:blip r:embed="rId9"/>
                <a:stretch>
                  <a:fillRect l="-7339" r="-917" b="-17778"/>
                </a:stretch>
              </a:blipFill>
            </p:spPr>
            <p:txBody>
              <a:bodyPr/>
              <a:lstStyle/>
              <a:p>
                <a:r>
                  <a:rPr lang="ja-JP" altLang="en-US">
                    <a:noFill/>
                  </a:rPr>
                  <a:t> </a:t>
                </a:r>
              </a:p>
            </p:txBody>
          </p:sp>
        </mc:Fallback>
      </mc:AlternateContent>
      <p:cxnSp>
        <p:nvCxnSpPr>
          <p:cNvPr id="65" name="直線矢印コネクタ 64">
            <a:extLst>
              <a:ext uri="{FF2B5EF4-FFF2-40B4-BE49-F238E27FC236}">
                <a16:creationId xmlns:a16="http://schemas.microsoft.com/office/drawing/2014/main" id="{655AB818-BCB9-2762-44FB-C00712CFBF9A}"/>
              </a:ext>
            </a:extLst>
          </p:cNvPr>
          <p:cNvCxnSpPr/>
          <p:nvPr/>
        </p:nvCxnSpPr>
        <p:spPr>
          <a:xfrm>
            <a:off x="6146460" y="3683061"/>
            <a:ext cx="0" cy="3891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6" name="テキスト ボックス 65">
            <a:extLst>
              <a:ext uri="{FF2B5EF4-FFF2-40B4-BE49-F238E27FC236}">
                <a16:creationId xmlns:a16="http://schemas.microsoft.com/office/drawing/2014/main" id="{0CBF281F-1FAE-FD7B-C3E9-D3911ABFC069}"/>
              </a:ext>
            </a:extLst>
          </p:cNvPr>
          <p:cNvSpPr txBox="1"/>
          <p:nvPr/>
        </p:nvSpPr>
        <p:spPr>
          <a:xfrm>
            <a:off x="7625253" y="2274621"/>
            <a:ext cx="1579397"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dirty="0">
                <a:solidFill>
                  <a:prstClr val="black"/>
                </a:solidFill>
                <a:ea typeface="微软雅黑"/>
              </a:rPr>
              <a:t>Adjust:</a:t>
            </a:r>
          </a:p>
        </p:txBody>
      </p:sp>
      <mc:AlternateContent xmlns:mc="http://schemas.openxmlformats.org/markup-compatibility/2006">
        <mc:Choice xmlns:a14="http://schemas.microsoft.com/office/drawing/2010/main" Requires="a14">
          <p:sp>
            <p:nvSpPr>
              <p:cNvPr id="67" name="テキスト ボックス 66">
                <a:extLst>
                  <a:ext uri="{FF2B5EF4-FFF2-40B4-BE49-F238E27FC236}">
                    <a16:creationId xmlns:a16="http://schemas.microsoft.com/office/drawing/2014/main" id="{B568108B-3584-7644-884F-5E8F774C0D92}"/>
                  </a:ext>
                </a:extLst>
              </p:cNvPr>
              <p:cNvSpPr txBox="1"/>
              <p:nvPr/>
            </p:nvSpPr>
            <p:spPr>
              <a:xfrm>
                <a:off x="7907047" y="2618832"/>
                <a:ext cx="1006109" cy="29841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𝑇</m:t>
                          </m:r>
                        </m:e>
                        <m:sub>
                          <m:r>
                            <a:rPr kumimoji="1" lang="en-US" altLang="ja-JP" b="0" i="1" smtClean="0">
                              <a:latin typeface="Cambria Math" panose="02040503050406030204" pitchFamily="18" charset="0"/>
                            </a:rPr>
                            <m:t>𝑡𝑖𝑚𝑒𝑠𝑡𝑒𝑝𝑠</m:t>
                          </m:r>
                        </m:sub>
                      </m:sSub>
                    </m:oMath>
                  </m:oMathPara>
                </a14:m>
                <a:endParaRPr kumimoji="1" lang="ja-JP" altLang="en-US" dirty="0"/>
              </a:p>
            </p:txBody>
          </p:sp>
        </mc:Choice>
        <mc:Fallback>
          <p:sp>
            <p:nvSpPr>
              <p:cNvPr id="67" name="テキスト ボックス 66">
                <a:extLst>
                  <a:ext uri="{FF2B5EF4-FFF2-40B4-BE49-F238E27FC236}">
                    <a16:creationId xmlns:a16="http://schemas.microsoft.com/office/drawing/2014/main" id="{B568108B-3584-7644-884F-5E8F774C0D92}"/>
                  </a:ext>
                </a:extLst>
              </p:cNvPr>
              <p:cNvSpPr txBox="1">
                <a:spLocks noRot="1" noChangeAspect="1" noMove="1" noResize="1" noEditPoints="1" noAdjustHandles="1" noChangeArrowheads="1" noChangeShapeType="1" noTextEdit="1"/>
              </p:cNvSpPr>
              <p:nvPr/>
            </p:nvSpPr>
            <p:spPr>
              <a:xfrm>
                <a:off x="7907047" y="2618832"/>
                <a:ext cx="1006109" cy="298415"/>
              </a:xfrm>
              <a:prstGeom prst="rect">
                <a:avLst/>
              </a:prstGeom>
              <a:blipFill>
                <a:blip r:embed="rId10"/>
                <a:stretch>
                  <a:fillRect l="-4242" r="-1818" b="-24490"/>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73" name="テキスト ボックス 72">
                <a:extLst>
                  <a:ext uri="{FF2B5EF4-FFF2-40B4-BE49-F238E27FC236}">
                    <a16:creationId xmlns:a16="http://schemas.microsoft.com/office/drawing/2014/main" id="{889ED2E3-705C-D974-A198-4AA01140767F}"/>
                  </a:ext>
                </a:extLst>
              </p:cNvPr>
              <p:cNvSpPr txBox="1"/>
              <p:nvPr/>
            </p:nvSpPr>
            <p:spPr>
              <a:xfrm>
                <a:off x="7912313" y="3159750"/>
                <a:ext cx="91557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𝑁</m:t>
                          </m:r>
                        </m:e>
                        <m:sub>
                          <m:r>
                            <a:rPr kumimoji="1" lang="en-US" altLang="ja-JP" b="0" i="1" smtClean="0">
                              <a:latin typeface="Cambria Math" panose="02040503050406030204" pitchFamily="18" charset="0"/>
                            </a:rPr>
                            <m:t>𝑛𝑒𝑢𝑟𝑜𝑛𝑠</m:t>
                          </m:r>
                        </m:sub>
                      </m:sSub>
                    </m:oMath>
                  </m:oMathPara>
                </a14:m>
                <a:endParaRPr kumimoji="1" lang="ja-JP" altLang="en-US" dirty="0"/>
              </a:p>
            </p:txBody>
          </p:sp>
        </mc:Choice>
        <mc:Fallback>
          <p:sp>
            <p:nvSpPr>
              <p:cNvPr id="73" name="テキスト ボックス 72">
                <a:extLst>
                  <a:ext uri="{FF2B5EF4-FFF2-40B4-BE49-F238E27FC236}">
                    <a16:creationId xmlns:a16="http://schemas.microsoft.com/office/drawing/2014/main" id="{889ED2E3-705C-D974-A198-4AA01140767F}"/>
                  </a:ext>
                </a:extLst>
              </p:cNvPr>
              <p:cNvSpPr txBox="1">
                <a:spLocks noRot="1" noChangeAspect="1" noMove="1" noResize="1" noEditPoints="1" noAdjustHandles="1" noChangeArrowheads="1" noChangeShapeType="1" noTextEdit="1"/>
              </p:cNvSpPr>
              <p:nvPr/>
            </p:nvSpPr>
            <p:spPr>
              <a:xfrm>
                <a:off x="7912313" y="3159750"/>
                <a:ext cx="915572" cy="276999"/>
              </a:xfrm>
              <a:prstGeom prst="rect">
                <a:avLst/>
              </a:prstGeom>
              <a:blipFill>
                <a:blip r:embed="rId11"/>
                <a:stretch>
                  <a:fillRect l="-5333" b="-10870"/>
                </a:stretch>
              </a:blipFill>
            </p:spPr>
            <p:txBody>
              <a:bodyPr/>
              <a:lstStyle/>
              <a:p>
                <a:r>
                  <a:rPr lang="ja-JP" altLang="en-US">
                    <a:noFill/>
                  </a:rPr>
                  <a:t> </a:t>
                </a:r>
              </a:p>
            </p:txBody>
          </p:sp>
        </mc:Fallback>
      </mc:AlternateContent>
      <p:sp>
        <p:nvSpPr>
          <p:cNvPr id="79" name="テキスト ボックス 78">
            <a:extLst>
              <a:ext uri="{FF2B5EF4-FFF2-40B4-BE49-F238E27FC236}">
                <a16:creationId xmlns:a16="http://schemas.microsoft.com/office/drawing/2014/main" id="{5C222133-EA83-D1E4-7C55-E218F64B21A2}"/>
              </a:ext>
            </a:extLst>
          </p:cNvPr>
          <p:cNvSpPr txBox="1"/>
          <p:nvPr/>
        </p:nvSpPr>
        <p:spPr>
          <a:xfrm>
            <a:off x="7549199" y="2905987"/>
            <a:ext cx="1579397"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dirty="0">
                <a:solidFill>
                  <a:prstClr val="black"/>
                </a:solidFill>
                <a:ea typeface="微软雅黑"/>
              </a:rPr>
              <a:t>&amp;</a:t>
            </a:r>
          </a:p>
        </p:txBody>
      </p:sp>
      <p:cxnSp>
        <p:nvCxnSpPr>
          <p:cNvPr id="80" name="直線矢印コネクタ 79">
            <a:extLst>
              <a:ext uri="{FF2B5EF4-FFF2-40B4-BE49-F238E27FC236}">
                <a16:creationId xmlns:a16="http://schemas.microsoft.com/office/drawing/2014/main" id="{FAC39F90-FF65-F33B-BC5C-6ED618BCC854}"/>
              </a:ext>
            </a:extLst>
          </p:cNvPr>
          <p:cNvCxnSpPr>
            <a:cxnSpLocks/>
            <a:endCxn id="125" idx="0"/>
          </p:cNvCxnSpPr>
          <p:nvPr/>
        </p:nvCxnSpPr>
        <p:spPr>
          <a:xfrm flipH="1">
            <a:off x="8377482" y="3450861"/>
            <a:ext cx="1277" cy="259722"/>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90" name="正方形/長方形 89">
            <a:extLst>
              <a:ext uri="{FF2B5EF4-FFF2-40B4-BE49-F238E27FC236}">
                <a16:creationId xmlns:a16="http://schemas.microsoft.com/office/drawing/2014/main" id="{10BDC68A-D394-9EED-A828-E78FA4F6C604}"/>
              </a:ext>
            </a:extLst>
          </p:cNvPr>
          <p:cNvSpPr/>
          <p:nvPr/>
        </p:nvSpPr>
        <p:spPr>
          <a:xfrm>
            <a:off x="7524270" y="1864677"/>
            <a:ext cx="1714012" cy="158788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p:grpSp>
        <p:nvGrpSpPr>
          <p:cNvPr id="122" name="グループ化 121">
            <a:extLst>
              <a:ext uri="{FF2B5EF4-FFF2-40B4-BE49-F238E27FC236}">
                <a16:creationId xmlns:a16="http://schemas.microsoft.com/office/drawing/2014/main" id="{256E8714-E7B5-C365-79BC-07A9F33C4633}"/>
              </a:ext>
            </a:extLst>
          </p:cNvPr>
          <p:cNvGrpSpPr/>
          <p:nvPr/>
        </p:nvGrpSpPr>
        <p:grpSpPr>
          <a:xfrm>
            <a:off x="7444659" y="3710583"/>
            <a:ext cx="1865645" cy="653383"/>
            <a:chOff x="2674316" y="1888750"/>
            <a:chExt cx="2973526" cy="653383"/>
          </a:xfrm>
        </p:grpSpPr>
        <p:sp>
          <p:nvSpPr>
            <p:cNvPr id="123" name="正方形/長方形 122">
              <a:extLst>
                <a:ext uri="{FF2B5EF4-FFF2-40B4-BE49-F238E27FC236}">
                  <a16:creationId xmlns:a16="http://schemas.microsoft.com/office/drawing/2014/main" id="{098812CF-CA2A-E7C3-4625-A06F2A12C514}"/>
                </a:ext>
              </a:extLst>
            </p:cNvPr>
            <p:cNvSpPr/>
            <p:nvPr/>
          </p:nvSpPr>
          <p:spPr>
            <a:xfrm>
              <a:off x="2808514" y="1895802"/>
              <a:ext cx="2724539" cy="64633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125" name="テキスト ボックス 124">
              <a:extLst>
                <a:ext uri="{FF2B5EF4-FFF2-40B4-BE49-F238E27FC236}">
                  <a16:creationId xmlns:a16="http://schemas.microsoft.com/office/drawing/2014/main" id="{B8FD1A3D-9767-4AA5-5C80-DFB476A6C919}"/>
                </a:ext>
              </a:extLst>
            </p:cNvPr>
            <p:cNvSpPr txBox="1"/>
            <p:nvPr/>
          </p:nvSpPr>
          <p:spPr>
            <a:xfrm>
              <a:off x="2674316" y="1888750"/>
              <a:ext cx="2973526"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Arial"/>
                  <a:ea typeface="微软雅黑"/>
                  <a:cs typeface="+mn-cs"/>
                </a:rPr>
                <a:t>Similarity-based Pruning</a:t>
              </a:r>
            </a:p>
          </p:txBody>
        </p:sp>
      </p:grpSp>
      <p:grpSp>
        <p:nvGrpSpPr>
          <p:cNvPr id="161" name="グループ化 160">
            <a:extLst>
              <a:ext uri="{FF2B5EF4-FFF2-40B4-BE49-F238E27FC236}">
                <a16:creationId xmlns:a16="http://schemas.microsoft.com/office/drawing/2014/main" id="{1B2668D1-744A-60B1-BB9E-206338753620}"/>
              </a:ext>
            </a:extLst>
          </p:cNvPr>
          <p:cNvGrpSpPr/>
          <p:nvPr/>
        </p:nvGrpSpPr>
        <p:grpSpPr>
          <a:xfrm>
            <a:off x="9975018" y="2685053"/>
            <a:ext cx="1843000" cy="646331"/>
            <a:chOff x="2808514" y="1895802"/>
            <a:chExt cx="2724539" cy="646331"/>
          </a:xfrm>
        </p:grpSpPr>
        <p:sp>
          <p:nvSpPr>
            <p:cNvPr id="162" name="正方形/長方形 161">
              <a:extLst>
                <a:ext uri="{FF2B5EF4-FFF2-40B4-BE49-F238E27FC236}">
                  <a16:creationId xmlns:a16="http://schemas.microsoft.com/office/drawing/2014/main" id="{AAD81357-BF88-EF5F-55EC-C44BDE17B0DE}"/>
                </a:ext>
              </a:extLst>
            </p:cNvPr>
            <p:cNvSpPr/>
            <p:nvPr/>
          </p:nvSpPr>
          <p:spPr>
            <a:xfrm>
              <a:off x="2808514" y="1895802"/>
              <a:ext cx="2724539" cy="64633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163" name="テキスト ボックス 162">
              <a:extLst>
                <a:ext uri="{FF2B5EF4-FFF2-40B4-BE49-F238E27FC236}">
                  <a16:creationId xmlns:a16="http://schemas.microsoft.com/office/drawing/2014/main" id="{9B1CAD58-AD01-E047-EF85-21CACD234DE4}"/>
                </a:ext>
              </a:extLst>
            </p:cNvPr>
            <p:cNvSpPr txBox="1"/>
            <p:nvPr/>
          </p:nvSpPr>
          <p:spPr>
            <a:xfrm>
              <a:off x="2808514" y="2046652"/>
              <a:ext cx="2637277"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Arial"/>
                  <a:ea typeface="微软雅黑"/>
                  <a:cs typeface="+mn-cs"/>
                </a:rPr>
                <a:t>Inference</a:t>
              </a:r>
            </a:p>
          </p:txBody>
        </p:sp>
      </p:grpSp>
      <p:grpSp>
        <p:nvGrpSpPr>
          <p:cNvPr id="164" name="グループ化 163">
            <a:extLst>
              <a:ext uri="{FF2B5EF4-FFF2-40B4-BE49-F238E27FC236}">
                <a16:creationId xmlns:a16="http://schemas.microsoft.com/office/drawing/2014/main" id="{187D7340-6BCF-5116-2F9D-5D6D92EE808D}"/>
              </a:ext>
            </a:extLst>
          </p:cNvPr>
          <p:cNvGrpSpPr/>
          <p:nvPr/>
        </p:nvGrpSpPr>
        <p:grpSpPr>
          <a:xfrm>
            <a:off x="9971483" y="4119715"/>
            <a:ext cx="1872716" cy="646331"/>
            <a:chOff x="2801204" y="1895802"/>
            <a:chExt cx="2731849" cy="646331"/>
          </a:xfrm>
        </p:grpSpPr>
        <p:sp>
          <p:nvSpPr>
            <p:cNvPr id="165" name="正方形/長方形 164">
              <a:extLst>
                <a:ext uri="{FF2B5EF4-FFF2-40B4-BE49-F238E27FC236}">
                  <a16:creationId xmlns:a16="http://schemas.microsoft.com/office/drawing/2014/main" id="{961A378E-FCCE-4FDB-D189-FEC1F35ECA58}"/>
                </a:ext>
              </a:extLst>
            </p:cNvPr>
            <p:cNvSpPr/>
            <p:nvPr/>
          </p:nvSpPr>
          <p:spPr>
            <a:xfrm>
              <a:off x="2808514" y="1895802"/>
              <a:ext cx="2724539" cy="64633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166" name="テキスト ボックス 165">
              <a:extLst>
                <a:ext uri="{FF2B5EF4-FFF2-40B4-BE49-F238E27FC236}">
                  <a16:creationId xmlns:a16="http://schemas.microsoft.com/office/drawing/2014/main" id="{0E88C9F5-F66D-732A-E041-2C996C2F18C6}"/>
                </a:ext>
              </a:extLst>
            </p:cNvPr>
            <p:cNvSpPr txBox="1"/>
            <p:nvPr/>
          </p:nvSpPr>
          <p:spPr>
            <a:xfrm>
              <a:off x="2801204" y="2000650"/>
              <a:ext cx="2637276"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Arial"/>
                  <a:ea typeface="微软雅黑"/>
                  <a:cs typeface="+mn-cs"/>
                </a:rPr>
                <a:t>STDP Learning</a:t>
              </a:r>
            </a:p>
          </p:txBody>
        </p:sp>
      </p:grpSp>
      <p:sp>
        <p:nvSpPr>
          <p:cNvPr id="182" name="正方形/長方形 181">
            <a:extLst>
              <a:ext uri="{FF2B5EF4-FFF2-40B4-BE49-F238E27FC236}">
                <a16:creationId xmlns:a16="http://schemas.microsoft.com/office/drawing/2014/main" id="{6AE08BE3-3AD7-25A9-7F4F-4464B30BBBBE}"/>
              </a:ext>
            </a:extLst>
          </p:cNvPr>
          <p:cNvSpPr/>
          <p:nvPr/>
        </p:nvSpPr>
        <p:spPr>
          <a:xfrm>
            <a:off x="9578555" y="1604865"/>
            <a:ext cx="2542326" cy="4282752"/>
          </a:xfrm>
          <a:prstGeom prst="rect">
            <a:avLst/>
          </a:prstGeom>
          <a:noFill/>
          <a:ln w="19050">
            <a:solidFill>
              <a:srgbClr val="0070C0"/>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188" name="テキスト ボックス 187">
            <a:extLst>
              <a:ext uri="{FF2B5EF4-FFF2-40B4-BE49-F238E27FC236}">
                <a16:creationId xmlns:a16="http://schemas.microsoft.com/office/drawing/2014/main" id="{2C76A095-4124-9380-1DAF-ACDC7AEF46B0}"/>
              </a:ext>
            </a:extLst>
          </p:cNvPr>
          <p:cNvSpPr txBox="1"/>
          <p:nvPr/>
        </p:nvSpPr>
        <p:spPr>
          <a:xfrm>
            <a:off x="9442690" y="1182800"/>
            <a:ext cx="2808516"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sng" strike="noStrike" kern="1200" cap="none" spc="0" normalizeH="0" baseline="0" noProof="0" dirty="0">
                <a:ln>
                  <a:noFill/>
                </a:ln>
                <a:solidFill>
                  <a:prstClr val="black"/>
                </a:solidFill>
                <a:effectLst/>
                <a:uLnTx/>
                <a:uFillTx/>
                <a:latin typeface="Arial"/>
                <a:ea typeface="微软雅黑"/>
                <a:cs typeface="+mn-cs"/>
              </a:rPr>
              <a:t>Operation Phase</a:t>
            </a:r>
          </a:p>
        </p:txBody>
      </p:sp>
      <p:cxnSp>
        <p:nvCxnSpPr>
          <p:cNvPr id="7" name="直線矢印コネクタ 6">
            <a:extLst>
              <a:ext uri="{FF2B5EF4-FFF2-40B4-BE49-F238E27FC236}">
                <a16:creationId xmlns:a16="http://schemas.microsoft.com/office/drawing/2014/main" id="{37B2FFCC-1B5B-01D0-B6CD-898BDE696213}"/>
              </a:ext>
            </a:extLst>
          </p:cNvPr>
          <p:cNvCxnSpPr>
            <a:cxnSpLocks/>
            <a:stCxn id="48" idx="2"/>
            <a:endCxn id="51" idx="0"/>
          </p:cNvCxnSpPr>
          <p:nvPr/>
        </p:nvCxnSpPr>
        <p:spPr>
          <a:xfrm flipH="1">
            <a:off x="3384347" y="2525734"/>
            <a:ext cx="808" cy="427119"/>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2" name="直線矢印コネクタ 11">
            <a:extLst>
              <a:ext uri="{FF2B5EF4-FFF2-40B4-BE49-F238E27FC236}">
                <a16:creationId xmlns:a16="http://schemas.microsoft.com/office/drawing/2014/main" id="{CE7F7E50-AAA9-367C-3ECC-9164877B976F}"/>
              </a:ext>
            </a:extLst>
          </p:cNvPr>
          <p:cNvCxnSpPr>
            <a:cxnSpLocks/>
            <a:endCxn id="21" idx="0"/>
          </p:cNvCxnSpPr>
          <p:nvPr/>
        </p:nvCxnSpPr>
        <p:spPr>
          <a:xfrm>
            <a:off x="3332504" y="4656060"/>
            <a:ext cx="0" cy="449107"/>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39" name="フローチャート: 書類 38">
            <a:extLst>
              <a:ext uri="{FF2B5EF4-FFF2-40B4-BE49-F238E27FC236}">
                <a16:creationId xmlns:a16="http://schemas.microsoft.com/office/drawing/2014/main" id="{65B46F43-3EE1-6945-4606-477863448587}"/>
              </a:ext>
            </a:extLst>
          </p:cNvPr>
          <p:cNvSpPr/>
          <p:nvPr/>
        </p:nvSpPr>
        <p:spPr>
          <a:xfrm>
            <a:off x="5472522" y="4619436"/>
            <a:ext cx="1337345" cy="979717"/>
          </a:xfrm>
          <a:prstGeom prst="flowChartDocumen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mc:AlternateContent xmlns:mc="http://schemas.openxmlformats.org/markup-compatibility/2006">
        <mc:Choice xmlns:a14="http://schemas.microsoft.com/office/drawing/2010/main" Requires="a14">
          <p:sp>
            <p:nvSpPr>
              <p:cNvPr id="41" name="テキスト ボックス 40">
                <a:extLst>
                  <a:ext uri="{FF2B5EF4-FFF2-40B4-BE49-F238E27FC236}">
                    <a16:creationId xmlns:a16="http://schemas.microsoft.com/office/drawing/2014/main" id="{92CA85A6-3582-F79A-F4D0-EE8139E8E158}"/>
                  </a:ext>
                </a:extLst>
              </p:cNvPr>
              <p:cNvSpPr txBox="1"/>
              <p:nvPr/>
            </p:nvSpPr>
            <p:spPr>
              <a:xfrm>
                <a:off x="5649715" y="4621041"/>
                <a:ext cx="1006108" cy="29841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𝑇</m:t>
                          </m:r>
                        </m:e>
                        <m:sub>
                          <m:r>
                            <a:rPr kumimoji="1" lang="en-US" altLang="ja-JP" b="0" i="1" smtClean="0">
                              <a:latin typeface="Cambria Math" panose="02040503050406030204" pitchFamily="18" charset="0"/>
                            </a:rPr>
                            <m:t>𝑡𝑖𝑚𝑒𝑠𝑡𝑒𝑝𝑠</m:t>
                          </m:r>
                        </m:sub>
                      </m:sSub>
                    </m:oMath>
                  </m:oMathPara>
                </a14:m>
                <a:endParaRPr kumimoji="1" lang="ja-JP" altLang="en-US" dirty="0"/>
              </a:p>
            </p:txBody>
          </p:sp>
        </mc:Choice>
        <mc:Fallback>
          <p:sp>
            <p:nvSpPr>
              <p:cNvPr id="41" name="テキスト ボックス 40">
                <a:extLst>
                  <a:ext uri="{FF2B5EF4-FFF2-40B4-BE49-F238E27FC236}">
                    <a16:creationId xmlns:a16="http://schemas.microsoft.com/office/drawing/2014/main" id="{92CA85A6-3582-F79A-F4D0-EE8139E8E158}"/>
                  </a:ext>
                </a:extLst>
              </p:cNvPr>
              <p:cNvSpPr txBox="1">
                <a:spLocks noRot="1" noChangeAspect="1" noMove="1" noResize="1" noEditPoints="1" noAdjustHandles="1" noChangeArrowheads="1" noChangeShapeType="1" noTextEdit="1"/>
              </p:cNvSpPr>
              <p:nvPr/>
            </p:nvSpPr>
            <p:spPr>
              <a:xfrm>
                <a:off x="5649715" y="4621041"/>
                <a:ext cx="1006108" cy="298415"/>
              </a:xfrm>
              <a:prstGeom prst="rect">
                <a:avLst/>
              </a:prstGeom>
              <a:blipFill>
                <a:blip r:embed="rId12"/>
                <a:stretch>
                  <a:fillRect l="-4848" r="-1818" b="-24490"/>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42" name="テキスト ボックス 41">
                <a:extLst>
                  <a:ext uri="{FF2B5EF4-FFF2-40B4-BE49-F238E27FC236}">
                    <a16:creationId xmlns:a16="http://schemas.microsoft.com/office/drawing/2014/main" id="{7365E4EF-8FAA-94DC-6C1B-D8DED031C942}"/>
                  </a:ext>
                </a:extLst>
              </p:cNvPr>
              <p:cNvSpPr txBox="1"/>
              <p:nvPr/>
            </p:nvSpPr>
            <p:spPr>
              <a:xfrm>
                <a:off x="5641212" y="4866920"/>
                <a:ext cx="91557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𝑁</m:t>
                          </m:r>
                        </m:e>
                        <m:sub>
                          <m:r>
                            <a:rPr kumimoji="1" lang="en-US" altLang="ja-JP" b="0" i="1" smtClean="0">
                              <a:latin typeface="Cambria Math" panose="02040503050406030204" pitchFamily="18" charset="0"/>
                            </a:rPr>
                            <m:t>𝑛𝑒𝑢𝑟𝑜𝑛𝑠</m:t>
                          </m:r>
                        </m:sub>
                      </m:sSub>
                    </m:oMath>
                  </m:oMathPara>
                </a14:m>
                <a:endParaRPr kumimoji="1" lang="ja-JP" altLang="en-US" dirty="0"/>
              </a:p>
            </p:txBody>
          </p:sp>
        </mc:Choice>
        <mc:Fallback>
          <p:sp>
            <p:nvSpPr>
              <p:cNvPr id="42" name="テキスト ボックス 41">
                <a:extLst>
                  <a:ext uri="{FF2B5EF4-FFF2-40B4-BE49-F238E27FC236}">
                    <a16:creationId xmlns:a16="http://schemas.microsoft.com/office/drawing/2014/main" id="{7365E4EF-8FAA-94DC-6C1B-D8DED031C942}"/>
                  </a:ext>
                </a:extLst>
              </p:cNvPr>
              <p:cNvSpPr txBox="1">
                <a:spLocks noRot="1" noChangeAspect="1" noMove="1" noResize="1" noEditPoints="1" noAdjustHandles="1" noChangeArrowheads="1" noChangeShapeType="1" noTextEdit="1"/>
              </p:cNvSpPr>
              <p:nvPr/>
            </p:nvSpPr>
            <p:spPr>
              <a:xfrm>
                <a:off x="5641212" y="4866920"/>
                <a:ext cx="915572" cy="276999"/>
              </a:xfrm>
              <a:prstGeom prst="rect">
                <a:avLst/>
              </a:prstGeom>
              <a:blipFill>
                <a:blip r:embed="rId13"/>
                <a:stretch>
                  <a:fillRect l="-4636" b="-10870"/>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43" name="テキスト ボックス 42">
                <a:extLst>
                  <a:ext uri="{FF2B5EF4-FFF2-40B4-BE49-F238E27FC236}">
                    <a16:creationId xmlns:a16="http://schemas.microsoft.com/office/drawing/2014/main" id="{6FA15657-45FB-8680-2E71-2A2FF9A55639}"/>
                  </a:ext>
                </a:extLst>
              </p:cNvPr>
              <p:cNvSpPr txBox="1"/>
              <p:nvPr/>
            </p:nvSpPr>
            <p:spPr>
              <a:xfrm>
                <a:off x="5809851" y="5150126"/>
                <a:ext cx="66332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𝑁</m:t>
                          </m:r>
                        </m:e>
                        <m:sub>
                          <m:r>
                            <a:rPr kumimoji="1" lang="en-US" altLang="ja-JP" b="0" i="1" smtClean="0">
                              <a:latin typeface="Cambria Math" panose="02040503050406030204" pitchFamily="18" charset="0"/>
                            </a:rPr>
                            <m:t>𝑡𝑟𝑎𝑖𝑛</m:t>
                          </m:r>
                        </m:sub>
                      </m:sSub>
                    </m:oMath>
                  </m:oMathPara>
                </a14:m>
                <a:endParaRPr kumimoji="1" lang="ja-JP" altLang="en-US" dirty="0"/>
              </a:p>
            </p:txBody>
          </p:sp>
        </mc:Choice>
        <mc:Fallback>
          <p:sp>
            <p:nvSpPr>
              <p:cNvPr id="43" name="テキスト ボックス 42">
                <a:extLst>
                  <a:ext uri="{FF2B5EF4-FFF2-40B4-BE49-F238E27FC236}">
                    <a16:creationId xmlns:a16="http://schemas.microsoft.com/office/drawing/2014/main" id="{6FA15657-45FB-8680-2E71-2A2FF9A55639}"/>
                  </a:ext>
                </a:extLst>
              </p:cNvPr>
              <p:cNvSpPr txBox="1">
                <a:spLocks noRot="1" noChangeAspect="1" noMove="1" noResize="1" noEditPoints="1" noAdjustHandles="1" noChangeArrowheads="1" noChangeShapeType="1" noTextEdit="1"/>
              </p:cNvSpPr>
              <p:nvPr/>
            </p:nvSpPr>
            <p:spPr>
              <a:xfrm>
                <a:off x="5809851" y="5150126"/>
                <a:ext cx="663322" cy="276999"/>
              </a:xfrm>
              <a:prstGeom prst="rect">
                <a:avLst/>
              </a:prstGeom>
              <a:blipFill>
                <a:blip r:embed="rId14"/>
                <a:stretch>
                  <a:fillRect l="-6422" r="-1835" b="-17778"/>
                </a:stretch>
              </a:blipFill>
            </p:spPr>
            <p:txBody>
              <a:bodyPr/>
              <a:lstStyle/>
              <a:p>
                <a:r>
                  <a:rPr lang="ja-JP" altLang="en-US">
                    <a:noFill/>
                  </a:rPr>
                  <a:t> </a:t>
                </a:r>
              </a:p>
            </p:txBody>
          </p:sp>
        </mc:Fallback>
      </mc:AlternateContent>
      <p:cxnSp>
        <p:nvCxnSpPr>
          <p:cNvPr id="45" name="直線矢印コネクタ 44">
            <a:extLst>
              <a:ext uri="{FF2B5EF4-FFF2-40B4-BE49-F238E27FC236}">
                <a16:creationId xmlns:a16="http://schemas.microsoft.com/office/drawing/2014/main" id="{2C589759-0BFC-8B7F-8F38-E9141EB1D1FC}"/>
              </a:ext>
            </a:extLst>
          </p:cNvPr>
          <p:cNvCxnSpPr>
            <a:cxnSpLocks/>
            <a:stCxn id="88" idx="2"/>
            <a:endCxn id="41" idx="0"/>
          </p:cNvCxnSpPr>
          <p:nvPr/>
        </p:nvCxnSpPr>
        <p:spPr>
          <a:xfrm>
            <a:off x="6146629" y="4370101"/>
            <a:ext cx="6140" cy="25094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72" name="フローチャート: 書類 71">
            <a:extLst>
              <a:ext uri="{FF2B5EF4-FFF2-40B4-BE49-F238E27FC236}">
                <a16:creationId xmlns:a16="http://schemas.microsoft.com/office/drawing/2014/main" id="{87286531-3C7F-443B-0CED-B441C3F1DCA2}"/>
              </a:ext>
            </a:extLst>
          </p:cNvPr>
          <p:cNvSpPr/>
          <p:nvPr/>
        </p:nvSpPr>
        <p:spPr>
          <a:xfrm>
            <a:off x="7237916" y="4558570"/>
            <a:ext cx="2192494" cy="1021076"/>
          </a:xfrm>
          <a:prstGeom prst="flowChartDocumen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mc:AlternateContent xmlns:mc="http://schemas.openxmlformats.org/markup-compatibility/2006">
        <mc:Choice xmlns:a14="http://schemas.microsoft.com/office/drawing/2010/main" Requires="a14">
          <p:sp>
            <p:nvSpPr>
              <p:cNvPr id="76" name="テキスト ボックス 75">
                <a:extLst>
                  <a:ext uri="{FF2B5EF4-FFF2-40B4-BE49-F238E27FC236}">
                    <a16:creationId xmlns:a16="http://schemas.microsoft.com/office/drawing/2014/main" id="{D7DBAA78-D86B-BCBB-994C-87C54D69B49A}"/>
                  </a:ext>
                </a:extLst>
              </p:cNvPr>
              <p:cNvSpPr txBox="1"/>
              <p:nvPr/>
            </p:nvSpPr>
            <p:spPr>
              <a:xfrm>
                <a:off x="7882704" y="4563585"/>
                <a:ext cx="1006108" cy="29841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𝑇</m:t>
                          </m:r>
                        </m:e>
                        <m:sub>
                          <m:r>
                            <a:rPr kumimoji="1" lang="en-US" altLang="ja-JP" b="0" i="1" smtClean="0">
                              <a:latin typeface="Cambria Math" panose="02040503050406030204" pitchFamily="18" charset="0"/>
                            </a:rPr>
                            <m:t>𝑡𝑖𝑚𝑒𝑠𝑡𝑒𝑝𝑠</m:t>
                          </m:r>
                        </m:sub>
                      </m:sSub>
                    </m:oMath>
                  </m:oMathPara>
                </a14:m>
                <a:endParaRPr kumimoji="1" lang="ja-JP" altLang="en-US" dirty="0"/>
              </a:p>
            </p:txBody>
          </p:sp>
        </mc:Choice>
        <mc:Fallback>
          <p:sp>
            <p:nvSpPr>
              <p:cNvPr id="76" name="テキスト ボックス 75">
                <a:extLst>
                  <a:ext uri="{FF2B5EF4-FFF2-40B4-BE49-F238E27FC236}">
                    <a16:creationId xmlns:a16="http://schemas.microsoft.com/office/drawing/2014/main" id="{D7DBAA78-D86B-BCBB-994C-87C54D69B49A}"/>
                  </a:ext>
                </a:extLst>
              </p:cNvPr>
              <p:cNvSpPr txBox="1">
                <a:spLocks noRot="1" noChangeAspect="1" noMove="1" noResize="1" noEditPoints="1" noAdjustHandles="1" noChangeArrowheads="1" noChangeShapeType="1" noTextEdit="1"/>
              </p:cNvSpPr>
              <p:nvPr/>
            </p:nvSpPr>
            <p:spPr>
              <a:xfrm>
                <a:off x="7882704" y="4563585"/>
                <a:ext cx="1006108" cy="298415"/>
              </a:xfrm>
              <a:prstGeom prst="rect">
                <a:avLst/>
              </a:prstGeom>
              <a:blipFill>
                <a:blip r:embed="rId15"/>
                <a:stretch>
                  <a:fillRect l="-4242" r="-1818" b="-24490"/>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78" name="テキスト ボックス 77">
                <a:extLst>
                  <a:ext uri="{FF2B5EF4-FFF2-40B4-BE49-F238E27FC236}">
                    <a16:creationId xmlns:a16="http://schemas.microsoft.com/office/drawing/2014/main" id="{712962A1-D98F-5D2E-F85D-76A425F71478}"/>
                  </a:ext>
                </a:extLst>
              </p:cNvPr>
              <p:cNvSpPr txBox="1"/>
              <p:nvPr/>
            </p:nvSpPr>
            <p:spPr>
              <a:xfrm>
                <a:off x="7901564" y="4774720"/>
                <a:ext cx="91557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𝑁</m:t>
                          </m:r>
                        </m:e>
                        <m:sub>
                          <m:r>
                            <a:rPr kumimoji="1" lang="en-US" altLang="ja-JP" b="0" i="1" smtClean="0">
                              <a:latin typeface="Cambria Math" panose="02040503050406030204" pitchFamily="18" charset="0"/>
                            </a:rPr>
                            <m:t>𝑛𝑒𝑢𝑟𝑜𝑛𝑠</m:t>
                          </m:r>
                        </m:sub>
                      </m:sSub>
                    </m:oMath>
                  </m:oMathPara>
                </a14:m>
                <a:endParaRPr kumimoji="1" lang="ja-JP" altLang="en-US" dirty="0"/>
              </a:p>
            </p:txBody>
          </p:sp>
        </mc:Choice>
        <mc:Fallback>
          <p:sp>
            <p:nvSpPr>
              <p:cNvPr id="78" name="テキスト ボックス 77">
                <a:extLst>
                  <a:ext uri="{FF2B5EF4-FFF2-40B4-BE49-F238E27FC236}">
                    <a16:creationId xmlns:a16="http://schemas.microsoft.com/office/drawing/2014/main" id="{712962A1-D98F-5D2E-F85D-76A425F71478}"/>
                  </a:ext>
                </a:extLst>
              </p:cNvPr>
              <p:cNvSpPr txBox="1">
                <a:spLocks noRot="1" noChangeAspect="1" noMove="1" noResize="1" noEditPoints="1" noAdjustHandles="1" noChangeArrowheads="1" noChangeShapeType="1" noTextEdit="1"/>
              </p:cNvSpPr>
              <p:nvPr/>
            </p:nvSpPr>
            <p:spPr>
              <a:xfrm>
                <a:off x="7901564" y="4774720"/>
                <a:ext cx="915572" cy="276999"/>
              </a:xfrm>
              <a:prstGeom prst="rect">
                <a:avLst/>
              </a:prstGeom>
              <a:blipFill>
                <a:blip r:embed="rId16"/>
                <a:stretch>
                  <a:fillRect l="-4667" b="-10870"/>
                </a:stretch>
              </a:blipFill>
            </p:spPr>
            <p:txBody>
              <a:bodyPr/>
              <a:lstStyle/>
              <a:p>
                <a:r>
                  <a:rPr lang="ja-JP" altLang="en-US">
                    <a:noFill/>
                  </a:rPr>
                  <a:t> </a:t>
                </a:r>
              </a:p>
            </p:txBody>
          </p:sp>
        </mc:Fallback>
      </mc:AlternateContent>
      <p:sp>
        <p:nvSpPr>
          <p:cNvPr id="81" name="テキスト ボックス 80">
            <a:extLst>
              <a:ext uri="{FF2B5EF4-FFF2-40B4-BE49-F238E27FC236}">
                <a16:creationId xmlns:a16="http://schemas.microsoft.com/office/drawing/2014/main" id="{1D125684-5A6B-989A-CD55-9AD9E7A7DE41}"/>
              </a:ext>
            </a:extLst>
          </p:cNvPr>
          <p:cNvSpPr txBox="1"/>
          <p:nvPr/>
        </p:nvSpPr>
        <p:spPr>
          <a:xfrm>
            <a:off x="7417471" y="5029174"/>
            <a:ext cx="1865645"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sng" strike="noStrike" kern="1200" cap="none" spc="0" normalizeH="0" baseline="0" noProof="0" dirty="0">
                <a:ln>
                  <a:noFill/>
                </a:ln>
                <a:solidFill>
                  <a:prstClr val="black"/>
                </a:solidFill>
                <a:effectLst/>
                <a:uLnTx/>
                <a:uFillTx/>
                <a:latin typeface="Arial"/>
                <a:ea typeface="微软雅黑"/>
                <a:cs typeface="+mn-cs"/>
              </a:rPr>
              <a:t>Neuron to Prune</a:t>
            </a:r>
          </a:p>
        </p:txBody>
      </p:sp>
      <p:cxnSp>
        <p:nvCxnSpPr>
          <p:cNvPr id="82" name="直線矢印コネクタ 81">
            <a:extLst>
              <a:ext uri="{FF2B5EF4-FFF2-40B4-BE49-F238E27FC236}">
                <a16:creationId xmlns:a16="http://schemas.microsoft.com/office/drawing/2014/main" id="{442B4C92-E4F0-FD86-6B66-2586C3903717}"/>
              </a:ext>
            </a:extLst>
          </p:cNvPr>
          <p:cNvCxnSpPr>
            <a:cxnSpLocks/>
            <a:stCxn id="123" idx="2"/>
            <a:endCxn id="76" idx="0"/>
          </p:cNvCxnSpPr>
          <p:nvPr/>
        </p:nvCxnSpPr>
        <p:spPr>
          <a:xfrm>
            <a:off x="8383570" y="4363966"/>
            <a:ext cx="2188" cy="199619"/>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Tree>
    <p:custDataLst>
      <p:tags r:id="rId1"/>
    </p:custDataLst>
    <p:extLst>
      <p:ext uri="{BB962C8B-B14F-4D97-AF65-F5344CB8AC3E}">
        <p14:creationId xmlns:p14="http://schemas.microsoft.com/office/powerpoint/2010/main" val="28144938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rotWithShape="1">
          <a:blip r:embed="rId4"/>
          <a:stretch>
            <a:fillRect/>
          </a:stretch>
        </a:blipFill>
        <a:effectLst/>
      </p:bgPr>
    </p:bg>
    <p:spTree>
      <p:nvGrpSpPr>
        <p:cNvPr id="1" name="">
          <a:extLst>
            <a:ext uri="{FF2B5EF4-FFF2-40B4-BE49-F238E27FC236}">
              <a16:creationId xmlns:a16="http://schemas.microsoft.com/office/drawing/2014/main" id="{B2D56B7F-5156-36E6-FBB2-B84AED73E035}"/>
            </a:ext>
          </a:extLst>
        </p:cNvPr>
        <p:cNvGrpSpPr/>
        <p:nvPr/>
      </p:nvGrpSpPr>
      <p:grpSpPr>
        <a:xfrm>
          <a:off x="0" y="0"/>
          <a:ext cx="0" cy="0"/>
          <a:chOff x="0" y="0"/>
          <a:chExt cx="0" cy="0"/>
        </a:xfrm>
      </p:grpSpPr>
      <p:sp>
        <p:nvSpPr>
          <p:cNvPr id="52" name="テキスト ボックス 51">
            <a:extLst>
              <a:ext uri="{FF2B5EF4-FFF2-40B4-BE49-F238E27FC236}">
                <a16:creationId xmlns:a16="http://schemas.microsoft.com/office/drawing/2014/main" id="{46BDC9A5-1662-8064-7B79-A90DE9895B47}"/>
              </a:ext>
            </a:extLst>
          </p:cNvPr>
          <p:cNvSpPr txBox="1"/>
          <p:nvPr/>
        </p:nvSpPr>
        <p:spPr>
          <a:xfrm>
            <a:off x="2025741" y="2987894"/>
            <a:ext cx="2808516"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Arial"/>
                <a:ea typeface="微软雅黑"/>
                <a:cs typeface="+mn-cs"/>
              </a:rPr>
              <a:t>Harvested Energy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Arial"/>
                <a:ea typeface="微软雅黑"/>
                <a:cs typeface="+mn-cs"/>
              </a:rPr>
              <a:t>(</a:t>
            </a:r>
            <a:r>
              <a:rPr kumimoji="1" lang="en-US" altLang="ja-JP" sz="1800" b="0" i="0" u="none" strike="noStrike" kern="1200" cap="none" spc="0" normalizeH="0" baseline="0" noProof="0" dirty="0" err="1">
                <a:ln>
                  <a:noFill/>
                </a:ln>
                <a:solidFill>
                  <a:prstClr val="black"/>
                </a:solidFill>
                <a:effectLst/>
                <a:uLnTx/>
                <a:uFillTx/>
                <a:latin typeface="Arial"/>
                <a:ea typeface="微软雅黑"/>
                <a:cs typeface="+mn-cs"/>
              </a:rPr>
              <a:t>Wh</a:t>
            </a:r>
            <a:r>
              <a:rPr kumimoji="1" lang="en-US" altLang="ja-JP" sz="1800" b="0" i="0" u="none" strike="noStrike" kern="1200" cap="none" spc="0" normalizeH="0" baseline="0" noProof="0" dirty="0">
                <a:ln>
                  <a:noFill/>
                </a:ln>
                <a:solidFill>
                  <a:prstClr val="black"/>
                </a:solidFill>
                <a:effectLst/>
                <a:uLnTx/>
                <a:uFillTx/>
                <a:latin typeface="Arial"/>
                <a:ea typeface="微软雅黑"/>
                <a:cs typeface="+mn-cs"/>
              </a:rPr>
              <a:t>)</a:t>
            </a:r>
          </a:p>
        </p:txBody>
      </p:sp>
      <p:sp>
        <p:nvSpPr>
          <p:cNvPr id="5" name="タイトル 4">
            <a:extLst>
              <a:ext uri="{FF2B5EF4-FFF2-40B4-BE49-F238E27FC236}">
                <a16:creationId xmlns:a16="http://schemas.microsoft.com/office/drawing/2014/main" id="{A169FFE5-CA5A-4C9A-5995-F22131DCA2E4}"/>
              </a:ext>
            </a:extLst>
          </p:cNvPr>
          <p:cNvSpPr>
            <a:spLocks noGrp="1"/>
          </p:cNvSpPr>
          <p:nvPr>
            <p:ph type="title"/>
          </p:nvPr>
        </p:nvSpPr>
        <p:spPr/>
        <p:txBody>
          <a:bodyPr/>
          <a:lstStyle/>
          <a:p>
            <a:r>
              <a:rPr lang="en-US" altLang="ja-JP" dirty="0"/>
              <a:t>Overview</a:t>
            </a:r>
            <a:endParaRPr lang="ja-JP" altLang="en-US" dirty="0"/>
          </a:p>
        </p:txBody>
      </p:sp>
      <p:pic>
        <p:nvPicPr>
          <p:cNvPr id="4" name="图片 3" descr="logo-4">
            <a:extLst>
              <a:ext uri="{FF2B5EF4-FFF2-40B4-BE49-F238E27FC236}">
                <a16:creationId xmlns:a16="http://schemas.microsoft.com/office/drawing/2014/main" id="{CC647CED-A044-39D7-1D3D-AC532C84DF08}"/>
              </a:ext>
            </a:extLst>
          </p:cNvPr>
          <p:cNvPicPr>
            <a:picLocks noChangeAspect="1"/>
          </p:cNvPicPr>
          <p:nvPr/>
        </p:nvPicPr>
        <p:blipFill>
          <a:blip r:embed="rId5"/>
          <a:stretch>
            <a:fillRect/>
          </a:stretch>
        </p:blipFill>
        <p:spPr>
          <a:xfrm>
            <a:off x="10354310" y="6334125"/>
            <a:ext cx="1603375" cy="387350"/>
          </a:xfrm>
          <a:prstGeom prst="rect">
            <a:avLst/>
          </a:prstGeom>
        </p:spPr>
      </p:pic>
      <p:grpSp>
        <p:nvGrpSpPr>
          <p:cNvPr id="96" name="グループ化 95">
            <a:extLst>
              <a:ext uri="{FF2B5EF4-FFF2-40B4-BE49-F238E27FC236}">
                <a16:creationId xmlns:a16="http://schemas.microsoft.com/office/drawing/2014/main" id="{5C77A815-C395-6B80-A948-A9AA372169FF}"/>
              </a:ext>
            </a:extLst>
          </p:cNvPr>
          <p:cNvGrpSpPr/>
          <p:nvPr/>
        </p:nvGrpSpPr>
        <p:grpSpPr>
          <a:xfrm>
            <a:off x="194431" y="3957246"/>
            <a:ext cx="1376300" cy="979717"/>
            <a:chOff x="268359" y="1704820"/>
            <a:chExt cx="1875336" cy="979717"/>
          </a:xfrm>
        </p:grpSpPr>
        <p:sp>
          <p:nvSpPr>
            <p:cNvPr id="29" name="テキスト ボックス 28">
              <a:extLst>
                <a:ext uri="{FF2B5EF4-FFF2-40B4-BE49-F238E27FC236}">
                  <a16:creationId xmlns:a16="http://schemas.microsoft.com/office/drawing/2014/main" id="{F5656E71-31AC-CE61-E38E-92AF81C9D26B}"/>
                </a:ext>
              </a:extLst>
            </p:cNvPr>
            <p:cNvSpPr txBox="1"/>
            <p:nvPr/>
          </p:nvSpPr>
          <p:spPr>
            <a:xfrm>
              <a:off x="268359" y="1928480"/>
              <a:ext cx="1875336"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Arial"/>
                  <a:ea typeface="微软雅黑"/>
                  <a:cs typeface="+mn-cs"/>
                </a:rPr>
                <a:t>SNN Model</a:t>
              </a:r>
            </a:p>
          </p:txBody>
        </p:sp>
        <p:sp>
          <p:nvSpPr>
            <p:cNvPr id="25" name="フローチャート: 書類 24">
              <a:extLst>
                <a:ext uri="{FF2B5EF4-FFF2-40B4-BE49-F238E27FC236}">
                  <a16:creationId xmlns:a16="http://schemas.microsoft.com/office/drawing/2014/main" id="{5A707054-F595-0381-A303-B0E2BF585319}"/>
                </a:ext>
              </a:extLst>
            </p:cNvPr>
            <p:cNvSpPr/>
            <p:nvPr/>
          </p:nvSpPr>
          <p:spPr>
            <a:xfrm>
              <a:off x="289368" y="1704820"/>
              <a:ext cx="1822256" cy="979717"/>
            </a:xfrm>
            <a:prstGeom prst="flowChartDocumen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p:grpSp>
      <p:grpSp>
        <p:nvGrpSpPr>
          <p:cNvPr id="31" name="グループ化 30">
            <a:extLst>
              <a:ext uri="{FF2B5EF4-FFF2-40B4-BE49-F238E27FC236}">
                <a16:creationId xmlns:a16="http://schemas.microsoft.com/office/drawing/2014/main" id="{3B9CE069-8E08-6642-0688-419F061F0742}"/>
              </a:ext>
            </a:extLst>
          </p:cNvPr>
          <p:cNvGrpSpPr/>
          <p:nvPr/>
        </p:nvGrpSpPr>
        <p:grpSpPr>
          <a:xfrm>
            <a:off x="334038" y="1681757"/>
            <a:ext cx="1216740" cy="979716"/>
            <a:chOff x="1488231" y="1847461"/>
            <a:chExt cx="1847461" cy="979716"/>
          </a:xfrm>
        </p:grpSpPr>
        <p:sp>
          <p:nvSpPr>
            <p:cNvPr id="33" name="フローチャート: 書類 32">
              <a:extLst>
                <a:ext uri="{FF2B5EF4-FFF2-40B4-BE49-F238E27FC236}">
                  <a16:creationId xmlns:a16="http://schemas.microsoft.com/office/drawing/2014/main" id="{6B9A94CF-9205-78B7-F1D2-E957321C19CD}"/>
                </a:ext>
              </a:extLst>
            </p:cNvPr>
            <p:cNvSpPr/>
            <p:nvPr/>
          </p:nvSpPr>
          <p:spPr>
            <a:xfrm>
              <a:off x="1548881" y="1847461"/>
              <a:ext cx="1726163" cy="979716"/>
            </a:xfrm>
            <a:prstGeom prst="flowChartDocumen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36" name="テキスト ボックス 35">
              <a:extLst>
                <a:ext uri="{FF2B5EF4-FFF2-40B4-BE49-F238E27FC236}">
                  <a16:creationId xmlns:a16="http://schemas.microsoft.com/office/drawing/2014/main" id="{FEB9C8AC-F173-890E-0EE0-E3EB03C5F812}"/>
                </a:ext>
              </a:extLst>
            </p:cNvPr>
            <p:cNvSpPr txBox="1"/>
            <p:nvPr/>
          </p:nvSpPr>
          <p:spPr>
            <a:xfrm>
              <a:off x="1488231" y="1899943"/>
              <a:ext cx="1847461"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Arial"/>
                  <a:ea typeface="微软雅黑"/>
                  <a:cs typeface="+mn-cs"/>
                </a:rPr>
                <a:t>Weather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Arial"/>
                  <a:ea typeface="微软雅黑"/>
                  <a:cs typeface="+mn-cs"/>
                </a:rPr>
                <a:t>Model</a:t>
              </a:r>
              <a:endParaRPr kumimoji="1" lang="ja-JP" altLang="en-US" sz="1800" b="0" i="0" u="none" strike="noStrike" kern="1200" cap="none" spc="0" normalizeH="0" baseline="0" noProof="0" dirty="0">
                <a:ln>
                  <a:noFill/>
                </a:ln>
                <a:solidFill>
                  <a:prstClr val="black"/>
                </a:solidFill>
                <a:effectLst/>
                <a:uLnTx/>
                <a:uFillTx/>
                <a:latin typeface="Arial"/>
                <a:ea typeface="微软雅黑"/>
                <a:cs typeface="+mn-cs"/>
              </a:endParaRPr>
            </a:p>
          </p:txBody>
        </p:sp>
      </p:grpSp>
      <p:sp>
        <p:nvSpPr>
          <p:cNvPr id="37" name="正方形/長方形 36">
            <a:extLst>
              <a:ext uri="{FF2B5EF4-FFF2-40B4-BE49-F238E27FC236}">
                <a16:creationId xmlns:a16="http://schemas.microsoft.com/office/drawing/2014/main" id="{FE8DBC43-2F30-D5CD-CC8E-CA3619D0F3DE}"/>
              </a:ext>
            </a:extLst>
          </p:cNvPr>
          <p:cNvSpPr/>
          <p:nvPr/>
        </p:nvSpPr>
        <p:spPr>
          <a:xfrm>
            <a:off x="1742544" y="1604865"/>
            <a:ext cx="3153748" cy="4282751"/>
          </a:xfrm>
          <a:prstGeom prst="rect">
            <a:avLst/>
          </a:prstGeom>
          <a:noFill/>
          <a:ln w="19050">
            <a:solidFill>
              <a:srgbClr val="0070C0"/>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p:grpSp>
        <p:nvGrpSpPr>
          <p:cNvPr id="46" name="グループ化 45">
            <a:extLst>
              <a:ext uri="{FF2B5EF4-FFF2-40B4-BE49-F238E27FC236}">
                <a16:creationId xmlns:a16="http://schemas.microsoft.com/office/drawing/2014/main" id="{BF0B39FC-27A4-3DFE-7348-F4AF5D347DDF}"/>
              </a:ext>
            </a:extLst>
          </p:cNvPr>
          <p:cNvGrpSpPr/>
          <p:nvPr/>
        </p:nvGrpSpPr>
        <p:grpSpPr>
          <a:xfrm>
            <a:off x="2014469" y="4009729"/>
            <a:ext cx="2804061" cy="646331"/>
            <a:chOff x="2799183" y="1895802"/>
            <a:chExt cx="2733870" cy="646331"/>
          </a:xfrm>
        </p:grpSpPr>
        <p:sp>
          <p:nvSpPr>
            <p:cNvPr id="38" name="正方形/長方形 37">
              <a:extLst>
                <a:ext uri="{FF2B5EF4-FFF2-40B4-BE49-F238E27FC236}">
                  <a16:creationId xmlns:a16="http://schemas.microsoft.com/office/drawing/2014/main" id="{7380FBFE-4425-2F32-1D2E-7A44CFCCA6B2}"/>
                </a:ext>
              </a:extLst>
            </p:cNvPr>
            <p:cNvSpPr/>
            <p:nvPr/>
          </p:nvSpPr>
          <p:spPr>
            <a:xfrm>
              <a:off x="2808514" y="1895802"/>
              <a:ext cx="2724539" cy="64633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40" name="テキスト ボックス 39">
              <a:extLst>
                <a:ext uri="{FF2B5EF4-FFF2-40B4-BE49-F238E27FC236}">
                  <a16:creationId xmlns:a16="http://schemas.microsoft.com/office/drawing/2014/main" id="{5AC33FF2-E48A-0377-A41A-06CCB2C43F36}"/>
                </a:ext>
              </a:extLst>
            </p:cNvPr>
            <p:cNvSpPr txBox="1"/>
            <p:nvPr/>
          </p:nvSpPr>
          <p:spPr>
            <a:xfrm>
              <a:off x="2799183" y="1895802"/>
              <a:ext cx="2637276"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Arial"/>
                  <a:ea typeface="微软雅黑"/>
                  <a:cs typeface="+mn-cs"/>
                </a:rPr>
                <a:t>Data Collection</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dirty="0">
                <a:ln>
                  <a:noFill/>
                </a:ln>
                <a:solidFill>
                  <a:prstClr val="black"/>
                </a:solidFill>
                <a:effectLst/>
                <a:uLnTx/>
                <a:uFillTx/>
                <a:latin typeface="Arial"/>
                <a:ea typeface="微软雅黑"/>
                <a:cs typeface="+mn-cs"/>
              </a:endParaRPr>
            </a:p>
          </p:txBody>
        </p:sp>
      </p:grpSp>
      <p:grpSp>
        <p:nvGrpSpPr>
          <p:cNvPr id="47" name="グループ化 46">
            <a:extLst>
              <a:ext uri="{FF2B5EF4-FFF2-40B4-BE49-F238E27FC236}">
                <a16:creationId xmlns:a16="http://schemas.microsoft.com/office/drawing/2014/main" id="{B51140F8-1E92-E5FF-A27D-77B35E59FCF1}"/>
              </a:ext>
            </a:extLst>
          </p:cNvPr>
          <p:cNvGrpSpPr/>
          <p:nvPr/>
        </p:nvGrpSpPr>
        <p:grpSpPr>
          <a:xfrm>
            <a:off x="1969622" y="1879403"/>
            <a:ext cx="2823511" cy="646331"/>
            <a:chOff x="2801204" y="1895802"/>
            <a:chExt cx="2731849" cy="646331"/>
          </a:xfrm>
        </p:grpSpPr>
        <p:sp>
          <p:nvSpPr>
            <p:cNvPr id="48" name="正方形/長方形 47">
              <a:extLst>
                <a:ext uri="{FF2B5EF4-FFF2-40B4-BE49-F238E27FC236}">
                  <a16:creationId xmlns:a16="http://schemas.microsoft.com/office/drawing/2014/main" id="{B8D3ECDC-0B9F-844C-55DD-2E95BA376E53}"/>
                </a:ext>
              </a:extLst>
            </p:cNvPr>
            <p:cNvSpPr/>
            <p:nvPr/>
          </p:nvSpPr>
          <p:spPr>
            <a:xfrm>
              <a:off x="2808514" y="1895802"/>
              <a:ext cx="2724539" cy="64633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49" name="テキスト ボックス 48">
              <a:extLst>
                <a:ext uri="{FF2B5EF4-FFF2-40B4-BE49-F238E27FC236}">
                  <a16:creationId xmlns:a16="http://schemas.microsoft.com/office/drawing/2014/main" id="{292CA373-EB5A-9CC2-4AF0-46F34ED6294A}"/>
                </a:ext>
              </a:extLst>
            </p:cNvPr>
            <p:cNvSpPr txBox="1"/>
            <p:nvPr/>
          </p:nvSpPr>
          <p:spPr>
            <a:xfrm>
              <a:off x="2801204" y="2000650"/>
              <a:ext cx="2637276"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Arial"/>
                  <a:ea typeface="微软雅黑"/>
                  <a:cs typeface="+mn-cs"/>
                </a:rPr>
                <a:t>Energy Estimation</a:t>
              </a:r>
            </a:p>
          </p:txBody>
        </p:sp>
      </p:grpSp>
      <p:sp>
        <p:nvSpPr>
          <p:cNvPr id="51" name="フローチャート: 書類 50">
            <a:extLst>
              <a:ext uri="{FF2B5EF4-FFF2-40B4-BE49-F238E27FC236}">
                <a16:creationId xmlns:a16="http://schemas.microsoft.com/office/drawing/2014/main" id="{7408C99B-2B4A-6149-CC17-67E1FF223EA3}"/>
              </a:ext>
            </a:extLst>
          </p:cNvPr>
          <p:cNvSpPr/>
          <p:nvPr/>
        </p:nvSpPr>
        <p:spPr>
          <a:xfrm>
            <a:off x="2072288" y="2952853"/>
            <a:ext cx="2624118" cy="757062"/>
          </a:xfrm>
          <a:prstGeom prst="flowChartDocumen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54" name="フローチャート: 書類 53">
            <a:extLst>
              <a:ext uri="{FF2B5EF4-FFF2-40B4-BE49-F238E27FC236}">
                <a16:creationId xmlns:a16="http://schemas.microsoft.com/office/drawing/2014/main" id="{2B4AF3EC-785F-FA5D-DBE8-AC86C007A532}"/>
              </a:ext>
            </a:extLst>
          </p:cNvPr>
          <p:cNvSpPr/>
          <p:nvPr/>
        </p:nvSpPr>
        <p:spPr>
          <a:xfrm>
            <a:off x="2035351" y="5105167"/>
            <a:ext cx="2624118" cy="703687"/>
          </a:xfrm>
          <a:prstGeom prst="flowChartDocumen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p:cxnSp>
        <p:nvCxnSpPr>
          <p:cNvPr id="57" name="直線矢印コネクタ 56">
            <a:extLst>
              <a:ext uri="{FF2B5EF4-FFF2-40B4-BE49-F238E27FC236}">
                <a16:creationId xmlns:a16="http://schemas.microsoft.com/office/drawing/2014/main" id="{1514520A-865A-1FA1-F0AE-8AA885FE0C23}"/>
              </a:ext>
            </a:extLst>
          </p:cNvPr>
          <p:cNvCxnSpPr>
            <a:cxnSpLocks/>
            <a:endCxn id="40" idx="1"/>
          </p:cNvCxnSpPr>
          <p:nvPr/>
        </p:nvCxnSpPr>
        <p:spPr>
          <a:xfrm>
            <a:off x="1560175" y="4332895"/>
            <a:ext cx="454294"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64" name="直線矢印コネクタ 63">
            <a:extLst>
              <a:ext uri="{FF2B5EF4-FFF2-40B4-BE49-F238E27FC236}">
                <a16:creationId xmlns:a16="http://schemas.microsoft.com/office/drawing/2014/main" id="{8B549042-B842-DCE9-C189-4676F1112241}"/>
              </a:ext>
            </a:extLst>
          </p:cNvPr>
          <p:cNvCxnSpPr>
            <a:cxnSpLocks/>
          </p:cNvCxnSpPr>
          <p:nvPr/>
        </p:nvCxnSpPr>
        <p:spPr>
          <a:xfrm>
            <a:off x="1512183" y="2189480"/>
            <a:ext cx="454295"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68" name="テキスト ボックス 67">
            <a:extLst>
              <a:ext uri="{FF2B5EF4-FFF2-40B4-BE49-F238E27FC236}">
                <a16:creationId xmlns:a16="http://schemas.microsoft.com/office/drawing/2014/main" id="{2451B3BB-7604-00F9-D139-F53194F6C415}"/>
              </a:ext>
            </a:extLst>
          </p:cNvPr>
          <p:cNvSpPr txBox="1"/>
          <p:nvPr/>
        </p:nvSpPr>
        <p:spPr>
          <a:xfrm>
            <a:off x="1985140" y="1171624"/>
            <a:ext cx="2808516"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sng" strike="noStrike" kern="1200" cap="none" spc="0" normalizeH="0" baseline="0" noProof="0" dirty="0">
                <a:ln>
                  <a:noFill/>
                </a:ln>
                <a:solidFill>
                  <a:prstClr val="black"/>
                </a:solidFill>
                <a:effectLst/>
                <a:uLnTx/>
                <a:uFillTx/>
                <a:latin typeface="Arial"/>
                <a:ea typeface="微软雅黑"/>
                <a:cs typeface="+mn-cs"/>
              </a:rPr>
              <a:t>Preparation Phase</a:t>
            </a:r>
          </a:p>
        </p:txBody>
      </p:sp>
      <p:sp>
        <p:nvSpPr>
          <p:cNvPr id="69" name="正方形/長方形 68">
            <a:extLst>
              <a:ext uri="{FF2B5EF4-FFF2-40B4-BE49-F238E27FC236}">
                <a16:creationId xmlns:a16="http://schemas.microsoft.com/office/drawing/2014/main" id="{22AC3FB2-CBAA-0E76-2DF6-22E489DA5F5A}"/>
              </a:ext>
            </a:extLst>
          </p:cNvPr>
          <p:cNvSpPr/>
          <p:nvPr/>
        </p:nvSpPr>
        <p:spPr>
          <a:xfrm>
            <a:off x="5044473" y="1604865"/>
            <a:ext cx="4433303" cy="4282752"/>
          </a:xfrm>
          <a:prstGeom prst="rect">
            <a:avLst/>
          </a:prstGeom>
          <a:noFill/>
          <a:ln w="19050">
            <a:solidFill>
              <a:srgbClr val="0070C0"/>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70" name="テキスト ボックス 69">
            <a:extLst>
              <a:ext uri="{FF2B5EF4-FFF2-40B4-BE49-F238E27FC236}">
                <a16:creationId xmlns:a16="http://schemas.microsoft.com/office/drawing/2014/main" id="{4DD93CF4-AC44-8520-E0E0-16B7C2303FE7}"/>
              </a:ext>
            </a:extLst>
          </p:cNvPr>
          <p:cNvSpPr txBox="1"/>
          <p:nvPr/>
        </p:nvSpPr>
        <p:spPr>
          <a:xfrm>
            <a:off x="5904469" y="1170274"/>
            <a:ext cx="2808516"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sng" strike="noStrike" kern="1200" cap="none" spc="0" normalizeH="0" baseline="0" noProof="0" dirty="0">
                <a:ln>
                  <a:noFill/>
                </a:ln>
                <a:solidFill>
                  <a:prstClr val="black"/>
                </a:solidFill>
                <a:effectLst/>
                <a:uLnTx/>
                <a:uFillTx/>
                <a:latin typeface="Arial"/>
                <a:ea typeface="微软雅黑"/>
                <a:cs typeface="+mn-cs"/>
              </a:rPr>
              <a:t>Configuration Phase</a:t>
            </a:r>
          </a:p>
        </p:txBody>
      </p:sp>
      <p:cxnSp>
        <p:nvCxnSpPr>
          <p:cNvPr id="71" name="コネクタ: カギ線 70">
            <a:extLst>
              <a:ext uri="{FF2B5EF4-FFF2-40B4-BE49-F238E27FC236}">
                <a16:creationId xmlns:a16="http://schemas.microsoft.com/office/drawing/2014/main" id="{B6BFA328-79C5-385E-ABA0-85735F712EAD}"/>
              </a:ext>
            </a:extLst>
          </p:cNvPr>
          <p:cNvCxnSpPr>
            <a:cxnSpLocks/>
            <a:stCxn id="51" idx="3"/>
            <a:endCxn id="88" idx="0"/>
          </p:cNvCxnSpPr>
          <p:nvPr/>
        </p:nvCxnSpPr>
        <p:spPr>
          <a:xfrm flipV="1">
            <a:off x="4696406" y="1897446"/>
            <a:ext cx="1450223" cy="1433938"/>
          </a:xfrm>
          <a:prstGeom prst="bentConnector4">
            <a:avLst>
              <a:gd name="adj1" fmla="val 30829"/>
              <a:gd name="adj2" fmla="val 115942"/>
            </a:avLst>
          </a:prstGeom>
          <a:ln w="28575">
            <a:tailEnd type="triangle"/>
          </a:ln>
        </p:spPr>
        <p:style>
          <a:lnRef idx="1">
            <a:schemeClr val="dk1"/>
          </a:lnRef>
          <a:fillRef idx="0">
            <a:schemeClr val="dk1"/>
          </a:fillRef>
          <a:effectRef idx="0">
            <a:schemeClr val="dk1"/>
          </a:effectRef>
          <a:fontRef idx="minor">
            <a:schemeClr val="tx1"/>
          </a:fontRef>
        </p:style>
      </p:cxnSp>
      <p:cxnSp>
        <p:nvCxnSpPr>
          <p:cNvPr id="77" name="コネクタ: カギ線 76">
            <a:extLst>
              <a:ext uri="{FF2B5EF4-FFF2-40B4-BE49-F238E27FC236}">
                <a16:creationId xmlns:a16="http://schemas.microsoft.com/office/drawing/2014/main" id="{8AD444FF-D5CB-DA44-0612-F4C4D60D071C}"/>
              </a:ext>
            </a:extLst>
          </p:cNvPr>
          <p:cNvCxnSpPr>
            <a:cxnSpLocks/>
          </p:cNvCxnSpPr>
          <p:nvPr/>
        </p:nvCxnSpPr>
        <p:spPr>
          <a:xfrm flipV="1">
            <a:off x="4660739" y="3338436"/>
            <a:ext cx="486784" cy="2118575"/>
          </a:xfrm>
          <a:prstGeom prst="bentConnector2">
            <a:avLst/>
          </a:prstGeom>
          <a:ln w="28575">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88" name="正方形/長方形 87">
            <a:extLst>
              <a:ext uri="{FF2B5EF4-FFF2-40B4-BE49-F238E27FC236}">
                <a16:creationId xmlns:a16="http://schemas.microsoft.com/office/drawing/2014/main" id="{4794992A-3313-0AEF-00C6-63BE7A98872F}"/>
              </a:ext>
            </a:extLst>
          </p:cNvPr>
          <p:cNvSpPr/>
          <p:nvPr/>
        </p:nvSpPr>
        <p:spPr>
          <a:xfrm>
            <a:off x="5289623" y="1897446"/>
            <a:ext cx="1714012" cy="247265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p:cxnSp>
        <p:nvCxnSpPr>
          <p:cNvPr id="144" name="コネクタ: カギ線 143">
            <a:extLst>
              <a:ext uri="{FF2B5EF4-FFF2-40B4-BE49-F238E27FC236}">
                <a16:creationId xmlns:a16="http://schemas.microsoft.com/office/drawing/2014/main" id="{EB017447-AF44-4CA7-B27E-25766E8A0211}"/>
              </a:ext>
            </a:extLst>
          </p:cNvPr>
          <p:cNvCxnSpPr>
            <a:cxnSpLocks/>
            <a:stCxn id="39" idx="2"/>
            <a:endCxn id="166" idx="1"/>
          </p:cNvCxnSpPr>
          <p:nvPr/>
        </p:nvCxnSpPr>
        <p:spPr>
          <a:xfrm rot="5400000" flipH="1" flipV="1">
            <a:off x="7493762" y="3056662"/>
            <a:ext cx="1125154" cy="3830288"/>
          </a:xfrm>
          <a:prstGeom prst="bentConnector4">
            <a:avLst>
              <a:gd name="adj1" fmla="val -20317"/>
              <a:gd name="adj2" fmla="val 95294"/>
            </a:avLst>
          </a:prstGeom>
          <a:ln w="28575">
            <a:tailEnd type="triangle"/>
          </a:ln>
        </p:spPr>
        <p:style>
          <a:lnRef idx="1">
            <a:schemeClr val="dk1"/>
          </a:lnRef>
          <a:fillRef idx="0">
            <a:schemeClr val="dk1"/>
          </a:fillRef>
          <a:effectRef idx="0">
            <a:schemeClr val="dk1"/>
          </a:effectRef>
          <a:fontRef idx="minor">
            <a:schemeClr val="tx1"/>
          </a:fontRef>
        </p:style>
      </p:cxnSp>
      <p:cxnSp>
        <p:nvCxnSpPr>
          <p:cNvPr id="159" name="コネクタ: カギ線 158">
            <a:extLst>
              <a:ext uri="{FF2B5EF4-FFF2-40B4-BE49-F238E27FC236}">
                <a16:creationId xmlns:a16="http://schemas.microsoft.com/office/drawing/2014/main" id="{59ACD69C-1C17-C5DF-2AC0-949372E66F39}"/>
              </a:ext>
            </a:extLst>
          </p:cNvPr>
          <p:cNvCxnSpPr>
            <a:cxnSpLocks/>
            <a:stCxn id="72" idx="2"/>
            <a:endCxn id="163" idx="1"/>
          </p:cNvCxnSpPr>
          <p:nvPr/>
        </p:nvCxnSpPr>
        <p:spPr>
          <a:xfrm rot="5400000" flipH="1" flipV="1">
            <a:off x="7908803" y="3445928"/>
            <a:ext cx="2491573" cy="1640855"/>
          </a:xfrm>
          <a:prstGeom prst="bentConnector4">
            <a:avLst>
              <a:gd name="adj1" fmla="val -3136"/>
              <a:gd name="adj2" fmla="val 81289"/>
            </a:avLst>
          </a:prstGeom>
          <a:ln w="28575">
            <a:tailEnd type="triangle"/>
          </a:ln>
        </p:spPr>
        <p:style>
          <a:lnRef idx="1">
            <a:schemeClr val="dk1"/>
          </a:lnRef>
          <a:fillRef idx="0">
            <a:schemeClr val="dk1"/>
          </a:fillRef>
          <a:effectRef idx="0">
            <a:schemeClr val="dk1"/>
          </a:effectRef>
          <a:fontRef idx="minor">
            <a:schemeClr val="tx1"/>
          </a:fontRef>
        </p:style>
      </p:cxnSp>
      <p:sp>
        <p:nvSpPr>
          <p:cNvPr id="2" name="テキスト ボックス 1">
            <a:extLst>
              <a:ext uri="{FF2B5EF4-FFF2-40B4-BE49-F238E27FC236}">
                <a16:creationId xmlns:a16="http://schemas.microsoft.com/office/drawing/2014/main" id="{5A921AA1-CD66-5056-7E8F-E35AEB3A2AA7}"/>
              </a:ext>
            </a:extLst>
          </p:cNvPr>
          <p:cNvSpPr txBox="1"/>
          <p:nvPr/>
        </p:nvSpPr>
        <p:spPr>
          <a:xfrm>
            <a:off x="3016707" y="5948497"/>
            <a:ext cx="605536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Arial"/>
                <a:ea typeface="微软雅黑"/>
                <a:cs typeface="+mn-cs"/>
              </a:rPr>
              <a:t>Fig. 7 Framework Overview</a:t>
            </a:r>
            <a:endParaRPr kumimoji="1" lang="ja-JP" altLang="en-US" sz="1800" b="0" i="0" u="none" strike="noStrike" kern="1200" cap="none" spc="0" normalizeH="0" baseline="0" noProof="0" dirty="0">
              <a:ln>
                <a:noFill/>
              </a:ln>
              <a:solidFill>
                <a:prstClr val="black"/>
              </a:solidFill>
              <a:effectLst/>
              <a:uLnTx/>
              <a:uFillTx/>
              <a:latin typeface="Arial"/>
              <a:ea typeface="微软雅黑"/>
              <a:cs typeface="+mn-cs"/>
            </a:endParaRPr>
          </a:p>
        </p:txBody>
      </p:sp>
      <p:sp>
        <p:nvSpPr>
          <p:cNvPr id="6" name="スライド番号プレースホルダー 5">
            <a:extLst>
              <a:ext uri="{FF2B5EF4-FFF2-40B4-BE49-F238E27FC236}">
                <a16:creationId xmlns:a16="http://schemas.microsoft.com/office/drawing/2014/main" id="{16DE906B-F11E-9DC7-1432-BEC901D774C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AE70B2-8BF9-45C0-BB95-33D1B9D3A854}" type="slidenum">
              <a:rPr kumimoji="0" lang="zh-CN" altLang="en-US" sz="1000" b="0" i="0" u="none" strike="noStrike" kern="1200" cap="none" spc="0" normalizeH="0" baseline="0" noProof="0" smtClean="0">
                <a:ln>
                  <a:noFill/>
                </a:ln>
                <a:solidFill>
                  <a:prstClr val="black">
                    <a:tint val="75000"/>
                  </a:prstClr>
                </a:solidFill>
                <a:effectLst/>
                <a:uLnTx/>
                <a:uFillTx/>
                <a:latin typeface="Arial"/>
                <a:ea typeface="微软雅黑"/>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zh-CN" altLang="en-US" sz="1000" b="0" i="0" u="none" strike="noStrike" kern="1200" cap="none" spc="0" normalizeH="0" baseline="0" noProof="0">
              <a:ln>
                <a:noFill/>
              </a:ln>
              <a:solidFill>
                <a:prstClr val="black">
                  <a:tint val="75000"/>
                </a:prstClr>
              </a:solidFill>
              <a:effectLst/>
              <a:uLnTx/>
              <a:uFillTx/>
              <a:latin typeface="Arial"/>
              <a:ea typeface="微软雅黑"/>
              <a:cs typeface="+mn-cs"/>
            </a:endParaRPr>
          </a:p>
        </p:txBody>
      </p:sp>
      <mc:AlternateContent xmlns:mc="http://schemas.openxmlformats.org/markup-compatibility/2006">
        <mc:Choice xmlns:a14="http://schemas.microsoft.com/office/drawing/2010/main" Requires="a14">
          <p:sp>
            <p:nvSpPr>
              <p:cNvPr id="19" name="テキスト ボックス 18">
                <a:extLst>
                  <a:ext uri="{FF2B5EF4-FFF2-40B4-BE49-F238E27FC236}">
                    <a16:creationId xmlns:a16="http://schemas.microsoft.com/office/drawing/2014/main" id="{B91B0328-B5CB-BAA0-35D4-54CBB8C45A49}"/>
                  </a:ext>
                </a:extLst>
              </p:cNvPr>
              <p:cNvSpPr txBox="1"/>
              <p:nvPr/>
            </p:nvSpPr>
            <p:spPr>
              <a:xfrm>
                <a:off x="1944155" y="4289256"/>
                <a:ext cx="3909326" cy="39998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Sup>
                      <m:sSubSupPr>
                        <m:ctrlP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SupPr>
                      <m:e>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𝑇</m:t>
                        </m:r>
                      </m:e>
                      <m:sub>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𝑡𝑖𝑚𝑒𝑠𝑡𝑒𝑝𝑠</m:t>
                        </m:r>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sub>
                      <m:sup>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up>
                    </m:sSubSup>
                    <m:sSubSup>
                      <m:sSubSupPr>
                        <m:ctrlP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SupPr>
                      <m:e>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𝑁</m:t>
                        </m:r>
                      </m:e>
                      <m:sub>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𝑛𝑒𝑢𝑟𝑜𝑛𝑠</m:t>
                        </m:r>
                      </m:sub>
                      <m:sup>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up>
                    </m:sSubSup>
                  </m:oMath>
                </a14:m>
                <a:r>
                  <a:rPr kumimoji="1" lang="en-US" altLang="ja-JP" sz="1800" b="0" i="0" u="none" strike="noStrike" kern="1200" cap="none" spc="0" normalizeH="0" baseline="0" noProof="0" dirty="0">
                    <a:ln>
                      <a:noFill/>
                    </a:ln>
                    <a:solidFill>
                      <a:prstClr val="black"/>
                    </a:solidFill>
                    <a:effectLst/>
                    <a:uLnTx/>
                    <a:uFillTx/>
                    <a:latin typeface="Arial"/>
                    <a:ea typeface="微软雅黑"/>
                    <a:cs typeface="+mn-cs"/>
                  </a:rPr>
                  <a:t>, </a:t>
                </a:r>
                <a14:m>
                  <m:oMath xmlns:m="http://schemas.openxmlformats.org/officeDocument/2006/math">
                    <m:sSubSup>
                      <m:sSubSupPr>
                        <m:ctrlP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SupPr>
                      <m:e>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𝐸</m:t>
                        </m:r>
                      </m:e>
                      <m:sub>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𝑡𝑟𝑎𝑖𝑛</m:t>
                        </m:r>
                      </m:sub>
                      <m:sup>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up>
                    </m:sSubSup>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oMath>
                </a14:m>
                <a:endParaRPr kumimoji="1" lang="ja-JP" altLang="en-US" sz="1800" b="0" i="0" u="none" strike="noStrike" kern="1200" cap="none" spc="0" normalizeH="0" baseline="0" noProof="0" dirty="0">
                  <a:ln>
                    <a:noFill/>
                  </a:ln>
                  <a:solidFill>
                    <a:prstClr val="black"/>
                  </a:solidFill>
                  <a:effectLst/>
                  <a:uLnTx/>
                  <a:uFillTx/>
                  <a:latin typeface="Arial"/>
                  <a:ea typeface="微软雅黑"/>
                  <a:cs typeface="+mn-cs"/>
                </a:endParaRPr>
              </a:p>
            </p:txBody>
          </p:sp>
        </mc:Choice>
        <mc:Fallback>
          <p:sp>
            <p:nvSpPr>
              <p:cNvPr id="19" name="テキスト ボックス 18">
                <a:extLst>
                  <a:ext uri="{FF2B5EF4-FFF2-40B4-BE49-F238E27FC236}">
                    <a16:creationId xmlns:a16="http://schemas.microsoft.com/office/drawing/2014/main" id="{B91B0328-B5CB-BAA0-35D4-54CBB8C45A49}"/>
                  </a:ext>
                </a:extLst>
              </p:cNvPr>
              <p:cNvSpPr txBox="1">
                <a:spLocks noRot="1" noChangeAspect="1" noMove="1" noResize="1" noEditPoints="1" noAdjustHandles="1" noChangeArrowheads="1" noChangeShapeType="1" noTextEdit="1"/>
              </p:cNvSpPr>
              <p:nvPr/>
            </p:nvSpPr>
            <p:spPr>
              <a:xfrm>
                <a:off x="1944155" y="4289256"/>
                <a:ext cx="3909326" cy="399981"/>
              </a:xfrm>
              <a:prstGeom prst="rect">
                <a:avLst/>
              </a:prstGeom>
              <a:blipFill>
                <a:blip r:embed="rId6"/>
                <a:stretch>
                  <a:fillRect l="-468" t="-9231" b="-16923"/>
                </a:stretch>
              </a:blipFill>
            </p:spPr>
            <p:txBody>
              <a:bodyPr/>
              <a:lstStyle/>
              <a:p>
                <a:r>
                  <a:rPr lang="ja-JP" altLang="en-US">
                    <a:noFill/>
                  </a:rPr>
                  <a:t> </a:t>
                </a:r>
              </a:p>
            </p:txBody>
          </p:sp>
        </mc:Fallback>
      </mc:AlternateContent>
      <p:sp>
        <p:nvSpPr>
          <p:cNvPr id="21" name="テキスト ボックス 20">
            <a:extLst>
              <a:ext uri="{FF2B5EF4-FFF2-40B4-BE49-F238E27FC236}">
                <a16:creationId xmlns:a16="http://schemas.microsoft.com/office/drawing/2014/main" id="{2A15A4A9-B538-3933-8B55-E3A7082AA25B}"/>
              </a:ext>
            </a:extLst>
          </p:cNvPr>
          <p:cNvSpPr txBox="1"/>
          <p:nvPr/>
        </p:nvSpPr>
        <p:spPr>
          <a:xfrm>
            <a:off x="1928246" y="5105167"/>
            <a:ext cx="2808516"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Arial"/>
                <a:ea typeface="微软雅黑"/>
                <a:cs typeface="+mn-cs"/>
              </a:rPr>
              <a:t>Parameter-Consumption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Arial"/>
                <a:ea typeface="微软雅黑"/>
                <a:cs typeface="+mn-cs"/>
              </a:rPr>
              <a:t>Relation (equation)</a:t>
            </a:r>
          </a:p>
        </p:txBody>
      </p:sp>
      <p:cxnSp>
        <p:nvCxnSpPr>
          <p:cNvPr id="24" name="コネクタ: カギ線 23">
            <a:extLst>
              <a:ext uri="{FF2B5EF4-FFF2-40B4-BE49-F238E27FC236}">
                <a16:creationId xmlns:a16="http://schemas.microsoft.com/office/drawing/2014/main" id="{9D7C2344-1D0C-8987-DFA2-3178FC9053C5}"/>
              </a:ext>
            </a:extLst>
          </p:cNvPr>
          <p:cNvCxnSpPr>
            <a:cxnSpLocks/>
            <a:endCxn id="90" idx="0"/>
          </p:cNvCxnSpPr>
          <p:nvPr/>
        </p:nvCxnSpPr>
        <p:spPr>
          <a:xfrm>
            <a:off x="6146460" y="1667781"/>
            <a:ext cx="2234816" cy="196896"/>
          </a:xfrm>
          <a:prstGeom prst="bentConnector2">
            <a:avLst/>
          </a:prstGeom>
          <a:ln w="28575">
            <a:headEnd type="none" w="med" len="med"/>
            <a:tailEnd type="triangle" w="med" len="med"/>
          </a:ln>
        </p:spPr>
        <p:style>
          <a:lnRef idx="1">
            <a:schemeClr val="dk1"/>
          </a:lnRef>
          <a:fillRef idx="0">
            <a:schemeClr val="dk1"/>
          </a:fillRef>
          <a:effectRef idx="0">
            <a:schemeClr val="dk1"/>
          </a:effectRef>
          <a:fontRef idx="minor">
            <a:schemeClr val="tx1"/>
          </a:fontRef>
        </p:style>
      </p:cxnSp>
      <p:sp>
        <p:nvSpPr>
          <p:cNvPr id="53" name="テキスト ボックス 52">
            <a:extLst>
              <a:ext uri="{FF2B5EF4-FFF2-40B4-BE49-F238E27FC236}">
                <a16:creationId xmlns:a16="http://schemas.microsoft.com/office/drawing/2014/main" id="{BF4E1FD9-2935-453B-1D16-5895D7C59622}"/>
              </a:ext>
            </a:extLst>
          </p:cNvPr>
          <p:cNvSpPr txBox="1"/>
          <p:nvPr/>
        </p:nvSpPr>
        <p:spPr>
          <a:xfrm>
            <a:off x="5413475" y="1885975"/>
            <a:ext cx="1579397"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sng" strike="noStrike" kern="1200" cap="none" spc="0" normalizeH="0" baseline="0" noProof="0" dirty="0">
                <a:ln>
                  <a:noFill/>
                </a:ln>
                <a:solidFill>
                  <a:prstClr val="black"/>
                </a:solidFill>
                <a:effectLst/>
                <a:uLnTx/>
                <a:uFillTx/>
                <a:latin typeface="Arial"/>
                <a:ea typeface="微软雅黑"/>
                <a:cs typeface="+mn-cs"/>
              </a:rPr>
              <a:t>For Training</a:t>
            </a:r>
          </a:p>
        </p:txBody>
      </p:sp>
      <p:sp>
        <p:nvSpPr>
          <p:cNvPr id="55" name="テキスト ボックス 54">
            <a:extLst>
              <a:ext uri="{FF2B5EF4-FFF2-40B4-BE49-F238E27FC236}">
                <a16:creationId xmlns:a16="http://schemas.microsoft.com/office/drawing/2014/main" id="{6D54666C-E7EB-0835-9988-14C9BCB86304}"/>
              </a:ext>
            </a:extLst>
          </p:cNvPr>
          <p:cNvSpPr txBox="1"/>
          <p:nvPr/>
        </p:nvSpPr>
        <p:spPr>
          <a:xfrm>
            <a:off x="7618471" y="1884090"/>
            <a:ext cx="1579397"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sng" strike="noStrike" kern="1200" cap="none" spc="0" normalizeH="0" baseline="0" noProof="0" dirty="0">
                <a:ln>
                  <a:noFill/>
                </a:ln>
                <a:solidFill>
                  <a:prstClr val="black"/>
                </a:solidFill>
                <a:effectLst/>
                <a:uLnTx/>
                <a:uFillTx/>
                <a:latin typeface="Arial"/>
                <a:ea typeface="微软雅黑"/>
                <a:cs typeface="+mn-cs"/>
              </a:rPr>
              <a:t>For Inference</a:t>
            </a:r>
          </a:p>
        </p:txBody>
      </p:sp>
      <p:sp>
        <p:nvSpPr>
          <p:cNvPr id="56" name="テキスト ボックス 55">
            <a:extLst>
              <a:ext uri="{FF2B5EF4-FFF2-40B4-BE49-F238E27FC236}">
                <a16:creationId xmlns:a16="http://schemas.microsoft.com/office/drawing/2014/main" id="{DE04FE5B-1A47-8165-CA34-6BABA994EFC8}"/>
              </a:ext>
            </a:extLst>
          </p:cNvPr>
          <p:cNvSpPr txBox="1"/>
          <p:nvPr/>
        </p:nvSpPr>
        <p:spPr>
          <a:xfrm>
            <a:off x="5390401" y="2274621"/>
            <a:ext cx="1579397"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Arial"/>
                <a:ea typeface="微软雅黑"/>
                <a:cs typeface="+mn-cs"/>
              </a:rPr>
              <a:t>Adjust:</a:t>
            </a:r>
          </a:p>
        </p:txBody>
      </p:sp>
      <mc:AlternateContent xmlns:mc="http://schemas.openxmlformats.org/markup-compatibility/2006">
        <mc:Choice xmlns:a14="http://schemas.microsoft.com/office/drawing/2010/main" Requires="a14">
          <p:sp>
            <p:nvSpPr>
              <p:cNvPr id="59" name="テキスト ボックス 58">
                <a:extLst>
                  <a:ext uri="{FF2B5EF4-FFF2-40B4-BE49-F238E27FC236}">
                    <a16:creationId xmlns:a16="http://schemas.microsoft.com/office/drawing/2014/main" id="{7123766B-3A87-0521-DC3D-6B9D0FBC00B6}"/>
                  </a:ext>
                </a:extLst>
              </p:cNvPr>
              <p:cNvSpPr txBox="1"/>
              <p:nvPr/>
            </p:nvSpPr>
            <p:spPr>
              <a:xfrm>
                <a:off x="5643406" y="2629183"/>
                <a:ext cx="1006108" cy="298415"/>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𝑇</m:t>
                          </m:r>
                        </m:e>
                        <m:sub>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𝑡𝑖𝑚𝑒𝑠𝑡𝑒𝑝𝑠</m:t>
                          </m:r>
                        </m:sub>
                      </m:sSub>
                    </m:oMath>
                  </m:oMathPara>
                </a14:m>
                <a:endParaRPr kumimoji="1" lang="ja-JP" altLang="en-US" sz="1800" b="0" i="0" u="none" strike="noStrike" kern="1200" cap="none" spc="0" normalizeH="0" baseline="0" noProof="0" dirty="0">
                  <a:ln>
                    <a:noFill/>
                  </a:ln>
                  <a:solidFill>
                    <a:prstClr val="black"/>
                  </a:solidFill>
                  <a:effectLst/>
                  <a:uLnTx/>
                  <a:uFillTx/>
                  <a:latin typeface="Arial"/>
                  <a:ea typeface="微软雅黑"/>
                  <a:cs typeface="+mn-cs"/>
                </a:endParaRPr>
              </a:p>
            </p:txBody>
          </p:sp>
        </mc:Choice>
        <mc:Fallback>
          <p:sp>
            <p:nvSpPr>
              <p:cNvPr id="59" name="テキスト ボックス 58">
                <a:extLst>
                  <a:ext uri="{FF2B5EF4-FFF2-40B4-BE49-F238E27FC236}">
                    <a16:creationId xmlns:a16="http://schemas.microsoft.com/office/drawing/2014/main" id="{7123766B-3A87-0521-DC3D-6B9D0FBC00B6}"/>
                  </a:ext>
                </a:extLst>
              </p:cNvPr>
              <p:cNvSpPr txBox="1">
                <a:spLocks noRot="1" noChangeAspect="1" noMove="1" noResize="1" noEditPoints="1" noAdjustHandles="1" noChangeArrowheads="1" noChangeShapeType="1" noTextEdit="1"/>
              </p:cNvSpPr>
              <p:nvPr/>
            </p:nvSpPr>
            <p:spPr>
              <a:xfrm>
                <a:off x="5643406" y="2629183"/>
                <a:ext cx="1006108" cy="298415"/>
              </a:xfrm>
              <a:prstGeom prst="rect">
                <a:avLst/>
              </a:prstGeom>
              <a:blipFill>
                <a:blip r:embed="rId7"/>
                <a:stretch>
                  <a:fillRect l="-4848" r="-1818" b="-24490"/>
                </a:stretch>
              </a:blipFill>
            </p:spPr>
            <p:txBody>
              <a:bodyPr/>
              <a:lstStyle/>
              <a:p>
                <a:r>
                  <a:rPr lang="ja-JP" altLang="en-US">
                    <a:noFill/>
                  </a:rPr>
                  <a:t> </a:t>
                </a:r>
              </a:p>
            </p:txBody>
          </p:sp>
        </mc:Fallback>
      </mc:AlternateContent>
      <p:cxnSp>
        <p:nvCxnSpPr>
          <p:cNvPr id="61" name="直線矢印コネクタ 60">
            <a:extLst>
              <a:ext uri="{FF2B5EF4-FFF2-40B4-BE49-F238E27FC236}">
                <a16:creationId xmlns:a16="http://schemas.microsoft.com/office/drawing/2014/main" id="{21BA0474-27CA-5454-8F25-DDB97125C3E8}"/>
              </a:ext>
            </a:extLst>
          </p:cNvPr>
          <p:cNvCxnSpPr>
            <a:stCxn id="59" idx="2"/>
          </p:cNvCxnSpPr>
          <p:nvPr/>
        </p:nvCxnSpPr>
        <p:spPr>
          <a:xfrm>
            <a:off x="6146460" y="2927598"/>
            <a:ext cx="0" cy="3891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62" name="テキスト ボックス 61">
                <a:extLst>
                  <a:ext uri="{FF2B5EF4-FFF2-40B4-BE49-F238E27FC236}">
                    <a16:creationId xmlns:a16="http://schemas.microsoft.com/office/drawing/2014/main" id="{B80FCF7A-1B51-B82E-3D95-5E69ED5F2C1B}"/>
                  </a:ext>
                </a:extLst>
              </p:cNvPr>
              <p:cNvSpPr txBox="1"/>
              <p:nvPr/>
            </p:nvSpPr>
            <p:spPr>
              <a:xfrm>
                <a:off x="5661776" y="3299359"/>
                <a:ext cx="915572" cy="2769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𝑁</m:t>
                          </m:r>
                        </m:e>
                        <m:sub>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𝑛𝑒𝑢𝑟𝑜𝑛𝑠</m:t>
                          </m:r>
                        </m:sub>
                      </m:sSub>
                    </m:oMath>
                  </m:oMathPara>
                </a14:m>
                <a:endParaRPr kumimoji="1" lang="ja-JP" altLang="en-US" sz="1800" b="0" i="0" u="none" strike="noStrike" kern="1200" cap="none" spc="0" normalizeH="0" baseline="0" noProof="0" dirty="0">
                  <a:ln>
                    <a:noFill/>
                  </a:ln>
                  <a:solidFill>
                    <a:prstClr val="black"/>
                  </a:solidFill>
                  <a:effectLst/>
                  <a:uLnTx/>
                  <a:uFillTx/>
                  <a:latin typeface="Arial"/>
                  <a:ea typeface="微软雅黑"/>
                  <a:cs typeface="+mn-cs"/>
                </a:endParaRPr>
              </a:p>
            </p:txBody>
          </p:sp>
        </mc:Choice>
        <mc:Fallback>
          <p:sp>
            <p:nvSpPr>
              <p:cNvPr id="62" name="テキスト ボックス 61">
                <a:extLst>
                  <a:ext uri="{FF2B5EF4-FFF2-40B4-BE49-F238E27FC236}">
                    <a16:creationId xmlns:a16="http://schemas.microsoft.com/office/drawing/2014/main" id="{B80FCF7A-1B51-B82E-3D95-5E69ED5F2C1B}"/>
                  </a:ext>
                </a:extLst>
              </p:cNvPr>
              <p:cNvSpPr txBox="1">
                <a:spLocks noRot="1" noChangeAspect="1" noMove="1" noResize="1" noEditPoints="1" noAdjustHandles="1" noChangeArrowheads="1" noChangeShapeType="1" noTextEdit="1"/>
              </p:cNvSpPr>
              <p:nvPr/>
            </p:nvSpPr>
            <p:spPr>
              <a:xfrm>
                <a:off x="5661776" y="3299359"/>
                <a:ext cx="915572" cy="276999"/>
              </a:xfrm>
              <a:prstGeom prst="rect">
                <a:avLst/>
              </a:prstGeom>
              <a:blipFill>
                <a:blip r:embed="rId8"/>
                <a:stretch>
                  <a:fillRect l="-5333" b="-10870"/>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63" name="テキスト ボックス 62">
                <a:extLst>
                  <a:ext uri="{FF2B5EF4-FFF2-40B4-BE49-F238E27FC236}">
                    <a16:creationId xmlns:a16="http://schemas.microsoft.com/office/drawing/2014/main" id="{C65867D3-65AF-AF0C-0ED5-988996595AD3}"/>
                  </a:ext>
                </a:extLst>
              </p:cNvPr>
              <p:cNvSpPr txBox="1"/>
              <p:nvPr/>
            </p:nvSpPr>
            <p:spPr>
              <a:xfrm>
                <a:off x="5833511" y="4002908"/>
                <a:ext cx="663322" cy="2769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𝑁</m:t>
                          </m:r>
                        </m:e>
                        <m:sub>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𝑡𝑟𝑎𝑖𝑛</m:t>
                          </m:r>
                        </m:sub>
                      </m:sSub>
                    </m:oMath>
                  </m:oMathPara>
                </a14:m>
                <a:endParaRPr kumimoji="1" lang="ja-JP" altLang="en-US" sz="1800" b="0" i="0" u="none" strike="noStrike" kern="1200" cap="none" spc="0" normalizeH="0" baseline="0" noProof="0" dirty="0">
                  <a:ln>
                    <a:noFill/>
                  </a:ln>
                  <a:solidFill>
                    <a:prstClr val="black"/>
                  </a:solidFill>
                  <a:effectLst/>
                  <a:uLnTx/>
                  <a:uFillTx/>
                  <a:latin typeface="Arial"/>
                  <a:ea typeface="微软雅黑"/>
                  <a:cs typeface="+mn-cs"/>
                </a:endParaRPr>
              </a:p>
            </p:txBody>
          </p:sp>
        </mc:Choice>
        <mc:Fallback>
          <p:sp>
            <p:nvSpPr>
              <p:cNvPr id="63" name="テキスト ボックス 62">
                <a:extLst>
                  <a:ext uri="{FF2B5EF4-FFF2-40B4-BE49-F238E27FC236}">
                    <a16:creationId xmlns:a16="http://schemas.microsoft.com/office/drawing/2014/main" id="{C65867D3-65AF-AF0C-0ED5-988996595AD3}"/>
                  </a:ext>
                </a:extLst>
              </p:cNvPr>
              <p:cNvSpPr txBox="1">
                <a:spLocks noRot="1" noChangeAspect="1" noMove="1" noResize="1" noEditPoints="1" noAdjustHandles="1" noChangeArrowheads="1" noChangeShapeType="1" noTextEdit="1"/>
              </p:cNvSpPr>
              <p:nvPr/>
            </p:nvSpPr>
            <p:spPr>
              <a:xfrm>
                <a:off x="5833511" y="4002908"/>
                <a:ext cx="663322" cy="276999"/>
              </a:xfrm>
              <a:prstGeom prst="rect">
                <a:avLst/>
              </a:prstGeom>
              <a:blipFill>
                <a:blip r:embed="rId9"/>
                <a:stretch>
                  <a:fillRect l="-7339" r="-917" b="-17778"/>
                </a:stretch>
              </a:blipFill>
            </p:spPr>
            <p:txBody>
              <a:bodyPr/>
              <a:lstStyle/>
              <a:p>
                <a:r>
                  <a:rPr lang="ja-JP" altLang="en-US">
                    <a:noFill/>
                  </a:rPr>
                  <a:t> </a:t>
                </a:r>
              </a:p>
            </p:txBody>
          </p:sp>
        </mc:Fallback>
      </mc:AlternateContent>
      <p:cxnSp>
        <p:nvCxnSpPr>
          <p:cNvPr id="65" name="直線矢印コネクタ 64">
            <a:extLst>
              <a:ext uri="{FF2B5EF4-FFF2-40B4-BE49-F238E27FC236}">
                <a16:creationId xmlns:a16="http://schemas.microsoft.com/office/drawing/2014/main" id="{EDC90B12-4ADC-9BCC-D3CA-FB068460DE1F}"/>
              </a:ext>
            </a:extLst>
          </p:cNvPr>
          <p:cNvCxnSpPr/>
          <p:nvPr/>
        </p:nvCxnSpPr>
        <p:spPr>
          <a:xfrm>
            <a:off x="6146460" y="3683061"/>
            <a:ext cx="0" cy="3891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6" name="テキスト ボックス 65">
            <a:extLst>
              <a:ext uri="{FF2B5EF4-FFF2-40B4-BE49-F238E27FC236}">
                <a16:creationId xmlns:a16="http://schemas.microsoft.com/office/drawing/2014/main" id="{1A84B5D0-9EC5-AB7D-6465-EC0D397FE671}"/>
              </a:ext>
            </a:extLst>
          </p:cNvPr>
          <p:cNvSpPr txBox="1"/>
          <p:nvPr/>
        </p:nvSpPr>
        <p:spPr>
          <a:xfrm>
            <a:off x="7625253" y="2274621"/>
            <a:ext cx="1579397"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Arial"/>
                <a:ea typeface="微软雅黑"/>
                <a:cs typeface="+mn-cs"/>
              </a:rPr>
              <a:t>Adjust:</a:t>
            </a:r>
          </a:p>
        </p:txBody>
      </p:sp>
      <mc:AlternateContent xmlns:mc="http://schemas.openxmlformats.org/markup-compatibility/2006">
        <mc:Choice xmlns:a14="http://schemas.microsoft.com/office/drawing/2010/main" Requires="a14">
          <p:sp>
            <p:nvSpPr>
              <p:cNvPr id="67" name="テキスト ボックス 66">
                <a:extLst>
                  <a:ext uri="{FF2B5EF4-FFF2-40B4-BE49-F238E27FC236}">
                    <a16:creationId xmlns:a16="http://schemas.microsoft.com/office/drawing/2014/main" id="{9068080A-1FBA-0E80-80CE-AE9BF7B344A4}"/>
                  </a:ext>
                </a:extLst>
              </p:cNvPr>
              <p:cNvSpPr txBox="1"/>
              <p:nvPr/>
            </p:nvSpPr>
            <p:spPr>
              <a:xfrm>
                <a:off x="7907047" y="2618832"/>
                <a:ext cx="1006109" cy="298415"/>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𝑇</m:t>
                          </m:r>
                        </m:e>
                        <m:sub>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𝑡𝑖𝑚𝑒𝑠𝑡𝑒𝑝𝑠</m:t>
                          </m:r>
                        </m:sub>
                      </m:sSub>
                    </m:oMath>
                  </m:oMathPara>
                </a14:m>
                <a:endParaRPr kumimoji="1" lang="ja-JP" altLang="en-US" sz="1800" b="0" i="0" u="none" strike="noStrike" kern="1200" cap="none" spc="0" normalizeH="0" baseline="0" noProof="0" dirty="0">
                  <a:ln>
                    <a:noFill/>
                  </a:ln>
                  <a:solidFill>
                    <a:prstClr val="black"/>
                  </a:solidFill>
                  <a:effectLst/>
                  <a:uLnTx/>
                  <a:uFillTx/>
                  <a:latin typeface="Arial"/>
                  <a:ea typeface="微软雅黑"/>
                  <a:cs typeface="+mn-cs"/>
                </a:endParaRPr>
              </a:p>
            </p:txBody>
          </p:sp>
        </mc:Choice>
        <mc:Fallback>
          <p:sp>
            <p:nvSpPr>
              <p:cNvPr id="67" name="テキスト ボックス 66">
                <a:extLst>
                  <a:ext uri="{FF2B5EF4-FFF2-40B4-BE49-F238E27FC236}">
                    <a16:creationId xmlns:a16="http://schemas.microsoft.com/office/drawing/2014/main" id="{9068080A-1FBA-0E80-80CE-AE9BF7B344A4}"/>
                  </a:ext>
                </a:extLst>
              </p:cNvPr>
              <p:cNvSpPr txBox="1">
                <a:spLocks noRot="1" noChangeAspect="1" noMove="1" noResize="1" noEditPoints="1" noAdjustHandles="1" noChangeArrowheads="1" noChangeShapeType="1" noTextEdit="1"/>
              </p:cNvSpPr>
              <p:nvPr/>
            </p:nvSpPr>
            <p:spPr>
              <a:xfrm>
                <a:off x="7907047" y="2618832"/>
                <a:ext cx="1006109" cy="298415"/>
              </a:xfrm>
              <a:prstGeom prst="rect">
                <a:avLst/>
              </a:prstGeom>
              <a:blipFill>
                <a:blip r:embed="rId10"/>
                <a:stretch>
                  <a:fillRect l="-4242" r="-1818" b="-24490"/>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73" name="テキスト ボックス 72">
                <a:extLst>
                  <a:ext uri="{FF2B5EF4-FFF2-40B4-BE49-F238E27FC236}">
                    <a16:creationId xmlns:a16="http://schemas.microsoft.com/office/drawing/2014/main" id="{6ADA3063-502E-9B03-5697-8A2F39B39693}"/>
                  </a:ext>
                </a:extLst>
              </p:cNvPr>
              <p:cNvSpPr txBox="1"/>
              <p:nvPr/>
            </p:nvSpPr>
            <p:spPr>
              <a:xfrm>
                <a:off x="7912313" y="3159750"/>
                <a:ext cx="915572" cy="2769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𝑁</m:t>
                          </m:r>
                        </m:e>
                        <m:sub>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𝑛𝑒𝑢𝑟𝑜𝑛𝑠</m:t>
                          </m:r>
                        </m:sub>
                      </m:sSub>
                    </m:oMath>
                  </m:oMathPara>
                </a14:m>
                <a:endParaRPr kumimoji="1" lang="ja-JP" altLang="en-US" sz="1800" b="0" i="0" u="none" strike="noStrike" kern="1200" cap="none" spc="0" normalizeH="0" baseline="0" noProof="0" dirty="0">
                  <a:ln>
                    <a:noFill/>
                  </a:ln>
                  <a:solidFill>
                    <a:prstClr val="black"/>
                  </a:solidFill>
                  <a:effectLst/>
                  <a:uLnTx/>
                  <a:uFillTx/>
                  <a:latin typeface="Arial"/>
                  <a:ea typeface="微软雅黑"/>
                  <a:cs typeface="+mn-cs"/>
                </a:endParaRPr>
              </a:p>
            </p:txBody>
          </p:sp>
        </mc:Choice>
        <mc:Fallback>
          <p:sp>
            <p:nvSpPr>
              <p:cNvPr id="73" name="テキスト ボックス 72">
                <a:extLst>
                  <a:ext uri="{FF2B5EF4-FFF2-40B4-BE49-F238E27FC236}">
                    <a16:creationId xmlns:a16="http://schemas.microsoft.com/office/drawing/2014/main" id="{6ADA3063-502E-9B03-5697-8A2F39B39693}"/>
                  </a:ext>
                </a:extLst>
              </p:cNvPr>
              <p:cNvSpPr txBox="1">
                <a:spLocks noRot="1" noChangeAspect="1" noMove="1" noResize="1" noEditPoints="1" noAdjustHandles="1" noChangeArrowheads="1" noChangeShapeType="1" noTextEdit="1"/>
              </p:cNvSpPr>
              <p:nvPr/>
            </p:nvSpPr>
            <p:spPr>
              <a:xfrm>
                <a:off x="7912313" y="3159750"/>
                <a:ext cx="915572" cy="276999"/>
              </a:xfrm>
              <a:prstGeom prst="rect">
                <a:avLst/>
              </a:prstGeom>
              <a:blipFill>
                <a:blip r:embed="rId11"/>
                <a:stretch>
                  <a:fillRect l="-5333" b="-10870"/>
                </a:stretch>
              </a:blipFill>
            </p:spPr>
            <p:txBody>
              <a:bodyPr/>
              <a:lstStyle/>
              <a:p>
                <a:r>
                  <a:rPr lang="ja-JP" altLang="en-US">
                    <a:noFill/>
                  </a:rPr>
                  <a:t> </a:t>
                </a:r>
              </a:p>
            </p:txBody>
          </p:sp>
        </mc:Fallback>
      </mc:AlternateContent>
      <p:sp>
        <p:nvSpPr>
          <p:cNvPr id="79" name="テキスト ボックス 78">
            <a:extLst>
              <a:ext uri="{FF2B5EF4-FFF2-40B4-BE49-F238E27FC236}">
                <a16:creationId xmlns:a16="http://schemas.microsoft.com/office/drawing/2014/main" id="{1A205285-1754-3A03-6A5E-2C89E3A6EF45}"/>
              </a:ext>
            </a:extLst>
          </p:cNvPr>
          <p:cNvSpPr txBox="1"/>
          <p:nvPr/>
        </p:nvSpPr>
        <p:spPr>
          <a:xfrm>
            <a:off x="7549199" y="2905987"/>
            <a:ext cx="1579397"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Arial"/>
                <a:ea typeface="微软雅黑"/>
                <a:cs typeface="+mn-cs"/>
              </a:rPr>
              <a:t>&amp;</a:t>
            </a:r>
          </a:p>
        </p:txBody>
      </p:sp>
      <p:cxnSp>
        <p:nvCxnSpPr>
          <p:cNvPr id="80" name="直線矢印コネクタ 79">
            <a:extLst>
              <a:ext uri="{FF2B5EF4-FFF2-40B4-BE49-F238E27FC236}">
                <a16:creationId xmlns:a16="http://schemas.microsoft.com/office/drawing/2014/main" id="{D9459815-709F-3785-B8AF-8ACF58C1FB21}"/>
              </a:ext>
            </a:extLst>
          </p:cNvPr>
          <p:cNvCxnSpPr>
            <a:cxnSpLocks/>
            <a:endCxn id="125" idx="0"/>
          </p:cNvCxnSpPr>
          <p:nvPr/>
        </p:nvCxnSpPr>
        <p:spPr>
          <a:xfrm flipH="1">
            <a:off x="8377482" y="3450861"/>
            <a:ext cx="1277" cy="259722"/>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90" name="正方形/長方形 89">
            <a:extLst>
              <a:ext uri="{FF2B5EF4-FFF2-40B4-BE49-F238E27FC236}">
                <a16:creationId xmlns:a16="http://schemas.microsoft.com/office/drawing/2014/main" id="{ACA201BB-D7A1-C192-963D-218CF14B9617}"/>
              </a:ext>
            </a:extLst>
          </p:cNvPr>
          <p:cNvSpPr/>
          <p:nvPr/>
        </p:nvSpPr>
        <p:spPr>
          <a:xfrm>
            <a:off x="7524270" y="1864677"/>
            <a:ext cx="1714012" cy="158788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p:grpSp>
        <p:nvGrpSpPr>
          <p:cNvPr id="122" name="グループ化 121">
            <a:extLst>
              <a:ext uri="{FF2B5EF4-FFF2-40B4-BE49-F238E27FC236}">
                <a16:creationId xmlns:a16="http://schemas.microsoft.com/office/drawing/2014/main" id="{CAB49B7B-4DAB-84B2-7AB4-239AD3EA9B81}"/>
              </a:ext>
            </a:extLst>
          </p:cNvPr>
          <p:cNvGrpSpPr/>
          <p:nvPr/>
        </p:nvGrpSpPr>
        <p:grpSpPr>
          <a:xfrm>
            <a:off x="7444659" y="3710583"/>
            <a:ext cx="1865645" cy="653383"/>
            <a:chOff x="2674316" y="1888750"/>
            <a:chExt cx="2973526" cy="653383"/>
          </a:xfrm>
        </p:grpSpPr>
        <p:sp>
          <p:nvSpPr>
            <p:cNvPr id="123" name="正方形/長方形 122">
              <a:extLst>
                <a:ext uri="{FF2B5EF4-FFF2-40B4-BE49-F238E27FC236}">
                  <a16:creationId xmlns:a16="http://schemas.microsoft.com/office/drawing/2014/main" id="{5CF8CAF7-D982-C1D3-85F5-B8A2514B1A65}"/>
                </a:ext>
              </a:extLst>
            </p:cNvPr>
            <p:cNvSpPr/>
            <p:nvPr/>
          </p:nvSpPr>
          <p:spPr>
            <a:xfrm>
              <a:off x="2808514" y="1895802"/>
              <a:ext cx="2724539" cy="64633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125" name="テキスト ボックス 124">
              <a:extLst>
                <a:ext uri="{FF2B5EF4-FFF2-40B4-BE49-F238E27FC236}">
                  <a16:creationId xmlns:a16="http://schemas.microsoft.com/office/drawing/2014/main" id="{D45AD65B-E692-3190-3055-0A3045C78C41}"/>
                </a:ext>
              </a:extLst>
            </p:cNvPr>
            <p:cNvSpPr txBox="1"/>
            <p:nvPr/>
          </p:nvSpPr>
          <p:spPr>
            <a:xfrm>
              <a:off x="2674316" y="1888750"/>
              <a:ext cx="2973526"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Arial"/>
                  <a:ea typeface="微软雅黑"/>
                  <a:cs typeface="+mn-cs"/>
                </a:rPr>
                <a:t>Similarity-based Pruning</a:t>
              </a:r>
            </a:p>
          </p:txBody>
        </p:sp>
      </p:grpSp>
      <p:grpSp>
        <p:nvGrpSpPr>
          <p:cNvPr id="161" name="グループ化 160">
            <a:extLst>
              <a:ext uri="{FF2B5EF4-FFF2-40B4-BE49-F238E27FC236}">
                <a16:creationId xmlns:a16="http://schemas.microsoft.com/office/drawing/2014/main" id="{675D9E44-1D8D-B463-AC84-118D777D9059}"/>
              </a:ext>
            </a:extLst>
          </p:cNvPr>
          <p:cNvGrpSpPr/>
          <p:nvPr/>
        </p:nvGrpSpPr>
        <p:grpSpPr>
          <a:xfrm>
            <a:off x="9975018" y="2685053"/>
            <a:ext cx="1843000" cy="646331"/>
            <a:chOff x="2808514" y="1895802"/>
            <a:chExt cx="2724539" cy="646331"/>
          </a:xfrm>
        </p:grpSpPr>
        <p:sp>
          <p:nvSpPr>
            <p:cNvPr id="162" name="正方形/長方形 161">
              <a:extLst>
                <a:ext uri="{FF2B5EF4-FFF2-40B4-BE49-F238E27FC236}">
                  <a16:creationId xmlns:a16="http://schemas.microsoft.com/office/drawing/2014/main" id="{CF9B4F25-CF5B-E2D2-8634-A3A1CBDEA314}"/>
                </a:ext>
              </a:extLst>
            </p:cNvPr>
            <p:cNvSpPr/>
            <p:nvPr/>
          </p:nvSpPr>
          <p:spPr>
            <a:xfrm>
              <a:off x="2808514" y="1895802"/>
              <a:ext cx="2724539" cy="64633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163" name="テキスト ボックス 162">
              <a:extLst>
                <a:ext uri="{FF2B5EF4-FFF2-40B4-BE49-F238E27FC236}">
                  <a16:creationId xmlns:a16="http://schemas.microsoft.com/office/drawing/2014/main" id="{EC39F968-505E-FAED-3C62-71D06A24E1F9}"/>
                </a:ext>
              </a:extLst>
            </p:cNvPr>
            <p:cNvSpPr txBox="1"/>
            <p:nvPr/>
          </p:nvSpPr>
          <p:spPr>
            <a:xfrm>
              <a:off x="2808514" y="2046652"/>
              <a:ext cx="2637277"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Arial"/>
                  <a:ea typeface="微软雅黑"/>
                  <a:cs typeface="+mn-cs"/>
                </a:rPr>
                <a:t>Inference</a:t>
              </a:r>
            </a:p>
          </p:txBody>
        </p:sp>
      </p:grpSp>
      <p:grpSp>
        <p:nvGrpSpPr>
          <p:cNvPr id="164" name="グループ化 163">
            <a:extLst>
              <a:ext uri="{FF2B5EF4-FFF2-40B4-BE49-F238E27FC236}">
                <a16:creationId xmlns:a16="http://schemas.microsoft.com/office/drawing/2014/main" id="{2B149DC9-08A5-B900-C91D-ED29673E3D19}"/>
              </a:ext>
            </a:extLst>
          </p:cNvPr>
          <p:cNvGrpSpPr/>
          <p:nvPr/>
        </p:nvGrpSpPr>
        <p:grpSpPr>
          <a:xfrm>
            <a:off x="9971483" y="4119715"/>
            <a:ext cx="1872716" cy="646331"/>
            <a:chOff x="2801204" y="1895802"/>
            <a:chExt cx="2731849" cy="646331"/>
          </a:xfrm>
        </p:grpSpPr>
        <p:sp>
          <p:nvSpPr>
            <p:cNvPr id="165" name="正方形/長方形 164">
              <a:extLst>
                <a:ext uri="{FF2B5EF4-FFF2-40B4-BE49-F238E27FC236}">
                  <a16:creationId xmlns:a16="http://schemas.microsoft.com/office/drawing/2014/main" id="{6EF54036-4A45-30B6-FCAC-3843FD294BED}"/>
                </a:ext>
              </a:extLst>
            </p:cNvPr>
            <p:cNvSpPr/>
            <p:nvPr/>
          </p:nvSpPr>
          <p:spPr>
            <a:xfrm>
              <a:off x="2808514" y="1895802"/>
              <a:ext cx="2724539" cy="64633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166" name="テキスト ボックス 165">
              <a:extLst>
                <a:ext uri="{FF2B5EF4-FFF2-40B4-BE49-F238E27FC236}">
                  <a16:creationId xmlns:a16="http://schemas.microsoft.com/office/drawing/2014/main" id="{D01D2292-3892-534F-2788-E4F5E4B3B151}"/>
                </a:ext>
              </a:extLst>
            </p:cNvPr>
            <p:cNvSpPr txBox="1"/>
            <p:nvPr/>
          </p:nvSpPr>
          <p:spPr>
            <a:xfrm>
              <a:off x="2801204" y="2000650"/>
              <a:ext cx="2637276"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Arial"/>
                  <a:ea typeface="微软雅黑"/>
                  <a:cs typeface="+mn-cs"/>
                </a:rPr>
                <a:t>STDP Learning</a:t>
              </a:r>
            </a:p>
          </p:txBody>
        </p:sp>
      </p:grpSp>
      <p:sp>
        <p:nvSpPr>
          <p:cNvPr id="182" name="正方形/長方形 181">
            <a:extLst>
              <a:ext uri="{FF2B5EF4-FFF2-40B4-BE49-F238E27FC236}">
                <a16:creationId xmlns:a16="http://schemas.microsoft.com/office/drawing/2014/main" id="{A3BD600A-B927-91A3-3701-1E0FBA1228D7}"/>
              </a:ext>
            </a:extLst>
          </p:cNvPr>
          <p:cNvSpPr/>
          <p:nvPr/>
        </p:nvSpPr>
        <p:spPr>
          <a:xfrm>
            <a:off x="9578555" y="1604865"/>
            <a:ext cx="2542326" cy="4282752"/>
          </a:xfrm>
          <a:prstGeom prst="rect">
            <a:avLst/>
          </a:prstGeom>
          <a:noFill/>
          <a:ln w="19050">
            <a:solidFill>
              <a:srgbClr val="0070C0"/>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188" name="テキスト ボックス 187">
            <a:extLst>
              <a:ext uri="{FF2B5EF4-FFF2-40B4-BE49-F238E27FC236}">
                <a16:creationId xmlns:a16="http://schemas.microsoft.com/office/drawing/2014/main" id="{55EA2386-9A48-35EF-43B6-9F0D7E39684C}"/>
              </a:ext>
            </a:extLst>
          </p:cNvPr>
          <p:cNvSpPr txBox="1"/>
          <p:nvPr/>
        </p:nvSpPr>
        <p:spPr>
          <a:xfrm>
            <a:off x="9442690" y="1182800"/>
            <a:ext cx="2808516"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sng" strike="noStrike" kern="1200" cap="none" spc="0" normalizeH="0" baseline="0" noProof="0" dirty="0">
                <a:ln>
                  <a:noFill/>
                </a:ln>
                <a:solidFill>
                  <a:prstClr val="black"/>
                </a:solidFill>
                <a:effectLst/>
                <a:uLnTx/>
                <a:uFillTx/>
                <a:latin typeface="Arial"/>
                <a:ea typeface="微软雅黑"/>
                <a:cs typeface="+mn-cs"/>
              </a:rPr>
              <a:t>Operation Phase</a:t>
            </a:r>
          </a:p>
        </p:txBody>
      </p:sp>
      <p:cxnSp>
        <p:nvCxnSpPr>
          <p:cNvPr id="7" name="直線矢印コネクタ 6">
            <a:extLst>
              <a:ext uri="{FF2B5EF4-FFF2-40B4-BE49-F238E27FC236}">
                <a16:creationId xmlns:a16="http://schemas.microsoft.com/office/drawing/2014/main" id="{02D83C13-FDBA-4B81-52C8-5C707C5BE2ED}"/>
              </a:ext>
            </a:extLst>
          </p:cNvPr>
          <p:cNvCxnSpPr>
            <a:cxnSpLocks/>
            <a:stCxn id="48" idx="2"/>
            <a:endCxn id="51" idx="0"/>
          </p:cNvCxnSpPr>
          <p:nvPr/>
        </p:nvCxnSpPr>
        <p:spPr>
          <a:xfrm flipH="1">
            <a:off x="3384347" y="2525734"/>
            <a:ext cx="808" cy="427119"/>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2" name="直線矢印コネクタ 11">
            <a:extLst>
              <a:ext uri="{FF2B5EF4-FFF2-40B4-BE49-F238E27FC236}">
                <a16:creationId xmlns:a16="http://schemas.microsoft.com/office/drawing/2014/main" id="{0EF40C69-3285-2346-562C-B40B356CB072}"/>
              </a:ext>
            </a:extLst>
          </p:cNvPr>
          <p:cNvCxnSpPr>
            <a:cxnSpLocks/>
            <a:endCxn id="21" idx="0"/>
          </p:cNvCxnSpPr>
          <p:nvPr/>
        </p:nvCxnSpPr>
        <p:spPr>
          <a:xfrm>
            <a:off x="3332504" y="4656060"/>
            <a:ext cx="0" cy="449107"/>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39" name="フローチャート: 書類 38">
            <a:extLst>
              <a:ext uri="{FF2B5EF4-FFF2-40B4-BE49-F238E27FC236}">
                <a16:creationId xmlns:a16="http://schemas.microsoft.com/office/drawing/2014/main" id="{26D968B1-8EEF-6644-606E-6E5E99959E1F}"/>
              </a:ext>
            </a:extLst>
          </p:cNvPr>
          <p:cNvSpPr/>
          <p:nvPr/>
        </p:nvSpPr>
        <p:spPr>
          <a:xfrm>
            <a:off x="5472522" y="4619436"/>
            <a:ext cx="1337345" cy="979717"/>
          </a:xfrm>
          <a:prstGeom prst="flowChartDocumen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mc:AlternateContent xmlns:mc="http://schemas.openxmlformats.org/markup-compatibility/2006">
        <mc:Choice xmlns:a14="http://schemas.microsoft.com/office/drawing/2010/main" Requires="a14">
          <p:sp>
            <p:nvSpPr>
              <p:cNvPr id="41" name="テキスト ボックス 40">
                <a:extLst>
                  <a:ext uri="{FF2B5EF4-FFF2-40B4-BE49-F238E27FC236}">
                    <a16:creationId xmlns:a16="http://schemas.microsoft.com/office/drawing/2014/main" id="{85F77D7B-A531-8FDB-89C7-6280AC408DA0}"/>
                  </a:ext>
                </a:extLst>
              </p:cNvPr>
              <p:cNvSpPr txBox="1"/>
              <p:nvPr/>
            </p:nvSpPr>
            <p:spPr>
              <a:xfrm>
                <a:off x="5649715" y="4621041"/>
                <a:ext cx="1006108" cy="298415"/>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𝑇</m:t>
                          </m:r>
                        </m:e>
                        <m:sub>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𝑡𝑖𝑚𝑒𝑠𝑡𝑒𝑝𝑠</m:t>
                          </m:r>
                        </m:sub>
                      </m:sSub>
                    </m:oMath>
                  </m:oMathPara>
                </a14:m>
                <a:endParaRPr kumimoji="1" lang="ja-JP" altLang="en-US" sz="1800" b="0" i="0" u="none" strike="noStrike" kern="1200" cap="none" spc="0" normalizeH="0" baseline="0" noProof="0" dirty="0">
                  <a:ln>
                    <a:noFill/>
                  </a:ln>
                  <a:solidFill>
                    <a:prstClr val="black"/>
                  </a:solidFill>
                  <a:effectLst/>
                  <a:uLnTx/>
                  <a:uFillTx/>
                  <a:latin typeface="Arial"/>
                  <a:ea typeface="微软雅黑"/>
                  <a:cs typeface="+mn-cs"/>
                </a:endParaRPr>
              </a:p>
            </p:txBody>
          </p:sp>
        </mc:Choice>
        <mc:Fallback>
          <p:sp>
            <p:nvSpPr>
              <p:cNvPr id="41" name="テキスト ボックス 40">
                <a:extLst>
                  <a:ext uri="{FF2B5EF4-FFF2-40B4-BE49-F238E27FC236}">
                    <a16:creationId xmlns:a16="http://schemas.microsoft.com/office/drawing/2014/main" id="{85F77D7B-A531-8FDB-89C7-6280AC408DA0}"/>
                  </a:ext>
                </a:extLst>
              </p:cNvPr>
              <p:cNvSpPr txBox="1">
                <a:spLocks noRot="1" noChangeAspect="1" noMove="1" noResize="1" noEditPoints="1" noAdjustHandles="1" noChangeArrowheads="1" noChangeShapeType="1" noTextEdit="1"/>
              </p:cNvSpPr>
              <p:nvPr/>
            </p:nvSpPr>
            <p:spPr>
              <a:xfrm>
                <a:off x="5649715" y="4621041"/>
                <a:ext cx="1006108" cy="298415"/>
              </a:xfrm>
              <a:prstGeom prst="rect">
                <a:avLst/>
              </a:prstGeom>
              <a:blipFill>
                <a:blip r:embed="rId12"/>
                <a:stretch>
                  <a:fillRect l="-4848" r="-1818" b="-24490"/>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42" name="テキスト ボックス 41">
                <a:extLst>
                  <a:ext uri="{FF2B5EF4-FFF2-40B4-BE49-F238E27FC236}">
                    <a16:creationId xmlns:a16="http://schemas.microsoft.com/office/drawing/2014/main" id="{E61F54C9-96AF-7D38-225C-2D85FE93CFE1}"/>
                  </a:ext>
                </a:extLst>
              </p:cNvPr>
              <p:cNvSpPr txBox="1"/>
              <p:nvPr/>
            </p:nvSpPr>
            <p:spPr>
              <a:xfrm>
                <a:off x="5641212" y="4866920"/>
                <a:ext cx="915572" cy="2769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𝑁</m:t>
                          </m:r>
                        </m:e>
                        <m:sub>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𝑛𝑒𝑢𝑟𝑜𝑛𝑠</m:t>
                          </m:r>
                        </m:sub>
                      </m:sSub>
                    </m:oMath>
                  </m:oMathPara>
                </a14:m>
                <a:endParaRPr kumimoji="1" lang="ja-JP" altLang="en-US" sz="1800" b="0" i="0" u="none" strike="noStrike" kern="1200" cap="none" spc="0" normalizeH="0" baseline="0" noProof="0" dirty="0">
                  <a:ln>
                    <a:noFill/>
                  </a:ln>
                  <a:solidFill>
                    <a:prstClr val="black"/>
                  </a:solidFill>
                  <a:effectLst/>
                  <a:uLnTx/>
                  <a:uFillTx/>
                  <a:latin typeface="Arial"/>
                  <a:ea typeface="微软雅黑"/>
                  <a:cs typeface="+mn-cs"/>
                </a:endParaRPr>
              </a:p>
            </p:txBody>
          </p:sp>
        </mc:Choice>
        <mc:Fallback>
          <p:sp>
            <p:nvSpPr>
              <p:cNvPr id="42" name="テキスト ボックス 41">
                <a:extLst>
                  <a:ext uri="{FF2B5EF4-FFF2-40B4-BE49-F238E27FC236}">
                    <a16:creationId xmlns:a16="http://schemas.microsoft.com/office/drawing/2014/main" id="{E61F54C9-96AF-7D38-225C-2D85FE93CFE1}"/>
                  </a:ext>
                </a:extLst>
              </p:cNvPr>
              <p:cNvSpPr txBox="1">
                <a:spLocks noRot="1" noChangeAspect="1" noMove="1" noResize="1" noEditPoints="1" noAdjustHandles="1" noChangeArrowheads="1" noChangeShapeType="1" noTextEdit="1"/>
              </p:cNvSpPr>
              <p:nvPr/>
            </p:nvSpPr>
            <p:spPr>
              <a:xfrm>
                <a:off x="5641212" y="4866920"/>
                <a:ext cx="915572" cy="276999"/>
              </a:xfrm>
              <a:prstGeom prst="rect">
                <a:avLst/>
              </a:prstGeom>
              <a:blipFill>
                <a:blip r:embed="rId13"/>
                <a:stretch>
                  <a:fillRect l="-4636" b="-10870"/>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43" name="テキスト ボックス 42">
                <a:extLst>
                  <a:ext uri="{FF2B5EF4-FFF2-40B4-BE49-F238E27FC236}">
                    <a16:creationId xmlns:a16="http://schemas.microsoft.com/office/drawing/2014/main" id="{79E46549-1154-5111-3D7D-27B702796B9F}"/>
                  </a:ext>
                </a:extLst>
              </p:cNvPr>
              <p:cNvSpPr txBox="1"/>
              <p:nvPr/>
            </p:nvSpPr>
            <p:spPr>
              <a:xfrm>
                <a:off x="5809851" y="5150126"/>
                <a:ext cx="663322" cy="2769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𝑁</m:t>
                          </m:r>
                        </m:e>
                        <m:sub>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𝑡𝑟𝑎𝑖𝑛</m:t>
                          </m:r>
                        </m:sub>
                      </m:sSub>
                    </m:oMath>
                  </m:oMathPara>
                </a14:m>
                <a:endParaRPr kumimoji="1" lang="ja-JP" altLang="en-US" sz="1800" b="0" i="0" u="none" strike="noStrike" kern="1200" cap="none" spc="0" normalizeH="0" baseline="0" noProof="0" dirty="0">
                  <a:ln>
                    <a:noFill/>
                  </a:ln>
                  <a:solidFill>
                    <a:prstClr val="black"/>
                  </a:solidFill>
                  <a:effectLst/>
                  <a:uLnTx/>
                  <a:uFillTx/>
                  <a:latin typeface="Arial"/>
                  <a:ea typeface="微软雅黑"/>
                  <a:cs typeface="+mn-cs"/>
                </a:endParaRPr>
              </a:p>
            </p:txBody>
          </p:sp>
        </mc:Choice>
        <mc:Fallback>
          <p:sp>
            <p:nvSpPr>
              <p:cNvPr id="43" name="テキスト ボックス 42">
                <a:extLst>
                  <a:ext uri="{FF2B5EF4-FFF2-40B4-BE49-F238E27FC236}">
                    <a16:creationId xmlns:a16="http://schemas.microsoft.com/office/drawing/2014/main" id="{79E46549-1154-5111-3D7D-27B702796B9F}"/>
                  </a:ext>
                </a:extLst>
              </p:cNvPr>
              <p:cNvSpPr txBox="1">
                <a:spLocks noRot="1" noChangeAspect="1" noMove="1" noResize="1" noEditPoints="1" noAdjustHandles="1" noChangeArrowheads="1" noChangeShapeType="1" noTextEdit="1"/>
              </p:cNvSpPr>
              <p:nvPr/>
            </p:nvSpPr>
            <p:spPr>
              <a:xfrm>
                <a:off x="5809851" y="5150126"/>
                <a:ext cx="663322" cy="276999"/>
              </a:xfrm>
              <a:prstGeom prst="rect">
                <a:avLst/>
              </a:prstGeom>
              <a:blipFill>
                <a:blip r:embed="rId14"/>
                <a:stretch>
                  <a:fillRect l="-6422" r="-1835" b="-17778"/>
                </a:stretch>
              </a:blipFill>
            </p:spPr>
            <p:txBody>
              <a:bodyPr/>
              <a:lstStyle/>
              <a:p>
                <a:r>
                  <a:rPr lang="ja-JP" altLang="en-US">
                    <a:noFill/>
                  </a:rPr>
                  <a:t> </a:t>
                </a:r>
              </a:p>
            </p:txBody>
          </p:sp>
        </mc:Fallback>
      </mc:AlternateContent>
      <p:cxnSp>
        <p:nvCxnSpPr>
          <p:cNvPr id="45" name="直線矢印コネクタ 44">
            <a:extLst>
              <a:ext uri="{FF2B5EF4-FFF2-40B4-BE49-F238E27FC236}">
                <a16:creationId xmlns:a16="http://schemas.microsoft.com/office/drawing/2014/main" id="{FBC1DDD2-EBAD-2376-E503-29866D28A414}"/>
              </a:ext>
            </a:extLst>
          </p:cNvPr>
          <p:cNvCxnSpPr>
            <a:cxnSpLocks/>
            <a:stCxn id="88" idx="2"/>
            <a:endCxn id="41" idx="0"/>
          </p:cNvCxnSpPr>
          <p:nvPr/>
        </p:nvCxnSpPr>
        <p:spPr>
          <a:xfrm>
            <a:off x="6146629" y="4370101"/>
            <a:ext cx="6140" cy="25094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72" name="フローチャート: 書類 71">
            <a:extLst>
              <a:ext uri="{FF2B5EF4-FFF2-40B4-BE49-F238E27FC236}">
                <a16:creationId xmlns:a16="http://schemas.microsoft.com/office/drawing/2014/main" id="{256CB2C2-81CB-976E-6642-0062BDBBAD01}"/>
              </a:ext>
            </a:extLst>
          </p:cNvPr>
          <p:cNvSpPr/>
          <p:nvPr/>
        </p:nvSpPr>
        <p:spPr>
          <a:xfrm>
            <a:off x="7237916" y="4558570"/>
            <a:ext cx="2192494" cy="1021076"/>
          </a:xfrm>
          <a:prstGeom prst="flowChartDocumen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mc:AlternateContent xmlns:mc="http://schemas.openxmlformats.org/markup-compatibility/2006">
        <mc:Choice xmlns:a14="http://schemas.microsoft.com/office/drawing/2010/main" Requires="a14">
          <p:sp>
            <p:nvSpPr>
              <p:cNvPr id="76" name="テキスト ボックス 75">
                <a:extLst>
                  <a:ext uri="{FF2B5EF4-FFF2-40B4-BE49-F238E27FC236}">
                    <a16:creationId xmlns:a16="http://schemas.microsoft.com/office/drawing/2014/main" id="{C6A201B7-8560-2C29-8A0C-A6134DE641E6}"/>
                  </a:ext>
                </a:extLst>
              </p:cNvPr>
              <p:cNvSpPr txBox="1"/>
              <p:nvPr/>
            </p:nvSpPr>
            <p:spPr>
              <a:xfrm>
                <a:off x="7882704" y="4563585"/>
                <a:ext cx="1006108" cy="298415"/>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𝑇</m:t>
                          </m:r>
                        </m:e>
                        <m:sub>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𝑡𝑖𝑚𝑒𝑠𝑡𝑒𝑝𝑠</m:t>
                          </m:r>
                        </m:sub>
                      </m:sSub>
                    </m:oMath>
                  </m:oMathPara>
                </a14:m>
                <a:endParaRPr kumimoji="1" lang="ja-JP" altLang="en-US" sz="1800" b="0" i="0" u="none" strike="noStrike" kern="1200" cap="none" spc="0" normalizeH="0" baseline="0" noProof="0" dirty="0">
                  <a:ln>
                    <a:noFill/>
                  </a:ln>
                  <a:solidFill>
                    <a:prstClr val="black"/>
                  </a:solidFill>
                  <a:effectLst/>
                  <a:uLnTx/>
                  <a:uFillTx/>
                  <a:latin typeface="Arial"/>
                  <a:ea typeface="微软雅黑"/>
                  <a:cs typeface="+mn-cs"/>
                </a:endParaRPr>
              </a:p>
            </p:txBody>
          </p:sp>
        </mc:Choice>
        <mc:Fallback>
          <p:sp>
            <p:nvSpPr>
              <p:cNvPr id="76" name="テキスト ボックス 75">
                <a:extLst>
                  <a:ext uri="{FF2B5EF4-FFF2-40B4-BE49-F238E27FC236}">
                    <a16:creationId xmlns:a16="http://schemas.microsoft.com/office/drawing/2014/main" id="{C6A201B7-8560-2C29-8A0C-A6134DE641E6}"/>
                  </a:ext>
                </a:extLst>
              </p:cNvPr>
              <p:cNvSpPr txBox="1">
                <a:spLocks noRot="1" noChangeAspect="1" noMove="1" noResize="1" noEditPoints="1" noAdjustHandles="1" noChangeArrowheads="1" noChangeShapeType="1" noTextEdit="1"/>
              </p:cNvSpPr>
              <p:nvPr/>
            </p:nvSpPr>
            <p:spPr>
              <a:xfrm>
                <a:off x="7882704" y="4563585"/>
                <a:ext cx="1006108" cy="298415"/>
              </a:xfrm>
              <a:prstGeom prst="rect">
                <a:avLst/>
              </a:prstGeom>
              <a:blipFill>
                <a:blip r:embed="rId15"/>
                <a:stretch>
                  <a:fillRect l="-4242" r="-1818" b="-24490"/>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78" name="テキスト ボックス 77">
                <a:extLst>
                  <a:ext uri="{FF2B5EF4-FFF2-40B4-BE49-F238E27FC236}">
                    <a16:creationId xmlns:a16="http://schemas.microsoft.com/office/drawing/2014/main" id="{6EC8B71A-DCB8-C711-6F94-BC24D533B59B}"/>
                  </a:ext>
                </a:extLst>
              </p:cNvPr>
              <p:cNvSpPr txBox="1"/>
              <p:nvPr/>
            </p:nvSpPr>
            <p:spPr>
              <a:xfrm>
                <a:off x="7901564" y="4774720"/>
                <a:ext cx="915572" cy="2769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𝑁</m:t>
                          </m:r>
                        </m:e>
                        <m:sub>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𝑛𝑒𝑢𝑟𝑜𝑛𝑠</m:t>
                          </m:r>
                        </m:sub>
                      </m:sSub>
                    </m:oMath>
                  </m:oMathPara>
                </a14:m>
                <a:endParaRPr kumimoji="1" lang="ja-JP" altLang="en-US" sz="1800" b="0" i="0" u="none" strike="noStrike" kern="1200" cap="none" spc="0" normalizeH="0" baseline="0" noProof="0" dirty="0">
                  <a:ln>
                    <a:noFill/>
                  </a:ln>
                  <a:solidFill>
                    <a:prstClr val="black"/>
                  </a:solidFill>
                  <a:effectLst/>
                  <a:uLnTx/>
                  <a:uFillTx/>
                  <a:latin typeface="Arial"/>
                  <a:ea typeface="微软雅黑"/>
                  <a:cs typeface="+mn-cs"/>
                </a:endParaRPr>
              </a:p>
            </p:txBody>
          </p:sp>
        </mc:Choice>
        <mc:Fallback>
          <p:sp>
            <p:nvSpPr>
              <p:cNvPr id="78" name="テキスト ボックス 77">
                <a:extLst>
                  <a:ext uri="{FF2B5EF4-FFF2-40B4-BE49-F238E27FC236}">
                    <a16:creationId xmlns:a16="http://schemas.microsoft.com/office/drawing/2014/main" id="{6EC8B71A-DCB8-C711-6F94-BC24D533B59B}"/>
                  </a:ext>
                </a:extLst>
              </p:cNvPr>
              <p:cNvSpPr txBox="1">
                <a:spLocks noRot="1" noChangeAspect="1" noMove="1" noResize="1" noEditPoints="1" noAdjustHandles="1" noChangeArrowheads="1" noChangeShapeType="1" noTextEdit="1"/>
              </p:cNvSpPr>
              <p:nvPr/>
            </p:nvSpPr>
            <p:spPr>
              <a:xfrm>
                <a:off x="7901564" y="4774720"/>
                <a:ext cx="915572" cy="276999"/>
              </a:xfrm>
              <a:prstGeom prst="rect">
                <a:avLst/>
              </a:prstGeom>
              <a:blipFill>
                <a:blip r:embed="rId16"/>
                <a:stretch>
                  <a:fillRect l="-4667" b="-10870"/>
                </a:stretch>
              </a:blipFill>
            </p:spPr>
            <p:txBody>
              <a:bodyPr/>
              <a:lstStyle/>
              <a:p>
                <a:r>
                  <a:rPr lang="ja-JP" altLang="en-US">
                    <a:noFill/>
                  </a:rPr>
                  <a:t> </a:t>
                </a:r>
              </a:p>
            </p:txBody>
          </p:sp>
        </mc:Fallback>
      </mc:AlternateContent>
      <p:sp>
        <p:nvSpPr>
          <p:cNvPr id="81" name="テキスト ボックス 80">
            <a:extLst>
              <a:ext uri="{FF2B5EF4-FFF2-40B4-BE49-F238E27FC236}">
                <a16:creationId xmlns:a16="http://schemas.microsoft.com/office/drawing/2014/main" id="{B5C4F4E6-729C-7419-741C-4E054DB9235F}"/>
              </a:ext>
            </a:extLst>
          </p:cNvPr>
          <p:cNvSpPr txBox="1"/>
          <p:nvPr/>
        </p:nvSpPr>
        <p:spPr>
          <a:xfrm>
            <a:off x="7417471" y="5029174"/>
            <a:ext cx="1865645"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sng" strike="noStrike" kern="1200" cap="none" spc="0" normalizeH="0" baseline="0" noProof="0" dirty="0">
                <a:ln>
                  <a:noFill/>
                </a:ln>
                <a:solidFill>
                  <a:prstClr val="black"/>
                </a:solidFill>
                <a:effectLst/>
                <a:uLnTx/>
                <a:uFillTx/>
                <a:latin typeface="Arial"/>
                <a:ea typeface="微软雅黑"/>
                <a:cs typeface="+mn-cs"/>
              </a:rPr>
              <a:t>Neuron to Prune</a:t>
            </a:r>
          </a:p>
        </p:txBody>
      </p:sp>
      <p:cxnSp>
        <p:nvCxnSpPr>
          <p:cNvPr id="82" name="直線矢印コネクタ 81">
            <a:extLst>
              <a:ext uri="{FF2B5EF4-FFF2-40B4-BE49-F238E27FC236}">
                <a16:creationId xmlns:a16="http://schemas.microsoft.com/office/drawing/2014/main" id="{0C1E884C-A13D-9E46-5346-EF944D8D46BC}"/>
              </a:ext>
            </a:extLst>
          </p:cNvPr>
          <p:cNvCxnSpPr>
            <a:cxnSpLocks/>
            <a:stCxn id="123" idx="2"/>
            <a:endCxn id="76" idx="0"/>
          </p:cNvCxnSpPr>
          <p:nvPr/>
        </p:nvCxnSpPr>
        <p:spPr>
          <a:xfrm>
            <a:off x="8383570" y="4363966"/>
            <a:ext cx="2188" cy="199619"/>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3" name="四角形: 角を丸くする 2">
            <a:extLst>
              <a:ext uri="{FF2B5EF4-FFF2-40B4-BE49-F238E27FC236}">
                <a16:creationId xmlns:a16="http://schemas.microsoft.com/office/drawing/2014/main" id="{F05180C1-FB81-88CA-FA98-8822125696A0}"/>
              </a:ext>
            </a:extLst>
          </p:cNvPr>
          <p:cNvSpPr/>
          <p:nvPr/>
        </p:nvSpPr>
        <p:spPr>
          <a:xfrm>
            <a:off x="1504213" y="1182800"/>
            <a:ext cx="3560612" cy="4857660"/>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p:spTree>
    <p:custDataLst>
      <p:tags r:id="rId1"/>
    </p:custDataLst>
    <p:extLst>
      <p:ext uri="{BB962C8B-B14F-4D97-AF65-F5344CB8AC3E}">
        <p14:creationId xmlns:p14="http://schemas.microsoft.com/office/powerpoint/2010/main" val="37004344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rotWithShape="1">
          <a:blip r:embed="rId4"/>
          <a:stretch>
            <a:fillRect/>
          </a:stretch>
        </a:blipFill>
        <a:effectLst/>
      </p:bgPr>
    </p:bg>
    <p:spTree>
      <p:nvGrpSpPr>
        <p:cNvPr id="1" name="">
          <a:extLst>
            <a:ext uri="{FF2B5EF4-FFF2-40B4-BE49-F238E27FC236}">
              <a16:creationId xmlns:a16="http://schemas.microsoft.com/office/drawing/2014/main" id="{957A5EA6-AB79-38FB-9D39-EE123BE283AF}"/>
            </a:ext>
          </a:extLst>
        </p:cNvPr>
        <p:cNvGrpSpPr/>
        <p:nvPr/>
      </p:nvGrpSpPr>
      <p:grpSpPr>
        <a:xfrm>
          <a:off x="0" y="0"/>
          <a:ext cx="0" cy="0"/>
          <a:chOff x="0" y="0"/>
          <a:chExt cx="0" cy="0"/>
        </a:xfrm>
      </p:grpSpPr>
      <p:sp>
        <p:nvSpPr>
          <p:cNvPr id="23" name="タイトル 4">
            <a:extLst>
              <a:ext uri="{FF2B5EF4-FFF2-40B4-BE49-F238E27FC236}">
                <a16:creationId xmlns:a16="http://schemas.microsoft.com/office/drawing/2014/main" id="{85598E61-2B62-D92B-E4D6-72CBB0967D10}"/>
              </a:ext>
            </a:extLst>
          </p:cNvPr>
          <p:cNvSpPr>
            <a:spLocks noGrp="1"/>
          </p:cNvSpPr>
          <p:nvPr>
            <p:ph type="title"/>
          </p:nvPr>
        </p:nvSpPr>
        <p:spPr>
          <a:xfrm>
            <a:off x="608400" y="608400"/>
            <a:ext cx="10969200" cy="705600"/>
          </a:xfrm>
        </p:spPr>
        <p:txBody>
          <a:bodyPr/>
          <a:lstStyle/>
          <a:p>
            <a:r>
              <a:rPr lang="en-US" altLang="ja-JP" dirty="0"/>
              <a:t>Preparation Phase (Energy Estimation)</a:t>
            </a:r>
            <a:endParaRPr lang="ja-JP" altLang="en-US" dirty="0"/>
          </a:p>
        </p:txBody>
      </p:sp>
      <p:pic>
        <p:nvPicPr>
          <p:cNvPr id="24" name="图片 3" descr="logo-4">
            <a:extLst>
              <a:ext uri="{FF2B5EF4-FFF2-40B4-BE49-F238E27FC236}">
                <a16:creationId xmlns:a16="http://schemas.microsoft.com/office/drawing/2014/main" id="{705D4007-4644-FC7E-05A0-A729B3A708DF}"/>
              </a:ext>
            </a:extLst>
          </p:cNvPr>
          <p:cNvPicPr>
            <a:picLocks noChangeAspect="1"/>
          </p:cNvPicPr>
          <p:nvPr/>
        </p:nvPicPr>
        <p:blipFill>
          <a:blip r:embed="rId5"/>
          <a:stretch>
            <a:fillRect/>
          </a:stretch>
        </p:blipFill>
        <p:spPr>
          <a:xfrm>
            <a:off x="10354310" y="6334125"/>
            <a:ext cx="1603375" cy="387350"/>
          </a:xfrm>
          <a:prstGeom prst="rect">
            <a:avLst/>
          </a:prstGeom>
        </p:spPr>
      </p:pic>
      <p:grpSp>
        <p:nvGrpSpPr>
          <p:cNvPr id="3" name="グループ化 2">
            <a:extLst>
              <a:ext uri="{FF2B5EF4-FFF2-40B4-BE49-F238E27FC236}">
                <a16:creationId xmlns:a16="http://schemas.microsoft.com/office/drawing/2014/main" id="{F9C69F60-C9B7-D39C-C2DF-07F349E69023}"/>
              </a:ext>
            </a:extLst>
          </p:cNvPr>
          <p:cNvGrpSpPr/>
          <p:nvPr/>
        </p:nvGrpSpPr>
        <p:grpSpPr>
          <a:xfrm>
            <a:off x="608401" y="2900732"/>
            <a:ext cx="1962745" cy="1465995"/>
            <a:chOff x="1488232" y="1809051"/>
            <a:chExt cx="1847461" cy="1018126"/>
          </a:xfrm>
        </p:grpSpPr>
        <p:sp>
          <p:nvSpPr>
            <p:cNvPr id="4" name="フローチャート: 書類 3">
              <a:extLst>
                <a:ext uri="{FF2B5EF4-FFF2-40B4-BE49-F238E27FC236}">
                  <a16:creationId xmlns:a16="http://schemas.microsoft.com/office/drawing/2014/main" id="{83FD2002-2A23-0E81-E269-0734F61ED30C}"/>
                </a:ext>
              </a:extLst>
            </p:cNvPr>
            <p:cNvSpPr/>
            <p:nvPr/>
          </p:nvSpPr>
          <p:spPr>
            <a:xfrm>
              <a:off x="1548881" y="1847461"/>
              <a:ext cx="1726163" cy="979716"/>
            </a:xfrm>
            <a:prstGeom prst="flowChartDocumen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AFD4608F-4825-066C-DD99-B70DE176A29D}"/>
                </a:ext>
              </a:extLst>
            </p:cNvPr>
            <p:cNvSpPr txBox="1"/>
            <p:nvPr/>
          </p:nvSpPr>
          <p:spPr>
            <a:xfrm>
              <a:off x="1488232" y="1809051"/>
              <a:ext cx="1847461" cy="948300"/>
            </a:xfrm>
            <a:prstGeom prst="rect">
              <a:avLst/>
            </a:prstGeom>
            <a:noFill/>
          </p:spPr>
          <p:txBody>
            <a:bodyPr wrap="square" rtlCol="0">
              <a:spAutoFit/>
            </a:bodyPr>
            <a:lstStyle/>
            <a:p>
              <a:pPr algn="ctr"/>
              <a:r>
                <a:rPr kumimoji="1" lang="en-US" altLang="ja-JP" dirty="0"/>
                <a:t>Location</a:t>
              </a:r>
            </a:p>
            <a:p>
              <a:pPr algn="ctr"/>
              <a:r>
                <a:rPr kumimoji="1" lang="en-US" altLang="ja-JP" dirty="0"/>
                <a:t>(Latitude</a:t>
              </a:r>
            </a:p>
            <a:p>
              <a:pPr algn="ctr"/>
              <a:r>
                <a:rPr kumimoji="1" lang="en-US" altLang="ja-JP" dirty="0"/>
                <a:t>&amp;</a:t>
              </a:r>
            </a:p>
            <a:p>
              <a:pPr algn="ctr"/>
              <a:r>
                <a:rPr kumimoji="1" lang="en-US" altLang="ja-JP" dirty="0"/>
                <a:t>Longitude)</a:t>
              </a:r>
              <a:endParaRPr kumimoji="1" lang="ja-JP" altLang="en-US" dirty="0"/>
            </a:p>
          </p:txBody>
        </p:sp>
      </p:grpSp>
      <p:grpSp>
        <p:nvGrpSpPr>
          <p:cNvPr id="6" name="グループ化 5">
            <a:extLst>
              <a:ext uri="{FF2B5EF4-FFF2-40B4-BE49-F238E27FC236}">
                <a16:creationId xmlns:a16="http://schemas.microsoft.com/office/drawing/2014/main" id="{2384CD29-8D4C-3616-1C4E-7D0878ACF2F0}"/>
              </a:ext>
            </a:extLst>
          </p:cNvPr>
          <p:cNvGrpSpPr/>
          <p:nvPr/>
        </p:nvGrpSpPr>
        <p:grpSpPr>
          <a:xfrm>
            <a:off x="608401" y="4619999"/>
            <a:ext cx="1962745" cy="595813"/>
            <a:chOff x="1488232" y="1847461"/>
            <a:chExt cx="1847461" cy="979716"/>
          </a:xfrm>
        </p:grpSpPr>
        <p:sp>
          <p:nvSpPr>
            <p:cNvPr id="7" name="フローチャート: 書類 6">
              <a:extLst>
                <a:ext uri="{FF2B5EF4-FFF2-40B4-BE49-F238E27FC236}">
                  <a16:creationId xmlns:a16="http://schemas.microsoft.com/office/drawing/2014/main" id="{39536331-F23E-323B-429F-1E78397BEBC6}"/>
                </a:ext>
              </a:extLst>
            </p:cNvPr>
            <p:cNvSpPr/>
            <p:nvPr/>
          </p:nvSpPr>
          <p:spPr>
            <a:xfrm>
              <a:off x="1548881" y="1847461"/>
              <a:ext cx="1726163" cy="979716"/>
            </a:xfrm>
            <a:prstGeom prst="flowChartDocumen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4575ECAB-180D-0CED-3C41-7CF3DE84025F}"/>
                </a:ext>
              </a:extLst>
            </p:cNvPr>
            <p:cNvSpPr txBox="1"/>
            <p:nvPr/>
          </p:nvSpPr>
          <p:spPr>
            <a:xfrm>
              <a:off x="1488232" y="1867339"/>
              <a:ext cx="1847461" cy="607305"/>
            </a:xfrm>
            <a:prstGeom prst="rect">
              <a:avLst/>
            </a:prstGeom>
            <a:noFill/>
          </p:spPr>
          <p:txBody>
            <a:bodyPr wrap="square" rtlCol="0">
              <a:spAutoFit/>
            </a:bodyPr>
            <a:lstStyle/>
            <a:p>
              <a:pPr algn="ctr"/>
              <a:r>
                <a:rPr kumimoji="1" lang="en-US" altLang="ja-JP" dirty="0"/>
                <a:t>Time Period</a:t>
              </a:r>
              <a:endParaRPr kumimoji="1" lang="ja-JP" altLang="en-US" dirty="0"/>
            </a:p>
          </p:txBody>
        </p:sp>
      </p:grpSp>
      <p:grpSp>
        <p:nvGrpSpPr>
          <p:cNvPr id="9" name="グループ化 8">
            <a:extLst>
              <a:ext uri="{FF2B5EF4-FFF2-40B4-BE49-F238E27FC236}">
                <a16:creationId xmlns:a16="http://schemas.microsoft.com/office/drawing/2014/main" id="{AAD74A8E-EA3F-C2D3-2743-133E05560991}"/>
              </a:ext>
            </a:extLst>
          </p:cNvPr>
          <p:cNvGrpSpPr/>
          <p:nvPr/>
        </p:nvGrpSpPr>
        <p:grpSpPr>
          <a:xfrm>
            <a:off x="2882067" y="3735584"/>
            <a:ext cx="2129193" cy="978656"/>
            <a:chOff x="2700188" y="1895802"/>
            <a:chExt cx="2965712" cy="646331"/>
          </a:xfrm>
        </p:grpSpPr>
        <p:sp>
          <p:nvSpPr>
            <p:cNvPr id="10" name="正方形/長方形 9">
              <a:extLst>
                <a:ext uri="{FF2B5EF4-FFF2-40B4-BE49-F238E27FC236}">
                  <a16:creationId xmlns:a16="http://schemas.microsoft.com/office/drawing/2014/main" id="{3725ACA1-ED42-4513-33FF-63A30BA0A5FE}"/>
                </a:ext>
              </a:extLst>
            </p:cNvPr>
            <p:cNvSpPr/>
            <p:nvPr/>
          </p:nvSpPr>
          <p:spPr>
            <a:xfrm>
              <a:off x="2808514" y="1895802"/>
              <a:ext cx="2724539" cy="64633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1C57F4B8-9C7E-34BB-0A05-2BEF3F0DC4B3}"/>
                </a:ext>
              </a:extLst>
            </p:cNvPr>
            <p:cNvSpPr txBox="1"/>
            <p:nvPr/>
          </p:nvSpPr>
          <p:spPr>
            <a:xfrm>
              <a:off x="2700188" y="1998853"/>
              <a:ext cx="2965712" cy="426855"/>
            </a:xfrm>
            <a:prstGeom prst="rect">
              <a:avLst/>
            </a:prstGeom>
            <a:noFill/>
          </p:spPr>
          <p:txBody>
            <a:bodyPr wrap="square" rtlCol="0">
              <a:spAutoFit/>
            </a:bodyPr>
            <a:lstStyle/>
            <a:p>
              <a:pPr algn="ctr"/>
              <a:r>
                <a:rPr kumimoji="1" lang="en-US" altLang="ja-JP" dirty="0"/>
                <a:t>Weather Model</a:t>
              </a:r>
            </a:p>
            <a:p>
              <a:pPr algn="ctr"/>
              <a:r>
                <a:rPr kumimoji="1" lang="en-US" altLang="ja-JP" dirty="0"/>
                <a:t>(1-Wp Solar Panel)</a:t>
              </a:r>
              <a:endParaRPr kumimoji="1" lang="ja-JP" altLang="en-US" dirty="0"/>
            </a:p>
          </p:txBody>
        </p:sp>
      </p:grpSp>
      <p:cxnSp>
        <p:nvCxnSpPr>
          <p:cNvPr id="12" name="コネクタ: カギ線 11">
            <a:extLst>
              <a:ext uri="{FF2B5EF4-FFF2-40B4-BE49-F238E27FC236}">
                <a16:creationId xmlns:a16="http://schemas.microsoft.com/office/drawing/2014/main" id="{93231E62-51A0-6DD6-0C54-5D5099DF85ED}"/>
              </a:ext>
            </a:extLst>
          </p:cNvPr>
          <p:cNvCxnSpPr>
            <a:cxnSpLocks/>
            <a:stCxn id="5" idx="3"/>
            <a:endCxn id="10" idx="1"/>
          </p:cNvCxnSpPr>
          <p:nvPr/>
        </p:nvCxnSpPr>
        <p:spPr>
          <a:xfrm>
            <a:off x="2571146" y="3583459"/>
            <a:ext cx="388692" cy="641453"/>
          </a:xfrm>
          <a:prstGeom prst="bentConnector3">
            <a:avLst>
              <a:gd name="adj1" fmla="val 42158"/>
            </a:avLst>
          </a:prstGeom>
          <a:ln w="28575">
            <a:tailEnd type="triangle"/>
          </a:ln>
        </p:spPr>
        <p:style>
          <a:lnRef idx="1">
            <a:schemeClr val="dk1"/>
          </a:lnRef>
          <a:fillRef idx="0">
            <a:schemeClr val="dk1"/>
          </a:fillRef>
          <a:effectRef idx="0">
            <a:schemeClr val="dk1"/>
          </a:effectRef>
          <a:fontRef idx="minor">
            <a:schemeClr val="tx1"/>
          </a:fontRef>
        </p:style>
      </p:cxnSp>
      <p:cxnSp>
        <p:nvCxnSpPr>
          <p:cNvPr id="16" name="コネクタ: カギ線 15">
            <a:extLst>
              <a:ext uri="{FF2B5EF4-FFF2-40B4-BE49-F238E27FC236}">
                <a16:creationId xmlns:a16="http://schemas.microsoft.com/office/drawing/2014/main" id="{B82B9F7B-B124-0529-6D61-428066FBF534}"/>
              </a:ext>
            </a:extLst>
          </p:cNvPr>
          <p:cNvCxnSpPr>
            <a:cxnSpLocks/>
            <a:stCxn id="7" idx="3"/>
            <a:endCxn id="10" idx="1"/>
          </p:cNvCxnSpPr>
          <p:nvPr/>
        </p:nvCxnSpPr>
        <p:spPr>
          <a:xfrm flipV="1">
            <a:off x="2506713" y="4224912"/>
            <a:ext cx="453125" cy="692994"/>
          </a:xfrm>
          <a:prstGeom prst="bentConnector3">
            <a:avLst>
              <a:gd name="adj1" fmla="val 50000"/>
            </a:avLst>
          </a:prstGeom>
          <a:ln w="28575">
            <a:tailEnd type="triangle"/>
          </a:ln>
        </p:spPr>
        <p:style>
          <a:lnRef idx="1">
            <a:schemeClr val="dk1"/>
          </a:lnRef>
          <a:fillRef idx="0">
            <a:schemeClr val="dk1"/>
          </a:fillRef>
          <a:effectRef idx="0">
            <a:schemeClr val="dk1"/>
          </a:effectRef>
          <a:fontRef idx="minor">
            <a:schemeClr val="tx1"/>
          </a:fontRef>
        </p:style>
      </p:cxnSp>
      <p:sp>
        <p:nvSpPr>
          <p:cNvPr id="22" name="矢印: 右 21">
            <a:extLst>
              <a:ext uri="{FF2B5EF4-FFF2-40B4-BE49-F238E27FC236}">
                <a16:creationId xmlns:a16="http://schemas.microsoft.com/office/drawing/2014/main" id="{31A4877C-B1F1-90B4-A966-4AC2793D9502}"/>
              </a:ext>
            </a:extLst>
          </p:cNvPr>
          <p:cNvSpPr/>
          <p:nvPr/>
        </p:nvSpPr>
        <p:spPr>
          <a:xfrm>
            <a:off x="4972963" y="4096465"/>
            <a:ext cx="423662" cy="27026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6" name="直線矢印コネクタ 25">
            <a:extLst>
              <a:ext uri="{FF2B5EF4-FFF2-40B4-BE49-F238E27FC236}">
                <a16:creationId xmlns:a16="http://schemas.microsoft.com/office/drawing/2014/main" id="{97366E37-7C13-8F75-7366-56A73C1C7E19}"/>
              </a:ext>
            </a:extLst>
          </p:cNvPr>
          <p:cNvCxnSpPr>
            <a:cxnSpLocks/>
          </p:cNvCxnSpPr>
          <p:nvPr/>
        </p:nvCxnSpPr>
        <p:spPr>
          <a:xfrm flipV="1">
            <a:off x="5573486" y="2938433"/>
            <a:ext cx="0" cy="2655503"/>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27" name="直線矢印コネクタ 26">
            <a:extLst>
              <a:ext uri="{FF2B5EF4-FFF2-40B4-BE49-F238E27FC236}">
                <a16:creationId xmlns:a16="http://schemas.microsoft.com/office/drawing/2014/main" id="{38FFF6E1-945E-4714-FD12-272C3DAD639E}"/>
              </a:ext>
            </a:extLst>
          </p:cNvPr>
          <p:cNvCxnSpPr>
            <a:cxnSpLocks/>
          </p:cNvCxnSpPr>
          <p:nvPr/>
        </p:nvCxnSpPr>
        <p:spPr>
          <a:xfrm>
            <a:off x="5573486" y="5592615"/>
            <a:ext cx="3949959"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30" name="テキスト ボックス 29">
            <a:extLst>
              <a:ext uri="{FF2B5EF4-FFF2-40B4-BE49-F238E27FC236}">
                <a16:creationId xmlns:a16="http://schemas.microsoft.com/office/drawing/2014/main" id="{532922B9-C45D-E561-7F2D-09B011B1F2EC}"/>
              </a:ext>
            </a:extLst>
          </p:cNvPr>
          <p:cNvSpPr txBox="1"/>
          <p:nvPr/>
        </p:nvSpPr>
        <p:spPr>
          <a:xfrm>
            <a:off x="9523445" y="5407949"/>
            <a:ext cx="1390259" cy="369332"/>
          </a:xfrm>
          <a:prstGeom prst="rect">
            <a:avLst/>
          </a:prstGeom>
          <a:noFill/>
        </p:spPr>
        <p:txBody>
          <a:bodyPr wrap="square" rtlCol="0">
            <a:spAutoFit/>
          </a:bodyPr>
          <a:lstStyle/>
          <a:p>
            <a:r>
              <a:rPr kumimoji="1" lang="en-US" altLang="ja-JP" dirty="0"/>
              <a:t>Time</a:t>
            </a:r>
            <a:endParaRPr kumimoji="1" lang="ja-JP" altLang="en-US" dirty="0"/>
          </a:p>
        </p:txBody>
      </p:sp>
      <p:sp>
        <p:nvSpPr>
          <p:cNvPr id="37" name="テキスト ボックス 36">
            <a:extLst>
              <a:ext uri="{FF2B5EF4-FFF2-40B4-BE49-F238E27FC236}">
                <a16:creationId xmlns:a16="http://schemas.microsoft.com/office/drawing/2014/main" id="{88CEDAC8-A50B-557D-0154-D2950EFA3BC9}"/>
              </a:ext>
            </a:extLst>
          </p:cNvPr>
          <p:cNvSpPr txBox="1"/>
          <p:nvPr/>
        </p:nvSpPr>
        <p:spPr>
          <a:xfrm>
            <a:off x="4945348" y="2599615"/>
            <a:ext cx="1390259" cy="369332"/>
          </a:xfrm>
          <a:prstGeom prst="rect">
            <a:avLst/>
          </a:prstGeom>
          <a:noFill/>
        </p:spPr>
        <p:txBody>
          <a:bodyPr wrap="square" rtlCol="0">
            <a:spAutoFit/>
          </a:bodyPr>
          <a:lstStyle/>
          <a:p>
            <a:r>
              <a:rPr kumimoji="1" lang="en-US" altLang="ja-JP" dirty="0"/>
              <a:t>Energy (W)</a:t>
            </a:r>
            <a:endParaRPr kumimoji="1" lang="ja-JP" altLang="en-US" dirty="0"/>
          </a:p>
        </p:txBody>
      </p:sp>
      <p:sp>
        <p:nvSpPr>
          <p:cNvPr id="38" name="フリーフォーム: 図形 37">
            <a:extLst>
              <a:ext uri="{FF2B5EF4-FFF2-40B4-BE49-F238E27FC236}">
                <a16:creationId xmlns:a16="http://schemas.microsoft.com/office/drawing/2014/main" id="{30B12EB8-FB52-0078-DB9B-6FBEF815F39E}"/>
              </a:ext>
            </a:extLst>
          </p:cNvPr>
          <p:cNvSpPr/>
          <p:nvPr/>
        </p:nvSpPr>
        <p:spPr>
          <a:xfrm>
            <a:off x="5589037" y="3288292"/>
            <a:ext cx="3834881" cy="2263422"/>
          </a:xfrm>
          <a:custGeom>
            <a:avLst/>
            <a:gdLst>
              <a:gd name="csX0" fmla="*/ 0 w 3834881"/>
              <a:gd name="csY0" fmla="*/ 2263422 h 2263422"/>
              <a:gd name="csX1" fmla="*/ 690465 w 3834881"/>
              <a:gd name="csY1" fmla="*/ 2132794 h 2263422"/>
              <a:gd name="csX2" fmla="*/ 1091681 w 3834881"/>
              <a:gd name="csY2" fmla="*/ 1722247 h 2263422"/>
              <a:gd name="csX3" fmla="*/ 1324947 w 3834881"/>
              <a:gd name="csY3" fmla="*/ 845169 h 2263422"/>
              <a:gd name="csX4" fmla="*/ 1604865 w 3834881"/>
              <a:gd name="csY4" fmla="*/ 173365 h 2263422"/>
              <a:gd name="csX5" fmla="*/ 2108718 w 3834881"/>
              <a:gd name="csY5" fmla="*/ 5414 h 2263422"/>
              <a:gd name="csX6" fmla="*/ 2491273 w 3834881"/>
              <a:gd name="csY6" fmla="*/ 313324 h 2263422"/>
              <a:gd name="csX7" fmla="*/ 2743200 w 3834881"/>
              <a:gd name="csY7" fmla="*/ 919814 h 2263422"/>
              <a:gd name="csX8" fmla="*/ 2948473 w 3834881"/>
              <a:gd name="csY8" fmla="*/ 1666263 h 2263422"/>
              <a:gd name="csX9" fmla="*/ 3181739 w 3834881"/>
              <a:gd name="csY9" fmla="*/ 2058149 h 2263422"/>
              <a:gd name="csX10" fmla="*/ 3536302 w 3834881"/>
              <a:gd name="csY10" fmla="*/ 2198108 h 2263422"/>
              <a:gd name="csX11" fmla="*/ 3834881 w 3834881"/>
              <a:gd name="csY11" fmla="*/ 2244761 h 226342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834881" h="2263422">
                <a:moveTo>
                  <a:pt x="0" y="2263422"/>
                </a:moveTo>
                <a:cubicBezTo>
                  <a:pt x="254259" y="2243206"/>
                  <a:pt x="508518" y="2222990"/>
                  <a:pt x="690465" y="2132794"/>
                </a:cubicBezTo>
                <a:cubicBezTo>
                  <a:pt x="872412" y="2042598"/>
                  <a:pt x="985934" y="1936851"/>
                  <a:pt x="1091681" y="1722247"/>
                </a:cubicBezTo>
                <a:cubicBezTo>
                  <a:pt x="1197428" y="1507643"/>
                  <a:pt x="1239416" y="1103316"/>
                  <a:pt x="1324947" y="845169"/>
                </a:cubicBezTo>
                <a:cubicBezTo>
                  <a:pt x="1410478" y="587022"/>
                  <a:pt x="1474237" y="313324"/>
                  <a:pt x="1604865" y="173365"/>
                </a:cubicBezTo>
                <a:cubicBezTo>
                  <a:pt x="1735493" y="33406"/>
                  <a:pt x="1960983" y="-17912"/>
                  <a:pt x="2108718" y="5414"/>
                </a:cubicBezTo>
                <a:cubicBezTo>
                  <a:pt x="2256453" y="28740"/>
                  <a:pt x="2385526" y="160924"/>
                  <a:pt x="2491273" y="313324"/>
                </a:cubicBezTo>
                <a:cubicBezTo>
                  <a:pt x="2597020" y="465724"/>
                  <a:pt x="2667000" y="694324"/>
                  <a:pt x="2743200" y="919814"/>
                </a:cubicBezTo>
                <a:cubicBezTo>
                  <a:pt x="2819400" y="1145304"/>
                  <a:pt x="2875383" y="1476541"/>
                  <a:pt x="2948473" y="1666263"/>
                </a:cubicBezTo>
                <a:cubicBezTo>
                  <a:pt x="3021563" y="1855985"/>
                  <a:pt x="3083768" y="1969508"/>
                  <a:pt x="3181739" y="2058149"/>
                </a:cubicBezTo>
                <a:cubicBezTo>
                  <a:pt x="3279710" y="2146790"/>
                  <a:pt x="3427445" y="2167006"/>
                  <a:pt x="3536302" y="2198108"/>
                </a:cubicBezTo>
                <a:cubicBezTo>
                  <a:pt x="3645159" y="2229210"/>
                  <a:pt x="3813110" y="2280528"/>
                  <a:pt x="3834881" y="2244761"/>
                </a:cubicBezTo>
              </a:path>
            </a:pathLst>
          </a:cu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矢印: 右 38">
            <a:extLst>
              <a:ext uri="{FF2B5EF4-FFF2-40B4-BE49-F238E27FC236}">
                <a16:creationId xmlns:a16="http://schemas.microsoft.com/office/drawing/2014/main" id="{DE3CBEB7-754A-5F18-C98D-767076E55D0D}"/>
              </a:ext>
            </a:extLst>
          </p:cNvPr>
          <p:cNvSpPr/>
          <p:nvPr/>
        </p:nvSpPr>
        <p:spPr>
          <a:xfrm>
            <a:off x="9162661" y="4014542"/>
            <a:ext cx="946288" cy="25164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正方形/長方形 43">
            <a:extLst>
              <a:ext uri="{FF2B5EF4-FFF2-40B4-BE49-F238E27FC236}">
                <a16:creationId xmlns:a16="http://schemas.microsoft.com/office/drawing/2014/main" id="{0D82555E-653C-245A-B751-04C20B62C11A}"/>
              </a:ext>
            </a:extLst>
          </p:cNvPr>
          <p:cNvSpPr/>
          <p:nvPr/>
        </p:nvSpPr>
        <p:spPr>
          <a:xfrm>
            <a:off x="10181323" y="3885651"/>
            <a:ext cx="1956046" cy="96545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5" name="テキスト ボックス 44">
            <a:extLst>
              <a:ext uri="{FF2B5EF4-FFF2-40B4-BE49-F238E27FC236}">
                <a16:creationId xmlns:a16="http://schemas.microsoft.com/office/drawing/2014/main" id="{8812E02B-B550-2387-A8BD-D5FEFE4D5DD7}"/>
              </a:ext>
            </a:extLst>
          </p:cNvPr>
          <p:cNvSpPr txBox="1"/>
          <p:nvPr/>
        </p:nvSpPr>
        <p:spPr>
          <a:xfrm>
            <a:off x="10174624" y="3885651"/>
            <a:ext cx="1893397" cy="923330"/>
          </a:xfrm>
          <a:prstGeom prst="rect">
            <a:avLst/>
          </a:prstGeom>
          <a:noFill/>
        </p:spPr>
        <p:txBody>
          <a:bodyPr wrap="square" rtlCol="0">
            <a:spAutoFit/>
          </a:bodyPr>
          <a:lstStyle/>
          <a:p>
            <a:pPr algn="ctr"/>
            <a:r>
              <a:rPr kumimoji="1" lang="en-US" altLang="ja-JP" dirty="0"/>
              <a:t>Total Energy</a:t>
            </a:r>
          </a:p>
          <a:p>
            <a:pPr algn="ctr"/>
            <a:r>
              <a:rPr kumimoji="1" lang="en-US" altLang="ja-JP" dirty="0"/>
              <a:t>Harvested</a:t>
            </a:r>
          </a:p>
          <a:p>
            <a:pPr algn="ctr"/>
            <a:r>
              <a:rPr kumimoji="1" lang="en-US" altLang="ja-JP" dirty="0"/>
              <a:t>(</a:t>
            </a:r>
            <a:r>
              <a:rPr kumimoji="1" lang="en-US" altLang="ja-JP" dirty="0" err="1"/>
              <a:t>Wh</a:t>
            </a:r>
            <a:r>
              <a:rPr kumimoji="1" lang="en-US" altLang="ja-JP" dirty="0"/>
              <a:t>)</a:t>
            </a:r>
            <a:endParaRPr kumimoji="1" lang="ja-JP" altLang="en-US" dirty="0"/>
          </a:p>
        </p:txBody>
      </p:sp>
      <mc:AlternateContent xmlns:mc="http://schemas.openxmlformats.org/markup-compatibility/2006" xmlns:a14="http://schemas.microsoft.com/office/drawing/2010/main">
        <mc:Choice Requires="a14">
          <p:sp>
            <p:nvSpPr>
              <p:cNvPr id="46" name="テキスト ボックス 45">
                <a:extLst>
                  <a:ext uri="{FF2B5EF4-FFF2-40B4-BE49-F238E27FC236}">
                    <a16:creationId xmlns:a16="http://schemas.microsoft.com/office/drawing/2014/main" id="{8B0FB550-5296-6272-BB3D-1D952871E9E4}"/>
                  </a:ext>
                </a:extLst>
              </p:cNvPr>
              <p:cNvSpPr txBox="1"/>
              <p:nvPr/>
            </p:nvSpPr>
            <p:spPr>
              <a:xfrm>
                <a:off x="9417755" y="3333414"/>
                <a:ext cx="381515" cy="5539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kumimoji="1" lang="el-GR" altLang="ja-JP" sz="3600" b="0" i="1" smtClean="0">
                          <a:latin typeface="Cambria Math" panose="02040503050406030204" pitchFamily="18" charset="0"/>
                        </a:rPr>
                        <m:t>Σ</m:t>
                      </m:r>
                    </m:oMath>
                  </m:oMathPara>
                </a14:m>
                <a:endParaRPr kumimoji="1" lang="en-US" altLang="ja-JP" sz="3600" b="0" dirty="0"/>
              </a:p>
            </p:txBody>
          </p:sp>
        </mc:Choice>
        <mc:Fallback xmlns="">
          <p:sp>
            <p:nvSpPr>
              <p:cNvPr id="46" name="テキスト ボックス 45">
                <a:extLst>
                  <a:ext uri="{FF2B5EF4-FFF2-40B4-BE49-F238E27FC236}">
                    <a16:creationId xmlns:a16="http://schemas.microsoft.com/office/drawing/2014/main" id="{8B0FB550-5296-6272-BB3D-1D952871E9E4}"/>
                  </a:ext>
                </a:extLst>
              </p:cNvPr>
              <p:cNvSpPr txBox="1">
                <a:spLocks noRot="1" noChangeAspect="1" noMove="1" noResize="1" noEditPoints="1" noAdjustHandles="1" noChangeArrowheads="1" noChangeShapeType="1" noTextEdit="1"/>
              </p:cNvSpPr>
              <p:nvPr/>
            </p:nvSpPr>
            <p:spPr>
              <a:xfrm>
                <a:off x="9417755" y="3333414"/>
                <a:ext cx="381515" cy="553998"/>
              </a:xfrm>
              <a:prstGeom prst="rect">
                <a:avLst/>
              </a:prstGeom>
              <a:blipFill>
                <a:blip r:embed="rId6"/>
                <a:stretch>
                  <a:fillRect/>
                </a:stretch>
              </a:blipFill>
            </p:spPr>
            <p:txBody>
              <a:bodyPr/>
              <a:lstStyle/>
              <a:p>
                <a:r>
                  <a:rPr lang="ja-JP" altLang="en-US">
                    <a:noFill/>
                  </a:rPr>
                  <a:t> </a:t>
                </a:r>
              </a:p>
            </p:txBody>
          </p:sp>
        </mc:Fallback>
      </mc:AlternateContent>
      <p:sp>
        <p:nvSpPr>
          <p:cNvPr id="2" name="スライド番号プレースホルダー 1">
            <a:extLst>
              <a:ext uri="{FF2B5EF4-FFF2-40B4-BE49-F238E27FC236}">
                <a16:creationId xmlns:a16="http://schemas.microsoft.com/office/drawing/2014/main" id="{BBA6D9F4-8794-3F65-718D-05FF096D2E61}"/>
              </a:ext>
            </a:extLst>
          </p:cNvPr>
          <p:cNvSpPr>
            <a:spLocks noGrp="1"/>
          </p:cNvSpPr>
          <p:nvPr>
            <p:ph type="sldNum" sz="quarter" idx="12"/>
          </p:nvPr>
        </p:nvSpPr>
        <p:spPr/>
        <p:txBody>
          <a:bodyPr/>
          <a:lstStyle/>
          <a:p>
            <a:fld id="{49AE70B2-8BF9-45C0-BB95-33D1B9D3A854}" type="slidenum">
              <a:rPr lang="zh-CN" altLang="en-US" smtClean="0"/>
              <a:t>13</a:t>
            </a:fld>
            <a:endParaRPr lang="zh-CN" altLang="en-US"/>
          </a:p>
        </p:txBody>
      </p:sp>
      <p:sp>
        <p:nvSpPr>
          <p:cNvPr id="13" name="テキスト ボックス 12">
            <a:extLst>
              <a:ext uri="{FF2B5EF4-FFF2-40B4-BE49-F238E27FC236}">
                <a16:creationId xmlns:a16="http://schemas.microsoft.com/office/drawing/2014/main" id="{EC651A77-9474-A5EF-A4A2-948F4BFD41A8}"/>
              </a:ext>
            </a:extLst>
          </p:cNvPr>
          <p:cNvSpPr txBox="1"/>
          <p:nvPr/>
        </p:nvSpPr>
        <p:spPr>
          <a:xfrm>
            <a:off x="3014208" y="5950981"/>
            <a:ext cx="605536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Arial"/>
                <a:ea typeface="微软雅黑"/>
                <a:cs typeface="+mn-cs"/>
              </a:rPr>
              <a:t>Fig. 8 Estimation of Harvested Energy</a:t>
            </a:r>
            <a:endParaRPr kumimoji="1" lang="ja-JP" altLang="en-US" sz="1800" b="0" i="0" u="none" strike="noStrike" kern="1200" cap="none" spc="0" normalizeH="0" baseline="0" noProof="0" dirty="0">
              <a:ln>
                <a:noFill/>
              </a:ln>
              <a:solidFill>
                <a:prstClr val="black"/>
              </a:solidFill>
              <a:effectLst/>
              <a:uLnTx/>
              <a:uFillTx/>
              <a:latin typeface="Arial"/>
              <a:ea typeface="微软雅黑"/>
              <a:cs typeface="+mn-cs"/>
            </a:endParaRPr>
          </a:p>
        </p:txBody>
      </p:sp>
      <p:cxnSp>
        <p:nvCxnSpPr>
          <p:cNvPr id="17" name="直線コネクタ 16">
            <a:extLst>
              <a:ext uri="{FF2B5EF4-FFF2-40B4-BE49-F238E27FC236}">
                <a16:creationId xmlns:a16="http://schemas.microsoft.com/office/drawing/2014/main" id="{398A0DC6-52BE-B7F6-C797-F81D475522B3}"/>
              </a:ext>
            </a:extLst>
          </p:cNvPr>
          <p:cNvCxnSpPr/>
          <p:nvPr/>
        </p:nvCxnSpPr>
        <p:spPr>
          <a:xfrm>
            <a:off x="5573486" y="3190240"/>
            <a:ext cx="3844269" cy="0"/>
          </a:xfrm>
          <a:prstGeom prst="line">
            <a:avLst/>
          </a:prstGeom>
          <a:ln w="19050">
            <a:prstDash val="lgDash"/>
          </a:ln>
        </p:spPr>
        <p:style>
          <a:lnRef idx="1">
            <a:schemeClr val="dk1"/>
          </a:lnRef>
          <a:fillRef idx="0">
            <a:schemeClr val="dk1"/>
          </a:fillRef>
          <a:effectRef idx="0">
            <a:schemeClr val="dk1"/>
          </a:effectRef>
          <a:fontRef idx="minor">
            <a:schemeClr val="tx1"/>
          </a:fontRef>
        </p:style>
      </p:cxnSp>
      <p:sp>
        <p:nvSpPr>
          <p:cNvPr id="18" name="テキスト ボックス 17">
            <a:extLst>
              <a:ext uri="{FF2B5EF4-FFF2-40B4-BE49-F238E27FC236}">
                <a16:creationId xmlns:a16="http://schemas.microsoft.com/office/drawing/2014/main" id="{FB9114BA-8E6D-F32A-717A-57E1A35FC8FD}"/>
              </a:ext>
            </a:extLst>
          </p:cNvPr>
          <p:cNvSpPr txBox="1"/>
          <p:nvPr/>
        </p:nvSpPr>
        <p:spPr>
          <a:xfrm>
            <a:off x="4244202" y="2997959"/>
            <a:ext cx="1962745" cy="369332"/>
          </a:xfrm>
          <a:prstGeom prst="rect">
            <a:avLst/>
          </a:prstGeom>
          <a:noFill/>
        </p:spPr>
        <p:txBody>
          <a:bodyPr wrap="square" rtlCol="0">
            <a:spAutoFit/>
          </a:bodyPr>
          <a:lstStyle/>
          <a:p>
            <a:pPr algn="ctr"/>
            <a:r>
              <a:rPr kumimoji="1" lang="en-US" altLang="ja-JP" dirty="0"/>
              <a:t>1.00</a:t>
            </a:r>
            <a:endParaRPr kumimoji="1" lang="ja-JP" altLang="en-US" dirty="0"/>
          </a:p>
        </p:txBody>
      </p:sp>
    </p:spTree>
    <p:custDataLst>
      <p:tags r:id="rId1"/>
    </p:custDataLst>
    <p:extLst>
      <p:ext uri="{BB962C8B-B14F-4D97-AF65-F5344CB8AC3E}">
        <p14:creationId xmlns:p14="http://schemas.microsoft.com/office/powerpoint/2010/main" val="20158035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1">
          <a:blip r:embed="rId4"/>
          <a:stretch>
            <a:fillRect/>
          </a:stretch>
        </a:blipFill>
        <a:effectLst/>
      </p:bgPr>
    </p:bg>
    <p:spTree>
      <p:nvGrpSpPr>
        <p:cNvPr id="1" name="">
          <a:extLst>
            <a:ext uri="{FF2B5EF4-FFF2-40B4-BE49-F238E27FC236}">
              <a16:creationId xmlns:a16="http://schemas.microsoft.com/office/drawing/2014/main" id="{A7122602-2835-5C99-1800-72491917A621}"/>
            </a:ext>
          </a:extLst>
        </p:cNvPr>
        <p:cNvGrpSpPr/>
        <p:nvPr/>
      </p:nvGrpSpPr>
      <p:grpSpPr>
        <a:xfrm>
          <a:off x="0" y="0"/>
          <a:ext cx="0" cy="0"/>
          <a:chOff x="0" y="0"/>
          <a:chExt cx="0" cy="0"/>
        </a:xfrm>
      </p:grpSpPr>
      <p:sp>
        <p:nvSpPr>
          <p:cNvPr id="5" name="タイトル 4">
            <a:extLst>
              <a:ext uri="{FF2B5EF4-FFF2-40B4-BE49-F238E27FC236}">
                <a16:creationId xmlns:a16="http://schemas.microsoft.com/office/drawing/2014/main" id="{CF6F3AA6-1B6F-7C3A-AC0A-C8E03BB211E9}"/>
              </a:ext>
            </a:extLst>
          </p:cNvPr>
          <p:cNvSpPr>
            <a:spLocks noGrp="1"/>
          </p:cNvSpPr>
          <p:nvPr>
            <p:ph type="title"/>
          </p:nvPr>
        </p:nvSpPr>
        <p:spPr/>
        <p:txBody>
          <a:bodyPr/>
          <a:lstStyle/>
          <a:p>
            <a:r>
              <a:rPr lang="en-US" altLang="ja-JP" dirty="0"/>
              <a:t>Preparation Phase (For Training)</a:t>
            </a:r>
            <a:endParaRPr lang="ja-JP" altLang="en-US" dirty="0"/>
          </a:p>
        </p:txBody>
      </p:sp>
      <p:pic>
        <p:nvPicPr>
          <p:cNvPr id="4" name="图片 3" descr="logo-4">
            <a:extLst>
              <a:ext uri="{FF2B5EF4-FFF2-40B4-BE49-F238E27FC236}">
                <a16:creationId xmlns:a16="http://schemas.microsoft.com/office/drawing/2014/main" id="{91509110-E64F-D00A-F60E-29DC65A92268}"/>
              </a:ext>
            </a:extLst>
          </p:cNvPr>
          <p:cNvPicPr>
            <a:picLocks noChangeAspect="1"/>
          </p:cNvPicPr>
          <p:nvPr/>
        </p:nvPicPr>
        <p:blipFill>
          <a:blip r:embed="rId5"/>
          <a:stretch>
            <a:fillRect/>
          </a:stretch>
        </p:blipFill>
        <p:spPr>
          <a:xfrm>
            <a:off x="10354310" y="6334125"/>
            <a:ext cx="1603375" cy="387350"/>
          </a:xfrm>
          <a:prstGeom prst="rect">
            <a:avLst/>
          </a:prstGeom>
        </p:spPr>
      </p:pic>
      <p:sp>
        <p:nvSpPr>
          <p:cNvPr id="9" name="テキスト ボックス 8">
            <a:extLst>
              <a:ext uri="{FF2B5EF4-FFF2-40B4-BE49-F238E27FC236}">
                <a16:creationId xmlns:a16="http://schemas.microsoft.com/office/drawing/2014/main" id="{430A6CF0-5C96-88EF-7DB4-3A180D7282BA}"/>
              </a:ext>
            </a:extLst>
          </p:cNvPr>
          <p:cNvSpPr txBox="1"/>
          <p:nvPr/>
        </p:nvSpPr>
        <p:spPr>
          <a:xfrm>
            <a:off x="0" y="2014056"/>
            <a:ext cx="5177153" cy="461665"/>
          </a:xfrm>
          <a:prstGeom prst="rect">
            <a:avLst/>
          </a:prstGeom>
          <a:noFill/>
        </p:spPr>
        <p:txBody>
          <a:bodyPr wrap="square" rtlCol="0">
            <a:spAutoFit/>
          </a:bodyPr>
          <a:lstStyle/>
          <a:p>
            <a:pPr algn="ctr"/>
            <a:r>
              <a:rPr kumimoji="1" lang="en-US" altLang="ja-JP" sz="2400" dirty="0"/>
              <a:t>Collect data points</a:t>
            </a:r>
            <a:endParaRPr kumimoji="1" lang="ja-JP" altLang="en-US" sz="2400" dirty="0"/>
          </a:p>
        </p:txBody>
      </p:sp>
      <mc:AlternateContent xmlns:mc="http://schemas.openxmlformats.org/markup-compatibility/2006" xmlns:a14="http://schemas.microsoft.com/office/drawing/2010/main">
        <mc:Choice Requires="a14">
          <p:sp>
            <p:nvSpPr>
              <p:cNvPr id="11" name="テキスト ボックス 10">
                <a:extLst>
                  <a:ext uri="{FF2B5EF4-FFF2-40B4-BE49-F238E27FC236}">
                    <a16:creationId xmlns:a16="http://schemas.microsoft.com/office/drawing/2014/main" id="{F488598A-DA8E-4C0E-9D2D-9C2E0E15A28C}"/>
                  </a:ext>
                </a:extLst>
              </p:cNvPr>
              <p:cNvSpPr txBox="1"/>
              <p:nvPr/>
            </p:nvSpPr>
            <p:spPr>
              <a:xfrm>
                <a:off x="6964913" y="2449977"/>
                <a:ext cx="4191084" cy="46410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800" b="0" i="1" smtClean="0">
                              <a:latin typeface="Cambria Math" panose="02040503050406030204" pitchFamily="18" charset="0"/>
                            </a:rPr>
                          </m:ctrlPr>
                        </m:sSubPr>
                        <m:e>
                          <m:r>
                            <a:rPr kumimoji="1" lang="en-US" altLang="ja-JP" sz="2800" b="0" i="1" smtClean="0">
                              <a:latin typeface="Cambria Math" panose="02040503050406030204" pitchFamily="18" charset="0"/>
                            </a:rPr>
                            <m:t>𝑇</m:t>
                          </m:r>
                        </m:e>
                        <m:sub>
                          <m:r>
                            <a:rPr kumimoji="1" lang="en-US" altLang="ja-JP" sz="2800" b="0" i="1" smtClean="0">
                              <a:latin typeface="Cambria Math" panose="02040503050406030204" pitchFamily="18" charset="0"/>
                            </a:rPr>
                            <m:t>𝑡𝑖𝑚𝑒𝑠𝑡𝑒𝑝𝑠</m:t>
                          </m:r>
                        </m:sub>
                      </m:sSub>
                      <m:r>
                        <a:rPr kumimoji="1" lang="en-US" altLang="ja-JP" sz="2800" b="0" i="1" smtClean="0">
                          <a:latin typeface="Cambria Math" panose="02040503050406030204" pitchFamily="18" charset="0"/>
                        </a:rPr>
                        <m:t>=</m:t>
                      </m:r>
                      <m:r>
                        <a:rPr kumimoji="1" lang="en-US" altLang="ja-JP" sz="2800" b="0" i="1" smtClean="0">
                          <a:latin typeface="Cambria Math" panose="02040503050406030204" pitchFamily="18" charset="0"/>
                        </a:rPr>
                        <m:t>𝑎</m:t>
                      </m:r>
                      <m:r>
                        <a:rPr kumimoji="1" lang="en-US" altLang="ja-JP" sz="2800" b="0" i="1" smtClean="0">
                          <a:latin typeface="Cambria Math" panose="02040503050406030204" pitchFamily="18" charset="0"/>
                        </a:rPr>
                        <m:t>×</m:t>
                      </m:r>
                      <m:sSub>
                        <m:sSubPr>
                          <m:ctrlPr>
                            <a:rPr kumimoji="1" lang="en-US" altLang="ja-JP" sz="2800" b="0" i="1" smtClean="0">
                              <a:latin typeface="Cambria Math" panose="02040503050406030204" pitchFamily="18" charset="0"/>
                            </a:rPr>
                          </m:ctrlPr>
                        </m:sSubPr>
                        <m:e>
                          <m:r>
                            <a:rPr kumimoji="1" lang="en-US" altLang="ja-JP" sz="2800" b="0" i="1" smtClean="0">
                              <a:latin typeface="Cambria Math" panose="02040503050406030204" pitchFamily="18" charset="0"/>
                            </a:rPr>
                            <m:t>𝐸</m:t>
                          </m:r>
                        </m:e>
                        <m:sub>
                          <m:r>
                            <a:rPr kumimoji="1" lang="en-US" altLang="ja-JP" sz="2800" b="0" i="1" smtClean="0">
                              <a:latin typeface="Cambria Math" panose="02040503050406030204" pitchFamily="18" charset="0"/>
                            </a:rPr>
                            <m:t>𝑡𝑟𝑎𝑖𝑛</m:t>
                          </m:r>
                        </m:sub>
                      </m:sSub>
                      <m:r>
                        <a:rPr kumimoji="1" lang="en-US" altLang="ja-JP" sz="2800" b="0" i="1" smtClean="0">
                          <a:latin typeface="Cambria Math" panose="02040503050406030204" pitchFamily="18" charset="0"/>
                        </a:rPr>
                        <m:t>+</m:t>
                      </m:r>
                      <m:r>
                        <a:rPr kumimoji="1" lang="en-US" altLang="ja-JP" sz="2800" b="0" i="1" smtClean="0">
                          <a:latin typeface="Cambria Math" panose="02040503050406030204" pitchFamily="18" charset="0"/>
                        </a:rPr>
                        <m:t>𝑏</m:t>
                      </m:r>
                    </m:oMath>
                  </m:oMathPara>
                </a14:m>
                <a:endParaRPr kumimoji="1" lang="en-US" altLang="ja-JP" sz="2800" b="0" dirty="0"/>
              </a:p>
            </p:txBody>
          </p:sp>
        </mc:Choice>
        <mc:Fallback xmlns="">
          <p:sp>
            <p:nvSpPr>
              <p:cNvPr id="11" name="テキスト ボックス 10">
                <a:extLst>
                  <a:ext uri="{FF2B5EF4-FFF2-40B4-BE49-F238E27FC236}">
                    <a16:creationId xmlns:a16="http://schemas.microsoft.com/office/drawing/2014/main" id="{F488598A-DA8E-4C0E-9D2D-9C2E0E15A28C}"/>
                  </a:ext>
                </a:extLst>
              </p:cNvPr>
              <p:cNvSpPr txBox="1">
                <a:spLocks noRot="1" noChangeAspect="1" noMove="1" noResize="1" noEditPoints="1" noAdjustHandles="1" noChangeArrowheads="1" noChangeShapeType="1" noTextEdit="1"/>
              </p:cNvSpPr>
              <p:nvPr/>
            </p:nvSpPr>
            <p:spPr>
              <a:xfrm>
                <a:off x="6964913" y="2449977"/>
                <a:ext cx="4191084" cy="464101"/>
              </a:xfrm>
              <a:prstGeom prst="rect">
                <a:avLst/>
              </a:prstGeom>
              <a:blipFill>
                <a:blip r:embed="rId6"/>
                <a:stretch>
                  <a:fillRect b="-1316"/>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2" name="テキスト ボックス 11">
                <a:extLst>
                  <a:ext uri="{FF2B5EF4-FFF2-40B4-BE49-F238E27FC236}">
                    <a16:creationId xmlns:a16="http://schemas.microsoft.com/office/drawing/2014/main" id="{5CBB2E3B-AA04-0ADC-7614-B46EBCA07F6A}"/>
                  </a:ext>
                </a:extLst>
              </p:cNvPr>
              <p:cNvSpPr txBox="1"/>
              <p:nvPr/>
            </p:nvSpPr>
            <p:spPr>
              <a:xfrm>
                <a:off x="6834424" y="4810397"/>
                <a:ext cx="5123261" cy="39895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𝑁</m:t>
                          </m:r>
                        </m:e>
                        <m:sub>
                          <m:r>
                            <a:rPr kumimoji="1" lang="en-US" altLang="ja-JP" sz="2400" b="0" i="1" smtClean="0">
                              <a:latin typeface="Cambria Math" panose="02040503050406030204" pitchFamily="18" charset="0"/>
                            </a:rPr>
                            <m:t>𝑛𝑒𝑢𝑟𝑜𝑛𝑠</m:t>
                          </m:r>
                        </m:sub>
                      </m:sSub>
                      <m:r>
                        <a:rPr kumimoji="1" lang="en-US" altLang="ja-JP" sz="2400" b="0" i="1" smtClean="0">
                          <a:latin typeface="Cambria Math" panose="02040503050406030204" pitchFamily="18" charset="0"/>
                        </a:rPr>
                        <m:t>=</m:t>
                      </m:r>
                      <m:r>
                        <a:rPr kumimoji="1" lang="en-US" altLang="ja-JP" sz="2400" b="0" i="1" smtClean="0">
                          <a:latin typeface="Cambria Math" panose="02040503050406030204" pitchFamily="18" charset="0"/>
                        </a:rPr>
                        <m:t>𝑎</m:t>
                      </m:r>
                      <m:r>
                        <a:rPr kumimoji="1" lang="en-US" altLang="ja-JP" sz="2400" b="0" i="1" smtClean="0">
                          <a:latin typeface="Cambria Math" panose="02040503050406030204" pitchFamily="18" charset="0"/>
                        </a:rPr>
                        <m:t>×</m:t>
                      </m:r>
                      <m:sSubSup>
                        <m:sSubSupPr>
                          <m:ctrlPr>
                            <a:rPr kumimoji="1" lang="en-US" altLang="ja-JP" sz="2400" b="0" i="1" smtClean="0">
                              <a:latin typeface="Cambria Math" panose="02040503050406030204" pitchFamily="18" charset="0"/>
                            </a:rPr>
                          </m:ctrlPr>
                        </m:sSubSupPr>
                        <m:e>
                          <m:r>
                            <a:rPr kumimoji="1" lang="en-US" altLang="ja-JP" sz="2400" b="0" i="1" smtClean="0">
                              <a:latin typeface="Cambria Math" panose="02040503050406030204" pitchFamily="18" charset="0"/>
                            </a:rPr>
                            <m:t>𝐸</m:t>
                          </m:r>
                        </m:e>
                        <m:sub>
                          <m:r>
                            <a:rPr kumimoji="1" lang="en-US" altLang="ja-JP" sz="2400" b="0" i="1" smtClean="0">
                              <a:latin typeface="Cambria Math" panose="02040503050406030204" pitchFamily="18" charset="0"/>
                            </a:rPr>
                            <m:t>𝑡𝑟𝑎𝑖𝑛</m:t>
                          </m:r>
                        </m:sub>
                        <m:sup>
                          <m:r>
                            <a:rPr kumimoji="1" lang="en-US" altLang="ja-JP" sz="2400" b="0" i="1" smtClean="0">
                              <a:latin typeface="Cambria Math" panose="02040503050406030204" pitchFamily="18" charset="0"/>
                            </a:rPr>
                            <m:t>𝑑</m:t>
                          </m:r>
                        </m:sup>
                      </m:sSubSup>
                      <m:r>
                        <a:rPr kumimoji="1" lang="en-US" altLang="ja-JP" sz="2400" b="0" i="1" smtClean="0">
                          <a:latin typeface="Cambria Math" panose="02040503050406030204" pitchFamily="18" charset="0"/>
                        </a:rPr>
                        <m:t>+</m:t>
                      </m:r>
                      <m:r>
                        <a:rPr kumimoji="1" lang="en-US" altLang="ja-JP" sz="2400" b="0" i="1" smtClean="0">
                          <a:latin typeface="Cambria Math" panose="02040503050406030204" pitchFamily="18" charset="0"/>
                        </a:rPr>
                        <m:t>𝑏</m:t>
                      </m:r>
                      <m:r>
                        <a:rPr kumimoji="1" lang="en-US" altLang="ja-JP" sz="2400" b="0" i="1" smtClean="0">
                          <a:latin typeface="Cambria Math" panose="02040503050406030204" pitchFamily="18" charset="0"/>
                        </a:rPr>
                        <m:t>×</m:t>
                      </m:r>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𝐸</m:t>
                          </m:r>
                        </m:e>
                        <m:sub>
                          <m:r>
                            <a:rPr kumimoji="1" lang="en-US" altLang="ja-JP" sz="2400" b="0" i="1" smtClean="0">
                              <a:latin typeface="Cambria Math" panose="02040503050406030204" pitchFamily="18" charset="0"/>
                            </a:rPr>
                            <m:t>𝑡𝑟𝑎𝑖𝑛</m:t>
                          </m:r>
                        </m:sub>
                      </m:sSub>
                      <m:r>
                        <a:rPr kumimoji="1" lang="en-US" altLang="ja-JP" sz="2400" b="0" i="1" smtClean="0">
                          <a:latin typeface="Cambria Math" panose="02040503050406030204" pitchFamily="18" charset="0"/>
                        </a:rPr>
                        <m:t>+</m:t>
                      </m:r>
                      <m:r>
                        <a:rPr kumimoji="1" lang="en-US" altLang="ja-JP" sz="2400" b="0" i="1" smtClean="0">
                          <a:latin typeface="Cambria Math" panose="02040503050406030204" pitchFamily="18" charset="0"/>
                        </a:rPr>
                        <m:t>𝑐</m:t>
                      </m:r>
                    </m:oMath>
                  </m:oMathPara>
                </a14:m>
                <a:endParaRPr kumimoji="1" lang="en-US" altLang="ja-JP" sz="2400" b="0" dirty="0"/>
              </a:p>
            </p:txBody>
          </p:sp>
        </mc:Choice>
        <mc:Fallback xmlns="">
          <p:sp>
            <p:nvSpPr>
              <p:cNvPr id="12" name="テキスト ボックス 11">
                <a:extLst>
                  <a:ext uri="{FF2B5EF4-FFF2-40B4-BE49-F238E27FC236}">
                    <a16:creationId xmlns:a16="http://schemas.microsoft.com/office/drawing/2014/main" id="{5CBB2E3B-AA04-0ADC-7614-B46EBCA07F6A}"/>
                  </a:ext>
                </a:extLst>
              </p:cNvPr>
              <p:cNvSpPr txBox="1">
                <a:spLocks noRot="1" noChangeAspect="1" noMove="1" noResize="1" noEditPoints="1" noAdjustHandles="1" noChangeArrowheads="1" noChangeShapeType="1" noTextEdit="1"/>
              </p:cNvSpPr>
              <p:nvPr/>
            </p:nvSpPr>
            <p:spPr>
              <a:xfrm>
                <a:off x="6834424" y="4810397"/>
                <a:ext cx="5123261" cy="398955"/>
              </a:xfrm>
              <a:prstGeom prst="rect">
                <a:avLst/>
              </a:prstGeom>
              <a:blipFill>
                <a:blip r:embed="rId7"/>
                <a:stretch>
                  <a:fillRect/>
                </a:stretch>
              </a:blipFill>
            </p:spPr>
            <p:txBody>
              <a:bodyPr/>
              <a:lstStyle/>
              <a:p>
                <a:r>
                  <a:rPr lang="ja-JP" altLang="en-US">
                    <a:noFill/>
                  </a:rPr>
                  <a:t> </a:t>
                </a:r>
              </a:p>
            </p:txBody>
          </p:sp>
        </mc:Fallback>
      </mc:AlternateContent>
      <p:sp>
        <p:nvSpPr>
          <p:cNvPr id="2" name="矢印: 右 1">
            <a:extLst>
              <a:ext uri="{FF2B5EF4-FFF2-40B4-BE49-F238E27FC236}">
                <a16:creationId xmlns:a16="http://schemas.microsoft.com/office/drawing/2014/main" id="{A3668174-5638-D84A-4720-927A7FE8D346}"/>
              </a:ext>
            </a:extLst>
          </p:cNvPr>
          <p:cNvSpPr/>
          <p:nvPr/>
        </p:nvSpPr>
        <p:spPr>
          <a:xfrm>
            <a:off x="5440101" y="2449977"/>
            <a:ext cx="810228" cy="40511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BFD14FF9-FE8A-D363-F04A-2977F120870A}"/>
              </a:ext>
            </a:extLst>
          </p:cNvPr>
          <p:cNvSpPr txBox="1"/>
          <p:nvPr/>
        </p:nvSpPr>
        <p:spPr>
          <a:xfrm>
            <a:off x="6513277" y="1988312"/>
            <a:ext cx="5177153" cy="461665"/>
          </a:xfrm>
          <a:prstGeom prst="rect">
            <a:avLst/>
          </a:prstGeom>
          <a:noFill/>
        </p:spPr>
        <p:txBody>
          <a:bodyPr wrap="square" rtlCol="0">
            <a:spAutoFit/>
          </a:bodyPr>
          <a:lstStyle/>
          <a:p>
            <a:pPr algn="ctr"/>
            <a:r>
              <a:rPr kumimoji="1" lang="en-US" altLang="ja-JP" sz="2400" dirty="0"/>
              <a:t>Derive general equation</a:t>
            </a:r>
            <a:endParaRPr kumimoji="1" lang="ja-JP" altLang="en-US" sz="2400" dirty="0"/>
          </a:p>
        </p:txBody>
      </p:sp>
      <mc:AlternateContent xmlns:mc="http://schemas.openxmlformats.org/markup-compatibility/2006" xmlns:a14="http://schemas.microsoft.com/office/drawing/2010/main">
        <mc:Choice Requires="a14">
          <p:sp>
            <p:nvSpPr>
              <p:cNvPr id="8" name="テキスト ボックス 7">
                <a:extLst>
                  <a:ext uri="{FF2B5EF4-FFF2-40B4-BE49-F238E27FC236}">
                    <a16:creationId xmlns:a16="http://schemas.microsoft.com/office/drawing/2014/main" id="{AD15787D-6E27-3B20-8941-24E3426C3857}"/>
                  </a:ext>
                </a:extLst>
              </p:cNvPr>
              <p:cNvSpPr txBox="1"/>
              <p:nvPr/>
            </p:nvSpPr>
            <p:spPr>
              <a:xfrm>
                <a:off x="347241" y="2475721"/>
                <a:ext cx="5497974" cy="502510"/>
              </a:xfrm>
              <a:prstGeom prst="rect">
                <a:avLst/>
              </a:prstGeom>
              <a:noFill/>
            </p:spPr>
            <p:txBody>
              <a:bodyPr wrap="square" rtlCol="0">
                <a:spAutoFit/>
              </a:bodyPr>
              <a:lstStyle/>
              <a:p>
                <a14:m>
                  <m:oMath xmlns:m="http://schemas.openxmlformats.org/officeDocument/2006/math">
                    <m:sSubSup>
                      <m:sSubSupPr>
                        <m:ctrlPr>
                          <a:rPr kumimoji="1" lang="en-US" altLang="ja-JP"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SupPr>
                      <m:e>
                        <m:r>
                          <a:rPr kumimoji="1" lang="en-US" altLang="ja-JP"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US" altLang="ja-JP"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𝑇</m:t>
                        </m:r>
                      </m:e>
                      <m:sub>
                        <m:r>
                          <a:rPr kumimoji="1" lang="en-US" altLang="ja-JP"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𝑡𝑖𝑚𝑒𝑠𝑡𝑒𝑝𝑠</m:t>
                        </m:r>
                        <m:r>
                          <a:rPr kumimoji="1" lang="en-US" altLang="ja-JP"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sub>
                      <m:sup>
                        <m:r>
                          <a:rPr kumimoji="1" lang="en-US" altLang="ja-JP"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up>
                    </m:sSubSup>
                    <m:sSub>
                      <m:sSubPr>
                        <m:ctrlPr>
                          <a:rPr kumimoji="1" lang="en-US" altLang="ja-JP"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US" altLang="ja-JP"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𝑁</m:t>
                        </m:r>
                      </m:e>
                      <m:sub>
                        <m:r>
                          <a:rPr kumimoji="1" lang="en-US" altLang="ja-JP"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𝑛𝑒𝑢𝑟𝑜𝑛𝑠</m:t>
                        </m:r>
                      </m:sub>
                    </m:sSub>
                  </m:oMath>
                </a14:m>
                <a:r>
                  <a:rPr kumimoji="1" lang="en-US" altLang="ja-JP" sz="2400" b="0" i="0" u="none" strike="noStrike" kern="1200" cap="none" spc="0" normalizeH="0" baseline="0" noProof="0" dirty="0">
                    <a:ln>
                      <a:noFill/>
                    </a:ln>
                    <a:solidFill>
                      <a:prstClr val="black"/>
                    </a:solidFill>
                    <a:effectLst/>
                    <a:uLnTx/>
                    <a:uFillTx/>
                    <a:latin typeface="Arial"/>
                    <a:ea typeface="微软雅黑"/>
                    <a:cs typeface="+mn-cs"/>
                  </a:rPr>
                  <a:t>(fixed), </a:t>
                </a:r>
                <a14:m>
                  <m:oMath xmlns:m="http://schemas.openxmlformats.org/officeDocument/2006/math">
                    <m:sSubSup>
                      <m:sSubSupPr>
                        <m:ctrlPr>
                          <a:rPr kumimoji="1" lang="en-US" altLang="ja-JP"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SupPr>
                      <m:e>
                        <m:r>
                          <a:rPr kumimoji="1" lang="en-US" altLang="ja-JP"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𝐸</m:t>
                        </m:r>
                      </m:e>
                      <m:sub>
                        <m:r>
                          <a:rPr kumimoji="1" lang="en-US" altLang="ja-JP"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𝑡𝑟𝑎𝑖𝑛</m:t>
                        </m:r>
                      </m:sub>
                      <m:sup>
                        <m:r>
                          <a:rPr kumimoji="1" lang="en-US" altLang="ja-JP"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up>
                    </m:sSubSup>
                    <m:r>
                      <a:rPr kumimoji="1" lang="en-US" altLang="ja-JP"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oMath>
                </a14:m>
                <a:endParaRPr kumimoji="1" lang="ja-JP" altLang="en-US" dirty="0"/>
              </a:p>
            </p:txBody>
          </p:sp>
        </mc:Choice>
        <mc:Fallback xmlns="">
          <p:sp>
            <p:nvSpPr>
              <p:cNvPr id="8" name="テキスト ボックス 7">
                <a:extLst>
                  <a:ext uri="{FF2B5EF4-FFF2-40B4-BE49-F238E27FC236}">
                    <a16:creationId xmlns:a16="http://schemas.microsoft.com/office/drawing/2014/main" id="{AD15787D-6E27-3B20-8941-24E3426C3857}"/>
                  </a:ext>
                </a:extLst>
              </p:cNvPr>
              <p:cNvSpPr txBox="1">
                <a:spLocks noRot="1" noChangeAspect="1" noMove="1" noResize="1" noEditPoints="1" noAdjustHandles="1" noChangeArrowheads="1" noChangeShapeType="1" noTextEdit="1"/>
              </p:cNvSpPr>
              <p:nvPr/>
            </p:nvSpPr>
            <p:spPr>
              <a:xfrm>
                <a:off x="347241" y="2475721"/>
                <a:ext cx="5497974" cy="502510"/>
              </a:xfrm>
              <a:prstGeom prst="rect">
                <a:avLst/>
              </a:prstGeom>
              <a:blipFill>
                <a:blip r:embed="rId8"/>
                <a:stretch>
                  <a:fillRect l="-998" t="-9639" b="-18072"/>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0" name="テキスト ボックス 9">
                <a:extLst>
                  <a:ext uri="{FF2B5EF4-FFF2-40B4-BE49-F238E27FC236}">
                    <a16:creationId xmlns:a16="http://schemas.microsoft.com/office/drawing/2014/main" id="{272CFE75-01ED-47B8-465E-9B9A63ADE78B}"/>
                  </a:ext>
                </a:extLst>
              </p:cNvPr>
              <p:cNvSpPr txBox="1"/>
              <p:nvPr/>
            </p:nvSpPr>
            <p:spPr>
              <a:xfrm>
                <a:off x="347241" y="4758619"/>
                <a:ext cx="5497974" cy="490199"/>
              </a:xfrm>
              <a:prstGeom prst="rect">
                <a:avLst/>
              </a:prstGeom>
              <a:noFill/>
            </p:spPr>
            <p:txBody>
              <a:bodyPr wrap="square" rtlCol="0">
                <a:spAutoFit/>
              </a:bodyPr>
              <a:lstStyle/>
              <a:p>
                <a14:m>
                  <m:oMath xmlns:m="http://schemas.openxmlformats.org/officeDocument/2006/math">
                    <m:sSub>
                      <m:sSubPr>
                        <m:ctrlPr>
                          <a:rPr kumimoji="1" lang="en-US" altLang="ja-JP"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US" altLang="ja-JP"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US" altLang="ja-JP"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𝑇</m:t>
                        </m:r>
                      </m:e>
                      <m:sub>
                        <m:r>
                          <a:rPr kumimoji="1" lang="en-US" altLang="ja-JP"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𝑡𝑖𝑚𝑒𝑠𝑡𝑒𝑝𝑠</m:t>
                        </m:r>
                      </m:sub>
                    </m:sSub>
                  </m:oMath>
                </a14:m>
                <a:r>
                  <a:rPr kumimoji="1" lang="en-US" altLang="ja-JP" sz="2400" dirty="0"/>
                  <a:t>(fixed), </a:t>
                </a:r>
                <a14:m>
                  <m:oMath xmlns:m="http://schemas.openxmlformats.org/officeDocument/2006/math">
                    <m:sSubSup>
                      <m:sSubSupPr>
                        <m:ctrlPr>
                          <a:rPr kumimoji="1" lang="en-US" altLang="ja-JP" sz="2400" b="0" i="1" smtClean="0">
                            <a:latin typeface="Cambria Math" panose="02040503050406030204" pitchFamily="18" charset="0"/>
                          </a:rPr>
                        </m:ctrlPr>
                      </m:sSubSupPr>
                      <m:e>
                        <m:r>
                          <a:rPr kumimoji="1" lang="en-US" altLang="ja-JP" sz="2400" b="0" i="1" smtClean="0">
                            <a:latin typeface="Cambria Math" panose="02040503050406030204" pitchFamily="18" charset="0"/>
                          </a:rPr>
                          <m:t>𝑁</m:t>
                        </m:r>
                      </m:e>
                      <m:sub>
                        <m:r>
                          <a:rPr kumimoji="1" lang="en-US" altLang="ja-JP" sz="2400" b="0" i="1" smtClean="0">
                            <a:latin typeface="Cambria Math" panose="02040503050406030204" pitchFamily="18" charset="0"/>
                          </a:rPr>
                          <m:t>𝑛𝑒𝑢𝑟𝑜𝑛𝑠</m:t>
                        </m:r>
                      </m:sub>
                      <m:sup>
                        <m:r>
                          <a:rPr kumimoji="1" lang="en-US" altLang="ja-JP" sz="2400" b="0" i="1" smtClean="0">
                            <a:latin typeface="Cambria Math" panose="02040503050406030204" pitchFamily="18" charset="0"/>
                          </a:rPr>
                          <m:t>∗</m:t>
                        </m:r>
                      </m:sup>
                    </m:sSubSup>
                    <m:r>
                      <a:rPr kumimoji="1" lang="en-US" altLang="ja-JP" sz="2400" b="0" i="0" smtClean="0">
                        <a:latin typeface="Cambria Math" panose="02040503050406030204" pitchFamily="18" charset="0"/>
                      </a:rPr>
                      <m:t>, </m:t>
                    </m:r>
                    <m:sSubSup>
                      <m:sSubSupPr>
                        <m:ctrlPr>
                          <a:rPr kumimoji="1" lang="en-US" altLang="ja-JP" sz="2400" b="0" i="1" smtClean="0">
                            <a:latin typeface="Cambria Math" panose="02040503050406030204" pitchFamily="18" charset="0"/>
                          </a:rPr>
                        </m:ctrlPr>
                      </m:sSubSupPr>
                      <m:e>
                        <m:r>
                          <m:rPr>
                            <m:sty m:val="p"/>
                          </m:rPr>
                          <a:rPr kumimoji="1" lang="en-US" altLang="ja-JP" sz="2400" b="0" i="0" smtClean="0">
                            <a:latin typeface="Cambria Math" panose="02040503050406030204" pitchFamily="18" charset="0"/>
                          </a:rPr>
                          <m:t>E</m:t>
                        </m:r>
                      </m:e>
                      <m:sub>
                        <m:r>
                          <m:rPr>
                            <m:sty m:val="p"/>
                          </m:rPr>
                          <a:rPr kumimoji="1" lang="en-US" altLang="ja-JP" sz="2400" b="0" i="0" smtClean="0">
                            <a:latin typeface="Cambria Math" panose="02040503050406030204" pitchFamily="18" charset="0"/>
                          </a:rPr>
                          <m:t>train</m:t>
                        </m:r>
                      </m:sub>
                      <m:sup>
                        <m:r>
                          <a:rPr kumimoji="1" lang="en-US" altLang="ja-JP" sz="2400" b="0" i="0" smtClean="0">
                            <a:latin typeface="Cambria Math" panose="02040503050406030204" pitchFamily="18" charset="0"/>
                          </a:rPr>
                          <m:t>∗</m:t>
                        </m:r>
                      </m:sup>
                    </m:sSubSup>
                    <m:r>
                      <a:rPr kumimoji="1" lang="en-US" altLang="ja-JP" sz="2400" b="0" i="0" smtClean="0">
                        <a:latin typeface="Cambria Math" panose="02040503050406030204" pitchFamily="18" charset="0"/>
                      </a:rPr>
                      <m:t>)</m:t>
                    </m:r>
                  </m:oMath>
                </a14:m>
                <a:endParaRPr kumimoji="1" lang="ja-JP" altLang="en-US" dirty="0"/>
              </a:p>
            </p:txBody>
          </p:sp>
        </mc:Choice>
        <mc:Fallback xmlns="">
          <p:sp>
            <p:nvSpPr>
              <p:cNvPr id="10" name="テキスト ボックス 9">
                <a:extLst>
                  <a:ext uri="{FF2B5EF4-FFF2-40B4-BE49-F238E27FC236}">
                    <a16:creationId xmlns:a16="http://schemas.microsoft.com/office/drawing/2014/main" id="{272CFE75-01ED-47B8-465E-9B9A63ADE78B}"/>
                  </a:ext>
                </a:extLst>
              </p:cNvPr>
              <p:cNvSpPr txBox="1">
                <a:spLocks noRot="1" noChangeAspect="1" noMove="1" noResize="1" noEditPoints="1" noAdjustHandles="1" noChangeArrowheads="1" noChangeShapeType="1" noTextEdit="1"/>
              </p:cNvSpPr>
              <p:nvPr/>
            </p:nvSpPr>
            <p:spPr>
              <a:xfrm>
                <a:off x="347241" y="4758619"/>
                <a:ext cx="5497974" cy="490199"/>
              </a:xfrm>
              <a:prstGeom prst="rect">
                <a:avLst/>
              </a:prstGeom>
              <a:blipFill>
                <a:blip r:embed="rId9"/>
                <a:stretch>
                  <a:fillRect l="-998" t="-10000" b="-22500"/>
                </a:stretch>
              </a:blipFill>
            </p:spPr>
            <p:txBody>
              <a:bodyPr/>
              <a:lstStyle/>
              <a:p>
                <a:r>
                  <a:rPr lang="ja-JP" altLang="en-US">
                    <a:noFill/>
                  </a:rPr>
                  <a:t> </a:t>
                </a:r>
              </a:p>
            </p:txBody>
          </p:sp>
        </mc:Fallback>
      </mc:AlternateContent>
      <p:sp>
        <p:nvSpPr>
          <p:cNvPr id="13" name="矢印: 右 12">
            <a:extLst>
              <a:ext uri="{FF2B5EF4-FFF2-40B4-BE49-F238E27FC236}">
                <a16:creationId xmlns:a16="http://schemas.microsoft.com/office/drawing/2014/main" id="{8669C391-A816-630C-CFA2-5AEDD851BC2C}"/>
              </a:ext>
            </a:extLst>
          </p:cNvPr>
          <p:cNvSpPr/>
          <p:nvPr/>
        </p:nvSpPr>
        <p:spPr>
          <a:xfrm>
            <a:off x="5440101" y="4801161"/>
            <a:ext cx="810228" cy="40511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テキスト ボックス 13">
            <a:extLst>
              <a:ext uri="{FF2B5EF4-FFF2-40B4-BE49-F238E27FC236}">
                <a16:creationId xmlns:a16="http://schemas.microsoft.com/office/drawing/2014/main" id="{FE5042EE-81EF-FFB9-4496-A04024F3425C}"/>
              </a:ext>
            </a:extLst>
          </p:cNvPr>
          <p:cNvSpPr txBox="1"/>
          <p:nvPr/>
        </p:nvSpPr>
        <p:spPr>
          <a:xfrm>
            <a:off x="6513277" y="2989470"/>
            <a:ext cx="5177153" cy="461665"/>
          </a:xfrm>
          <a:prstGeom prst="rect">
            <a:avLst/>
          </a:prstGeom>
          <a:noFill/>
        </p:spPr>
        <p:txBody>
          <a:bodyPr wrap="square" rtlCol="0">
            <a:spAutoFit/>
          </a:bodyPr>
          <a:lstStyle/>
          <a:p>
            <a:pPr algn="ctr"/>
            <a:r>
              <a:rPr kumimoji="1" lang="en-US" altLang="ja-JP" sz="2400" dirty="0"/>
              <a:t>Linear relation [9]</a:t>
            </a:r>
            <a:endParaRPr kumimoji="1" lang="ja-JP" altLang="en-US" sz="2400" dirty="0"/>
          </a:p>
        </p:txBody>
      </p:sp>
      <p:sp>
        <p:nvSpPr>
          <p:cNvPr id="15" name="テキスト ボックス 14">
            <a:extLst>
              <a:ext uri="{FF2B5EF4-FFF2-40B4-BE49-F238E27FC236}">
                <a16:creationId xmlns:a16="http://schemas.microsoft.com/office/drawing/2014/main" id="{B00E9B8D-70E3-7FD5-6F7B-7DCC33A45463}"/>
              </a:ext>
            </a:extLst>
          </p:cNvPr>
          <p:cNvSpPr txBox="1"/>
          <p:nvPr/>
        </p:nvSpPr>
        <p:spPr>
          <a:xfrm>
            <a:off x="6513277" y="5206275"/>
            <a:ext cx="5177153" cy="461665"/>
          </a:xfrm>
          <a:prstGeom prst="rect">
            <a:avLst/>
          </a:prstGeom>
          <a:noFill/>
        </p:spPr>
        <p:txBody>
          <a:bodyPr wrap="square" rtlCol="0">
            <a:spAutoFit/>
          </a:bodyPr>
          <a:lstStyle/>
          <a:p>
            <a:pPr algn="ctr"/>
            <a:r>
              <a:rPr kumimoji="1" lang="en-US" altLang="ja-JP" sz="2400" dirty="0"/>
              <a:t>Non-linear relation [9]</a:t>
            </a:r>
            <a:endParaRPr kumimoji="1" lang="ja-JP" altLang="en-US" sz="2400" dirty="0"/>
          </a:p>
        </p:txBody>
      </p:sp>
      <p:sp>
        <p:nvSpPr>
          <p:cNvPr id="16" name="スライド番号プレースホルダー 15">
            <a:extLst>
              <a:ext uri="{FF2B5EF4-FFF2-40B4-BE49-F238E27FC236}">
                <a16:creationId xmlns:a16="http://schemas.microsoft.com/office/drawing/2014/main" id="{E9E77D0F-441E-17FF-7484-0DF697BE3E8F}"/>
              </a:ext>
            </a:extLst>
          </p:cNvPr>
          <p:cNvSpPr>
            <a:spLocks noGrp="1"/>
          </p:cNvSpPr>
          <p:nvPr>
            <p:ph type="sldNum" sz="quarter" idx="12"/>
          </p:nvPr>
        </p:nvSpPr>
        <p:spPr/>
        <p:txBody>
          <a:bodyPr/>
          <a:lstStyle/>
          <a:p>
            <a:fld id="{49AE70B2-8BF9-45C0-BB95-33D1B9D3A854}" type="slidenum">
              <a:rPr lang="zh-CN" altLang="en-US" smtClean="0"/>
              <a:t>14</a:t>
            </a:fld>
            <a:endParaRPr lang="zh-CN" altLang="en-US"/>
          </a:p>
        </p:txBody>
      </p:sp>
    </p:spTree>
    <p:custDataLst>
      <p:tags r:id="rId1"/>
    </p:custDataLst>
    <p:extLst>
      <p:ext uri="{BB962C8B-B14F-4D97-AF65-F5344CB8AC3E}">
        <p14:creationId xmlns:p14="http://schemas.microsoft.com/office/powerpoint/2010/main" val="23247764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rotWithShape="1">
          <a:blip r:embed="rId4"/>
          <a:stretch>
            <a:fillRect/>
          </a:stretch>
        </a:blipFill>
        <a:effectLst/>
      </p:bgPr>
    </p:bg>
    <p:spTree>
      <p:nvGrpSpPr>
        <p:cNvPr id="1" name="">
          <a:extLst>
            <a:ext uri="{FF2B5EF4-FFF2-40B4-BE49-F238E27FC236}">
              <a16:creationId xmlns:a16="http://schemas.microsoft.com/office/drawing/2014/main" id="{04E99867-3174-C34D-EAE3-279C831CC98C}"/>
            </a:ext>
          </a:extLst>
        </p:cNvPr>
        <p:cNvGrpSpPr/>
        <p:nvPr/>
      </p:nvGrpSpPr>
      <p:grpSpPr>
        <a:xfrm>
          <a:off x="0" y="0"/>
          <a:ext cx="0" cy="0"/>
          <a:chOff x="0" y="0"/>
          <a:chExt cx="0" cy="0"/>
        </a:xfrm>
      </p:grpSpPr>
      <p:sp>
        <p:nvSpPr>
          <p:cNvPr id="23" name="タイトル 4">
            <a:extLst>
              <a:ext uri="{FF2B5EF4-FFF2-40B4-BE49-F238E27FC236}">
                <a16:creationId xmlns:a16="http://schemas.microsoft.com/office/drawing/2014/main" id="{8DA55EBB-EC81-AB27-3657-1024C1B281CD}"/>
              </a:ext>
            </a:extLst>
          </p:cNvPr>
          <p:cNvSpPr>
            <a:spLocks noGrp="1"/>
          </p:cNvSpPr>
          <p:nvPr>
            <p:ph type="title"/>
          </p:nvPr>
        </p:nvSpPr>
        <p:spPr>
          <a:xfrm>
            <a:off x="608400" y="608400"/>
            <a:ext cx="10969200" cy="705600"/>
          </a:xfrm>
        </p:spPr>
        <p:txBody>
          <a:bodyPr/>
          <a:lstStyle/>
          <a:p>
            <a:r>
              <a:rPr lang="en-US" altLang="ja-JP" dirty="0"/>
              <a:t>Preparation Phase (For Inference)</a:t>
            </a:r>
            <a:endParaRPr lang="ja-JP" altLang="en-US" dirty="0"/>
          </a:p>
        </p:txBody>
      </p:sp>
      <p:pic>
        <p:nvPicPr>
          <p:cNvPr id="24" name="图片 3" descr="logo-4">
            <a:extLst>
              <a:ext uri="{FF2B5EF4-FFF2-40B4-BE49-F238E27FC236}">
                <a16:creationId xmlns:a16="http://schemas.microsoft.com/office/drawing/2014/main" id="{85E91673-AECF-81D7-49D3-824C5AC4E4E1}"/>
              </a:ext>
            </a:extLst>
          </p:cNvPr>
          <p:cNvPicPr>
            <a:picLocks noChangeAspect="1"/>
          </p:cNvPicPr>
          <p:nvPr/>
        </p:nvPicPr>
        <p:blipFill>
          <a:blip r:embed="rId5"/>
          <a:stretch>
            <a:fillRect/>
          </a:stretch>
        </p:blipFill>
        <p:spPr>
          <a:xfrm>
            <a:off x="10354310" y="6334125"/>
            <a:ext cx="1603375" cy="387350"/>
          </a:xfrm>
          <a:prstGeom prst="rect">
            <a:avLst/>
          </a:prstGeom>
        </p:spPr>
      </p:pic>
      <mc:AlternateContent xmlns:mc="http://schemas.openxmlformats.org/markup-compatibility/2006" xmlns:a14="http://schemas.microsoft.com/office/drawing/2010/main">
        <mc:Choice Requires="a14">
          <p:sp>
            <p:nvSpPr>
              <p:cNvPr id="36" name="テキスト ボックス 35">
                <a:extLst>
                  <a:ext uri="{FF2B5EF4-FFF2-40B4-BE49-F238E27FC236}">
                    <a16:creationId xmlns:a16="http://schemas.microsoft.com/office/drawing/2014/main" id="{F9CDC7F2-A68B-2F3C-DCB5-FCC6960DB77E}"/>
                  </a:ext>
                </a:extLst>
              </p:cNvPr>
              <p:cNvSpPr txBox="1"/>
              <p:nvPr/>
            </p:nvSpPr>
            <p:spPr>
              <a:xfrm>
                <a:off x="2475746" y="4683447"/>
                <a:ext cx="7705823" cy="41729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kumimoji="1" lang="en-US" altLang="ja-JP" sz="2400" b="0" i="0" smtClean="0">
                          <a:latin typeface="Cambria Math" panose="02040503050406030204" pitchFamily="18" charset="0"/>
                        </a:rPr>
                        <m:t>E</m:t>
                      </m:r>
                      <m:r>
                        <a:rPr kumimoji="1" lang="en-US" altLang="ja-JP" sz="2400" b="0" i="0" smtClean="0">
                          <a:latin typeface="Cambria Math" panose="02040503050406030204" pitchFamily="18" charset="0"/>
                        </a:rPr>
                        <m:t>(</m:t>
                      </m:r>
                      <m:sSub>
                        <m:sSubPr>
                          <m:ctrlPr>
                            <a:rPr kumimoji="1" lang="en-US" altLang="ja-JP" sz="2400" b="0" i="1" smtClean="0">
                              <a:latin typeface="Cambria Math" panose="02040503050406030204" pitchFamily="18" charset="0"/>
                            </a:rPr>
                          </m:ctrlPr>
                        </m:sSubPr>
                        <m:e>
                          <m:r>
                            <m:rPr>
                              <m:sty m:val="p"/>
                            </m:rPr>
                            <a:rPr kumimoji="1" lang="en-US" altLang="ja-JP" sz="2400" b="0" i="0" smtClean="0">
                              <a:latin typeface="Cambria Math" panose="02040503050406030204" pitchFamily="18" charset="0"/>
                            </a:rPr>
                            <m:t>N</m:t>
                          </m:r>
                        </m:e>
                        <m:sub>
                          <m:r>
                            <m:rPr>
                              <m:sty m:val="p"/>
                            </m:rPr>
                            <a:rPr kumimoji="1" lang="en-US" altLang="ja-JP" sz="2400" b="0" i="0" smtClean="0">
                              <a:latin typeface="Cambria Math" panose="02040503050406030204" pitchFamily="18" charset="0"/>
                            </a:rPr>
                            <m:t>neurons</m:t>
                          </m:r>
                        </m:sub>
                      </m:sSub>
                      <m:r>
                        <a:rPr kumimoji="1" lang="en-US" altLang="ja-JP" sz="2400" b="0" i="0" smtClean="0">
                          <a:latin typeface="Cambria Math" panose="02040503050406030204" pitchFamily="18" charset="0"/>
                        </a:rPr>
                        <m:t>, </m:t>
                      </m:r>
                      <m:sSub>
                        <m:sSubPr>
                          <m:ctrlPr>
                            <a:rPr kumimoji="1" lang="en-US" altLang="ja-JP" sz="2400" b="0" i="1" smtClean="0">
                              <a:latin typeface="Cambria Math" panose="02040503050406030204" pitchFamily="18" charset="0"/>
                            </a:rPr>
                          </m:ctrlPr>
                        </m:sSubPr>
                        <m:e>
                          <m:r>
                            <m:rPr>
                              <m:sty m:val="p"/>
                            </m:rPr>
                            <a:rPr kumimoji="1" lang="en-US" altLang="ja-JP" sz="2400" b="0" i="0" smtClean="0">
                              <a:latin typeface="Cambria Math" panose="02040503050406030204" pitchFamily="18" charset="0"/>
                            </a:rPr>
                            <m:t>T</m:t>
                          </m:r>
                        </m:e>
                        <m:sub>
                          <m:r>
                            <m:rPr>
                              <m:sty m:val="p"/>
                            </m:rPr>
                            <a:rPr kumimoji="1" lang="en-US" altLang="ja-JP" sz="2400" b="0" i="0" smtClean="0">
                              <a:latin typeface="Cambria Math" panose="02040503050406030204" pitchFamily="18" charset="0"/>
                            </a:rPr>
                            <m:t>timesteps</m:t>
                          </m:r>
                        </m:sub>
                      </m:sSub>
                      <m:r>
                        <a:rPr kumimoji="1" lang="en-US" altLang="ja-JP" sz="2400" b="0" i="0" smtClean="0">
                          <a:latin typeface="Cambria Math" panose="02040503050406030204" pitchFamily="18" charset="0"/>
                        </a:rPr>
                        <m:t>)=</m:t>
                      </m:r>
                      <m:r>
                        <a:rPr kumimoji="1" lang="en-US" altLang="ja-JP" sz="2400" b="0" i="1" smtClean="0">
                          <a:latin typeface="Cambria Math" panose="02040503050406030204" pitchFamily="18" charset="0"/>
                        </a:rPr>
                        <m:t>𝑎</m:t>
                      </m:r>
                      <m:sSubSup>
                        <m:sSubSupPr>
                          <m:ctrlPr>
                            <a:rPr kumimoji="1" lang="en-US" altLang="ja-JP" sz="2400" b="0" i="1" smtClean="0">
                              <a:latin typeface="Cambria Math" panose="02040503050406030204" pitchFamily="18" charset="0"/>
                            </a:rPr>
                          </m:ctrlPr>
                        </m:sSubSupPr>
                        <m:e>
                          <m:r>
                            <a:rPr kumimoji="1" lang="en-US" altLang="ja-JP" sz="2400" b="0" i="1" smtClean="0">
                              <a:latin typeface="Cambria Math" panose="02040503050406030204" pitchFamily="18" charset="0"/>
                            </a:rPr>
                            <m:t>𝑁</m:t>
                          </m:r>
                        </m:e>
                        <m:sub>
                          <m:r>
                            <a:rPr kumimoji="1" lang="en-US" altLang="ja-JP" sz="2400" b="0" i="1" smtClean="0">
                              <a:latin typeface="Cambria Math" panose="02040503050406030204" pitchFamily="18" charset="0"/>
                            </a:rPr>
                            <m:t>𝑛𝑒𝑢𝑟𝑜𝑛𝑠</m:t>
                          </m:r>
                        </m:sub>
                        <m:sup>
                          <m:r>
                            <a:rPr kumimoji="1" lang="en-US" altLang="ja-JP" sz="2400" b="0" i="1" smtClean="0">
                              <a:latin typeface="Cambria Math" panose="02040503050406030204" pitchFamily="18" charset="0"/>
                            </a:rPr>
                            <m:t>𝑑</m:t>
                          </m:r>
                        </m:sup>
                      </m:sSubSup>
                      <m:r>
                        <a:rPr kumimoji="1" lang="en-US" altLang="ja-JP" sz="2400" b="0" i="1" smtClean="0">
                          <a:latin typeface="Cambria Math" panose="02040503050406030204" pitchFamily="18" charset="0"/>
                        </a:rPr>
                        <m:t>+</m:t>
                      </m:r>
                      <m:r>
                        <a:rPr kumimoji="1" lang="en-US" altLang="ja-JP" sz="2400" b="0" i="1" smtClean="0">
                          <a:latin typeface="Cambria Math" panose="02040503050406030204" pitchFamily="18" charset="0"/>
                        </a:rPr>
                        <m:t>𝑏</m:t>
                      </m:r>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𝑇</m:t>
                          </m:r>
                        </m:e>
                        <m:sub>
                          <m:r>
                            <a:rPr kumimoji="1" lang="en-US" altLang="ja-JP" sz="2400" b="0" i="1" smtClean="0">
                              <a:latin typeface="Cambria Math" panose="02040503050406030204" pitchFamily="18" charset="0"/>
                            </a:rPr>
                            <m:t>𝑡𝑖𝑚𝑒𝑠𝑡𝑒𝑝𝑠</m:t>
                          </m:r>
                        </m:sub>
                      </m:sSub>
                      <m:r>
                        <a:rPr kumimoji="1" lang="en-US" altLang="ja-JP" sz="2400" b="0" i="1" smtClean="0">
                          <a:latin typeface="Cambria Math" panose="02040503050406030204" pitchFamily="18" charset="0"/>
                        </a:rPr>
                        <m:t>+</m:t>
                      </m:r>
                      <m:r>
                        <a:rPr kumimoji="1" lang="en-US" altLang="ja-JP" sz="2400" b="0" i="1" smtClean="0">
                          <a:latin typeface="Cambria Math" panose="02040503050406030204" pitchFamily="18" charset="0"/>
                        </a:rPr>
                        <m:t>𝐶</m:t>
                      </m:r>
                    </m:oMath>
                  </m:oMathPara>
                </a14:m>
                <a:endParaRPr kumimoji="1" lang="en-US" altLang="ja-JP" sz="2400" b="0" dirty="0"/>
              </a:p>
            </p:txBody>
          </p:sp>
        </mc:Choice>
        <mc:Fallback xmlns="">
          <p:sp>
            <p:nvSpPr>
              <p:cNvPr id="36" name="テキスト ボックス 35">
                <a:extLst>
                  <a:ext uri="{FF2B5EF4-FFF2-40B4-BE49-F238E27FC236}">
                    <a16:creationId xmlns:a16="http://schemas.microsoft.com/office/drawing/2014/main" id="{F9CDC7F2-A68B-2F3C-DCB5-FCC6960DB77E}"/>
                  </a:ext>
                </a:extLst>
              </p:cNvPr>
              <p:cNvSpPr txBox="1">
                <a:spLocks noRot="1" noChangeAspect="1" noMove="1" noResize="1" noEditPoints="1" noAdjustHandles="1" noChangeArrowheads="1" noChangeShapeType="1" noTextEdit="1"/>
              </p:cNvSpPr>
              <p:nvPr/>
            </p:nvSpPr>
            <p:spPr>
              <a:xfrm>
                <a:off x="2475746" y="4683447"/>
                <a:ext cx="7705823" cy="417294"/>
              </a:xfrm>
              <a:prstGeom prst="rect">
                <a:avLst/>
              </a:prstGeom>
              <a:blipFill>
                <a:blip r:embed="rId6"/>
                <a:stretch>
                  <a:fillRect b="-23188"/>
                </a:stretch>
              </a:blipFill>
            </p:spPr>
            <p:txBody>
              <a:bodyPr/>
              <a:lstStyle/>
              <a:p>
                <a:r>
                  <a:rPr lang="ja-JP" altLang="en-US">
                    <a:noFill/>
                  </a:rPr>
                  <a:t> </a:t>
                </a:r>
              </a:p>
            </p:txBody>
          </p:sp>
        </mc:Fallback>
      </mc:AlternateContent>
      <p:sp>
        <p:nvSpPr>
          <p:cNvPr id="2" name="テキスト ボックス 1">
            <a:extLst>
              <a:ext uri="{FF2B5EF4-FFF2-40B4-BE49-F238E27FC236}">
                <a16:creationId xmlns:a16="http://schemas.microsoft.com/office/drawing/2014/main" id="{AC8E5052-910D-EE5C-3B40-937F98FA201D}"/>
              </a:ext>
            </a:extLst>
          </p:cNvPr>
          <p:cNvSpPr txBox="1"/>
          <p:nvPr/>
        </p:nvSpPr>
        <p:spPr>
          <a:xfrm>
            <a:off x="4390192" y="2198277"/>
            <a:ext cx="3006501" cy="461665"/>
          </a:xfrm>
          <a:prstGeom prst="rect">
            <a:avLst/>
          </a:prstGeom>
          <a:noFill/>
        </p:spPr>
        <p:txBody>
          <a:bodyPr wrap="square" rtlCol="0">
            <a:spAutoFit/>
          </a:bodyPr>
          <a:lstStyle/>
          <a:p>
            <a:pPr algn="ctr"/>
            <a:r>
              <a:rPr kumimoji="1" lang="en-US" altLang="ja-JP" sz="2400" dirty="0"/>
              <a:t>Collect data points</a:t>
            </a:r>
            <a:endParaRPr kumimoji="1" lang="ja-JP" altLang="en-US" sz="2400" dirty="0"/>
          </a:p>
        </p:txBody>
      </p:sp>
      <p:sp>
        <p:nvSpPr>
          <p:cNvPr id="4" name="矢印: 右 3">
            <a:extLst>
              <a:ext uri="{FF2B5EF4-FFF2-40B4-BE49-F238E27FC236}">
                <a16:creationId xmlns:a16="http://schemas.microsoft.com/office/drawing/2014/main" id="{4657FCA9-7804-5D33-913C-DA9B9DDAEFD6}"/>
              </a:ext>
            </a:extLst>
          </p:cNvPr>
          <p:cNvSpPr/>
          <p:nvPr/>
        </p:nvSpPr>
        <p:spPr>
          <a:xfrm rot="5400000">
            <a:off x="5488329" y="3516715"/>
            <a:ext cx="810228" cy="40511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77CD6D68-FF0A-EC00-15B2-4671AED6828C}"/>
                  </a:ext>
                </a:extLst>
              </p:cNvPr>
              <p:cNvSpPr txBox="1"/>
              <p:nvPr/>
            </p:nvSpPr>
            <p:spPr>
              <a:xfrm>
                <a:off x="3942637" y="2659942"/>
                <a:ext cx="3909326" cy="502510"/>
              </a:xfrm>
              <a:prstGeom prst="rect">
                <a:avLst/>
              </a:prstGeom>
              <a:noFill/>
            </p:spPr>
            <p:txBody>
              <a:bodyPr wrap="square" rtlCol="0">
                <a:spAutoFit/>
              </a:bodyPr>
              <a:lstStyle/>
              <a:p>
                <a14:m>
                  <m:oMath xmlns:m="http://schemas.openxmlformats.org/officeDocument/2006/math">
                    <m:sSubSup>
                      <m:sSubSupPr>
                        <m:ctrlPr>
                          <a:rPr kumimoji="1" lang="en-US" altLang="ja-JP"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SupPr>
                      <m:e>
                        <m:r>
                          <a:rPr kumimoji="1" lang="en-US" altLang="ja-JP"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US" altLang="ja-JP"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𝑇</m:t>
                        </m:r>
                      </m:e>
                      <m:sub>
                        <m:r>
                          <a:rPr kumimoji="1" lang="en-US" altLang="ja-JP"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𝑡𝑖𝑚𝑒𝑠𝑡𝑒𝑝𝑠</m:t>
                        </m:r>
                        <m:r>
                          <a:rPr kumimoji="1" lang="en-US" altLang="ja-JP"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sub>
                      <m:sup>
                        <m:r>
                          <a:rPr kumimoji="1" lang="en-US" altLang="ja-JP"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up>
                    </m:sSubSup>
                    <m:sSubSup>
                      <m:sSubSupPr>
                        <m:ctrlPr>
                          <a:rPr kumimoji="1" lang="en-US" altLang="ja-JP"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SupPr>
                      <m:e>
                        <m:r>
                          <a:rPr kumimoji="1" lang="en-US" altLang="ja-JP"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𝑁</m:t>
                        </m:r>
                      </m:e>
                      <m:sub>
                        <m:r>
                          <a:rPr kumimoji="1" lang="en-US" altLang="ja-JP"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𝑛𝑒𝑢𝑟𝑜𝑛𝑠</m:t>
                        </m:r>
                      </m:sub>
                      <m:sup>
                        <m:r>
                          <a:rPr kumimoji="1" lang="en-US" altLang="ja-JP"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up>
                    </m:sSubSup>
                  </m:oMath>
                </a14:m>
                <a:r>
                  <a:rPr kumimoji="1" lang="en-US" altLang="ja-JP" sz="2400" b="0" i="0" u="none" strike="noStrike" kern="1200" cap="none" spc="0" normalizeH="0" baseline="0" noProof="0" dirty="0">
                    <a:ln>
                      <a:noFill/>
                    </a:ln>
                    <a:solidFill>
                      <a:prstClr val="black"/>
                    </a:solidFill>
                    <a:effectLst/>
                    <a:uLnTx/>
                    <a:uFillTx/>
                    <a:latin typeface="Arial"/>
                    <a:ea typeface="微软雅黑"/>
                    <a:cs typeface="+mn-cs"/>
                  </a:rPr>
                  <a:t>, </a:t>
                </a:r>
                <a14:m>
                  <m:oMath xmlns:m="http://schemas.openxmlformats.org/officeDocument/2006/math">
                    <m:sSubSup>
                      <m:sSubSupPr>
                        <m:ctrlPr>
                          <a:rPr kumimoji="1" lang="en-US" altLang="ja-JP"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SupPr>
                      <m:e>
                        <m:r>
                          <a:rPr kumimoji="1" lang="en-US" altLang="ja-JP"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𝐸</m:t>
                        </m:r>
                      </m:e>
                      <m:sub>
                        <m:r>
                          <a:rPr kumimoji="1" lang="en-US" altLang="ja-JP"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𝑡𝑟𝑎𝑖𝑛</m:t>
                        </m:r>
                      </m:sub>
                      <m:sup>
                        <m:r>
                          <a:rPr kumimoji="1" lang="en-US" altLang="ja-JP"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up>
                    </m:sSubSup>
                    <m:r>
                      <a:rPr kumimoji="1" lang="en-US" altLang="ja-JP"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oMath>
                </a14:m>
                <a:endParaRPr kumimoji="1" lang="ja-JP" altLang="en-US" dirty="0"/>
              </a:p>
            </p:txBody>
          </p:sp>
        </mc:Choice>
        <mc:Fallback xmlns="">
          <p:sp>
            <p:nvSpPr>
              <p:cNvPr id="6" name="テキスト ボックス 5">
                <a:extLst>
                  <a:ext uri="{FF2B5EF4-FFF2-40B4-BE49-F238E27FC236}">
                    <a16:creationId xmlns:a16="http://schemas.microsoft.com/office/drawing/2014/main" id="{77CD6D68-FF0A-EC00-15B2-4671AED6828C}"/>
                  </a:ext>
                </a:extLst>
              </p:cNvPr>
              <p:cNvSpPr txBox="1">
                <a:spLocks noRot="1" noChangeAspect="1" noMove="1" noResize="1" noEditPoints="1" noAdjustHandles="1" noChangeArrowheads="1" noChangeShapeType="1" noTextEdit="1"/>
              </p:cNvSpPr>
              <p:nvPr/>
            </p:nvSpPr>
            <p:spPr>
              <a:xfrm>
                <a:off x="3942637" y="2659942"/>
                <a:ext cx="3909326" cy="502510"/>
              </a:xfrm>
              <a:prstGeom prst="rect">
                <a:avLst/>
              </a:prstGeom>
              <a:blipFill>
                <a:blip r:embed="rId7"/>
                <a:stretch>
                  <a:fillRect l="-1404" t="-9639" b="-18072"/>
                </a:stretch>
              </a:blipFill>
            </p:spPr>
            <p:txBody>
              <a:bodyPr/>
              <a:lstStyle/>
              <a:p>
                <a:r>
                  <a:rPr lang="ja-JP" altLang="en-US">
                    <a:noFill/>
                  </a:rPr>
                  <a:t> </a:t>
                </a:r>
              </a:p>
            </p:txBody>
          </p:sp>
        </mc:Fallback>
      </mc:AlternateContent>
      <p:sp>
        <p:nvSpPr>
          <p:cNvPr id="8" name="テキスト ボックス 7">
            <a:extLst>
              <a:ext uri="{FF2B5EF4-FFF2-40B4-BE49-F238E27FC236}">
                <a16:creationId xmlns:a16="http://schemas.microsoft.com/office/drawing/2014/main" id="{97C4669E-7D90-B9E3-0250-5B54987B0E12}"/>
              </a:ext>
            </a:extLst>
          </p:cNvPr>
          <p:cNvSpPr txBox="1"/>
          <p:nvPr/>
        </p:nvSpPr>
        <p:spPr>
          <a:xfrm>
            <a:off x="3504423" y="4221782"/>
            <a:ext cx="5177153" cy="461665"/>
          </a:xfrm>
          <a:prstGeom prst="rect">
            <a:avLst/>
          </a:prstGeom>
          <a:noFill/>
        </p:spPr>
        <p:txBody>
          <a:bodyPr wrap="square" rtlCol="0">
            <a:spAutoFit/>
          </a:bodyPr>
          <a:lstStyle/>
          <a:p>
            <a:pPr algn="ctr"/>
            <a:r>
              <a:rPr kumimoji="1" lang="en-US" altLang="ja-JP" sz="2400" dirty="0"/>
              <a:t>Derive general equation</a:t>
            </a:r>
            <a:endParaRPr kumimoji="1" lang="ja-JP" altLang="en-US" sz="2400" dirty="0"/>
          </a:p>
        </p:txBody>
      </p:sp>
      <p:sp>
        <p:nvSpPr>
          <p:cNvPr id="9" name="スライド番号プレースホルダー 8">
            <a:extLst>
              <a:ext uri="{FF2B5EF4-FFF2-40B4-BE49-F238E27FC236}">
                <a16:creationId xmlns:a16="http://schemas.microsoft.com/office/drawing/2014/main" id="{E5044836-641E-88B0-E447-120294F9C520}"/>
              </a:ext>
            </a:extLst>
          </p:cNvPr>
          <p:cNvSpPr>
            <a:spLocks noGrp="1"/>
          </p:cNvSpPr>
          <p:nvPr>
            <p:ph type="sldNum" sz="quarter" idx="12"/>
          </p:nvPr>
        </p:nvSpPr>
        <p:spPr/>
        <p:txBody>
          <a:bodyPr/>
          <a:lstStyle/>
          <a:p>
            <a:fld id="{49AE70B2-8BF9-45C0-BB95-33D1B9D3A854}" type="slidenum">
              <a:rPr lang="zh-CN" altLang="en-US" smtClean="0"/>
              <a:t>15</a:t>
            </a:fld>
            <a:endParaRPr lang="zh-CN" altLang="en-US"/>
          </a:p>
        </p:txBody>
      </p:sp>
    </p:spTree>
    <p:custDataLst>
      <p:tags r:id="rId1"/>
    </p:custDataLst>
    <p:extLst>
      <p:ext uri="{BB962C8B-B14F-4D97-AF65-F5344CB8AC3E}">
        <p14:creationId xmlns:p14="http://schemas.microsoft.com/office/powerpoint/2010/main" val="36965412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rotWithShape="1">
          <a:blip r:embed="rId4"/>
          <a:stretch>
            <a:fillRect/>
          </a:stretch>
        </a:blipFill>
        <a:effectLst/>
      </p:bgPr>
    </p:bg>
    <p:spTree>
      <p:nvGrpSpPr>
        <p:cNvPr id="1" name="">
          <a:extLst>
            <a:ext uri="{FF2B5EF4-FFF2-40B4-BE49-F238E27FC236}">
              <a16:creationId xmlns:a16="http://schemas.microsoft.com/office/drawing/2014/main" id="{0ECBCABD-107D-C153-2801-9A9C12116EAF}"/>
            </a:ext>
          </a:extLst>
        </p:cNvPr>
        <p:cNvGrpSpPr/>
        <p:nvPr/>
      </p:nvGrpSpPr>
      <p:grpSpPr>
        <a:xfrm>
          <a:off x="0" y="0"/>
          <a:ext cx="0" cy="0"/>
          <a:chOff x="0" y="0"/>
          <a:chExt cx="0" cy="0"/>
        </a:xfrm>
      </p:grpSpPr>
      <p:sp>
        <p:nvSpPr>
          <p:cNvPr id="52" name="テキスト ボックス 51">
            <a:extLst>
              <a:ext uri="{FF2B5EF4-FFF2-40B4-BE49-F238E27FC236}">
                <a16:creationId xmlns:a16="http://schemas.microsoft.com/office/drawing/2014/main" id="{9470B2C9-8A32-03FE-19F0-F5568919CDBD}"/>
              </a:ext>
            </a:extLst>
          </p:cNvPr>
          <p:cNvSpPr txBox="1"/>
          <p:nvPr/>
        </p:nvSpPr>
        <p:spPr>
          <a:xfrm>
            <a:off x="2025741" y="2987894"/>
            <a:ext cx="2808516"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Arial"/>
                <a:ea typeface="微软雅黑"/>
                <a:cs typeface="+mn-cs"/>
              </a:rPr>
              <a:t>Harvested Energy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Arial"/>
                <a:ea typeface="微软雅黑"/>
                <a:cs typeface="+mn-cs"/>
              </a:rPr>
              <a:t>(</a:t>
            </a:r>
            <a:r>
              <a:rPr kumimoji="1" lang="en-US" altLang="ja-JP" sz="1800" b="0" i="0" u="none" strike="noStrike" kern="1200" cap="none" spc="0" normalizeH="0" baseline="0" noProof="0" dirty="0" err="1">
                <a:ln>
                  <a:noFill/>
                </a:ln>
                <a:solidFill>
                  <a:prstClr val="black"/>
                </a:solidFill>
                <a:effectLst/>
                <a:uLnTx/>
                <a:uFillTx/>
                <a:latin typeface="Arial"/>
                <a:ea typeface="微软雅黑"/>
                <a:cs typeface="+mn-cs"/>
              </a:rPr>
              <a:t>Wh</a:t>
            </a:r>
            <a:r>
              <a:rPr kumimoji="1" lang="en-US" altLang="ja-JP" sz="1800" b="0" i="0" u="none" strike="noStrike" kern="1200" cap="none" spc="0" normalizeH="0" baseline="0" noProof="0" dirty="0">
                <a:ln>
                  <a:noFill/>
                </a:ln>
                <a:solidFill>
                  <a:prstClr val="black"/>
                </a:solidFill>
                <a:effectLst/>
                <a:uLnTx/>
                <a:uFillTx/>
                <a:latin typeface="Arial"/>
                <a:ea typeface="微软雅黑"/>
                <a:cs typeface="+mn-cs"/>
              </a:rPr>
              <a:t>)</a:t>
            </a:r>
          </a:p>
        </p:txBody>
      </p:sp>
      <p:sp>
        <p:nvSpPr>
          <p:cNvPr id="5" name="タイトル 4">
            <a:extLst>
              <a:ext uri="{FF2B5EF4-FFF2-40B4-BE49-F238E27FC236}">
                <a16:creationId xmlns:a16="http://schemas.microsoft.com/office/drawing/2014/main" id="{097A8D95-B8B9-0D22-52A1-E733E79480B2}"/>
              </a:ext>
            </a:extLst>
          </p:cNvPr>
          <p:cNvSpPr>
            <a:spLocks noGrp="1"/>
          </p:cNvSpPr>
          <p:nvPr>
            <p:ph type="title"/>
          </p:nvPr>
        </p:nvSpPr>
        <p:spPr/>
        <p:txBody>
          <a:bodyPr/>
          <a:lstStyle/>
          <a:p>
            <a:r>
              <a:rPr lang="en-US" altLang="ja-JP" dirty="0"/>
              <a:t>Overview</a:t>
            </a:r>
            <a:endParaRPr lang="ja-JP" altLang="en-US" dirty="0"/>
          </a:p>
        </p:txBody>
      </p:sp>
      <p:pic>
        <p:nvPicPr>
          <p:cNvPr id="4" name="图片 3" descr="logo-4">
            <a:extLst>
              <a:ext uri="{FF2B5EF4-FFF2-40B4-BE49-F238E27FC236}">
                <a16:creationId xmlns:a16="http://schemas.microsoft.com/office/drawing/2014/main" id="{DB520A57-22F5-4ABD-2E47-A4A972B3F4EF}"/>
              </a:ext>
            </a:extLst>
          </p:cNvPr>
          <p:cNvPicPr>
            <a:picLocks noChangeAspect="1"/>
          </p:cNvPicPr>
          <p:nvPr/>
        </p:nvPicPr>
        <p:blipFill>
          <a:blip r:embed="rId5"/>
          <a:stretch>
            <a:fillRect/>
          </a:stretch>
        </p:blipFill>
        <p:spPr>
          <a:xfrm>
            <a:off x="10354310" y="6334125"/>
            <a:ext cx="1603375" cy="387350"/>
          </a:xfrm>
          <a:prstGeom prst="rect">
            <a:avLst/>
          </a:prstGeom>
        </p:spPr>
      </p:pic>
      <p:grpSp>
        <p:nvGrpSpPr>
          <p:cNvPr id="96" name="グループ化 95">
            <a:extLst>
              <a:ext uri="{FF2B5EF4-FFF2-40B4-BE49-F238E27FC236}">
                <a16:creationId xmlns:a16="http://schemas.microsoft.com/office/drawing/2014/main" id="{ACF01A22-8786-75D2-71D7-82F3D43719EB}"/>
              </a:ext>
            </a:extLst>
          </p:cNvPr>
          <p:cNvGrpSpPr/>
          <p:nvPr/>
        </p:nvGrpSpPr>
        <p:grpSpPr>
          <a:xfrm>
            <a:off x="194431" y="3957246"/>
            <a:ext cx="1376300" cy="979717"/>
            <a:chOff x="268359" y="1704820"/>
            <a:chExt cx="1875336" cy="979717"/>
          </a:xfrm>
        </p:grpSpPr>
        <p:sp>
          <p:nvSpPr>
            <p:cNvPr id="29" name="テキスト ボックス 28">
              <a:extLst>
                <a:ext uri="{FF2B5EF4-FFF2-40B4-BE49-F238E27FC236}">
                  <a16:creationId xmlns:a16="http://schemas.microsoft.com/office/drawing/2014/main" id="{7321AC3E-6DF7-7AB8-0D78-7FCDDCA05962}"/>
                </a:ext>
              </a:extLst>
            </p:cNvPr>
            <p:cNvSpPr txBox="1"/>
            <p:nvPr/>
          </p:nvSpPr>
          <p:spPr>
            <a:xfrm>
              <a:off x="268359" y="1928480"/>
              <a:ext cx="1875336"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Arial"/>
                  <a:ea typeface="微软雅黑"/>
                  <a:cs typeface="+mn-cs"/>
                </a:rPr>
                <a:t>SNN Model</a:t>
              </a:r>
            </a:p>
          </p:txBody>
        </p:sp>
        <p:sp>
          <p:nvSpPr>
            <p:cNvPr id="25" name="フローチャート: 書類 24">
              <a:extLst>
                <a:ext uri="{FF2B5EF4-FFF2-40B4-BE49-F238E27FC236}">
                  <a16:creationId xmlns:a16="http://schemas.microsoft.com/office/drawing/2014/main" id="{BAB3F3FE-AA8E-C4F0-8DCD-CFB2AE354A73}"/>
                </a:ext>
              </a:extLst>
            </p:cNvPr>
            <p:cNvSpPr/>
            <p:nvPr/>
          </p:nvSpPr>
          <p:spPr>
            <a:xfrm>
              <a:off x="289368" y="1704820"/>
              <a:ext cx="1822256" cy="979717"/>
            </a:xfrm>
            <a:prstGeom prst="flowChartDocumen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p:grpSp>
      <p:grpSp>
        <p:nvGrpSpPr>
          <p:cNvPr id="31" name="グループ化 30">
            <a:extLst>
              <a:ext uri="{FF2B5EF4-FFF2-40B4-BE49-F238E27FC236}">
                <a16:creationId xmlns:a16="http://schemas.microsoft.com/office/drawing/2014/main" id="{A6F2B360-63FE-3D3C-F5BB-FD9D3318F955}"/>
              </a:ext>
            </a:extLst>
          </p:cNvPr>
          <p:cNvGrpSpPr/>
          <p:nvPr/>
        </p:nvGrpSpPr>
        <p:grpSpPr>
          <a:xfrm>
            <a:off x="334038" y="1681757"/>
            <a:ext cx="1216740" cy="979716"/>
            <a:chOff x="1488231" y="1847461"/>
            <a:chExt cx="1847461" cy="979716"/>
          </a:xfrm>
        </p:grpSpPr>
        <p:sp>
          <p:nvSpPr>
            <p:cNvPr id="33" name="フローチャート: 書類 32">
              <a:extLst>
                <a:ext uri="{FF2B5EF4-FFF2-40B4-BE49-F238E27FC236}">
                  <a16:creationId xmlns:a16="http://schemas.microsoft.com/office/drawing/2014/main" id="{2B5DAAE2-ED5B-6F05-2584-19633C58704A}"/>
                </a:ext>
              </a:extLst>
            </p:cNvPr>
            <p:cNvSpPr/>
            <p:nvPr/>
          </p:nvSpPr>
          <p:spPr>
            <a:xfrm>
              <a:off x="1548881" y="1847461"/>
              <a:ext cx="1726163" cy="979716"/>
            </a:xfrm>
            <a:prstGeom prst="flowChartDocumen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36" name="テキスト ボックス 35">
              <a:extLst>
                <a:ext uri="{FF2B5EF4-FFF2-40B4-BE49-F238E27FC236}">
                  <a16:creationId xmlns:a16="http://schemas.microsoft.com/office/drawing/2014/main" id="{562D7603-2503-FFE6-80A9-D0CB896B14D6}"/>
                </a:ext>
              </a:extLst>
            </p:cNvPr>
            <p:cNvSpPr txBox="1"/>
            <p:nvPr/>
          </p:nvSpPr>
          <p:spPr>
            <a:xfrm>
              <a:off x="1488231" y="1899943"/>
              <a:ext cx="1847461"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Arial"/>
                  <a:ea typeface="微软雅黑"/>
                  <a:cs typeface="+mn-cs"/>
                </a:rPr>
                <a:t>Weather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Arial"/>
                  <a:ea typeface="微软雅黑"/>
                  <a:cs typeface="+mn-cs"/>
                </a:rPr>
                <a:t>Model</a:t>
              </a:r>
              <a:endParaRPr kumimoji="1" lang="ja-JP" altLang="en-US" sz="1800" b="0" i="0" u="none" strike="noStrike" kern="1200" cap="none" spc="0" normalizeH="0" baseline="0" noProof="0" dirty="0">
                <a:ln>
                  <a:noFill/>
                </a:ln>
                <a:solidFill>
                  <a:prstClr val="black"/>
                </a:solidFill>
                <a:effectLst/>
                <a:uLnTx/>
                <a:uFillTx/>
                <a:latin typeface="Arial"/>
                <a:ea typeface="微软雅黑"/>
                <a:cs typeface="+mn-cs"/>
              </a:endParaRPr>
            </a:p>
          </p:txBody>
        </p:sp>
      </p:grpSp>
      <p:sp>
        <p:nvSpPr>
          <p:cNvPr id="37" name="正方形/長方形 36">
            <a:extLst>
              <a:ext uri="{FF2B5EF4-FFF2-40B4-BE49-F238E27FC236}">
                <a16:creationId xmlns:a16="http://schemas.microsoft.com/office/drawing/2014/main" id="{6D1D1B9E-9AF8-471B-206B-7329F117F3C9}"/>
              </a:ext>
            </a:extLst>
          </p:cNvPr>
          <p:cNvSpPr/>
          <p:nvPr/>
        </p:nvSpPr>
        <p:spPr>
          <a:xfrm>
            <a:off x="1742544" y="1604865"/>
            <a:ext cx="3153748" cy="4282751"/>
          </a:xfrm>
          <a:prstGeom prst="rect">
            <a:avLst/>
          </a:prstGeom>
          <a:noFill/>
          <a:ln w="19050">
            <a:solidFill>
              <a:srgbClr val="0070C0"/>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p:grpSp>
        <p:nvGrpSpPr>
          <p:cNvPr id="46" name="グループ化 45">
            <a:extLst>
              <a:ext uri="{FF2B5EF4-FFF2-40B4-BE49-F238E27FC236}">
                <a16:creationId xmlns:a16="http://schemas.microsoft.com/office/drawing/2014/main" id="{04397A8A-B8B9-B598-0B12-DE1D56E133FE}"/>
              </a:ext>
            </a:extLst>
          </p:cNvPr>
          <p:cNvGrpSpPr/>
          <p:nvPr/>
        </p:nvGrpSpPr>
        <p:grpSpPr>
          <a:xfrm>
            <a:off x="2014469" y="4009729"/>
            <a:ext cx="2804061" cy="646331"/>
            <a:chOff x="2799183" y="1895802"/>
            <a:chExt cx="2733870" cy="646331"/>
          </a:xfrm>
        </p:grpSpPr>
        <p:sp>
          <p:nvSpPr>
            <p:cNvPr id="38" name="正方形/長方形 37">
              <a:extLst>
                <a:ext uri="{FF2B5EF4-FFF2-40B4-BE49-F238E27FC236}">
                  <a16:creationId xmlns:a16="http://schemas.microsoft.com/office/drawing/2014/main" id="{F2BCA4A3-933F-A254-402A-3C1F62BFD397}"/>
                </a:ext>
              </a:extLst>
            </p:cNvPr>
            <p:cNvSpPr/>
            <p:nvPr/>
          </p:nvSpPr>
          <p:spPr>
            <a:xfrm>
              <a:off x="2808514" y="1895802"/>
              <a:ext cx="2724539" cy="64633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40" name="テキスト ボックス 39">
              <a:extLst>
                <a:ext uri="{FF2B5EF4-FFF2-40B4-BE49-F238E27FC236}">
                  <a16:creationId xmlns:a16="http://schemas.microsoft.com/office/drawing/2014/main" id="{5D151748-5185-1610-2263-4EAAFFA1485E}"/>
                </a:ext>
              </a:extLst>
            </p:cNvPr>
            <p:cNvSpPr txBox="1"/>
            <p:nvPr/>
          </p:nvSpPr>
          <p:spPr>
            <a:xfrm>
              <a:off x="2799183" y="1895802"/>
              <a:ext cx="2637276"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Arial"/>
                  <a:ea typeface="微软雅黑"/>
                  <a:cs typeface="+mn-cs"/>
                </a:rPr>
                <a:t>Data Collection</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dirty="0">
                <a:ln>
                  <a:noFill/>
                </a:ln>
                <a:solidFill>
                  <a:prstClr val="black"/>
                </a:solidFill>
                <a:effectLst/>
                <a:uLnTx/>
                <a:uFillTx/>
                <a:latin typeface="Arial"/>
                <a:ea typeface="微软雅黑"/>
                <a:cs typeface="+mn-cs"/>
              </a:endParaRPr>
            </a:p>
          </p:txBody>
        </p:sp>
      </p:grpSp>
      <p:grpSp>
        <p:nvGrpSpPr>
          <p:cNvPr id="47" name="グループ化 46">
            <a:extLst>
              <a:ext uri="{FF2B5EF4-FFF2-40B4-BE49-F238E27FC236}">
                <a16:creationId xmlns:a16="http://schemas.microsoft.com/office/drawing/2014/main" id="{7F5714FF-EEA4-F43B-CE7C-F5FAA2119C6D}"/>
              </a:ext>
            </a:extLst>
          </p:cNvPr>
          <p:cNvGrpSpPr/>
          <p:nvPr/>
        </p:nvGrpSpPr>
        <p:grpSpPr>
          <a:xfrm>
            <a:off x="1969622" y="1879403"/>
            <a:ext cx="2823511" cy="646331"/>
            <a:chOff x="2801204" y="1895802"/>
            <a:chExt cx="2731849" cy="646331"/>
          </a:xfrm>
        </p:grpSpPr>
        <p:sp>
          <p:nvSpPr>
            <p:cNvPr id="48" name="正方形/長方形 47">
              <a:extLst>
                <a:ext uri="{FF2B5EF4-FFF2-40B4-BE49-F238E27FC236}">
                  <a16:creationId xmlns:a16="http://schemas.microsoft.com/office/drawing/2014/main" id="{8B9E7D3F-1430-1981-4EC3-50B5EEDB9332}"/>
                </a:ext>
              </a:extLst>
            </p:cNvPr>
            <p:cNvSpPr/>
            <p:nvPr/>
          </p:nvSpPr>
          <p:spPr>
            <a:xfrm>
              <a:off x="2808514" y="1895802"/>
              <a:ext cx="2724539" cy="64633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49" name="テキスト ボックス 48">
              <a:extLst>
                <a:ext uri="{FF2B5EF4-FFF2-40B4-BE49-F238E27FC236}">
                  <a16:creationId xmlns:a16="http://schemas.microsoft.com/office/drawing/2014/main" id="{4C1BCA80-F58E-1D24-D258-BB37696D01BB}"/>
                </a:ext>
              </a:extLst>
            </p:cNvPr>
            <p:cNvSpPr txBox="1"/>
            <p:nvPr/>
          </p:nvSpPr>
          <p:spPr>
            <a:xfrm>
              <a:off x="2801204" y="2000650"/>
              <a:ext cx="2637276"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Arial"/>
                  <a:ea typeface="微软雅黑"/>
                  <a:cs typeface="+mn-cs"/>
                </a:rPr>
                <a:t>Energy Estimation</a:t>
              </a:r>
            </a:p>
          </p:txBody>
        </p:sp>
      </p:grpSp>
      <p:sp>
        <p:nvSpPr>
          <p:cNvPr id="51" name="フローチャート: 書類 50">
            <a:extLst>
              <a:ext uri="{FF2B5EF4-FFF2-40B4-BE49-F238E27FC236}">
                <a16:creationId xmlns:a16="http://schemas.microsoft.com/office/drawing/2014/main" id="{1314CF2E-A571-3B53-B07F-35DCA604EF75}"/>
              </a:ext>
            </a:extLst>
          </p:cNvPr>
          <p:cNvSpPr/>
          <p:nvPr/>
        </p:nvSpPr>
        <p:spPr>
          <a:xfrm>
            <a:off x="2072288" y="2952853"/>
            <a:ext cx="2624118" cy="757062"/>
          </a:xfrm>
          <a:prstGeom prst="flowChartDocumen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54" name="フローチャート: 書類 53">
            <a:extLst>
              <a:ext uri="{FF2B5EF4-FFF2-40B4-BE49-F238E27FC236}">
                <a16:creationId xmlns:a16="http://schemas.microsoft.com/office/drawing/2014/main" id="{3DF22952-34FC-64D5-80D8-2563C856DC58}"/>
              </a:ext>
            </a:extLst>
          </p:cNvPr>
          <p:cNvSpPr/>
          <p:nvPr/>
        </p:nvSpPr>
        <p:spPr>
          <a:xfrm>
            <a:off x="2035351" y="5105167"/>
            <a:ext cx="2624118" cy="703687"/>
          </a:xfrm>
          <a:prstGeom prst="flowChartDocumen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p:cxnSp>
        <p:nvCxnSpPr>
          <p:cNvPr id="57" name="直線矢印コネクタ 56">
            <a:extLst>
              <a:ext uri="{FF2B5EF4-FFF2-40B4-BE49-F238E27FC236}">
                <a16:creationId xmlns:a16="http://schemas.microsoft.com/office/drawing/2014/main" id="{4660CC82-C6F5-7162-A21D-B5FBFE2FCBFF}"/>
              </a:ext>
            </a:extLst>
          </p:cNvPr>
          <p:cNvCxnSpPr>
            <a:cxnSpLocks/>
            <a:endCxn id="40" idx="1"/>
          </p:cNvCxnSpPr>
          <p:nvPr/>
        </p:nvCxnSpPr>
        <p:spPr>
          <a:xfrm>
            <a:off x="1560175" y="4332895"/>
            <a:ext cx="454294"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64" name="直線矢印コネクタ 63">
            <a:extLst>
              <a:ext uri="{FF2B5EF4-FFF2-40B4-BE49-F238E27FC236}">
                <a16:creationId xmlns:a16="http://schemas.microsoft.com/office/drawing/2014/main" id="{F1F2D5B4-E2C5-5EBB-D520-7168880DDEBE}"/>
              </a:ext>
            </a:extLst>
          </p:cNvPr>
          <p:cNvCxnSpPr>
            <a:cxnSpLocks/>
          </p:cNvCxnSpPr>
          <p:nvPr/>
        </p:nvCxnSpPr>
        <p:spPr>
          <a:xfrm>
            <a:off x="1512183" y="2189480"/>
            <a:ext cx="454295"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68" name="テキスト ボックス 67">
            <a:extLst>
              <a:ext uri="{FF2B5EF4-FFF2-40B4-BE49-F238E27FC236}">
                <a16:creationId xmlns:a16="http://schemas.microsoft.com/office/drawing/2014/main" id="{046FCBC0-5053-AE31-945F-BEAC44477D10}"/>
              </a:ext>
            </a:extLst>
          </p:cNvPr>
          <p:cNvSpPr txBox="1"/>
          <p:nvPr/>
        </p:nvSpPr>
        <p:spPr>
          <a:xfrm>
            <a:off x="1985140" y="1171624"/>
            <a:ext cx="2808516"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sng" strike="noStrike" kern="1200" cap="none" spc="0" normalizeH="0" baseline="0" noProof="0" dirty="0">
                <a:ln>
                  <a:noFill/>
                </a:ln>
                <a:solidFill>
                  <a:prstClr val="black"/>
                </a:solidFill>
                <a:effectLst/>
                <a:uLnTx/>
                <a:uFillTx/>
                <a:latin typeface="Arial"/>
                <a:ea typeface="微软雅黑"/>
                <a:cs typeface="+mn-cs"/>
              </a:rPr>
              <a:t>Preparation Phase</a:t>
            </a:r>
          </a:p>
        </p:txBody>
      </p:sp>
      <p:sp>
        <p:nvSpPr>
          <p:cNvPr id="69" name="正方形/長方形 68">
            <a:extLst>
              <a:ext uri="{FF2B5EF4-FFF2-40B4-BE49-F238E27FC236}">
                <a16:creationId xmlns:a16="http://schemas.microsoft.com/office/drawing/2014/main" id="{FCBBD976-D6AD-F58D-98AA-40C3506C1415}"/>
              </a:ext>
            </a:extLst>
          </p:cNvPr>
          <p:cNvSpPr/>
          <p:nvPr/>
        </p:nvSpPr>
        <p:spPr>
          <a:xfrm>
            <a:off x="5044473" y="1604865"/>
            <a:ext cx="4433303" cy="4282752"/>
          </a:xfrm>
          <a:prstGeom prst="rect">
            <a:avLst/>
          </a:prstGeom>
          <a:noFill/>
          <a:ln w="19050">
            <a:solidFill>
              <a:srgbClr val="0070C0"/>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70" name="テキスト ボックス 69">
            <a:extLst>
              <a:ext uri="{FF2B5EF4-FFF2-40B4-BE49-F238E27FC236}">
                <a16:creationId xmlns:a16="http://schemas.microsoft.com/office/drawing/2014/main" id="{ADA86210-9DBE-3F59-08FD-FE45C8435A79}"/>
              </a:ext>
            </a:extLst>
          </p:cNvPr>
          <p:cNvSpPr txBox="1"/>
          <p:nvPr/>
        </p:nvSpPr>
        <p:spPr>
          <a:xfrm>
            <a:off x="5904469" y="1170274"/>
            <a:ext cx="2808516"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sng" strike="noStrike" kern="1200" cap="none" spc="0" normalizeH="0" baseline="0" noProof="0" dirty="0">
                <a:ln>
                  <a:noFill/>
                </a:ln>
                <a:solidFill>
                  <a:prstClr val="black"/>
                </a:solidFill>
                <a:effectLst/>
                <a:uLnTx/>
                <a:uFillTx/>
                <a:latin typeface="Arial"/>
                <a:ea typeface="微软雅黑"/>
                <a:cs typeface="+mn-cs"/>
              </a:rPr>
              <a:t>Configuration Phase</a:t>
            </a:r>
          </a:p>
        </p:txBody>
      </p:sp>
      <p:cxnSp>
        <p:nvCxnSpPr>
          <p:cNvPr id="71" name="コネクタ: カギ線 70">
            <a:extLst>
              <a:ext uri="{FF2B5EF4-FFF2-40B4-BE49-F238E27FC236}">
                <a16:creationId xmlns:a16="http://schemas.microsoft.com/office/drawing/2014/main" id="{11541472-605C-75D7-5F55-B3E17CDDE262}"/>
              </a:ext>
            </a:extLst>
          </p:cNvPr>
          <p:cNvCxnSpPr>
            <a:cxnSpLocks/>
            <a:stCxn id="51" idx="3"/>
            <a:endCxn id="88" idx="0"/>
          </p:cNvCxnSpPr>
          <p:nvPr/>
        </p:nvCxnSpPr>
        <p:spPr>
          <a:xfrm flipV="1">
            <a:off x="4696406" y="1897446"/>
            <a:ext cx="1450223" cy="1433938"/>
          </a:xfrm>
          <a:prstGeom prst="bentConnector4">
            <a:avLst>
              <a:gd name="adj1" fmla="val 30829"/>
              <a:gd name="adj2" fmla="val 115942"/>
            </a:avLst>
          </a:prstGeom>
          <a:ln w="28575">
            <a:tailEnd type="triangle"/>
          </a:ln>
        </p:spPr>
        <p:style>
          <a:lnRef idx="1">
            <a:schemeClr val="dk1"/>
          </a:lnRef>
          <a:fillRef idx="0">
            <a:schemeClr val="dk1"/>
          </a:fillRef>
          <a:effectRef idx="0">
            <a:schemeClr val="dk1"/>
          </a:effectRef>
          <a:fontRef idx="minor">
            <a:schemeClr val="tx1"/>
          </a:fontRef>
        </p:style>
      </p:cxnSp>
      <p:cxnSp>
        <p:nvCxnSpPr>
          <p:cNvPr id="77" name="コネクタ: カギ線 76">
            <a:extLst>
              <a:ext uri="{FF2B5EF4-FFF2-40B4-BE49-F238E27FC236}">
                <a16:creationId xmlns:a16="http://schemas.microsoft.com/office/drawing/2014/main" id="{9C5037EC-9A6E-11E2-5ED8-AA02BDEF8183}"/>
              </a:ext>
            </a:extLst>
          </p:cNvPr>
          <p:cNvCxnSpPr>
            <a:cxnSpLocks/>
          </p:cNvCxnSpPr>
          <p:nvPr/>
        </p:nvCxnSpPr>
        <p:spPr>
          <a:xfrm flipV="1">
            <a:off x="4660739" y="3338436"/>
            <a:ext cx="486784" cy="2118575"/>
          </a:xfrm>
          <a:prstGeom prst="bentConnector2">
            <a:avLst/>
          </a:prstGeom>
          <a:ln w="28575">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88" name="正方形/長方形 87">
            <a:extLst>
              <a:ext uri="{FF2B5EF4-FFF2-40B4-BE49-F238E27FC236}">
                <a16:creationId xmlns:a16="http://schemas.microsoft.com/office/drawing/2014/main" id="{5E4A823A-3A31-9A77-1E47-0D6DCC63CC32}"/>
              </a:ext>
            </a:extLst>
          </p:cNvPr>
          <p:cNvSpPr/>
          <p:nvPr/>
        </p:nvSpPr>
        <p:spPr>
          <a:xfrm>
            <a:off x="5289623" y="1897446"/>
            <a:ext cx="1714012" cy="247265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p:cxnSp>
        <p:nvCxnSpPr>
          <p:cNvPr id="144" name="コネクタ: カギ線 143">
            <a:extLst>
              <a:ext uri="{FF2B5EF4-FFF2-40B4-BE49-F238E27FC236}">
                <a16:creationId xmlns:a16="http://schemas.microsoft.com/office/drawing/2014/main" id="{5E84D0FC-127F-4A34-9760-2C16D524B331}"/>
              </a:ext>
            </a:extLst>
          </p:cNvPr>
          <p:cNvCxnSpPr>
            <a:cxnSpLocks/>
            <a:stCxn id="39" idx="2"/>
            <a:endCxn id="166" idx="1"/>
          </p:cNvCxnSpPr>
          <p:nvPr/>
        </p:nvCxnSpPr>
        <p:spPr>
          <a:xfrm rot="5400000" flipH="1" flipV="1">
            <a:off x="7493762" y="3056662"/>
            <a:ext cx="1125154" cy="3830288"/>
          </a:xfrm>
          <a:prstGeom prst="bentConnector4">
            <a:avLst>
              <a:gd name="adj1" fmla="val -20317"/>
              <a:gd name="adj2" fmla="val 95294"/>
            </a:avLst>
          </a:prstGeom>
          <a:ln w="28575">
            <a:tailEnd type="triangle"/>
          </a:ln>
        </p:spPr>
        <p:style>
          <a:lnRef idx="1">
            <a:schemeClr val="dk1"/>
          </a:lnRef>
          <a:fillRef idx="0">
            <a:schemeClr val="dk1"/>
          </a:fillRef>
          <a:effectRef idx="0">
            <a:schemeClr val="dk1"/>
          </a:effectRef>
          <a:fontRef idx="minor">
            <a:schemeClr val="tx1"/>
          </a:fontRef>
        </p:style>
      </p:cxnSp>
      <p:cxnSp>
        <p:nvCxnSpPr>
          <p:cNvPr id="159" name="コネクタ: カギ線 158">
            <a:extLst>
              <a:ext uri="{FF2B5EF4-FFF2-40B4-BE49-F238E27FC236}">
                <a16:creationId xmlns:a16="http://schemas.microsoft.com/office/drawing/2014/main" id="{E508C6A9-DB30-E675-D4A6-16D905641303}"/>
              </a:ext>
            </a:extLst>
          </p:cNvPr>
          <p:cNvCxnSpPr>
            <a:cxnSpLocks/>
            <a:stCxn id="72" idx="2"/>
            <a:endCxn id="163" idx="1"/>
          </p:cNvCxnSpPr>
          <p:nvPr/>
        </p:nvCxnSpPr>
        <p:spPr>
          <a:xfrm rot="5400000" flipH="1" flipV="1">
            <a:off x="7908803" y="3445928"/>
            <a:ext cx="2491573" cy="1640855"/>
          </a:xfrm>
          <a:prstGeom prst="bentConnector4">
            <a:avLst>
              <a:gd name="adj1" fmla="val -3136"/>
              <a:gd name="adj2" fmla="val 81289"/>
            </a:avLst>
          </a:prstGeom>
          <a:ln w="28575">
            <a:tailEnd type="triangle"/>
          </a:ln>
        </p:spPr>
        <p:style>
          <a:lnRef idx="1">
            <a:schemeClr val="dk1"/>
          </a:lnRef>
          <a:fillRef idx="0">
            <a:schemeClr val="dk1"/>
          </a:fillRef>
          <a:effectRef idx="0">
            <a:schemeClr val="dk1"/>
          </a:effectRef>
          <a:fontRef idx="minor">
            <a:schemeClr val="tx1"/>
          </a:fontRef>
        </p:style>
      </p:cxnSp>
      <p:sp>
        <p:nvSpPr>
          <p:cNvPr id="2" name="テキスト ボックス 1">
            <a:extLst>
              <a:ext uri="{FF2B5EF4-FFF2-40B4-BE49-F238E27FC236}">
                <a16:creationId xmlns:a16="http://schemas.microsoft.com/office/drawing/2014/main" id="{A427B304-50FC-8F1D-2D65-408B939808B7}"/>
              </a:ext>
            </a:extLst>
          </p:cNvPr>
          <p:cNvSpPr txBox="1"/>
          <p:nvPr/>
        </p:nvSpPr>
        <p:spPr>
          <a:xfrm>
            <a:off x="3016707" y="5948497"/>
            <a:ext cx="605536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Arial"/>
                <a:ea typeface="微软雅黑"/>
                <a:cs typeface="+mn-cs"/>
              </a:rPr>
              <a:t>Fig. 7 Framework Overview</a:t>
            </a:r>
            <a:endParaRPr kumimoji="1" lang="ja-JP" altLang="en-US" sz="1800" b="0" i="0" u="none" strike="noStrike" kern="1200" cap="none" spc="0" normalizeH="0" baseline="0" noProof="0" dirty="0">
              <a:ln>
                <a:noFill/>
              </a:ln>
              <a:solidFill>
                <a:prstClr val="black"/>
              </a:solidFill>
              <a:effectLst/>
              <a:uLnTx/>
              <a:uFillTx/>
              <a:latin typeface="Arial"/>
              <a:ea typeface="微软雅黑"/>
              <a:cs typeface="+mn-cs"/>
            </a:endParaRPr>
          </a:p>
        </p:txBody>
      </p:sp>
      <p:sp>
        <p:nvSpPr>
          <p:cNvPr id="6" name="スライド番号プレースホルダー 5">
            <a:extLst>
              <a:ext uri="{FF2B5EF4-FFF2-40B4-BE49-F238E27FC236}">
                <a16:creationId xmlns:a16="http://schemas.microsoft.com/office/drawing/2014/main" id="{02740102-51A0-2028-8680-4D20EEF7F36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AE70B2-8BF9-45C0-BB95-33D1B9D3A854}" type="slidenum">
              <a:rPr kumimoji="0" lang="zh-CN" altLang="en-US" sz="1000" b="0" i="0" u="none" strike="noStrike" kern="1200" cap="none" spc="0" normalizeH="0" baseline="0" noProof="0" smtClean="0">
                <a:ln>
                  <a:noFill/>
                </a:ln>
                <a:solidFill>
                  <a:prstClr val="black">
                    <a:tint val="75000"/>
                  </a:prstClr>
                </a:solidFill>
                <a:effectLst/>
                <a:uLnTx/>
                <a:uFillTx/>
                <a:latin typeface="Arial"/>
                <a:ea typeface="微软雅黑"/>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zh-CN" altLang="en-US" sz="1000" b="0" i="0" u="none" strike="noStrike" kern="1200" cap="none" spc="0" normalizeH="0" baseline="0" noProof="0">
              <a:ln>
                <a:noFill/>
              </a:ln>
              <a:solidFill>
                <a:prstClr val="black">
                  <a:tint val="75000"/>
                </a:prstClr>
              </a:solidFill>
              <a:effectLst/>
              <a:uLnTx/>
              <a:uFillTx/>
              <a:latin typeface="Arial"/>
              <a:ea typeface="微软雅黑"/>
              <a:cs typeface="+mn-cs"/>
            </a:endParaRPr>
          </a:p>
        </p:txBody>
      </p:sp>
      <mc:AlternateContent xmlns:mc="http://schemas.openxmlformats.org/markup-compatibility/2006">
        <mc:Choice xmlns:a14="http://schemas.microsoft.com/office/drawing/2010/main" Requires="a14">
          <p:sp>
            <p:nvSpPr>
              <p:cNvPr id="19" name="テキスト ボックス 18">
                <a:extLst>
                  <a:ext uri="{FF2B5EF4-FFF2-40B4-BE49-F238E27FC236}">
                    <a16:creationId xmlns:a16="http://schemas.microsoft.com/office/drawing/2014/main" id="{5CC76BBD-76CD-9C1E-6E39-C58C0391D250}"/>
                  </a:ext>
                </a:extLst>
              </p:cNvPr>
              <p:cNvSpPr txBox="1"/>
              <p:nvPr/>
            </p:nvSpPr>
            <p:spPr>
              <a:xfrm>
                <a:off x="1944155" y="4289256"/>
                <a:ext cx="3909326" cy="39998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Sup>
                      <m:sSubSupPr>
                        <m:ctrlP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SupPr>
                      <m:e>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𝑇</m:t>
                        </m:r>
                      </m:e>
                      <m:sub>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𝑡𝑖𝑚𝑒𝑠𝑡𝑒𝑝𝑠</m:t>
                        </m:r>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sub>
                      <m:sup>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up>
                    </m:sSubSup>
                    <m:sSubSup>
                      <m:sSubSupPr>
                        <m:ctrlP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SupPr>
                      <m:e>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𝑁</m:t>
                        </m:r>
                      </m:e>
                      <m:sub>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𝑛𝑒𝑢𝑟𝑜𝑛𝑠</m:t>
                        </m:r>
                      </m:sub>
                      <m:sup>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up>
                    </m:sSubSup>
                  </m:oMath>
                </a14:m>
                <a:r>
                  <a:rPr kumimoji="1" lang="en-US" altLang="ja-JP" sz="1800" b="0" i="0" u="none" strike="noStrike" kern="1200" cap="none" spc="0" normalizeH="0" baseline="0" noProof="0" dirty="0">
                    <a:ln>
                      <a:noFill/>
                    </a:ln>
                    <a:solidFill>
                      <a:prstClr val="black"/>
                    </a:solidFill>
                    <a:effectLst/>
                    <a:uLnTx/>
                    <a:uFillTx/>
                    <a:latin typeface="Arial"/>
                    <a:ea typeface="微软雅黑"/>
                    <a:cs typeface="+mn-cs"/>
                  </a:rPr>
                  <a:t>, </a:t>
                </a:r>
                <a14:m>
                  <m:oMath xmlns:m="http://schemas.openxmlformats.org/officeDocument/2006/math">
                    <m:sSubSup>
                      <m:sSubSupPr>
                        <m:ctrlP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SupPr>
                      <m:e>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𝐸</m:t>
                        </m:r>
                      </m:e>
                      <m:sub>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𝑡𝑟𝑎𝑖𝑛</m:t>
                        </m:r>
                      </m:sub>
                      <m:sup>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up>
                    </m:sSubSup>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oMath>
                </a14:m>
                <a:endParaRPr kumimoji="1" lang="ja-JP" altLang="en-US" sz="1800" b="0" i="0" u="none" strike="noStrike" kern="1200" cap="none" spc="0" normalizeH="0" baseline="0" noProof="0" dirty="0">
                  <a:ln>
                    <a:noFill/>
                  </a:ln>
                  <a:solidFill>
                    <a:prstClr val="black"/>
                  </a:solidFill>
                  <a:effectLst/>
                  <a:uLnTx/>
                  <a:uFillTx/>
                  <a:latin typeface="Arial"/>
                  <a:ea typeface="微软雅黑"/>
                  <a:cs typeface="+mn-cs"/>
                </a:endParaRPr>
              </a:p>
            </p:txBody>
          </p:sp>
        </mc:Choice>
        <mc:Fallback>
          <p:sp>
            <p:nvSpPr>
              <p:cNvPr id="19" name="テキスト ボックス 18">
                <a:extLst>
                  <a:ext uri="{FF2B5EF4-FFF2-40B4-BE49-F238E27FC236}">
                    <a16:creationId xmlns:a16="http://schemas.microsoft.com/office/drawing/2014/main" id="{5CC76BBD-76CD-9C1E-6E39-C58C0391D250}"/>
                  </a:ext>
                </a:extLst>
              </p:cNvPr>
              <p:cNvSpPr txBox="1">
                <a:spLocks noRot="1" noChangeAspect="1" noMove="1" noResize="1" noEditPoints="1" noAdjustHandles="1" noChangeArrowheads="1" noChangeShapeType="1" noTextEdit="1"/>
              </p:cNvSpPr>
              <p:nvPr/>
            </p:nvSpPr>
            <p:spPr>
              <a:xfrm>
                <a:off x="1944155" y="4289256"/>
                <a:ext cx="3909326" cy="399981"/>
              </a:xfrm>
              <a:prstGeom prst="rect">
                <a:avLst/>
              </a:prstGeom>
              <a:blipFill>
                <a:blip r:embed="rId6"/>
                <a:stretch>
                  <a:fillRect l="-468" t="-9231" b="-16923"/>
                </a:stretch>
              </a:blipFill>
            </p:spPr>
            <p:txBody>
              <a:bodyPr/>
              <a:lstStyle/>
              <a:p>
                <a:r>
                  <a:rPr lang="ja-JP" altLang="en-US">
                    <a:noFill/>
                  </a:rPr>
                  <a:t> </a:t>
                </a:r>
              </a:p>
            </p:txBody>
          </p:sp>
        </mc:Fallback>
      </mc:AlternateContent>
      <p:sp>
        <p:nvSpPr>
          <p:cNvPr id="21" name="テキスト ボックス 20">
            <a:extLst>
              <a:ext uri="{FF2B5EF4-FFF2-40B4-BE49-F238E27FC236}">
                <a16:creationId xmlns:a16="http://schemas.microsoft.com/office/drawing/2014/main" id="{7C3BE618-390E-155B-BEFB-31DFB5E89289}"/>
              </a:ext>
            </a:extLst>
          </p:cNvPr>
          <p:cNvSpPr txBox="1"/>
          <p:nvPr/>
        </p:nvSpPr>
        <p:spPr>
          <a:xfrm>
            <a:off x="1928246" y="5105167"/>
            <a:ext cx="2808516"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Arial"/>
                <a:ea typeface="微软雅黑"/>
                <a:cs typeface="+mn-cs"/>
              </a:rPr>
              <a:t>Parameter-Consumption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Arial"/>
                <a:ea typeface="微软雅黑"/>
                <a:cs typeface="+mn-cs"/>
              </a:rPr>
              <a:t>Relation (equation)</a:t>
            </a:r>
          </a:p>
        </p:txBody>
      </p:sp>
      <p:cxnSp>
        <p:nvCxnSpPr>
          <p:cNvPr id="24" name="コネクタ: カギ線 23">
            <a:extLst>
              <a:ext uri="{FF2B5EF4-FFF2-40B4-BE49-F238E27FC236}">
                <a16:creationId xmlns:a16="http://schemas.microsoft.com/office/drawing/2014/main" id="{06A07291-57C1-800C-5DBA-C9230B487C6E}"/>
              </a:ext>
            </a:extLst>
          </p:cNvPr>
          <p:cNvCxnSpPr>
            <a:cxnSpLocks/>
            <a:endCxn id="90" idx="0"/>
          </p:cNvCxnSpPr>
          <p:nvPr/>
        </p:nvCxnSpPr>
        <p:spPr>
          <a:xfrm>
            <a:off x="6146460" y="1667781"/>
            <a:ext cx="2234816" cy="196896"/>
          </a:xfrm>
          <a:prstGeom prst="bentConnector2">
            <a:avLst/>
          </a:prstGeom>
          <a:ln w="28575">
            <a:headEnd type="none" w="med" len="med"/>
            <a:tailEnd type="triangle" w="med" len="med"/>
          </a:ln>
        </p:spPr>
        <p:style>
          <a:lnRef idx="1">
            <a:schemeClr val="dk1"/>
          </a:lnRef>
          <a:fillRef idx="0">
            <a:schemeClr val="dk1"/>
          </a:fillRef>
          <a:effectRef idx="0">
            <a:schemeClr val="dk1"/>
          </a:effectRef>
          <a:fontRef idx="minor">
            <a:schemeClr val="tx1"/>
          </a:fontRef>
        </p:style>
      </p:cxnSp>
      <p:sp>
        <p:nvSpPr>
          <p:cNvPr id="53" name="テキスト ボックス 52">
            <a:extLst>
              <a:ext uri="{FF2B5EF4-FFF2-40B4-BE49-F238E27FC236}">
                <a16:creationId xmlns:a16="http://schemas.microsoft.com/office/drawing/2014/main" id="{A3E0A06F-FFE3-493A-E69A-28B57172A6DF}"/>
              </a:ext>
            </a:extLst>
          </p:cNvPr>
          <p:cNvSpPr txBox="1"/>
          <p:nvPr/>
        </p:nvSpPr>
        <p:spPr>
          <a:xfrm>
            <a:off x="5413475" y="1885975"/>
            <a:ext cx="1579397"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sng" strike="noStrike" kern="1200" cap="none" spc="0" normalizeH="0" baseline="0" noProof="0" dirty="0">
                <a:ln>
                  <a:noFill/>
                </a:ln>
                <a:solidFill>
                  <a:prstClr val="black"/>
                </a:solidFill>
                <a:effectLst/>
                <a:uLnTx/>
                <a:uFillTx/>
                <a:latin typeface="Arial"/>
                <a:ea typeface="微软雅黑"/>
                <a:cs typeface="+mn-cs"/>
              </a:rPr>
              <a:t>For Training</a:t>
            </a:r>
          </a:p>
        </p:txBody>
      </p:sp>
      <p:sp>
        <p:nvSpPr>
          <p:cNvPr id="55" name="テキスト ボックス 54">
            <a:extLst>
              <a:ext uri="{FF2B5EF4-FFF2-40B4-BE49-F238E27FC236}">
                <a16:creationId xmlns:a16="http://schemas.microsoft.com/office/drawing/2014/main" id="{392BEAC0-78C1-F51B-C50F-0BF77493D3F2}"/>
              </a:ext>
            </a:extLst>
          </p:cNvPr>
          <p:cNvSpPr txBox="1"/>
          <p:nvPr/>
        </p:nvSpPr>
        <p:spPr>
          <a:xfrm>
            <a:off x="7618471" y="1884090"/>
            <a:ext cx="1579397"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sng" strike="noStrike" kern="1200" cap="none" spc="0" normalizeH="0" baseline="0" noProof="0" dirty="0">
                <a:ln>
                  <a:noFill/>
                </a:ln>
                <a:solidFill>
                  <a:prstClr val="black"/>
                </a:solidFill>
                <a:effectLst/>
                <a:uLnTx/>
                <a:uFillTx/>
                <a:latin typeface="Arial"/>
                <a:ea typeface="微软雅黑"/>
                <a:cs typeface="+mn-cs"/>
              </a:rPr>
              <a:t>For Inference</a:t>
            </a:r>
          </a:p>
        </p:txBody>
      </p:sp>
      <p:sp>
        <p:nvSpPr>
          <p:cNvPr id="56" name="テキスト ボックス 55">
            <a:extLst>
              <a:ext uri="{FF2B5EF4-FFF2-40B4-BE49-F238E27FC236}">
                <a16:creationId xmlns:a16="http://schemas.microsoft.com/office/drawing/2014/main" id="{4DE1DCAC-9568-5E20-9247-61440B73EE39}"/>
              </a:ext>
            </a:extLst>
          </p:cNvPr>
          <p:cNvSpPr txBox="1"/>
          <p:nvPr/>
        </p:nvSpPr>
        <p:spPr>
          <a:xfrm>
            <a:off x="5390401" y="2274621"/>
            <a:ext cx="1579397"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Arial"/>
                <a:ea typeface="微软雅黑"/>
                <a:cs typeface="+mn-cs"/>
              </a:rPr>
              <a:t>Adjust:</a:t>
            </a:r>
          </a:p>
        </p:txBody>
      </p:sp>
      <mc:AlternateContent xmlns:mc="http://schemas.openxmlformats.org/markup-compatibility/2006">
        <mc:Choice xmlns:a14="http://schemas.microsoft.com/office/drawing/2010/main" Requires="a14">
          <p:sp>
            <p:nvSpPr>
              <p:cNvPr id="59" name="テキスト ボックス 58">
                <a:extLst>
                  <a:ext uri="{FF2B5EF4-FFF2-40B4-BE49-F238E27FC236}">
                    <a16:creationId xmlns:a16="http://schemas.microsoft.com/office/drawing/2014/main" id="{C2D20226-C290-5E18-C9FB-B1B72BD7C6F6}"/>
                  </a:ext>
                </a:extLst>
              </p:cNvPr>
              <p:cNvSpPr txBox="1"/>
              <p:nvPr/>
            </p:nvSpPr>
            <p:spPr>
              <a:xfrm>
                <a:off x="5643406" y="2629183"/>
                <a:ext cx="1006108" cy="298415"/>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𝑇</m:t>
                          </m:r>
                        </m:e>
                        <m:sub>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𝑡𝑖𝑚𝑒𝑠𝑡𝑒𝑝𝑠</m:t>
                          </m:r>
                        </m:sub>
                      </m:sSub>
                    </m:oMath>
                  </m:oMathPara>
                </a14:m>
                <a:endParaRPr kumimoji="1" lang="ja-JP" altLang="en-US" sz="1800" b="0" i="0" u="none" strike="noStrike" kern="1200" cap="none" spc="0" normalizeH="0" baseline="0" noProof="0" dirty="0">
                  <a:ln>
                    <a:noFill/>
                  </a:ln>
                  <a:solidFill>
                    <a:prstClr val="black"/>
                  </a:solidFill>
                  <a:effectLst/>
                  <a:uLnTx/>
                  <a:uFillTx/>
                  <a:latin typeface="Arial"/>
                  <a:ea typeface="微软雅黑"/>
                  <a:cs typeface="+mn-cs"/>
                </a:endParaRPr>
              </a:p>
            </p:txBody>
          </p:sp>
        </mc:Choice>
        <mc:Fallback>
          <p:sp>
            <p:nvSpPr>
              <p:cNvPr id="59" name="テキスト ボックス 58">
                <a:extLst>
                  <a:ext uri="{FF2B5EF4-FFF2-40B4-BE49-F238E27FC236}">
                    <a16:creationId xmlns:a16="http://schemas.microsoft.com/office/drawing/2014/main" id="{C2D20226-C290-5E18-C9FB-B1B72BD7C6F6}"/>
                  </a:ext>
                </a:extLst>
              </p:cNvPr>
              <p:cNvSpPr txBox="1">
                <a:spLocks noRot="1" noChangeAspect="1" noMove="1" noResize="1" noEditPoints="1" noAdjustHandles="1" noChangeArrowheads="1" noChangeShapeType="1" noTextEdit="1"/>
              </p:cNvSpPr>
              <p:nvPr/>
            </p:nvSpPr>
            <p:spPr>
              <a:xfrm>
                <a:off x="5643406" y="2629183"/>
                <a:ext cx="1006108" cy="298415"/>
              </a:xfrm>
              <a:prstGeom prst="rect">
                <a:avLst/>
              </a:prstGeom>
              <a:blipFill>
                <a:blip r:embed="rId7"/>
                <a:stretch>
                  <a:fillRect l="-4848" r="-1818" b="-24490"/>
                </a:stretch>
              </a:blipFill>
            </p:spPr>
            <p:txBody>
              <a:bodyPr/>
              <a:lstStyle/>
              <a:p>
                <a:r>
                  <a:rPr lang="ja-JP" altLang="en-US">
                    <a:noFill/>
                  </a:rPr>
                  <a:t> </a:t>
                </a:r>
              </a:p>
            </p:txBody>
          </p:sp>
        </mc:Fallback>
      </mc:AlternateContent>
      <p:cxnSp>
        <p:nvCxnSpPr>
          <p:cNvPr id="61" name="直線矢印コネクタ 60">
            <a:extLst>
              <a:ext uri="{FF2B5EF4-FFF2-40B4-BE49-F238E27FC236}">
                <a16:creationId xmlns:a16="http://schemas.microsoft.com/office/drawing/2014/main" id="{12BA09F1-3980-6703-2124-719D7F0D1D29}"/>
              </a:ext>
            </a:extLst>
          </p:cNvPr>
          <p:cNvCxnSpPr>
            <a:stCxn id="59" idx="2"/>
          </p:cNvCxnSpPr>
          <p:nvPr/>
        </p:nvCxnSpPr>
        <p:spPr>
          <a:xfrm>
            <a:off x="6146460" y="2927598"/>
            <a:ext cx="0" cy="3891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62" name="テキスト ボックス 61">
                <a:extLst>
                  <a:ext uri="{FF2B5EF4-FFF2-40B4-BE49-F238E27FC236}">
                    <a16:creationId xmlns:a16="http://schemas.microsoft.com/office/drawing/2014/main" id="{37BF4350-0F7E-D6BC-223A-79E600100881}"/>
                  </a:ext>
                </a:extLst>
              </p:cNvPr>
              <p:cNvSpPr txBox="1"/>
              <p:nvPr/>
            </p:nvSpPr>
            <p:spPr>
              <a:xfrm>
                <a:off x="5661776" y="3299359"/>
                <a:ext cx="915572" cy="2769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𝑁</m:t>
                          </m:r>
                        </m:e>
                        <m:sub>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𝑛𝑒𝑢𝑟𝑜𝑛𝑠</m:t>
                          </m:r>
                        </m:sub>
                      </m:sSub>
                    </m:oMath>
                  </m:oMathPara>
                </a14:m>
                <a:endParaRPr kumimoji="1" lang="ja-JP" altLang="en-US" sz="1800" b="0" i="0" u="none" strike="noStrike" kern="1200" cap="none" spc="0" normalizeH="0" baseline="0" noProof="0" dirty="0">
                  <a:ln>
                    <a:noFill/>
                  </a:ln>
                  <a:solidFill>
                    <a:prstClr val="black"/>
                  </a:solidFill>
                  <a:effectLst/>
                  <a:uLnTx/>
                  <a:uFillTx/>
                  <a:latin typeface="Arial"/>
                  <a:ea typeface="微软雅黑"/>
                  <a:cs typeface="+mn-cs"/>
                </a:endParaRPr>
              </a:p>
            </p:txBody>
          </p:sp>
        </mc:Choice>
        <mc:Fallback>
          <p:sp>
            <p:nvSpPr>
              <p:cNvPr id="62" name="テキスト ボックス 61">
                <a:extLst>
                  <a:ext uri="{FF2B5EF4-FFF2-40B4-BE49-F238E27FC236}">
                    <a16:creationId xmlns:a16="http://schemas.microsoft.com/office/drawing/2014/main" id="{37BF4350-0F7E-D6BC-223A-79E600100881}"/>
                  </a:ext>
                </a:extLst>
              </p:cNvPr>
              <p:cNvSpPr txBox="1">
                <a:spLocks noRot="1" noChangeAspect="1" noMove="1" noResize="1" noEditPoints="1" noAdjustHandles="1" noChangeArrowheads="1" noChangeShapeType="1" noTextEdit="1"/>
              </p:cNvSpPr>
              <p:nvPr/>
            </p:nvSpPr>
            <p:spPr>
              <a:xfrm>
                <a:off x="5661776" y="3299359"/>
                <a:ext cx="915572" cy="276999"/>
              </a:xfrm>
              <a:prstGeom prst="rect">
                <a:avLst/>
              </a:prstGeom>
              <a:blipFill>
                <a:blip r:embed="rId8"/>
                <a:stretch>
                  <a:fillRect l="-5333" b="-10870"/>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63" name="テキスト ボックス 62">
                <a:extLst>
                  <a:ext uri="{FF2B5EF4-FFF2-40B4-BE49-F238E27FC236}">
                    <a16:creationId xmlns:a16="http://schemas.microsoft.com/office/drawing/2014/main" id="{A73AE1F7-CDEE-7342-701E-076D09B2BC81}"/>
                  </a:ext>
                </a:extLst>
              </p:cNvPr>
              <p:cNvSpPr txBox="1"/>
              <p:nvPr/>
            </p:nvSpPr>
            <p:spPr>
              <a:xfrm>
                <a:off x="5833511" y="4002908"/>
                <a:ext cx="663322" cy="2769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𝑁</m:t>
                          </m:r>
                        </m:e>
                        <m:sub>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𝑡𝑟𝑎𝑖𝑛</m:t>
                          </m:r>
                        </m:sub>
                      </m:sSub>
                    </m:oMath>
                  </m:oMathPara>
                </a14:m>
                <a:endParaRPr kumimoji="1" lang="ja-JP" altLang="en-US" sz="1800" b="0" i="0" u="none" strike="noStrike" kern="1200" cap="none" spc="0" normalizeH="0" baseline="0" noProof="0" dirty="0">
                  <a:ln>
                    <a:noFill/>
                  </a:ln>
                  <a:solidFill>
                    <a:prstClr val="black"/>
                  </a:solidFill>
                  <a:effectLst/>
                  <a:uLnTx/>
                  <a:uFillTx/>
                  <a:latin typeface="Arial"/>
                  <a:ea typeface="微软雅黑"/>
                  <a:cs typeface="+mn-cs"/>
                </a:endParaRPr>
              </a:p>
            </p:txBody>
          </p:sp>
        </mc:Choice>
        <mc:Fallback>
          <p:sp>
            <p:nvSpPr>
              <p:cNvPr id="63" name="テキスト ボックス 62">
                <a:extLst>
                  <a:ext uri="{FF2B5EF4-FFF2-40B4-BE49-F238E27FC236}">
                    <a16:creationId xmlns:a16="http://schemas.microsoft.com/office/drawing/2014/main" id="{A73AE1F7-CDEE-7342-701E-076D09B2BC81}"/>
                  </a:ext>
                </a:extLst>
              </p:cNvPr>
              <p:cNvSpPr txBox="1">
                <a:spLocks noRot="1" noChangeAspect="1" noMove="1" noResize="1" noEditPoints="1" noAdjustHandles="1" noChangeArrowheads="1" noChangeShapeType="1" noTextEdit="1"/>
              </p:cNvSpPr>
              <p:nvPr/>
            </p:nvSpPr>
            <p:spPr>
              <a:xfrm>
                <a:off x="5833511" y="4002908"/>
                <a:ext cx="663322" cy="276999"/>
              </a:xfrm>
              <a:prstGeom prst="rect">
                <a:avLst/>
              </a:prstGeom>
              <a:blipFill>
                <a:blip r:embed="rId9"/>
                <a:stretch>
                  <a:fillRect l="-7339" r="-917" b="-17778"/>
                </a:stretch>
              </a:blipFill>
            </p:spPr>
            <p:txBody>
              <a:bodyPr/>
              <a:lstStyle/>
              <a:p>
                <a:r>
                  <a:rPr lang="ja-JP" altLang="en-US">
                    <a:noFill/>
                  </a:rPr>
                  <a:t> </a:t>
                </a:r>
              </a:p>
            </p:txBody>
          </p:sp>
        </mc:Fallback>
      </mc:AlternateContent>
      <p:cxnSp>
        <p:nvCxnSpPr>
          <p:cNvPr id="65" name="直線矢印コネクタ 64">
            <a:extLst>
              <a:ext uri="{FF2B5EF4-FFF2-40B4-BE49-F238E27FC236}">
                <a16:creationId xmlns:a16="http://schemas.microsoft.com/office/drawing/2014/main" id="{537BF026-4449-E1EF-ADCB-0F1FF04308B1}"/>
              </a:ext>
            </a:extLst>
          </p:cNvPr>
          <p:cNvCxnSpPr/>
          <p:nvPr/>
        </p:nvCxnSpPr>
        <p:spPr>
          <a:xfrm>
            <a:off x="6146460" y="3683061"/>
            <a:ext cx="0" cy="3891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6" name="テキスト ボックス 65">
            <a:extLst>
              <a:ext uri="{FF2B5EF4-FFF2-40B4-BE49-F238E27FC236}">
                <a16:creationId xmlns:a16="http://schemas.microsoft.com/office/drawing/2014/main" id="{251879E3-B7AD-A31D-B278-CFBB8E75C1B8}"/>
              </a:ext>
            </a:extLst>
          </p:cNvPr>
          <p:cNvSpPr txBox="1"/>
          <p:nvPr/>
        </p:nvSpPr>
        <p:spPr>
          <a:xfrm>
            <a:off x="7625253" y="2274621"/>
            <a:ext cx="1579397"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Arial"/>
                <a:ea typeface="微软雅黑"/>
                <a:cs typeface="+mn-cs"/>
              </a:rPr>
              <a:t>Adjust:</a:t>
            </a:r>
          </a:p>
        </p:txBody>
      </p:sp>
      <mc:AlternateContent xmlns:mc="http://schemas.openxmlformats.org/markup-compatibility/2006">
        <mc:Choice xmlns:a14="http://schemas.microsoft.com/office/drawing/2010/main" Requires="a14">
          <p:sp>
            <p:nvSpPr>
              <p:cNvPr id="67" name="テキスト ボックス 66">
                <a:extLst>
                  <a:ext uri="{FF2B5EF4-FFF2-40B4-BE49-F238E27FC236}">
                    <a16:creationId xmlns:a16="http://schemas.microsoft.com/office/drawing/2014/main" id="{A4024158-20AD-BC24-AB6E-9E53DA7A155C}"/>
                  </a:ext>
                </a:extLst>
              </p:cNvPr>
              <p:cNvSpPr txBox="1"/>
              <p:nvPr/>
            </p:nvSpPr>
            <p:spPr>
              <a:xfrm>
                <a:off x="7907047" y="2618832"/>
                <a:ext cx="1006109" cy="298415"/>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𝑇</m:t>
                          </m:r>
                        </m:e>
                        <m:sub>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𝑡𝑖𝑚𝑒𝑠𝑡𝑒𝑝𝑠</m:t>
                          </m:r>
                        </m:sub>
                      </m:sSub>
                    </m:oMath>
                  </m:oMathPara>
                </a14:m>
                <a:endParaRPr kumimoji="1" lang="ja-JP" altLang="en-US" sz="1800" b="0" i="0" u="none" strike="noStrike" kern="1200" cap="none" spc="0" normalizeH="0" baseline="0" noProof="0" dirty="0">
                  <a:ln>
                    <a:noFill/>
                  </a:ln>
                  <a:solidFill>
                    <a:prstClr val="black"/>
                  </a:solidFill>
                  <a:effectLst/>
                  <a:uLnTx/>
                  <a:uFillTx/>
                  <a:latin typeface="Arial"/>
                  <a:ea typeface="微软雅黑"/>
                  <a:cs typeface="+mn-cs"/>
                </a:endParaRPr>
              </a:p>
            </p:txBody>
          </p:sp>
        </mc:Choice>
        <mc:Fallback>
          <p:sp>
            <p:nvSpPr>
              <p:cNvPr id="67" name="テキスト ボックス 66">
                <a:extLst>
                  <a:ext uri="{FF2B5EF4-FFF2-40B4-BE49-F238E27FC236}">
                    <a16:creationId xmlns:a16="http://schemas.microsoft.com/office/drawing/2014/main" id="{A4024158-20AD-BC24-AB6E-9E53DA7A155C}"/>
                  </a:ext>
                </a:extLst>
              </p:cNvPr>
              <p:cNvSpPr txBox="1">
                <a:spLocks noRot="1" noChangeAspect="1" noMove="1" noResize="1" noEditPoints="1" noAdjustHandles="1" noChangeArrowheads="1" noChangeShapeType="1" noTextEdit="1"/>
              </p:cNvSpPr>
              <p:nvPr/>
            </p:nvSpPr>
            <p:spPr>
              <a:xfrm>
                <a:off x="7907047" y="2618832"/>
                <a:ext cx="1006109" cy="298415"/>
              </a:xfrm>
              <a:prstGeom prst="rect">
                <a:avLst/>
              </a:prstGeom>
              <a:blipFill>
                <a:blip r:embed="rId10"/>
                <a:stretch>
                  <a:fillRect l="-4242" r="-1818" b="-24490"/>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73" name="テキスト ボックス 72">
                <a:extLst>
                  <a:ext uri="{FF2B5EF4-FFF2-40B4-BE49-F238E27FC236}">
                    <a16:creationId xmlns:a16="http://schemas.microsoft.com/office/drawing/2014/main" id="{2D7378D6-1159-5884-AC55-A6602BEE0157}"/>
                  </a:ext>
                </a:extLst>
              </p:cNvPr>
              <p:cNvSpPr txBox="1"/>
              <p:nvPr/>
            </p:nvSpPr>
            <p:spPr>
              <a:xfrm>
                <a:off x="7912313" y="3159750"/>
                <a:ext cx="915572" cy="2769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𝑁</m:t>
                          </m:r>
                        </m:e>
                        <m:sub>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𝑛𝑒𝑢𝑟𝑜𝑛𝑠</m:t>
                          </m:r>
                        </m:sub>
                      </m:sSub>
                    </m:oMath>
                  </m:oMathPara>
                </a14:m>
                <a:endParaRPr kumimoji="1" lang="ja-JP" altLang="en-US" sz="1800" b="0" i="0" u="none" strike="noStrike" kern="1200" cap="none" spc="0" normalizeH="0" baseline="0" noProof="0" dirty="0">
                  <a:ln>
                    <a:noFill/>
                  </a:ln>
                  <a:solidFill>
                    <a:prstClr val="black"/>
                  </a:solidFill>
                  <a:effectLst/>
                  <a:uLnTx/>
                  <a:uFillTx/>
                  <a:latin typeface="Arial"/>
                  <a:ea typeface="微软雅黑"/>
                  <a:cs typeface="+mn-cs"/>
                </a:endParaRPr>
              </a:p>
            </p:txBody>
          </p:sp>
        </mc:Choice>
        <mc:Fallback>
          <p:sp>
            <p:nvSpPr>
              <p:cNvPr id="73" name="テキスト ボックス 72">
                <a:extLst>
                  <a:ext uri="{FF2B5EF4-FFF2-40B4-BE49-F238E27FC236}">
                    <a16:creationId xmlns:a16="http://schemas.microsoft.com/office/drawing/2014/main" id="{2D7378D6-1159-5884-AC55-A6602BEE0157}"/>
                  </a:ext>
                </a:extLst>
              </p:cNvPr>
              <p:cNvSpPr txBox="1">
                <a:spLocks noRot="1" noChangeAspect="1" noMove="1" noResize="1" noEditPoints="1" noAdjustHandles="1" noChangeArrowheads="1" noChangeShapeType="1" noTextEdit="1"/>
              </p:cNvSpPr>
              <p:nvPr/>
            </p:nvSpPr>
            <p:spPr>
              <a:xfrm>
                <a:off x="7912313" y="3159750"/>
                <a:ext cx="915572" cy="276999"/>
              </a:xfrm>
              <a:prstGeom prst="rect">
                <a:avLst/>
              </a:prstGeom>
              <a:blipFill>
                <a:blip r:embed="rId11"/>
                <a:stretch>
                  <a:fillRect l="-5333" b="-10870"/>
                </a:stretch>
              </a:blipFill>
            </p:spPr>
            <p:txBody>
              <a:bodyPr/>
              <a:lstStyle/>
              <a:p>
                <a:r>
                  <a:rPr lang="ja-JP" altLang="en-US">
                    <a:noFill/>
                  </a:rPr>
                  <a:t> </a:t>
                </a:r>
              </a:p>
            </p:txBody>
          </p:sp>
        </mc:Fallback>
      </mc:AlternateContent>
      <p:sp>
        <p:nvSpPr>
          <p:cNvPr id="79" name="テキスト ボックス 78">
            <a:extLst>
              <a:ext uri="{FF2B5EF4-FFF2-40B4-BE49-F238E27FC236}">
                <a16:creationId xmlns:a16="http://schemas.microsoft.com/office/drawing/2014/main" id="{5275D7E7-21E7-11A5-EBE4-3C6D3DF64B62}"/>
              </a:ext>
            </a:extLst>
          </p:cNvPr>
          <p:cNvSpPr txBox="1"/>
          <p:nvPr/>
        </p:nvSpPr>
        <p:spPr>
          <a:xfrm>
            <a:off x="7549199" y="2905987"/>
            <a:ext cx="1579397"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Arial"/>
                <a:ea typeface="微软雅黑"/>
                <a:cs typeface="+mn-cs"/>
              </a:rPr>
              <a:t>&amp;</a:t>
            </a:r>
          </a:p>
        </p:txBody>
      </p:sp>
      <p:cxnSp>
        <p:nvCxnSpPr>
          <p:cNvPr id="80" name="直線矢印コネクタ 79">
            <a:extLst>
              <a:ext uri="{FF2B5EF4-FFF2-40B4-BE49-F238E27FC236}">
                <a16:creationId xmlns:a16="http://schemas.microsoft.com/office/drawing/2014/main" id="{90FDE441-D2F9-2F93-6355-963F63AD21DA}"/>
              </a:ext>
            </a:extLst>
          </p:cNvPr>
          <p:cNvCxnSpPr>
            <a:cxnSpLocks/>
            <a:endCxn id="125" idx="0"/>
          </p:cNvCxnSpPr>
          <p:nvPr/>
        </p:nvCxnSpPr>
        <p:spPr>
          <a:xfrm flipH="1">
            <a:off x="8377482" y="3450861"/>
            <a:ext cx="1277" cy="259722"/>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90" name="正方形/長方形 89">
            <a:extLst>
              <a:ext uri="{FF2B5EF4-FFF2-40B4-BE49-F238E27FC236}">
                <a16:creationId xmlns:a16="http://schemas.microsoft.com/office/drawing/2014/main" id="{08C2D979-630D-D2B3-8901-C64B76711E4B}"/>
              </a:ext>
            </a:extLst>
          </p:cNvPr>
          <p:cNvSpPr/>
          <p:nvPr/>
        </p:nvSpPr>
        <p:spPr>
          <a:xfrm>
            <a:off x="7524270" y="1864677"/>
            <a:ext cx="1714012" cy="158788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p:grpSp>
        <p:nvGrpSpPr>
          <p:cNvPr id="122" name="グループ化 121">
            <a:extLst>
              <a:ext uri="{FF2B5EF4-FFF2-40B4-BE49-F238E27FC236}">
                <a16:creationId xmlns:a16="http://schemas.microsoft.com/office/drawing/2014/main" id="{862CD2B1-B9FD-4C8F-45D4-37D9DE039440}"/>
              </a:ext>
            </a:extLst>
          </p:cNvPr>
          <p:cNvGrpSpPr/>
          <p:nvPr/>
        </p:nvGrpSpPr>
        <p:grpSpPr>
          <a:xfrm>
            <a:off x="7444659" y="3710583"/>
            <a:ext cx="1865645" cy="653383"/>
            <a:chOff x="2674316" y="1888750"/>
            <a:chExt cx="2973526" cy="653383"/>
          </a:xfrm>
        </p:grpSpPr>
        <p:sp>
          <p:nvSpPr>
            <p:cNvPr id="123" name="正方形/長方形 122">
              <a:extLst>
                <a:ext uri="{FF2B5EF4-FFF2-40B4-BE49-F238E27FC236}">
                  <a16:creationId xmlns:a16="http://schemas.microsoft.com/office/drawing/2014/main" id="{77ACE2CC-E8BB-9E26-ECEA-AC5088B605DC}"/>
                </a:ext>
              </a:extLst>
            </p:cNvPr>
            <p:cNvSpPr/>
            <p:nvPr/>
          </p:nvSpPr>
          <p:spPr>
            <a:xfrm>
              <a:off x="2808514" y="1895802"/>
              <a:ext cx="2724539" cy="64633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125" name="テキスト ボックス 124">
              <a:extLst>
                <a:ext uri="{FF2B5EF4-FFF2-40B4-BE49-F238E27FC236}">
                  <a16:creationId xmlns:a16="http://schemas.microsoft.com/office/drawing/2014/main" id="{2E4EDC75-0F0B-E9F3-198A-E3FD7138959F}"/>
                </a:ext>
              </a:extLst>
            </p:cNvPr>
            <p:cNvSpPr txBox="1"/>
            <p:nvPr/>
          </p:nvSpPr>
          <p:spPr>
            <a:xfrm>
              <a:off x="2674316" y="1888750"/>
              <a:ext cx="2973526"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Arial"/>
                  <a:ea typeface="微软雅黑"/>
                  <a:cs typeface="+mn-cs"/>
                </a:rPr>
                <a:t>Similarity-based Pruning</a:t>
              </a:r>
            </a:p>
          </p:txBody>
        </p:sp>
      </p:grpSp>
      <p:grpSp>
        <p:nvGrpSpPr>
          <p:cNvPr id="161" name="グループ化 160">
            <a:extLst>
              <a:ext uri="{FF2B5EF4-FFF2-40B4-BE49-F238E27FC236}">
                <a16:creationId xmlns:a16="http://schemas.microsoft.com/office/drawing/2014/main" id="{E51B030B-72A5-29B3-F4DB-B53F17513C02}"/>
              </a:ext>
            </a:extLst>
          </p:cNvPr>
          <p:cNvGrpSpPr/>
          <p:nvPr/>
        </p:nvGrpSpPr>
        <p:grpSpPr>
          <a:xfrm>
            <a:off x="9975018" y="2685053"/>
            <a:ext cx="1843000" cy="646331"/>
            <a:chOff x="2808514" y="1895802"/>
            <a:chExt cx="2724539" cy="646331"/>
          </a:xfrm>
        </p:grpSpPr>
        <p:sp>
          <p:nvSpPr>
            <p:cNvPr id="162" name="正方形/長方形 161">
              <a:extLst>
                <a:ext uri="{FF2B5EF4-FFF2-40B4-BE49-F238E27FC236}">
                  <a16:creationId xmlns:a16="http://schemas.microsoft.com/office/drawing/2014/main" id="{EF82F07B-9F3F-62C0-FA6E-2C89BD37742E}"/>
                </a:ext>
              </a:extLst>
            </p:cNvPr>
            <p:cNvSpPr/>
            <p:nvPr/>
          </p:nvSpPr>
          <p:spPr>
            <a:xfrm>
              <a:off x="2808514" y="1895802"/>
              <a:ext cx="2724539" cy="64633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163" name="テキスト ボックス 162">
              <a:extLst>
                <a:ext uri="{FF2B5EF4-FFF2-40B4-BE49-F238E27FC236}">
                  <a16:creationId xmlns:a16="http://schemas.microsoft.com/office/drawing/2014/main" id="{383708B9-655D-A418-1371-3F5D0446EA1F}"/>
                </a:ext>
              </a:extLst>
            </p:cNvPr>
            <p:cNvSpPr txBox="1"/>
            <p:nvPr/>
          </p:nvSpPr>
          <p:spPr>
            <a:xfrm>
              <a:off x="2808514" y="2046652"/>
              <a:ext cx="2637277"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Arial"/>
                  <a:ea typeface="微软雅黑"/>
                  <a:cs typeface="+mn-cs"/>
                </a:rPr>
                <a:t>Inference</a:t>
              </a:r>
            </a:p>
          </p:txBody>
        </p:sp>
      </p:grpSp>
      <p:grpSp>
        <p:nvGrpSpPr>
          <p:cNvPr id="164" name="グループ化 163">
            <a:extLst>
              <a:ext uri="{FF2B5EF4-FFF2-40B4-BE49-F238E27FC236}">
                <a16:creationId xmlns:a16="http://schemas.microsoft.com/office/drawing/2014/main" id="{23500613-7C7A-7797-0D7D-65205C103F14}"/>
              </a:ext>
            </a:extLst>
          </p:cNvPr>
          <p:cNvGrpSpPr/>
          <p:nvPr/>
        </p:nvGrpSpPr>
        <p:grpSpPr>
          <a:xfrm>
            <a:off x="9971483" y="4119715"/>
            <a:ext cx="1872716" cy="646331"/>
            <a:chOff x="2801204" y="1895802"/>
            <a:chExt cx="2731849" cy="646331"/>
          </a:xfrm>
        </p:grpSpPr>
        <p:sp>
          <p:nvSpPr>
            <p:cNvPr id="165" name="正方形/長方形 164">
              <a:extLst>
                <a:ext uri="{FF2B5EF4-FFF2-40B4-BE49-F238E27FC236}">
                  <a16:creationId xmlns:a16="http://schemas.microsoft.com/office/drawing/2014/main" id="{34AA6915-4289-00D4-0987-1547C7A9E9B0}"/>
                </a:ext>
              </a:extLst>
            </p:cNvPr>
            <p:cNvSpPr/>
            <p:nvPr/>
          </p:nvSpPr>
          <p:spPr>
            <a:xfrm>
              <a:off x="2808514" y="1895802"/>
              <a:ext cx="2724539" cy="64633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166" name="テキスト ボックス 165">
              <a:extLst>
                <a:ext uri="{FF2B5EF4-FFF2-40B4-BE49-F238E27FC236}">
                  <a16:creationId xmlns:a16="http://schemas.microsoft.com/office/drawing/2014/main" id="{75ECEA95-2212-5C3B-AF5E-017A03969A7F}"/>
                </a:ext>
              </a:extLst>
            </p:cNvPr>
            <p:cNvSpPr txBox="1"/>
            <p:nvPr/>
          </p:nvSpPr>
          <p:spPr>
            <a:xfrm>
              <a:off x="2801204" y="2000650"/>
              <a:ext cx="2637276"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Arial"/>
                  <a:ea typeface="微软雅黑"/>
                  <a:cs typeface="+mn-cs"/>
                </a:rPr>
                <a:t>STDP Learning</a:t>
              </a:r>
            </a:p>
          </p:txBody>
        </p:sp>
      </p:grpSp>
      <p:sp>
        <p:nvSpPr>
          <p:cNvPr id="182" name="正方形/長方形 181">
            <a:extLst>
              <a:ext uri="{FF2B5EF4-FFF2-40B4-BE49-F238E27FC236}">
                <a16:creationId xmlns:a16="http://schemas.microsoft.com/office/drawing/2014/main" id="{428755BD-5B82-A013-5A48-A9540295F75D}"/>
              </a:ext>
            </a:extLst>
          </p:cNvPr>
          <p:cNvSpPr/>
          <p:nvPr/>
        </p:nvSpPr>
        <p:spPr>
          <a:xfrm>
            <a:off x="9578555" y="1604865"/>
            <a:ext cx="2542326" cy="4282752"/>
          </a:xfrm>
          <a:prstGeom prst="rect">
            <a:avLst/>
          </a:prstGeom>
          <a:noFill/>
          <a:ln w="19050">
            <a:solidFill>
              <a:srgbClr val="0070C0"/>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188" name="テキスト ボックス 187">
            <a:extLst>
              <a:ext uri="{FF2B5EF4-FFF2-40B4-BE49-F238E27FC236}">
                <a16:creationId xmlns:a16="http://schemas.microsoft.com/office/drawing/2014/main" id="{51B495E9-D297-4304-1283-D36DF6EB2933}"/>
              </a:ext>
            </a:extLst>
          </p:cNvPr>
          <p:cNvSpPr txBox="1"/>
          <p:nvPr/>
        </p:nvSpPr>
        <p:spPr>
          <a:xfrm>
            <a:off x="9442690" y="1182800"/>
            <a:ext cx="2808516"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sng" strike="noStrike" kern="1200" cap="none" spc="0" normalizeH="0" baseline="0" noProof="0" dirty="0">
                <a:ln>
                  <a:noFill/>
                </a:ln>
                <a:solidFill>
                  <a:prstClr val="black"/>
                </a:solidFill>
                <a:effectLst/>
                <a:uLnTx/>
                <a:uFillTx/>
                <a:latin typeface="Arial"/>
                <a:ea typeface="微软雅黑"/>
                <a:cs typeface="+mn-cs"/>
              </a:rPr>
              <a:t>Operation Phase</a:t>
            </a:r>
          </a:p>
        </p:txBody>
      </p:sp>
      <p:cxnSp>
        <p:nvCxnSpPr>
          <p:cNvPr id="7" name="直線矢印コネクタ 6">
            <a:extLst>
              <a:ext uri="{FF2B5EF4-FFF2-40B4-BE49-F238E27FC236}">
                <a16:creationId xmlns:a16="http://schemas.microsoft.com/office/drawing/2014/main" id="{31C0AF40-E821-2828-8B9F-AC85A37675E4}"/>
              </a:ext>
            </a:extLst>
          </p:cNvPr>
          <p:cNvCxnSpPr>
            <a:cxnSpLocks/>
            <a:stCxn id="48" idx="2"/>
            <a:endCxn id="51" idx="0"/>
          </p:cNvCxnSpPr>
          <p:nvPr/>
        </p:nvCxnSpPr>
        <p:spPr>
          <a:xfrm flipH="1">
            <a:off x="3384347" y="2525734"/>
            <a:ext cx="808" cy="427119"/>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2" name="直線矢印コネクタ 11">
            <a:extLst>
              <a:ext uri="{FF2B5EF4-FFF2-40B4-BE49-F238E27FC236}">
                <a16:creationId xmlns:a16="http://schemas.microsoft.com/office/drawing/2014/main" id="{3A33AFE1-25E0-92ED-5C20-D4B26B753E52}"/>
              </a:ext>
            </a:extLst>
          </p:cNvPr>
          <p:cNvCxnSpPr>
            <a:cxnSpLocks/>
            <a:endCxn id="21" idx="0"/>
          </p:cNvCxnSpPr>
          <p:nvPr/>
        </p:nvCxnSpPr>
        <p:spPr>
          <a:xfrm>
            <a:off x="3332504" y="4656060"/>
            <a:ext cx="0" cy="449107"/>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39" name="フローチャート: 書類 38">
            <a:extLst>
              <a:ext uri="{FF2B5EF4-FFF2-40B4-BE49-F238E27FC236}">
                <a16:creationId xmlns:a16="http://schemas.microsoft.com/office/drawing/2014/main" id="{B0D0AA19-DBDD-B74B-343E-316D72A4156B}"/>
              </a:ext>
            </a:extLst>
          </p:cNvPr>
          <p:cNvSpPr/>
          <p:nvPr/>
        </p:nvSpPr>
        <p:spPr>
          <a:xfrm>
            <a:off x="5472522" y="4619436"/>
            <a:ext cx="1337345" cy="979717"/>
          </a:xfrm>
          <a:prstGeom prst="flowChartDocumen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mc:AlternateContent xmlns:mc="http://schemas.openxmlformats.org/markup-compatibility/2006">
        <mc:Choice xmlns:a14="http://schemas.microsoft.com/office/drawing/2010/main" Requires="a14">
          <p:sp>
            <p:nvSpPr>
              <p:cNvPr id="41" name="テキスト ボックス 40">
                <a:extLst>
                  <a:ext uri="{FF2B5EF4-FFF2-40B4-BE49-F238E27FC236}">
                    <a16:creationId xmlns:a16="http://schemas.microsoft.com/office/drawing/2014/main" id="{6A41F8E9-22FD-3D54-97D1-FAB46AE20DF6}"/>
                  </a:ext>
                </a:extLst>
              </p:cNvPr>
              <p:cNvSpPr txBox="1"/>
              <p:nvPr/>
            </p:nvSpPr>
            <p:spPr>
              <a:xfrm>
                <a:off x="5649715" y="4621041"/>
                <a:ext cx="1006108" cy="298415"/>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𝑇</m:t>
                          </m:r>
                        </m:e>
                        <m:sub>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𝑡𝑖𝑚𝑒𝑠𝑡𝑒𝑝𝑠</m:t>
                          </m:r>
                        </m:sub>
                      </m:sSub>
                    </m:oMath>
                  </m:oMathPara>
                </a14:m>
                <a:endParaRPr kumimoji="1" lang="ja-JP" altLang="en-US" sz="1800" b="0" i="0" u="none" strike="noStrike" kern="1200" cap="none" spc="0" normalizeH="0" baseline="0" noProof="0" dirty="0">
                  <a:ln>
                    <a:noFill/>
                  </a:ln>
                  <a:solidFill>
                    <a:prstClr val="black"/>
                  </a:solidFill>
                  <a:effectLst/>
                  <a:uLnTx/>
                  <a:uFillTx/>
                  <a:latin typeface="Arial"/>
                  <a:ea typeface="微软雅黑"/>
                  <a:cs typeface="+mn-cs"/>
                </a:endParaRPr>
              </a:p>
            </p:txBody>
          </p:sp>
        </mc:Choice>
        <mc:Fallback>
          <p:sp>
            <p:nvSpPr>
              <p:cNvPr id="41" name="テキスト ボックス 40">
                <a:extLst>
                  <a:ext uri="{FF2B5EF4-FFF2-40B4-BE49-F238E27FC236}">
                    <a16:creationId xmlns:a16="http://schemas.microsoft.com/office/drawing/2014/main" id="{6A41F8E9-22FD-3D54-97D1-FAB46AE20DF6}"/>
                  </a:ext>
                </a:extLst>
              </p:cNvPr>
              <p:cNvSpPr txBox="1">
                <a:spLocks noRot="1" noChangeAspect="1" noMove="1" noResize="1" noEditPoints="1" noAdjustHandles="1" noChangeArrowheads="1" noChangeShapeType="1" noTextEdit="1"/>
              </p:cNvSpPr>
              <p:nvPr/>
            </p:nvSpPr>
            <p:spPr>
              <a:xfrm>
                <a:off x="5649715" y="4621041"/>
                <a:ext cx="1006108" cy="298415"/>
              </a:xfrm>
              <a:prstGeom prst="rect">
                <a:avLst/>
              </a:prstGeom>
              <a:blipFill>
                <a:blip r:embed="rId12"/>
                <a:stretch>
                  <a:fillRect l="-4848" r="-1818" b="-24490"/>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42" name="テキスト ボックス 41">
                <a:extLst>
                  <a:ext uri="{FF2B5EF4-FFF2-40B4-BE49-F238E27FC236}">
                    <a16:creationId xmlns:a16="http://schemas.microsoft.com/office/drawing/2014/main" id="{D4E8913B-FBF4-726B-254A-FCC5A1E44AD0}"/>
                  </a:ext>
                </a:extLst>
              </p:cNvPr>
              <p:cNvSpPr txBox="1"/>
              <p:nvPr/>
            </p:nvSpPr>
            <p:spPr>
              <a:xfrm>
                <a:off x="5641212" y="4866920"/>
                <a:ext cx="915572" cy="2769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𝑁</m:t>
                          </m:r>
                        </m:e>
                        <m:sub>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𝑛𝑒𝑢𝑟𝑜𝑛𝑠</m:t>
                          </m:r>
                        </m:sub>
                      </m:sSub>
                    </m:oMath>
                  </m:oMathPara>
                </a14:m>
                <a:endParaRPr kumimoji="1" lang="ja-JP" altLang="en-US" sz="1800" b="0" i="0" u="none" strike="noStrike" kern="1200" cap="none" spc="0" normalizeH="0" baseline="0" noProof="0" dirty="0">
                  <a:ln>
                    <a:noFill/>
                  </a:ln>
                  <a:solidFill>
                    <a:prstClr val="black"/>
                  </a:solidFill>
                  <a:effectLst/>
                  <a:uLnTx/>
                  <a:uFillTx/>
                  <a:latin typeface="Arial"/>
                  <a:ea typeface="微软雅黑"/>
                  <a:cs typeface="+mn-cs"/>
                </a:endParaRPr>
              </a:p>
            </p:txBody>
          </p:sp>
        </mc:Choice>
        <mc:Fallback>
          <p:sp>
            <p:nvSpPr>
              <p:cNvPr id="42" name="テキスト ボックス 41">
                <a:extLst>
                  <a:ext uri="{FF2B5EF4-FFF2-40B4-BE49-F238E27FC236}">
                    <a16:creationId xmlns:a16="http://schemas.microsoft.com/office/drawing/2014/main" id="{D4E8913B-FBF4-726B-254A-FCC5A1E44AD0}"/>
                  </a:ext>
                </a:extLst>
              </p:cNvPr>
              <p:cNvSpPr txBox="1">
                <a:spLocks noRot="1" noChangeAspect="1" noMove="1" noResize="1" noEditPoints="1" noAdjustHandles="1" noChangeArrowheads="1" noChangeShapeType="1" noTextEdit="1"/>
              </p:cNvSpPr>
              <p:nvPr/>
            </p:nvSpPr>
            <p:spPr>
              <a:xfrm>
                <a:off x="5641212" y="4866920"/>
                <a:ext cx="915572" cy="276999"/>
              </a:xfrm>
              <a:prstGeom prst="rect">
                <a:avLst/>
              </a:prstGeom>
              <a:blipFill>
                <a:blip r:embed="rId13"/>
                <a:stretch>
                  <a:fillRect l="-4636" b="-10870"/>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43" name="テキスト ボックス 42">
                <a:extLst>
                  <a:ext uri="{FF2B5EF4-FFF2-40B4-BE49-F238E27FC236}">
                    <a16:creationId xmlns:a16="http://schemas.microsoft.com/office/drawing/2014/main" id="{8F63062A-F98D-C890-7E16-BA098ABC8E6D}"/>
                  </a:ext>
                </a:extLst>
              </p:cNvPr>
              <p:cNvSpPr txBox="1"/>
              <p:nvPr/>
            </p:nvSpPr>
            <p:spPr>
              <a:xfrm>
                <a:off x="5809851" y="5150126"/>
                <a:ext cx="663322" cy="2769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𝑁</m:t>
                          </m:r>
                        </m:e>
                        <m:sub>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𝑡𝑟𝑎𝑖𝑛</m:t>
                          </m:r>
                        </m:sub>
                      </m:sSub>
                    </m:oMath>
                  </m:oMathPara>
                </a14:m>
                <a:endParaRPr kumimoji="1" lang="ja-JP" altLang="en-US" sz="1800" b="0" i="0" u="none" strike="noStrike" kern="1200" cap="none" spc="0" normalizeH="0" baseline="0" noProof="0" dirty="0">
                  <a:ln>
                    <a:noFill/>
                  </a:ln>
                  <a:solidFill>
                    <a:prstClr val="black"/>
                  </a:solidFill>
                  <a:effectLst/>
                  <a:uLnTx/>
                  <a:uFillTx/>
                  <a:latin typeface="Arial"/>
                  <a:ea typeface="微软雅黑"/>
                  <a:cs typeface="+mn-cs"/>
                </a:endParaRPr>
              </a:p>
            </p:txBody>
          </p:sp>
        </mc:Choice>
        <mc:Fallback>
          <p:sp>
            <p:nvSpPr>
              <p:cNvPr id="43" name="テキスト ボックス 42">
                <a:extLst>
                  <a:ext uri="{FF2B5EF4-FFF2-40B4-BE49-F238E27FC236}">
                    <a16:creationId xmlns:a16="http://schemas.microsoft.com/office/drawing/2014/main" id="{8F63062A-F98D-C890-7E16-BA098ABC8E6D}"/>
                  </a:ext>
                </a:extLst>
              </p:cNvPr>
              <p:cNvSpPr txBox="1">
                <a:spLocks noRot="1" noChangeAspect="1" noMove="1" noResize="1" noEditPoints="1" noAdjustHandles="1" noChangeArrowheads="1" noChangeShapeType="1" noTextEdit="1"/>
              </p:cNvSpPr>
              <p:nvPr/>
            </p:nvSpPr>
            <p:spPr>
              <a:xfrm>
                <a:off x="5809851" y="5150126"/>
                <a:ext cx="663322" cy="276999"/>
              </a:xfrm>
              <a:prstGeom prst="rect">
                <a:avLst/>
              </a:prstGeom>
              <a:blipFill>
                <a:blip r:embed="rId14"/>
                <a:stretch>
                  <a:fillRect l="-6422" r="-1835" b="-17778"/>
                </a:stretch>
              </a:blipFill>
            </p:spPr>
            <p:txBody>
              <a:bodyPr/>
              <a:lstStyle/>
              <a:p>
                <a:r>
                  <a:rPr lang="ja-JP" altLang="en-US">
                    <a:noFill/>
                  </a:rPr>
                  <a:t> </a:t>
                </a:r>
              </a:p>
            </p:txBody>
          </p:sp>
        </mc:Fallback>
      </mc:AlternateContent>
      <p:cxnSp>
        <p:nvCxnSpPr>
          <p:cNvPr id="45" name="直線矢印コネクタ 44">
            <a:extLst>
              <a:ext uri="{FF2B5EF4-FFF2-40B4-BE49-F238E27FC236}">
                <a16:creationId xmlns:a16="http://schemas.microsoft.com/office/drawing/2014/main" id="{EDDBC58F-5716-3982-E60F-304FDE588179}"/>
              </a:ext>
            </a:extLst>
          </p:cNvPr>
          <p:cNvCxnSpPr>
            <a:cxnSpLocks/>
            <a:stCxn id="88" idx="2"/>
            <a:endCxn id="41" idx="0"/>
          </p:cNvCxnSpPr>
          <p:nvPr/>
        </p:nvCxnSpPr>
        <p:spPr>
          <a:xfrm>
            <a:off x="6146629" y="4370101"/>
            <a:ext cx="6140" cy="25094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72" name="フローチャート: 書類 71">
            <a:extLst>
              <a:ext uri="{FF2B5EF4-FFF2-40B4-BE49-F238E27FC236}">
                <a16:creationId xmlns:a16="http://schemas.microsoft.com/office/drawing/2014/main" id="{AF8D54D1-9751-3495-4756-DF62EC32B8F9}"/>
              </a:ext>
            </a:extLst>
          </p:cNvPr>
          <p:cNvSpPr/>
          <p:nvPr/>
        </p:nvSpPr>
        <p:spPr>
          <a:xfrm>
            <a:off x="7237916" y="4558570"/>
            <a:ext cx="2192494" cy="1021076"/>
          </a:xfrm>
          <a:prstGeom prst="flowChartDocumen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mc:AlternateContent xmlns:mc="http://schemas.openxmlformats.org/markup-compatibility/2006">
        <mc:Choice xmlns:a14="http://schemas.microsoft.com/office/drawing/2010/main" Requires="a14">
          <p:sp>
            <p:nvSpPr>
              <p:cNvPr id="76" name="テキスト ボックス 75">
                <a:extLst>
                  <a:ext uri="{FF2B5EF4-FFF2-40B4-BE49-F238E27FC236}">
                    <a16:creationId xmlns:a16="http://schemas.microsoft.com/office/drawing/2014/main" id="{E1C5D793-FDEC-312C-2E00-D8BF838A2911}"/>
                  </a:ext>
                </a:extLst>
              </p:cNvPr>
              <p:cNvSpPr txBox="1"/>
              <p:nvPr/>
            </p:nvSpPr>
            <p:spPr>
              <a:xfrm>
                <a:off x="7882704" y="4563585"/>
                <a:ext cx="1006108" cy="298415"/>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𝑇</m:t>
                          </m:r>
                        </m:e>
                        <m:sub>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𝑡𝑖𝑚𝑒𝑠𝑡𝑒𝑝𝑠</m:t>
                          </m:r>
                        </m:sub>
                      </m:sSub>
                    </m:oMath>
                  </m:oMathPara>
                </a14:m>
                <a:endParaRPr kumimoji="1" lang="ja-JP" altLang="en-US" sz="1800" b="0" i="0" u="none" strike="noStrike" kern="1200" cap="none" spc="0" normalizeH="0" baseline="0" noProof="0" dirty="0">
                  <a:ln>
                    <a:noFill/>
                  </a:ln>
                  <a:solidFill>
                    <a:prstClr val="black"/>
                  </a:solidFill>
                  <a:effectLst/>
                  <a:uLnTx/>
                  <a:uFillTx/>
                  <a:latin typeface="Arial"/>
                  <a:ea typeface="微软雅黑"/>
                  <a:cs typeface="+mn-cs"/>
                </a:endParaRPr>
              </a:p>
            </p:txBody>
          </p:sp>
        </mc:Choice>
        <mc:Fallback>
          <p:sp>
            <p:nvSpPr>
              <p:cNvPr id="76" name="テキスト ボックス 75">
                <a:extLst>
                  <a:ext uri="{FF2B5EF4-FFF2-40B4-BE49-F238E27FC236}">
                    <a16:creationId xmlns:a16="http://schemas.microsoft.com/office/drawing/2014/main" id="{E1C5D793-FDEC-312C-2E00-D8BF838A2911}"/>
                  </a:ext>
                </a:extLst>
              </p:cNvPr>
              <p:cNvSpPr txBox="1">
                <a:spLocks noRot="1" noChangeAspect="1" noMove="1" noResize="1" noEditPoints="1" noAdjustHandles="1" noChangeArrowheads="1" noChangeShapeType="1" noTextEdit="1"/>
              </p:cNvSpPr>
              <p:nvPr/>
            </p:nvSpPr>
            <p:spPr>
              <a:xfrm>
                <a:off x="7882704" y="4563585"/>
                <a:ext cx="1006108" cy="298415"/>
              </a:xfrm>
              <a:prstGeom prst="rect">
                <a:avLst/>
              </a:prstGeom>
              <a:blipFill>
                <a:blip r:embed="rId15"/>
                <a:stretch>
                  <a:fillRect l="-4242" r="-1818" b="-24490"/>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78" name="テキスト ボックス 77">
                <a:extLst>
                  <a:ext uri="{FF2B5EF4-FFF2-40B4-BE49-F238E27FC236}">
                    <a16:creationId xmlns:a16="http://schemas.microsoft.com/office/drawing/2014/main" id="{4E6438A7-A11C-0466-36A0-075EA18009F2}"/>
                  </a:ext>
                </a:extLst>
              </p:cNvPr>
              <p:cNvSpPr txBox="1"/>
              <p:nvPr/>
            </p:nvSpPr>
            <p:spPr>
              <a:xfrm>
                <a:off x="7901564" y="4774720"/>
                <a:ext cx="915572" cy="2769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𝑁</m:t>
                          </m:r>
                        </m:e>
                        <m:sub>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𝑛𝑒𝑢𝑟𝑜𝑛𝑠</m:t>
                          </m:r>
                        </m:sub>
                      </m:sSub>
                    </m:oMath>
                  </m:oMathPara>
                </a14:m>
                <a:endParaRPr kumimoji="1" lang="ja-JP" altLang="en-US" sz="1800" b="0" i="0" u="none" strike="noStrike" kern="1200" cap="none" spc="0" normalizeH="0" baseline="0" noProof="0" dirty="0">
                  <a:ln>
                    <a:noFill/>
                  </a:ln>
                  <a:solidFill>
                    <a:prstClr val="black"/>
                  </a:solidFill>
                  <a:effectLst/>
                  <a:uLnTx/>
                  <a:uFillTx/>
                  <a:latin typeface="Arial"/>
                  <a:ea typeface="微软雅黑"/>
                  <a:cs typeface="+mn-cs"/>
                </a:endParaRPr>
              </a:p>
            </p:txBody>
          </p:sp>
        </mc:Choice>
        <mc:Fallback>
          <p:sp>
            <p:nvSpPr>
              <p:cNvPr id="78" name="テキスト ボックス 77">
                <a:extLst>
                  <a:ext uri="{FF2B5EF4-FFF2-40B4-BE49-F238E27FC236}">
                    <a16:creationId xmlns:a16="http://schemas.microsoft.com/office/drawing/2014/main" id="{4E6438A7-A11C-0466-36A0-075EA18009F2}"/>
                  </a:ext>
                </a:extLst>
              </p:cNvPr>
              <p:cNvSpPr txBox="1">
                <a:spLocks noRot="1" noChangeAspect="1" noMove="1" noResize="1" noEditPoints="1" noAdjustHandles="1" noChangeArrowheads="1" noChangeShapeType="1" noTextEdit="1"/>
              </p:cNvSpPr>
              <p:nvPr/>
            </p:nvSpPr>
            <p:spPr>
              <a:xfrm>
                <a:off x="7901564" y="4774720"/>
                <a:ext cx="915572" cy="276999"/>
              </a:xfrm>
              <a:prstGeom prst="rect">
                <a:avLst/>
              </a:prstGeom>
              <a:blipFill>
                <a:blip r:embed="rId16"/>
                <a:stretch>
                  <a:fillRect l="-4667" b="-10870"/>
                </a:stretch>
              </a:blipFill>
            </p:spPr>
            <p:txBody>
              <a:bodyPr/>
              <a:lstStyle/>
              <a:p>
                <a:r>
                  <a:rPr lang="ja-JP" altLang="en-US">
                    <a:noFill/>
                  </a:rPr>
                  <a:t> </a:t>
                </a:r>
              </a:p>
            </p:txBody>
          </p:sp>
        </mc:Fallback>
      </mc:AlternateContent>
      <p:sp>
        <p:nvSpPr>
          <p:cNvPr id="81" name="テキスト ボックス 80">
            <a:extLst>
              <a:ext uri="{FF2B5EF4-FFF2-40B4-BE49-F238E27FC236}">
                <a16:creationId xmlns:a16="http://schemas.microsoft.com/office/drawing/2014/main" id="{F0D6C3DE-8928-C260-36AD-DAD4EAD7A5C9}"/>
              </a:ext>
            </a:extLst>
          </p:cNvPr>
          <p:cNvSpPr txBox="1"/>
          <p:nvPr/>
        </p:nvSpPr>
        <p:spPr>
          <a:xfrm>
            <a:off x="7417471" y="5029174"/>
            <a:ext cx="1865645"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sng" strike="noStrike" kern="1200" cap="none" spc="0" normalizeH="0" baseline="0" noProof="0" dirty="0">
                <a:ln>
                  <a:noFill/>
                </a:ln>
                <a:solidFill>
                  <a:prstClr val="black"/>
                </a:solidFill>
                <a:effectLst/>
                <a:uLnTx/>
                <a:uFillTx/>
                <a:latin typeface="Arial"/>
                <a:ea typeface="微软雅黑"/>
                <a:cs typeface="+mn-cs"/>
              </a:rPr>
              <a:t>Neuron to Prune</a:t>
            </a:r>
          </a:p>
        </p:txBody>
      </p:sp>
      <p:cxnSp>
        <p:nvCxnSpPr>
          <p:cNvPr id="82" name="直線矢印コネクタ 81">
            <a:extLst>
              <a:ext uri="{FF2B5EF4-FFF2-40B4-BE49-F238E27FC236}">
                <a16:creationId xmlns:a16="http://schemas.microsoft.com/office/drawing/2014/main" id="{102A1983-F1BF-33DC-F57A-475BE4E1268F}"/>
              </a:ext>
            </a:extLst>
          </p:cNvPr>
          <p:cNvCxnSpPr>
            <a:cxnSpLocks/>
            <a:stCxn id="123" idx="2"/>
            <a:endCxn id="76" idx="0"/>
          </p:cNvCxnSpPr>
          <p:nvPr/>
        </p:nvCxnSpPr>
        <p:spPr>
          <a:xfrm>
            <a:off x="8383570" y="4363966"/>
            <a:ext cx="2188" cy="199619"/>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3" name="四角形: 角を丸くする 2">
            <a:extLst>
              <a:ext uri="{FF2B5EF4-FFF2-40B4-BE49-F238E27FC236}">
                <a16:creationId xmlns:a16="http://schemas.microsoft.com/office/drawing/2014/main" id="{8A0D6B5D-10FA-4378-135C-B5632E490C9D}"/>
              </a:ext>
            </a:extLst>
          </p:cNvPr>
          <p:cNvSpPr/>
          <p:nvPr/>
        </p:nvSpPr>
        <p:spPr>
          <a:xfrm>
            <a:off x="5138366" y="1805486"/>
            <a:ext cx="1975508" cy="3946012"/>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p:spTree>
    <p:custDataLst>
      <p:tags r:id="rId1"/>
    </p:custDataLst>
    <p:extLst>
      <p:ext uri="{BB962C8B-B14F-4D97-AF65-F5344CB8AC3E}">
        <p14:creationId xmlns:p14="http://schemas.microsoft.com/office/powerpoint/2010/main" val="25758803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rotWithShape="1">
          <a:blip r:embed="rId4"/>
          <a:stretch>
            <a:fillRect/>
          </a:stretch>
        </a:blipFill>
        <a:effectLst/>
      </p:bgPr>
    </p:bg>
    <p:spTree>
      <p:nvGrpSpPr>
        <p:cNvPr id="1" name="">
          <a:extLst>
            <a:ext uri="{FF2B5EF4-FFF2-40B4-BE49-F238E27FC236}">
              <a16:creationId xmlns:a16="http://schemas.microsoft.com/office/drawing/2014/main" id="{C69E20FD-2A38-D99F-10E5-987F65DE0BE8}"/>
            </a:ext>
          </a:extLst>
        </p:cNvPr>
        <p:cNvGrpSpPr/>
        <p:nvPr/>
      </p:nvGrpSpPr>
      <p:grpSpPr>
        <a:xfrm>
          <a:off x="0" y="0"/>
          <a:ext cx="0" cy="0"/>
          <a:chOff x="0" y="0"/>
          <a:chExt cx="0" cy="0"/>
        </a:xfrm>
      </p:grpSpPr>
      <p:sp>
        <p:nvSpPr>
          <p:cNvPr id="23" name="タイトル 4">
            <a:extLst>
              <a:ext uri="{FF2B5EF4-FFF2-40B4-BE49-F238E27FC236}">
                <a16:creationId xmlns:a16="http://schemas.microsoft.com/office/drawing/2014/main" id="{5DA77C1A-1C27-2A60-59C4-5B8381EE0409}"/>
              </a:ext>
            </a:extLst>
          </p:cNvPr>
          <p:cNvSpPr>
            <a:spLocks noGrp="1"/>
          </p:cNvSpPr>
          <p:nvPr>
            <p:ph type="title"/>
          </p:nvPr>
        </p:nvSpPr>
        <p:spPr>
          <a:xfrm>
            <a:off x="608400" y="608400"/>
            <a:ext cx="10969200" cy="705600"/>
          </a:xfrm>
        </p:spPr>
        <p:txBody>
          <a:bodyPr/>
          <a:lstStyle/>
          <a:p>
            <a:r>
              <a:rPr lang="en-US" altLang="ja-JP" dirty="0"/>
              <a:t>Configuration Phase</a:t>
            </a:r>
            <a:endParaRPr lang="ja-JP" altLang="en-US" dirty="0"/>
          </a:p>
        </p:txBody>
      </p:sp>
      <p:pic>
        <p:nvPicPr>
          <p:cNvPr id="24" name="图片 3" descr="logo-4">
            <a:extLst>
              <a:ext uri="{FF2B5EF4-FFF2-40B4-BE49-F238E27FC236}">
                <a16:creationId xmlns:a16="http://schemas.microsoft.com/office/drawing/2014/main" id="{D31ABE5E-A51C-1B49-9125-99ED086BDDA9}"/>
              </a:ext>
            </a:extLst>
          </p:cNvPr>
          <p:cNvPicPr>
            <a:picLocks noChangeAspect="1"/>
          </p:cNvPicPr>
          <p:nvPr/>
        </p:nvPicPr>
        <p:blipFill>
          <a:blip r:embed="rId5"/>
          <a:stretch>
            <a:fillRect/>
          </a:stretch>
        </p:blipFill>
        <p:spPr>
          <a:xfrm>
            <a:off x="10354310" y="6334125"/>
            <a:ext cx="1603375" cy="387350"/>
          </a:xfrm>
          <a:prstGeom prst="rect">
            <a:avLst/>
          </a:prstGeom>
        </p:spPr>
      </p:pic>
      <p:sp>
        <p:nvSpPr>
          <p:cNvPr id="4" name="楕円 3">
            <a:extLst>
              <a:ext uri="{FF2B5EF4-FFF2-40B4-BE49-F238E27FC236}">
                <a16:creationId xmlns:a16="http://schemas.microsoft.com/office/drawing/2014/main" id="{DB8B973E-5E3C-9DF8-0A2F-DBABDBDFEBEC}"/>
              </a:ext>
            </a:extLst>
          </p:cNvPr>
          <p:cNvSpPr/>
          <p:nvPr/>
        </p:nvSpPr>
        <p:spPr>
          <a:xfrm>
            <a:off x="2481158" y="2994610"/>
            <a:ext cx="466531" cy="466531"/>
          </a:xfrm>
          <a:prstGeom prst="ellipse">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5" name="楕円 4">
            <a:extLst>
              <a:ext uri="{FF2B5EF4-FFF2-40B4-BE49-F238E27FC236}">
                <a16:creationId xmlns:a16="http://schemas.microsoft.com/office/drawing/2014/main" id="{4E47173D-4D69-7A9B-5573-14A048418DB0}"/>
              </a:ext>
            </a:extLst>
          </p:cNvPr>
          <p:cNvSpPr/>
          <p:nvPr/>
        </p:nvSpPr>
        <p:spPr>
          <a:xfrm>
            <a:off x="2481158" y="3635313"/>
            <a:ext cx="466531" cy="466531"/>
          </a:xfrm>
          <a:prstGeom prst="ellipse">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6" name="楕円 5">
            <a:extLst>
              <a:ext uri="{FF2B5EF4-FFF2-40B4-BE49-F238E27FC236}">
                <a16:creationId xmlns:a16="http://schemas.microsoft.com/office/drawing/2014/main" id="{02D030BD-EA21-250E-124D-54B316F88CE3}"/>
              </a:ext>
            </a:extLst>
          </p:cNvPr>
          <p:cNvSpPr/>
          <p:nvPr/>
        </p:nvSpPr>
        <p:spPr>
          <a:xfrm>
            <a:off x="3225459" y="2638558"/>
            <a:ext cx="466531" cy="466531"/>
          </a:xfrm>
          <a:prstGeom prst="ellipse">
            <a:avLst/>
          </a:prstGeom>
          <a:noFill/>
          <a:ln w="28575">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8" name="楕円 7">
            <a:extLst>
              <a:ext uri="{FF2B5EF4-FFF2-40B4-BE49-F238E27FC236}">
                <a16:creationId xmlns:a16="http://schemas.microsoft.com/office/drawing/2014/main" id="{B1254028-9392-A9B7-A5BC-E4F037EBBB56}"/>
              </a:ext>
            </a:extLst>
          </p:cNvPr>
          <p:cNvSpPr/>
          <p:nvPr/>
        </p:nvSpPr>
        <p:spPr>
          <a:xfrm>
            <a:off x="3225459" y="3253568"/>
            <a:ext cx="466531" cy="466531"/>
          </a:xfrm>
          <a:prstGeom prst="ellipse">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10" name="楕円 9">
            <a:extLst>
              <a:ext uri="{FF2B5EF4-FFF2-40B4-BE49-F238E27FC236}">
                <a16:creationId xmlns:a16="http://schemas.microsoft.com/office/drawing/2014/main" id="{4B7E5AF7-D9F2-2BA7-956B-420D168C30B1}"/>
              </a:ext>
            </a:extLst>
          </p:cNvPr>
          <p:cNvSpPr/>
          <p:nvPr/>
        </p:nvSpPr>
        <p:spPr>
          <a:xfrm>
            <a:off x="3225459" y="3954722"/>
            <a:ext cx="466531" cy="466531"/>
          </a:xfrm>
          <a:prstGeom prst="ellipse">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p:cxnSp>
        <p:nvCxnSpPr>
          <p:cNvPr id="17" name="直線矢印コネクタ 16">
            <a:extLst>
              <a:ext uri="{FF2B5EF4-FFF2-40B4-BE49-F238E27FC236}">
                <a16:creationId xmlns:a16="http://schemas.microsoft.com/office/drawing/2014/main" id="{B4B59E09-A944-661F-F562-F069AE6AEF7F}"/>
              </a:ext>
            </a:extLst>
          </p:cNvPr>
          <p:cNvCxnSpPr>
            <a:stCxn id="4" idx="6"/>
            <a:endCxn id="6" idx="2"/>
          </p:cNvCxnSpPr>
          <p:nvPr/>
        </p:nvCxnSpPr>
        <p:spPr>
          <a:xfrm flipV="1">
            <a:off x="2947689" y="2871824"/>
            <a:ext cx="277770" cy="35605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線矢印コネクタ 19">
            <a:extLst>
              <a:ext uri="{FF2B5EF4-FFF2-40B4-BE49-F238E27FC236}">
                <a16:creationId xmlns:a16="http://schemas.microsoft.com/office/drawing/2014/main" id="{F492C4D0-BB13-D3EC-A760-20BF7536EE5C}"/>
              </a:ext>
            </a:extLst>
          </p:cNvPr>
          <p:cNvCxnSpPr>
            <a:cxnSpLocks/>
            <a:stCxn id="4" idx="6"/>
            <a:endCxn id="8" idx="2"/>
          </p:cNvCxnSpPr>
          <p:nvPr/>
        </p:nvCxnSpPr>
        <p:spPr>
          <a:xfrm>
            <a:off x="2947689" y="3227876"/>
            <a:ext cx="277770" cy="25895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線矢印コネクタ 20">
            <a:extLst>
              <a:ext uri="{FF2B5EF4-FFF2-40B4-BE49-F238E27FC236}">
                <a16:creationId xmlns:a16="http://schemas.microsoft.com/office/drawing/2014/main" id="{7C9E0D4F-3F1D-B514-39CD-6DA60AF944E5}"/>
              </a:ext>
            </a:extLst>
          </p:cNvPr>
          <p:cNvCxnSpPr>
            <a:cxnSpLocks/>
            <a:stCxn id="4" idx="6"/>
            <a:endCxn id="10" idx="2"/>
          </p:cNvCxnSpPr>
          <p:nvPr/>
        </p:nvCxnSpPr>
        <p:spPr>
          <a:xfrm>
            <a:off x="2947689" y="3227876"/>
            <a:ext cx="277770" cy="96011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線矢印コネクタ 21">
            <a:extLst>
              <a:ext uri="{FF2B5EF4-FFF2-40B4-BE49-F238E27FC236}">
                <a16:creationId xmlns:a16="http://schemas.microsoft.com/office/drawing/2014/main" id="{DC4B527F-0BCE-912A-D254-EA2249328A5B}"/>
              </a:ext>
            </a:extLst>
          </p:cNvPr>
          <p:cNvCxnSpPr>
            <a:cxnSpLocks/>
            <a:stCxn id="5" idx="6"/>
            <a:endCxn id="6" idx="2"/>
          </p:cNvCxnSpPr>
          <p:nvPr/>
        </p:nvCxnSpPr>
        <p:spPr>
          <a:xfrm flipV="1">
            <a:off x="2947689" y="2871824"/>
            <a:ext cx="277770" cy="99675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線矢印コネクタ 24">
            <a:extLst>
              <a:ext uri="{FF2B5EF4-FFF2-40B4-BE49-F238E27FC236}">
                <a16:creationId xmlns:a16="http://schemas.microsoft.com/office/drawing/2014/main" id="{F3697EA2-5201-7367-5E9D-78A262447BCC}"/>
              </a:ext>
            </a:extLst>
          </p:cNvPr>
          <p:cNvCxnSpPr>
            <a:cxnSpLocks/>
            <a:stCxn id="5" idx="6"/>
            <a:endCxn id="8" idx="2"/>
          </p:cNvCxnSpPr>
          <p:nvPr/>
        </p:nvCxnSpPr>
        <p:spPr>
          <a:xfrm flipV="1">
            <a:off x="2947689" y="3486834"/>
            <a:ext cx="277770" cy="38174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線矢印コネクタ 25">
            <a:extLst>
              <a:ext uri="{FF2B5EF4-FFF2-40B4-BE49-F238E27FC236}">
                <a16:creationId xmlns:a16="http://schemas.microsoft.com/office/drawing/2014/main" id="{46C24A56-145A-95B9-F194-D72F9087B45A}"/>
              </a:ext>
            </a:extLst>
          </p:cNvPr>
          <p:cNvCxnSpPr>
            <a:cxnSpLocks/>
            <a:stCxn id="5" idx="6"/>
            <a:endCxn id="10" idx="2"/>
          </p:cNvCxnSpPr>
          <p:nvPr/>
        </p:nvCxnSpPr>
        <p:spPr>
          <a:xfrm>
            <a:off x="2947689" y="3868579"/>
            <a:ext cx="277770" cy="31940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線コネクタ 31">
            <a:extLst>
              <a:ext uri="{FF2B5EF4-FFF2-40B4-BE49-F238E27FC236}">
                <a16:creationId xmlns:a16="http://schemas.microsoft.com/office/drawing/2014/main" id="{520567BC-32D1-B7FD-D67D-15CD1BBEDBA2}"/>
              </a:ext>
            </a:extLst>
          </p:cNvPr>
          <p:cNvCxnSpPr>
            <a:cxnSpLocks/>
          </p:cNvCxnSpPr>
          <p:nvPr/>
        </p:nvCxnSpPr>
        <p:spPr>
          <a:xfrm>
            <a:off x="3702394" y="3488456"/>
            <a:ext cx="110316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33" name="直線コネクタ 32">
            <a:extLst>
              <a:ext uri="{FF2B5EF4-FFF2-40B4-BE49-F238E27FC236}">
                <a16:creationId xmlns:a16="http://schemas.microsoft.com/office/drawing/2014/main" id="{BB5DE70B-F168-7413-A67B-740B1E330DD3}"/>
              </a:ext>
            </a:extLst>
          </p:cNvPr>
          <p:cNvCxnSpPr>
            <a:cxnSpLocks/>
          </p:cNvCxnSpPr>
          <p:nvPr/>
        </p:nvCxnSpPr>
        <p:spPr>
          <a:xfrm flipV="1">
            <a:off x="3812201" y="3227876"/>
            <a:ext cx="0" cy="260580"/>
          </a:xfrm>
          <a:prstGeom prst="line">
            <a:avLst/>
          </a:prstGeom>
          <a:ln w="19050"/>
        </p:spPr>
        <p:style>
          <a:lnRef idx="1">
            <a:schemeClr val="dk1"/>
          </a:lnRef>
          <a:fillRef idx="0">
            <a:schemeClr val="dk1"/>
          </a:fillRef>
          <a:effectRef idx="0">
            <a:schemeClr val="dk1"/>
          </a:effectRef>
          <a:fontRef idx="minor">
            <a:schemeClr val="tx1"/>
          </a:fontRef>
        </p:style>
      </p:cxnSp>
      <p:cxnSp>
        <p:nvCxnSpPr>
          <p:cNvPr id="34" name="直線コネクタ 33">
            <a:extLst>
              <a:ext uri="{FF2B5EF4-FFF2-40B4-BE49-F238E27FC236}">
                <a16:creationId xmlns:a16="http://schemas.microsoft.com/office/drawing/2014/main" id="{408939CC-E108-08B5-972A-D1574003CCC7}"/>
              </a:ext>
            </a:extLst>
          </p:cNvPr>
          <p:cNvCxnSpPr>
            <a:cxnSpLocks/>
          </p:cNvCxnSpPr>
          <p:nvPr/>
        </p:nvCxnSpPr>
        <p:spPr>
          <a:xfrm flipV="1">
            <a:off x="4384478" y="3226254"/>
            <a:ext cx="0" cy="260580"/>
          </a:xfrm>
          <a:prstGeom prst="line">
            <a:avLst/>
          </a:prstGeom>
          <a:ln w="19050"/>
        </p:spPr>
        <p:style>
          <a:lnRef idx="1">
            <a:schemeClr val="dk1"/>
          </a:lnRef>
          <a:fillRef idx="0">
            <a:schemeClr val="dk1"/>
          </a:fillRef>
          <a:effectRef idx="0">
            <a:schemeClr val="dk1"/>
          </a:effectRef>
          <a:fontRef idx="minor">
            <a:schemeClr val="tx1"/>
          </a:fontRef>
        </p:style>
      </p:cxnSp>
      <p:cxnSp>
        <p:nvCxnSpPr>
          <p:cNvPr id="35" name="直線コネクタ 34">
            <a:extLst>
              <a:ext uri="{FF2B5EF4-FFF2-40B4-BE49-F238E27FC236}">
                <a16:creationId xmlns:a16="http://schemas.microsoft.com/office/drawing/2014/main" id="{2D305EDB-5BBE-255D-DF51-3B463727E8C6}"/>
              </a:ext>
            </a:extLst>
          </p:cNvPr>
          <p:cNvCxnSpPr>
            <a:cxnSpLocks/>
          </p:cNvCxnSpPr>
          <p:nvPr/>
        </p:nvCxnSpPr>
        <p:spPr>
          <a:xfrm flipV="1">
            <a:off x="4559200" y="3227876"/>
            <a:ext cx="0" cy="260580"/>
          </a:xfrm>
          <a:prstGeom prst="line">
            <a:avLst/>
          </a:prstGeom>
          <a:ln w="19050"/>
        </p:spPr>
        <p:style>
          <a:lnRef idx="1">
            <a:schemeClr val="dk1"/>
          </a:lnRef>
          <a:fillRef idx="0">
            <a:schemeClr val="dk1"/>
          </a:fillRef>
          <a:effectRef idx="0">
            <a:schemeClr val="dk1"/>
          </a:effectRef>
          <a:fontRef idx="minor">
            <a:schemeClr val="tx1"/>
          </a:fontRef>
        </p:style>
      </p:cxnSp>
      <p:cxnSp>
        <p:nvCxnSpPr>
          <p:cNvPr id="36" name="直線コネクタ 35">
            <a:extLst>
              <a:ext uri="{FF2B5EF4-FFF2-40B4-BE49-F238E27FC236}">
                <a16:creationId xmlns:a16="http://schemas.microsoft.com/office/drawing/2014/main" id="{3F1400CB-23AF-7F80-DC9E-A117D2F6F191}"/>
              </a:ext>
            </a:extLst>
          </p:cNvPr>
          <p:cNvCxnSpPr>
            <a:cxnSpLocks/>
          </p:cNvCxnSpPr>
          <p:nvPr/>
        </p:nvCxnSpPr>
        <p:spPr>
          <a:xfrm>
            <a:off x="3702394" y="4187988"/>
            <a:ext cx="110316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37" name="直線コネクタ 36">
            <a:extLst>
              <a:ext uri="{FF2B5EF4-FFF2-40B4-BE49-F238E27FC236}">
                <a16:creationId xmlns:a16="http://schemas.microsoft.com/office/drawing/2014/main" id="{75133AE9-809D-D747-2DA0-A195B3BB6E38}"/>
              </a:ext>
            </a:extLst>
          </p:cNvPr>
          <p:cNvCxnSpPr>
            <a:cxnSpLocks/>
          </p:cNvCxnSpPr>
          <p:nvPr/>
        </p:nvCxnSpPr>
        <p:spPr>
          <a:xfrm flipV="1">
            <a:off x="4011254" y="3927408"/>
            <a:ext cx="0" cy="260580"/>
          </a:xfrm>
          <a:prstGeom prst="line">
            <a:avLst/>
          </a:prstGeom>
          <a:ln w="19050"/>
        </p:spPr>
        <p:style>
          <a:lnRef idx="1">
            <a:schemeClr val="dk1"/>
          </a:lnRef>
          <a:fillRef idx="0">
            <a:schemeClr val="dk1"/>
          </a:fillRef>
          <a:effectRef idx="0">
            <a:schemeClr val="dk1"/>
          </a:effectRef>
          <a:fontRef idx="minor">
            <a:schemeClr val="tx1"/>
          </a:fontRef>
        </p:style>
      </p:cxnSp>
      <p:cxnSp>
        <p:nvCxnSpPr>
          <p:cNvPr id="38" name="直線コネクタ 37">
            <a:extLst>
              <a:ext uri="{FF2B5EF4-FFF2-40B4-BE49-F238E27FC236}">
                <a16:creationId xmlns:a16="http://schemas.microsoft.com/office/drawing/2014/main" id="{37822178-02B9-2B0B-3439-3F03D746A085}"/>
              </a:ext>
            </a:extLst>
          </p:cNvPr>
          <p:cNvCxnSpPr>
            <a:cxnSpLocks/>
          </p:cNvCxnSpPr>
          <p:nvPr/>
        </p:nvCxnSpPr>
        <p:spPr>
          <a:xfrm flipV="1">
            <a:off x="4197866" y="3927408"/>
            <a:ext cx="0" cy="260580"/>
          </a:xfrm>
          <a:prstGeom prst="line">
            <a:avLst/>
          </a:prstGeom>
          <a:ln w="19050"/>
        </p:spPr>
        <p:style>
          <a:lnRef idx="1">
            <a:schemeClr val="dk1"/>
          </a:lnRef>
          <a:fillRef idx="0">
            <a:schemeClr val="dk1"/>
          </a:fillRef>
          <a:effectRef idx="0">
            <a:schemeClr val="dk1"/>
          </a:effectRef>
          <a:fontRef idx="minor">
            <a:schemeClr val="tx1"/>
          </a:fontRef>
        </p:style>
      </p:cxnSp>
      <p:sp>
        <p:nvSpPr>
          <p:cNvPr id="39" name="正方形/長方形 38">
            <a:extLst>
              <a:ext uri="{FF2B5EF4-FFF2-40B4-BE49-F238E27FC236}">
                <a16:creationId xmlns:a16="http://schemas.microsoft.com/office/drawing/2014/main" id="{0FA7213D-FD08-2A97-0BDB-0BB186533956}"/>
              </a:ext>
            </a:extLst>
          </p:cNvPr>
          <p:cNvSpPr/>
          <p:nvPr/>
        </p:nvSpPr>
        <p:spPr>
          <a:xfrm>
            <a:off x="4224568" y="3059668"/>
            <a:ext cx="586524" cy="1261466"/>
          </a:xfrm>
          <a:prstGeom prst="rect">
            <a:avLst/>
          </a:prstGeom>
          <a:noFill/>
          <a:ln w="19050">
            <a:solidFill>
              <a:srgbClr val="0070C0"/>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p:cxnSp>
        <p:nvCxnSpPr>
          <p:cNvPr id="40" name="直線コネクタ 39">
            <a:extLst>
              <a:ext uri="{FF2B5EF4-FFF2-40B4-BE49-F238E27FC236}">
                <a16:creationId xmlns:a16="http://schemas.microsoft.com/office/drawing/2014/main" id="{0B59C555-5D86-B207-7F48-70FF2C80F094}"/>
              </a:ext>
            </a:extLst>
          </p:cNvPr>
          <p:cNvCxnSpPr>
            <a:cxnSpLocks/>
          </p:cNvCxnSpPr>
          <p:nvPr/>
        </p:nvCxnSpPr>
        <p:spPr>
          <a:xfrm>
            <a:off x="1377998" y="3253568"/>
            <a:ext cx="110316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41" name="直線コネクタ 40">
            <a:extLst>
              <a:ext uri="{FF2B5EF4-FFF2-40B4-BE49-F238E27FC236}">
                <a16:creationId xmlns:a16="http://schemas.microsoft.com/office/drawing/2014/main" id="{A7CB45AA-38DB-2219-09A8-38D26BAFFC90}"/>
              </a:ext>
            </a:extLst>
          </p:cNvPr>
          <p:cNvCxnSpPr>
            <a:cxnSpLocks/>
          </p:cNvCxnSpPr>
          <p:nvPr/>
        </p:nvCxnSpPr>
        <p:spPr>
          <a:xfrm flipV="1">
            <a:off x="1487805" y="2992988"/>
            <a:ext cx="0" cy="260580"/>
          </a:xfrm>
          <a:prstGeom prst="line">
            <a:avLst/>
          </a:prstGeom>
          <a:ln w="19050"/>
        </p:spPr>
        <p:style>
          <a:lnRef idx="1">
            <a:schemeClr val="dk1"/>
          </a:lnRef>
          <a:fillRef idx="0">
            <a:schemeClr val="dk1"/>
          </a:fillRef>
          <a:effectRef idx="0">
            <a:schemeClr val="dk1"/>
          </a:effectRef>
          <a:fontRef idx="minor">
            <a:schemeClr val="tx1"/>
          </a:fontRef>
        </p:style>
      </p:cxnSp>
      <p:cxnSp>
        <p:nvCxnSpPr>
          <p:cNvPr id="42" name="直線コネクタ 41">
            <a:extLst>
              <a:ext uri="{FF2B5EF4-FFF2-40B4-BE49-F238E27FC236}">
                <a16:creationId xmlns:a16="http://schemas.microsoft.com/office/drawing/2014/main" id="{2EAF283B-07D4-170A-721A-088D0D2D3618}"/>
              </a:ext>
            </a:extLst>
          </p:cNvPr>
          <p:cNvCxnSpPr>
            <a:cxnSpLocks/>
          </p:cNvCxnSpPr>
          <p:nvPr/>
        </p:nvCxnSpPr>
        <p:spPr>
          <a:xfrm flipV="1">
            <a:off x="1686858" y="2992988"/>
            <a:ext cx="0" cy="260580"/>
          </a:xfrm>
          <a:prstGeom prst="line">
            <a:avLst/>
          </a:prstGeom>
          <a:ln w="19050"/>
        </p:spPr>
        <p:style>
          <a:lnRef idx="1">
            <a:schemeClr val="dk1"/>
          </a:lnRef>
          <a:fillRef idx="0">
            <a:schemeClr val="dk1"/>
          </a:fillRef>
          <a:effectRef idx="0">
            <a:schemeClr val="dk1"/>
          </a:effectRef>
          <a:fontRef idx="minor">
            <a:schemeClr val="tx1"/>
          </a:fontRef>
        </p:style>
      </p:cxnSp>
      <p:cxnSp>
        <p:nvCxnSpPr>
          <p:cNvPr id="43" name="直線コネクタ 42">
            <a:extLst>
              <a:ext uri="{FF2B5EF4-FFF2-40B4-BE49-F238E27FC236}">
                <a16:creationId xmlns:a16="http://schemas.microsoft.com/office/drawing/2014/main" id="{2F2F7943-00C8-23BA-73EB-29DE70B2165B}"/>
              </a:ext>
            </a:extLst>
          </p:cNvPr>
          <p:cNvCxnSpPr>
            <a:cxnSpLocks/>
          </p:cNvCxnSpPr>
          <p:nvPr/>
        </p:nvCxnSpPr>
        <p:spPr>
          <a:xfrm flipV="1">
            <a:off x="1873470" y="2992988"/>
            <a:ext cx="0" cy="260580"/>
          </a:xfrm>
          <a:prstGeom prst="line">
            <a:avLst/>
          </a:prstGeom>
          <a:ln w="19050"/>
        </p:spPr>
        <p:style>
          <a:lnRef idx="1">
            <a:schemeClr val="dk1"/>
          </a:lnRef>
          <a:fillRef idx="0">
            <a:schemeClr val="dk1"/>
          </a:fillRef>
          <a:effectRef idx="0">
            <a:schemeClr val="dk1"/>
          </a:effectRef>
          <a:fontRef idx="minor">
            <a:schemeClr val="tx1"/>
          </a:fontRef>
        </p:style>
      </p:cxnSp>
      <p:cxnSp>
        <p:nvCxnSpPr>
          <p:cNvPr id="44" name="直線コネクタ 43">
            <a:extLst>
              <a:ext uri="{FF2B5EF4-FFF2-40B4-BE49-F238E27FC236}">
                <a16:creationId xmlns:a16="http://schemas.microsoft.com/office/drawing/2014/main" id="{494A73F4-EDAD-C3F5-5A28-058C7F2776C0}"/>
              </a:ext>
            </a:extLst>
          </p:cNvPr>
          <p:cNvCxnSpPr>
            <a:cxnSpLocks/>
          </p:cNvCxnSpPr>
          <p:nvPr/>
        </p:nvCxnSpPr>
        <p:spPr>
          <a:xfrm flipV="1">
            <a:off x="2241348" y="2992988"/>
            <a:ext cx="0" cy="260580"/>
          </a:xfrm>
          <a:prstGeom prst="line">
            <a:avLst/>
          </a:prstGeom>
          <a:ln w="19050"/>
        </p:spPr>
        <p:style>
          <a:lnRef idx="1">
            <a:schemeClr val="dk1"/>
          </a:lnRef>
          <a:fillRef idx="0">
            <a:schemeClr val="dk1"/>
          </a:fillRef>
          <a:effectRef idx="0">
            <a:schemeClr val="dk1"/>
          </a:effectRef>
          <a:fontRef idx="minor">
            <a:schemeClr val="tx1"/>
          </a:fontRef>
        </p:style>
      </p:cxnSp>
      <p:cxnSp>
        <p:nvCxnSpPr>
          <p:cNvPr id="45" name="直線コネクタ 44">
            <a:extLst>
              <a:ext uri="{FF2B5EF4-FFF2-40B4-BE49-F238E27FC236}">
                <a16:creationId xmlns:a16="http://schemas.microsoft.com/office/drawing/2014/main" id="{5D096011-46AC-B467-6169-C5E6F16C0DAE}"/>
              </a:ext>
            </a:extLst>
          </p:cNvPr>
          <p:cNvCxnSpPr>
            <a:cxnSpLocks/>
          </p:cNvCxnSpPr>
          <p:nvPr/>
        </p:nvCxnSpPr>
        <p:spPr>
          <a:xfrm>
            <a:off x="1377998" y="3868579"/>
            <a:ext cx="110316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46" name="直線コネクタ 45">
            <a:extLst>
              <a:ext uri="{FF2B5EF4-FFF2-40B4-BE49-F238E27FC236}">
                <a16:creationId xmlns:a16="http://schemas.microsoft.com/office/drawing/2014/main" id="{B80469D7-9707-38C7-82E5-B5E8BFF7D054}"/>
              </a:ext>
            </a:extLst>
          </p:cNvPr>
          <p:cNvCxnSpPr>
            <a:cxnSpLocks/>
          </p:cNvCxnSpPr>
          <p:nvPr/>
        </p:nvCxnSpPr>
        <p:spPr>
          <a:xfrm flipV="1">
            <a:off x="1487805" y="3607999"/>
            <a:ext cx="0" cy="260580"/>
          </a:xfrm>
          <a:prstGeom prst="line">
            <a:avLst/>
          </a:prstGeom>
          <a:ln w="19050"/>
        </p:spPr>
        <p:style>
          <a:lnRef idx="1">
            <a:schemeClr val="dk1"/>
          </a:lnRef>
          <a:fillRef idx="0">
            <a:schemeClr val="dk1"/>
          </a:fillRef>
          <a:effectRef idx="0">
            <a:schemeClr val="dk1"/>
          </a:effectRef>
          <a:fontRef idx="minor">
            <a:schemeClr val="tx1"/>
          </a:fontRef>
        </p:style>
      </p:cxnSp>
      <p:cxnSp>
        <p:nvCxnSpPr>
          <p:cNvPr id="47" name="直線コネクタ 46">
            <a:extLst>
              <a:ext uri="{FF2B5EF4-FFF2-40B4-BE49-F238E27FC236}">
                <a16:creationId xmlns:a16="http://schemas.microsoft.com/office/drawing/2014/main" id="{EF517BE2-360D-F157-DBB2-37C58D2AD2B0}"/>
              </a:ext>
            </a:extLst>
          </p:cNvPr>
          <p:cNvCxnSpPr>
            <a:cxnSpLocks/>
          </p:cNvCxnSpPr>
          <p:nvPr/>
        </p:nvCxnSpPr>
        <p:spPr>
          <a:xfrm flipV="1">
            <a:off x="1873470" y="3607999"/>
            <a:ext cx="0" cy="260580"/>
          </a:xfrm>
          <a:prstGeom prst="line">
            <a:avLst/>
          </a:prstGeom>
          <a:ln w="19050"/>
        </p:spPr>
        <p:style>
          <a:lnRef idx="1">
            <a:schemeClr val="dk1"/>
          </a:lnRef>
          <a:fillRef idx="0">
            <a:schemeClr val="dk1"/>
          </a:fillRef>
          <a:effectRef idx="0">
            <a:schemeClr val="dk1"/>
          </a:effectRef>
          <a:fontRef idx="minor">
            <a:schemeClr val="tx1"/>
          </a:fontRef>
        </p:style>
      </p:cxnSp>
      <p:cxnSp>
        <p:nvCxnSpPr>
          <p:cNvPr id="48" name="直線コネクタ 47">
            <a:extLst>
              <a:ext uri="{FF2B5EF4-FFF2-40B4-BE49-F238E27FC236}">
                <a16:creationId xmlns:a16="http://schemas.microsoft.com/office/drawing/2014/main" id="{A0EF59FE-40EF-6457-7D9B-F2616B9E57BC}"/>
              </a:ext>
            </a:extLst>
          </p:cNvPr>
          <p:cNvCxnSpPr>
            <a:cxnSpLocks/>
          </p:cNvCxnSpPr>
          <p:nvPr/>
        </p:nvCxnSpPr>
        <p:spPr>
          <a:xfrm flipV="1">
            <a:off x="2241348" y="3607999"/>
            <a:ext cx="0" cy="260580"/>
          </a:xfrm>
          <a:prstGeom prst="line">
            <a:avLst/>
          </a:prstGeom>
          <a:ln w="19050"/>
        </p:spPr>
        <p:style>
          <a:lnRef idx="1">
            <a:schemeClr val="dk1"/>
          </a:lnRef>
          <a:fillRef idx="0">
            <a:schemeClr val="dk1"/>
          </a:fillRef>
          <a:effectRef idx="0">
            <a:schemeClr val="dk1"/>
          </a:effectRef>
          <a:fontRef idx="minor">
            <a:schemeClr val="tx1"/>
          </a:fontRef>
        </p:style>
      </p:cxnSp>
      <p:sp>
        <p:nvSpPr>
          <p:cNvPr id="49" name="正方形/長方形 48">
            <a:extLst>
              <a:ext uri="{FF2B5EF4-FFF2-40B4-BE49-F238E27FC236}">
                <a16:creationId xmlns:a16="http://schemas.microsoft.com/office/drawing/2014/main" id="{F33C6E4F-0324-1A42-CE2D-4B046DA3D41E}"/>
              </a:ext>
            </a:extLst>
          </p:cNvPr>
          <p:cNvSpPr/>
          <p:nvPr/>
        </p:nvSpPr>
        <p:spPr>
          <a:xfrm>
            <a:off x="1867931" y="2552188"/>
            <a:ext cx="586524" cy="1768946"/>
          </a:xfrm>
          <a:prstGeom prst="rect">
            <a:avLst/>
          </a:prstGeom>
          <a:noFill/>
          <a:ln w="19050">
            <a:solidFill>
              <a:srgbClr val="0070C0"/>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p:cxnSp>
        <p:nvCxnSpPr>
          <p:cNvPr id="50" name="コネクタ: カギ線 49">
            <a:extLst>
              <a:ext uri="{FF2B5EF4-FFF2-40B4-BE49-F238E27FC236}">
                <a16:creationId xmlns:a16="http://schemas.microsoft.com/office/drawing/2014/main" id="{47D417AD-596F-0116-AF39-0DF212E58379}"/>
              </a:ext>
            </a:extLst>
          </p:cNvPr>
          <p:cNvCxnSpPr>
            <a:cxnSpLocks/>
            <a:stCxn id="49" idx="2"/>
            <a:endCxn id="39" idx="2"/>
          </p:cNvCxnSpPr>
          <p:nvPr/>
        </p:nvCxnSpPr>
        <p:spPr>
          <a:xfrm rot="16200000" flipH="1">
            <a:off x="3339511" y="3142815"/>
            <a:ext cx="12700" cy="2356637"/>
          </a:xfrm>
          <a:prstGeom prst="bentConnector3">
            <a:avLst>
              <a:gd name="adj1" fmla="val 1800000"/>
            </a:avLst>
          </a:prstGeom>
          <a:ln>
            <a:solidFill>
              <a:srgbClr val="0070C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2" name="テキスト ボックス 51">
            <a:extLst>
              <a:ext uri="{FF2B5EF4-FFF2-40B4-BE49-F238E27FC236}">
                <a16:creationId xmlns:a16="http://schemas.microsoft.com/office/drawing/2014/main" id="{05029B37-9381-3E5C-B1E7-CB5C6C5D39BA}"/>
              </a:ext>
            </a:extLst>
          </p:cNvPr>
          <p:cNvSpPr txBox="1"/>
          <p:nvPr/>
        </p:nvSpPr>
        <p:spPr>
          <a:xfrm>
            <a:off x="2029405" y="4507396"/>
            <a:ext cx="2637276"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Arial"/>
                <a:ea typeface="微软雅黑"/>
                <a:cs typeface="+mn-cs"/>
              </a:rPr>
              <a:t>Reduce Timesteps</a:t>
            </a:r>
            <a:endParaRPr kumimoji="1" lang="ja-JP" altLang="en-US" sz="1800" b="0" i="0" u="none" strike="noStrike" kern="1200" cap="none" spc="0" normalizeH="0" baseline="0" noProof="0" dirty="0">
              <a:ln>
                <a:noFill/>
              </a:ln>
              <a:solidFill>
                <a:prstClr val="black"/>
              </a:solidFill>
              <a:effectLst/>
              <a:uLnTx/>
              <a:uFillTx/>
              <a:latin typeface="Arial"/>
              <a:ea typeface="微软雅黑"/>
              <a:cs typeface="+mn-cs"/>
            </a:endParaRPr>
          </a:p>
        </p:txBody>
      </p:sp>
      <p:sp>
        <p:nvSpPr>
          <p:cNvPr id="2" name="スライド番号プレースホルダー 1">
            <a:extLst>
              <a:ext uri="{FF2B5EF4-FFF2-40B4-BE49-F238E27FC236}">
                <a16:creationId xmlns:a16="http://schemas.microsoft.com/office/drawing/2014/main" id="{5EE431B2-A906-3E26-FBA6-1A02CCF230D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AE70B2-8BF9-45C0-BB95-33D1B9D3A854}" type="slidenum">
              <a:rPr kumimoji="0" lang="zh-CN" altLang="en-US" sz="1000" b="0" i="0" u="none" strike="noStrike" kern="1200" cap="none" spc="0" normalizeH="0" baseline="0" noProof="0" smtClean="0">
                <a:ln>
                  <a:noFill/>
                </a:ln>
                <a:solidFill>
                  <a:prstClr val="black">
                    <a:tint val="75000"/>
                  </a:prstClr>
                </a:solidFill>
                <a:effectLst/>
                <a:uLnTx/>
                <a:uFillTx/>
                <a:latin typeface="Arial"/>
                <a:ea typeface="微软雅黑"/>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zh-CN" altLang="en-US" sz="1000" b="0" i="0" u="none" strike="noStrike" kern="1200" cap="none" spc="0" normalizeH="0" baseline="0" noProof="0">
              <a:ln>
                <a:noFill/>
              </a:ln>
              <a:solidFill>
                <a:prstClr val="black">
                  <a:tint val="75000"/>
                </a:prstClr>
              </a:solidFill>
              <a:effectLst/>
              <a:uLnTx/>
              <a:uFillTx/>
              <a:latin typeface="Arial"/>
              <a:ea typeface="微软雅黑"/>
              <a:cs typeface="+mn-cs"/>
            </a:endParaRPr>
          </a:p>
        </p:txBody>
      </p:sp>
      <p:sp>
        <p:nvSpPr>
          <p:cNvPr id="3" name="テキスト ボックス 2">
            <a:extLst>
              <a:ext uri="{FF2B5EF4-FFF2-40B4-BE49-F238E27FC236}">
                <a16:creationId xmlns:a16="http://schemas.microsoft.com/office/drawing/2014/main" id="{CEFE6CC6-4D4B-1F1D-646D-D7D4343A4936}"/>
              </a:ext>
            </a:extLst>
          </p:cNvPr>
          <p:cNvSpPr txBox="1"/>
          <p:nvPr/>
        </p:nvSpPr>
        <p:spPr>
          <a:xfrm>
            <a:off x="3065320" y="5383646"/>
            <a:ext cx="605536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Arial"/>
                <a:ea typeface="微软雅黑"/>
                <a:cs typeface="+mn-cs"/>
              </a:rPr>
              <a:t>Fig. 12 Timestep Reduction and Pruning </a:t>
            </a:r>
            <a:endParaRPr kumimoji="1" lang="ja-JP" altLang="en-US" sz="1800" b="0" i="0" u="none" strike="noStrike" kern="1200" cap="none" spc="0" normalizeH="0" baseline="0" noProof="0" dirty="0">
              <a:ln>
                <a:noFill/>
              </a:ln>
              <a:solidFill>
                <a:prstClr val="black"/>
              </a:solidFill>
              <a:effectLst/>
              <a:uLnTx/>
              <a:uFillTx/>
              <a:latin typeface="Arial"/>
              <a:ea typeface="微软雅黑"/>
              <a:cs typeface="+mn-cs"/>
            </a:endParaRPr>
          </a:p>
        </p:txBody>
      </p:sp>
      <p:sp>
        <p:nvSpPr>
          <p:cNvPr id="7" name="正方形/長方形 6">
            <a:extLst>
              <a:ext uri="{FF2B5EF4-FFF2-40B4-BE49-F238E27FC236}">
                <a16:creationId xmlns:a16="http://schemas.microsoft.com/office/drawing/2014/main" id="{3DAFC424-196F-F40D-358F-DC7D452D579E}"/>
              </a:ext>
            </a:extLst>
          </p:cNvPr>
          <p:cNvSpPr/>
          <p:nvPr/>
        </p:nvSpPr>
        <p:spPr>
          <a:xfrm>
            <a:off x="3171513" y="2541044"/>
            <a:ext cx="586524" cy="643725"/>
          </a:xfrm>
          <a:prstGeom prst="rect">
            <a:avLst/>
          </a:prstGeom>
          <a:noFill/>
          <a:ln w="19050">
            <a:solidFill>
              <a:srgbClr val="0070C0"/>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9" name="テキスト ボックス 8">
            <a:extLst>
              <a:ext uri="{FF2B5EF4-FFF2-40B4-BE49-F238E27FC236}">
                <a16:creationId xmlns:a16="http://schemas.microsoft.com/office/drawing/2014/main" id="{E9A8EDC4-97E9-EB5C-2A94-E5459787F730}"/>
              </a:ext>
            </a:extLst>
          </p:cNvPr>
          <p:cNvSpPr txBox="1"/>
          <p:nvPr/>
        </p:nvSpPr>
        <p:spPr>
          <a:xfrm>
            <a:off x="3458724" y="2129863"/>
            <a:ext cx="2637276"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Arial"/>
                <a:ea typeface="微软雅黑"/>
                <a:cs typeface="+mn-cs"/>
              </a:rPr>
              <a:t>Reduce</a:t>
            </a:r>
            <a:endParaRPr kumimoji="1" lang="ja-JP" altLang="en-US" sz="1800" b="0" i="0" u="none" strike="noStrike" kern="1200" cap="none" spc="0" normalizeH="0" baseline="0" noProof="0" dirty="0">
              <a:ln>
                <a:noFill/>
              </a:ln>
              <a:solidFill>
                <a:prstClr val="black"/>
              </a:solidFill>
              <a:effectLst/>
              <a:uLnTx/>
              <a:uFillTx/>
              <a:latin typeface="Arial"/>
              <a:ea typeface="微软雅黑"/>
              <a:cs typeface="+mn-cs"/>
            </a:endParaRPr>
          </a:p>
        </p:txBody>
      </p:sp>
      <p:cxnSp>
        <p:nvCxnSpPr>
          <p:cNvPr id="12" name="直線コネクタ 11">
            <a:extLst>
              <a:ext uri="{FF2B5EF4-FFF2-40B4-BE49-F238E27FC236}">
                <a16:creationId xmlns:a16="http://schemas.microsoft.com/office/drawing/2014/main" id="{4F5BFCF8-35A4-8EF4-FA0E-0E63D027BBD7}"/>
              </a:ext>
            </a:extLst>
          </p:cNvPr>
          <p:cNvCxnSpPr>
            <a:cxnSpLocks/>
          </p:cNvCxnSpPr>
          <p:nvPr/>
        </p:nvCxnSpPr>
        <p:spPr>
          <a:xfrm flipV="1">
            <a:off x="3758037" y="2338066"/>
            <a:ext cx="534056" cy="209601"/>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1" name="正方形/長方形 10">
            <a:extLst>
              <a:ext uri="{FF2B5EF4-FFF2-40B4-BE49-F238E27FC236}">
                <a16:creationId xmlns:a16="http://schemas.microsoft.com/office/drawing/2014/main" id="{359B196C-3943-9CD1-345D-F4206C9F9786}"/>
              </a:ext>
            </a:extLst>
          </p:cNvPr>
          <p:cNvSpPr/>
          <p:nvPr/>
        </p:nvSpPr>
        <p:spPr>
          <a:xfrm>
            <a:off x="6965315" y="2827593"/>
            <a:ext cx="1137920" cy="1249680"/>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noFill/>
            </a:endParaRPr>
          </a:p>
        </p:txBody>
      </p:sp>
      <p:sp>
        <p:nvSpPr>
          <p:cNvPr id="13" name="正方形/長方形 12">
            <a:extLst>
              <a:ext uri="{FF2B5EF4-FFF2-40B4-BE49-F238E27FC236}">
                <a16:creationId xmlns:a16="http://schemas.microsoft.com/office/drawing/2014/main" id="{7B4B4671-C217-6902-7784-074D4B9B5271}"/>
              </a:ext>
            </a:extLst>
          </p:cNvPr>
          <p:cNvSpPr/>
          <p:nvPr/>
        </p:nvSpPr>
        <p:spPr>
          <a:xfrm>
            <a:off x="6799393" y="2919033"/>
            <a:ext cx="1137920" cy="1249680"/>
          </a:xfrm>
          <a:prstGeom prst="rect">
            <a:avLst/>
          </a:prstGeom>
          <a:solidFill>
            <a:srgbClr val="FFFFFF"/>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noFill/>
            </a:endParaRPr>
          </a:p>
        </p:txBody>
      </p:sp>
      <p:sp>
        <p:nvSpPr>
          <p:cNvPr id="14" name="正方形/長方形 13">
            <a:extLst>
              <a:ext uri="{FF2B5EF4-FFF2-40B4-BE49-F238E27FC236}">
                <a16:creationId xmlns:a16="http://schemas.microsoft.com/office/drawing/2014/main" id="{C38FC500-D677-095A-75F1-2589EA1019A5}"/>
              </a:ext>
            </a:extLst>
          </p:cNvPr>
          <p:cNvSpPr/>
          <p:nvPr/>
        </p:nvSpPr>
        <p:spPr>
          <a:xfrm>
            <a:off x="6674111" y="3010473"/>
            <a:ext cx="1137920" cy="1249680"/>
          </a:xfrm>
          <a:prstGeom prst="rect">
            <a:avLst/>
          </a:prstGeom>
          <a:solidFill>
            <a:srgbClr val="FFFFFF"/>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noFill/>
            </a:endParaRPr>
          </a:p>
        </p:txBody>
      </p:sp>
      <p:sp>
        <p:nvSpPr>
          <p:cNvPr id="15" name="正方形/長方形 14">
            <a:extLst>
              <a:ext uri="{FF2B5EF4-FFF2-40B4-BE49-F238E27FC236}">
                <a16:creationId xmlns:a16="http://schemas.microsoft.com/office/drawing/2014/main" id="{B5E55FCA-805D-20A3-2E63-6A8873024A2D}"/>
              </a:ext>
            </a:extLst>
          </p:cNvPr>
          <p:cNvSpPr/>
          <p:nvPr/>
        </p:nvSpPr>
        <p:spPr>
          <a:xfrm>
            <a:off x="6548829" y="3101913"/>
            <a:ext cx="1137920" cy="1249680"/>
          </a:xfrm>
          <a:prstGeom prst="rect">
            <a:avLst/>
          </a:prstGeom>
          <a:solidFill>
            <a:srgbClr val="FFFFFF"/>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noFill/>
            </a:endParaRPr>
          </a:p>
        </p:txBody>
      </p:sp>
      <p:sp>
        <p:nvSpPr>
          <p:cNvPr id="16" name="矢印: 下 15">
            <a:extLst>
              <a:ext uri="{FF2B5EF4-FFF2-40B4-BE49-F238E27FC236}">
                <a16:creationId xmlns:a16="http://schemas.microsoft.com/office/drawing/2014/main" id="{864957EE-5B24-03B0-5815-F48706BA2F81}"/>
              </a:ext>
            </a:extLst>
          </p:cNvPr>
          <p:cNvSpPr/>
          <p:nvPr/>
        </p:nvSpPr>
        <p:spPr>
          <a:xfrm rot="16200000">
            <a:off x="8568410" y="3207970"/>
            <a:ext cx="507302" cy="671806"/>
          </a:xfrm>
          <a:prstGeom prst="downArrow">
            <a:avLst/>
          </a:prstGeom>
          <a:solidFill>
            <a:srgbClr val="0070C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正方形/長方形 17">
            <a:extLst>
              <a:ext uri="{FF2B5EF4-FFF2-40B4-BE49-F238E27FC236}">
                <a16:creationId xmlns:a16="http://schemas.microsoft.com/office/drawing/2014/main" id="{12668F87-919C-7B4A-4199-F1D8937C61ED}"/>
              </a:ext>
            </a:extLst>
          </p:cNvPr>
          <p:cNvSpPr/>
          <p:nvPr/>
        </p:nvSpPr>
        <p:spPr>
          <a:xfrm>
            <a:off x="9566275" y="2919033"/>
            <a:ext cx="1137920" cy="1249680"/>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noFill/>
            </a:endParaRPr>
          </a:p>
        </p:txBody>
      </p:sp>
      <p:sp>
        <p:nvSpPr>
          <p:cNvPr id="19" name="正方形/長方形 18">
            <a:extLst>
              <a:ext uri="{FF2B5EF4-FFF2-40B4-BE49-F238E27FC236}">
                <a16:creationId xmlns:a16="http://schemas.microsoft.com/office/drawing/2014/main" id="{B8611607-8A98-6359-1080-4E6504C38CA3}"/>
              </a:ext>
            </a:extLst>
          </p:cNvPr>
          <p:cNvSpPr/>
          <p:nvPr/>
        </p:nvSpPr>
        <p:spPr>
          <a:xfrm>
            <a:off x="9400353" y="3010473"/>
            <a:ext cx="1137920" cy="1249680"/>
          </a:xfrm>
          <a:prstGeom prst="rect">
            <a:avLst/>
          </a:prstGeom>
          <a:solidFill>
            <a:srgbClr val="FFFFFF"/>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noFill/>
            </a:endParaRPr>
          </a:p>
        </p:txBody>
      </p:sp>
      <p:cxnSp>
        <p:nvCxnSpPr>
          <p:cNvPr id="28" name="コネクタ: カギ線 27">
            <a:extLst>
              <a:ext uri="{FF2B5EF4-FFF2-40B4-BE49-F238E27FC236}">
                <a16:creationId xmlns:a16="http://schemas.microsoft.com/office/drawing/2014/main" id="{71868850-7F5F-E175-8E40-52BDDEADB477}"/>
              </a:ext>
            </a:extLst>
          </p:cNvPr>
          <p:cNvCxnSpPr>
            <a:cxnSpLocks/>
            <a:stCxn id="15" idx="2"/>
            <a:endCxn id="19" idx="2"/>
          </p:cNvCxnSpPr>
          <p:nvPr/>
        </p:nvCxnSpPr>
        <p:spPr>
          <a:xfrm rot="5400000" flipH="1" flipV="1">
            <a:off x="8497831" y="2880111"/>
            <a:ext cx="91440" cy="2851524"/>
          </a:xfrm>
          <a:prstGeom prst="bentConnector3">
            <a:avLst>
              <a:gd name="adj1" fmla="val -250000"/>
            </a:avLst>
          </a:prstGeom>
          <a:ln>
            <a:solidFill>
              <a:srgbClr val="0070C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4" name="テキスト ボックス 53">
            <a:extLst>
              <a:ext uri="{FF2B5EF4-FFF2-40B4-BE49-F238E27FC236}">
                <a16:creationId xmlns:a16="http://schemas.microsoft.com/office/drawing/2014/main" id="{2A708D4C-2617-F444-901B-0B3C7F050928}"/>
              </a:ext>
            </a:extLst>
          </p:cNvPr>
          <p:cNvSpPr txBox="1"/>
          <p:nvPr/>
        </p:nvSpPr>
        <p:spPr>
          <a:xfrm>
            <a:off x="7332037" y="4601152"/>
            <a:ext cx="2637276"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Arial"/>
                <a:ea typeface="微软雅黑"/>
                <a:cs typeface="+mn-cs"/>
              </a:rPr>
              <a:t>Reduce Training Data</a:t>
            </a:r>
            <a:endParaRPr kumimoji="1" lang="ja-JP" altLang="en-US" sz="1800" b="0" i="0" u="none" strike="noStrike" kern="1200" cap="none" spc="0" normalizeH="0" baseline="0" noProof="0" dirty="0">
              <a:ln>
                <a:noFill/>
              </a:ln>
              <a:solidFill>
                <a:prstClr val="black"/>
              </a:solidFill>
              <a:effectLst/>
              <a:uLnTx/>
              <a:uFillTx/>
              <a:latin typeface="Arial"/>
              <a:ea typeface="微软雅黑"/>
              <a:cs typeface="+mn-cs"/>
            </a:endParaRPr>
          </a:p>
        </p:txBody>
      </p:sp>
    </p:spTree>
    <p:custDataLst>
      <p:tags r:id="rId1"/>
    </p:custDataLst>
    <p:extLst>
      <p:ext uri="{BB962C8B-B14F-4D97-AF65-F5344CB8AC3E}">
        <p14:creationId xmlns:p14="http://schemas.microsoft.com/office/powerpoint/2010/main" val="42381952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rotWithShape="1">
          <a:blip r:embed="rId4"/>
          <a:stretch>
            <a:fillRect/>
          </a:stretch>
        </a:blipFill>
        <a:effectLst/>
      </p:bgPr>
    </p:bg>
    <p:spTree>
      <p:nvGrpSpPr>
        <p:cNvPr id="1" name="">
          <a:extLst>
            <a:ext uri="{FF2B5EF4-FFF2-40B4-BE49-F238E27FC236}">
              <a16:creationId xmlns:a16="http://schemas.microsoft.com/office/drawing/2014/main" id="{F1D960E9-847E-4DCA-8D3F-7EDA9A263F7D}"/>
            </a:ext>
          </a:extLst>
        </p:cNvPr>
        <p:cNvGrpSpPr/>
        <p:nvPr/>
      </p:nvGrpSpPr>
      <p:grpSpPr>
        <a:xfrm>
          <a:off x="0" y="0"/>
          <a:ext cx="0" cy="0"/>
          <a:chOff x="0" y="0"/>
          <a:chExt cx="0" cy="0"/>
        </a:xfrm>
      </p:grpSpPr>
      <p:sp>
        <p:nvSpPr>
          <p:cNvPr id="23" name="タイトル 4">
            <a:extLst>
              <a:ext uri="{FF2B5EF4-FFF2-40B4-BE49-F238E27FC236}">
                <a16:creationId xmlns:a16="http://schemas.microsoft.com/office/drawing/2014/main" id="{FE7673BA-AC0F-C59A-571C-8990702AB263}"/>
              </a:ext>
            </a:extLst>
          </p:cNvPr>
          <p:cNvSpPr>
            <a:spLocks noGrp="1"/>
          </p:cNvSpPr>
          <p:nvPr>
            <p:ph type="title"/>
          </p:nvPr>
        </p:nvSpPr>
        <p:spPr>
          <a:xfrm>
            <a:off x="608400" y="608400"/>
            <a:ext cx="10969200" cy="705600"/>
          </a:xfrm>
        </p:spPr>
        <p:txBody>
          <a:bodyPr/>
          <a:lstStyle/>
          <a:p>
            <a:r>
              <a:rPr lang="en-US" altLang="ja-JP" dirty="0"/>
              <a:t>Configuration Phase (Training)</a:t>
            </a:r>
            <a:endParaRPr lang="ja-JP" altLang="en-US" dirty="0"/>
          </a:p>
        </p:txBody>
      </p:sp>
      <p:pic>
        <p:nvPicPr>
          <p:cNvPr id="24" name="图片 3" descr="logo-4">
            <a:extLst>
              <a:ext uri="{FF2B5EF4-FFF2-40B4-BE49-F238E27FC236}">
                <a16:creationId xmlns:a16="http://schemas.microsoft.com/office/drawing/2014/main" id="{EAE6D4BB-5C9E-C168-5ECD-D0945C575A7C}"/>
              </a:ext>
            </a:extLst>
          </p:cNvPr>
          <p:cNvPicPr>
            <a:picLocks noChangeAspect="1"/>
          </p:cNvPicPr>
          <p:nvPr/>
        </p:nvPicPr>
        <p:blipFill>
          <a:blip r:embed="rId5"/>
          <a:stretch>
            <a:fillRect/>
          </a:stretch>
        </p:blipFill>
        <p:spPr>
          <a:xfrm>
            <a:off x="10354310" y="6334125"/>
            <a:ext cx="1603375" cy="387350"/>
          </a:xfrm>
          <a:prstGeom prst="rect">
            <a:avLst/>
          </a:prstGeom>
        </p:spPr>
      </p:pic>
      <p:sp>
        <p:nvSpPr>
          <p:cNvPr id="2" name="テキスト ボックス 1">
            <a:extLst>
              <a:ext uri="{FF2B5EF4-FFF2-40B4-BE49-F238E27FC236}">
                <a16:creationId xmlns:a16="http://schemas.microsoft.com/office/drawing/2014/main" id="{87E89519-9BB1-81C4-3060-5272AF4EB735}"/>
              </a:ext>
            </a:extLst>
          </p:cNvPr>
          <p:cNvSpPr txBox="1"/>
          <p:nvPr/>
        </p:nvSpPr>
        <p:spPr>
          <a:xfrm>
            <a:off x="747576" y="1482225"/>
            <a:ext cx="2637276" cy="646331"/>
          </a:xfrm>
          <a:prstGeom prst="rect">
            <a:avLst/>
          </a:prstGeom>
          <a:noFill/>
        </p:spPr>
        <p:txBody>
          <a:bodyPr wrap="square" rtlCol="0">
            <a:spAutoFit/>
          </a:bodyPr>
          <a:lstStyle/>
          <a:p>
            <a:pPr algn="ctr"/>
            <a:r>
              <a:rPr kumimoji="1" lang="en-US" altLang="ja-JP" dirty="0"/>
              <a:t>Adjust number of timesteps</a:t>
            </a:r>
            <a:endParaRPr kumimoji="1" lang="ja-JP" altLang="en-US" dirty="0"/>
          </a:p>
        </p:txBody>
      </p:sp>
      <mc:AlternateContent xmlns:mc="http://schemas.openxmlformats.org/markup-compatibility/2006" xmlns:a14="http://schemas.microsoft.com/office/drawing/2010/main">
        <mc:Choice Requires="a14">
          <p:sp>
            <p:nvSpPr>
              <p:cNvPr id="3" name="テキスト ボックス 2">
                <a:extLst>
                  <a:ext uri="{FF2B5EF4-FFF2-40B4-BE49-F238E27FC236}">
                    <a16:creationId xmlns:a16="http://schemas.microsoft.com/office/drawing/2014/main" id="{DE78AD2D-6FEA-4A14-5879-E56C2EA7E2C9}"/>
                  </a:ext>
                </a:extLst>
              </p:cNvPr>
              <p:cNvSpPr txBox="1"/>
              <p:nvPr/>
            </p:nvSpPr>
            <p:spPr>
              <a:xfrm>
                <a:off x="559787" y="2276735"/>
                <a:ext cx="3593100" cy="3978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𝑇</m:t>
                          </m:r>
                        </m:e>
                        <m:sub>
                          <m:r>
                            <a:rPr kumimoji="1" lang="en-US" altLang="ja-JP" sz="2400" b="0" i="1" smtClean="0">
                              <a:latin typeface="Cambria Math" panose="02040503050406030204" pitchFamily="18" charset="0"/>
                            </a:rPr>
                            <m:t>𝑡𝑖𝑚𝑒𝑠𝑡𝑒𝑝𝑠</m:t>
                          </m:r>
                        </m:sub>
                      </m:sSub>
                      <m:r>
                        <a:rPr kumimoji="1" lang="en-US" altLang="ja-JP" sz="2400" b="0" i="1" smtClean="0">
                          <a:latin typeface="Cambria Math" panose="02040503050406030204" pitchFamily="18" charset="0"/>
                        </a:rPr>
                        <m:t>=</m:t>
                      </m:r>
                      <m:r>
                        <a:rPr kumimoji="1" lang="en-US" altLang="ja-JP" sz="2400" b="0" i="1" smtClean="0">
                          <a:latin typeface="Cambria Math" panose="02040503050406030204" pitchFamily="18" charset="0"/>
                        </a:rPr>
                        <m:t>𝑎</m:t>
                      </m:r>
                      <m:r>
                        <a:rPr kumimoji="1" lang="en-US" altLang="ja-JP" sz="2400" b="0" i="1" smtClean="0">
                          <a:latin typeface="Cambria Math" panose="02040503050406030204" pitchFamily="18" charset="0"/>
                        </a:rPr>
                        <m:t>×</m:t>
                      </m:r>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𝐸</m:t>
                          </m:r>
                        </m:e>
                        <m:sub>
                          <m:r>
                            <a:rPr kumimoji="1" lang="en-US" altLang="ja-JP" sz="2400" b="0" i="1" smtClean="0">
                              <a:latin typeface="Cambria Math" panose="02040503050406030204" pitchFamily="18" charset="0"/>
                            </a:rPr>
                            <m:t>𝑡𝑟𝑎𝑖𝑛</m:t>
                          </m:r>
                        </m:sub>
                      </m:sSub>
                      <m:r>
                        <a:rPr kumimoji="1" lang="en-US" altLang="ja-JP" sz="2400" b="0" i="1" smtClean="0">
                          <a:latin typeface="Cambria Math" panose="02040503050406030204" pitchFamily="18" charset="0"/>
                        </a:rPr>
                        <m:t>+</m:t>
                      </m:r>
                      <m:r>
                        <a:rPr kumimoji="1" lang="en-US" altLang="ja-JP" sz="2400" b="0" i="1" smtClean="0">
                          <a:latin typeface="Cambria Math" panose="02040503050406030204" pitchFamily="18" charset="0"/>
                        </a:rPr>
                        <m:t>𝑏</m:t>
                      </m:r>
                    </m:oMath>
                  </m:oMathPara>
                </a14:m>
                <a:endParaRPr kumimoji="1" lang="en-US" altLang="ja-JP" sz="2400" b="0" dirty="0"/>
              </a:p>
            </p:txBody>
          </p:sp>
        </mc:Choice>
        <mc:Fallback xmlns="">
          <p:sp>
            <p:nvSpPr>
              <p:cNvPr id="3" name="テキスト ボックス 2">
                <a:extLst>
                  <a:ext uri="{FF2B5EF4-FFF2-40B4-BE49-F238E27FC236}">
                    <a16:creationId xmlns:a16="http://schemas.microsoft.com/office/drawing/2014/main" id="{DE78AD2D-6FEA-4A14-5879-E56C2EA7E2C9}"/>
                  </a:ext>
                </a:extLst>
              </p:cNvPr>
              <p:cNvSpPr txBox="1">
                <a:spLocks noRot="1" noChangeAspect="1" noMove="1" noResize="1" noEditPoints="1" noAdjustHandles="1" noChangeArrowheads="1" noChangeShapeType="1" noTextEdit="1"/>
              </p:cNvSpPr>
              <p:nvPr/>
            </p:nvSpPr>
            <p:spPr>
              <a:xfrm>
                <a:off x="559787" y="2276735"/>
                <a:ext cx="3593100" cy="397866"/>
              </a:xfrm>
              <a:prstGeom prst="rect">
                <a:avLst/>
              </a:prstGeom>
              <a:blipFill>
                <a:blip r:embed="rId6"/>
                <a:stretch>
                  <a:fillRect l="-1358" r="-1188" b="-24242"/>
                </a:stretch>
              </a:blipFill>
            </p:spPr>
            <p:txBody>
              <a:bodyPr/>
              <a:lstStyle/>
              <a:p>
                <a:r>
                  <a:rPr lang="ja-JP" altLang="en-US">
                    <a:noFill/>
                  </a:rPr>
                  <a:t> </a:t>
                </a:r>
              </a:p>
            </p:txBody>
          </p:sp>
        </mc:Fallback>
      </mc:AlternateContent>
      <p:sp>
        <p:nvSpPr>
          <p:cNvPr id="7" name="テキスト ボックス 6">
            <a:extLst>
              <a:ext uri="{FF2B5EF4-FFF2-40B4-BE49-F238E27FC236}">
                <a16:creationId xmlns:a16="http://schemas.microsoft.com/office/drawing/2014/main" id="{649B304E-BF82-FAA0-3503-AC347B4653DB}"/>
              </a:ext>
            </a:extLst>
          </p:cNvPr>
          <p:cNvSpPr txBox="1"/>
          <p:nvPr/>
        </p:nvSpPr>
        <p:spPr>
          <a:xfrm>
            <a:off x="2356337" y="2735284"/>
            <a:ext cx="1893397" cy="646331"/>
          </a:xfrm>
          <a:prstGeom prst="rect">
            <a:avLst/>
          </a:prstGeom>
          <a:noFill/>
        </p:spPr>
        <p:txBody>
          <a:bodyPr wrap="square" rtlCol="0">
            <a:spAutoFit/>
          </a:bodyPr>
          <a:lstStyle/>
          <a:p>
            <a:pPr algn="ctr"/>
            <a:r>
              <a:rPr kumimoji="1" lang="en-US" altLang="ja-JP" dirty="0"/>
              <a:t>Total Energy</a:t>
            </a:r>
          </a:p>
          <a:p>
            <a:pPr algn="ctr"/>
            <a:r>
              <a:rPr kumimoji="1" lang="en-US" altLang="ja-JP" dirty="0"/>
              <a:t>Harvested</a:t>
            </a:r>
          </a:p>
        </p:txBody>
      </p:sp>
      <p:sp>
        <p:nvSpPr>
          <p:cNvPr id="9" name="正方形/長方形 8">
            <a:extLst>
              <a:ext uri="{FF2B5EF4-FFF2-40B4-BE49-F238E27FC236}">
                <a16:creationId xmlns:a16="http://schemas.microsoft.com/office/drawing/2014/main" id="{1C87371B-E33A-BD9C-A9D1-E932AB46D4A3}"/>
              </a:ext>
            </a:extLst>
          </p:cNvPr>
          <p:cNvSpPr/>
          <p:nvPr/>
        </p:nvSpPr>
        <p:spPr>
          <a:xfrm>
            <a:off x="2808514" y="2230955"/>
            <a:ext cx="774441" cy="504329"/>
          </a:xfrm>
          <a:prstGeom prst="rect">
            <a:avLst/>
          </a:prstGeom>
          <a:noFill/>
          <a:ln w="19050">
            <a:solidFill>
              <a:srgbClr val="0070C0"/>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楕円 11">
            <a:extLst>
              <a:ext uri="{FF2B5EF4-FFF2-40B4-BE49-F238E27FC236}">
                <a16:creationId xmlns:a16="http://schemas.microsoft.com/office/drawing/2014/main" id="{59BD6FA2-ACE3-DE55-7E41-87C4D6F9BC4E}"/>
              </a:ext>
            </a:extLst>
          </p:cNvPr>
          <p:cNvSpPr/>
          <p:nvPr/>
        </p:nvSpPr>
        <p:spPr>
          <a:xfrm>
            <a:off x="1612036" y="4079998"/>
            <a:ext cx="466531" cy="466531"/>
          </a:xfrm>
          <a:prstGeom prst="ellipse">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楕円 12">
            <a:extLst>
              <a:ext uri="{FF2B5EF4-FFF2-40B4-BE49-F238E27FC236}">
                <a16:creationId xmlns:a16="http://schemas.microsoft.com/office/drawing/2014/main" id="{CD926D91-A236-DAE1-5F41-2C766DC7750A}"/>
              </a:ext>
            </a:extLst>
          </p:cNvPr>
          <p:cNvSpPr/>
          <p:nvPr/>
        </p:nvSpPr>
        <p:spPr>
          <a:xfrm>
            <a:off x="1612036" y="4720701"/>
            <a:ext cx="466531" cy="466531"/>
          </a:xfrm>
          <a:prstGeom prst="ellipse">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楕円 13">
            <a:extLst>
              <a:ext uri="{FF2B5EF4-FFF2-40B4-BE49-F238E27FC236}">
                <a16:creationId xmlns:a16="http://schemas.microsoft.com/office/drawing/2014/main" id="{883C1EB0-497D-26B6-A62D-A32EBDF41229}"/>
              </a:ext>
            </a:extLst>
          </p:cNvPr>
          <p:cNvSpPr/>
          <p:nvPr/>
        </p:nvSpPr>
        <p:spPr>
          <a:xfrm>
            <a:off x="2356337" y="3723946"/>
            <a:ext cx="466531" cy="466531"/>
          </a:xfrm>
          <a:prstGeom prst="ellipse">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楕円 14">
            <a:extLst>
              <a:ext uri="{FF2B5EF4-FFF2-40B4-BE49-F238E27FC236}">
                <a16:creationId xmlns:a16="http://schemas.microsoft.com/office/drawing/2014/main" id="{741A058B-4425-8A0E-C055-FB518C8DF8F3}"/>
              </a:ext>
            </a:extLst>
          </p:cNvPr>
          <p:cNvSpPr/>
          <p:nvPr/>
        </p:nvSpPr>
        <p:spPr>
          <a:xfrm>
            <a:off x="2356337" y="4338956"/>
            <a:ext cx="466531" cy="466531"/>
          </a:xfrm>
          <a:prstGeom prst="ellipse">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楕円 15">
            <a:extLst>
              <a:ext uri="{FF2B5EF4-FFF2-40B4-BE49-F238E27FC236}">
                <a16:creationId xmlns:a16="http://schemas.microsoft.com/office/drawing/2014/main" id="{F383250C-0EE4-3C5D-5E7B-8446A3937082}"/>
              </a:ext>
            </a:extLst>
          </p:cNvPr>
          <p:cNvSpPr/>
          <p:nvPr/>
        </p:nvSpPr>
        <p:spPr>
          <a:xfrm>
            <a:off x="2356337" y="5040110"/>
            <a:ext cx="466531" cy="466531"/>
          </a:xfrm>
          <a:prstGeom prst="ellipse">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8" name="直線矢印コネクタ 17">
            <a:extLst>
              <a:ext uri="{FF2B5EF4-FFF2-40B4-BE49-F238E27FC236}">
                <a16:creationId xmlns:a16="http://schemas.microsoft.com/office/drawing/2014/main" id="{3D49934E-32F3-E275-ACD7-FA0BB348ED8C}"/>
              </a:ext>
            </a:extLst>
          </p:cNvPr>
          <p:cNvCxnSpPr>
            <a:stCxn id="12" idx="6"/>
            <a:endCxn id="14" idx="2"/>
          </p:cNvCxnSpPr>
          <p:nvPr/>
        </p:nvCxnSpPr>
        <p:spPr>
          <a:xfrm flipV="1">
            <a:off x="2078567" y="3957212"/>
            <a:ext cx="277770" cy="35605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線矢印コネクタ 18">
            <a:extLst>
              <a:ext uri="{FF2B5EF4-FFF2-40B4-BE49-F238E27FC236}">
                <a16:creationId xmlns:a16="http://schemas.microsoft.com/office/drawing/2014/main" id="{3C29FBCA-BDE5-1EE8-3CCF-FD02AE59D28C}"/>
              </a:ext>
            </a:extLst>
          </p:cNvPr>
          <p:cNvCxnSpPr>
            <a:cxnSpLocks/>
            <a:stCxn id="12" idx="6"/>
            <a:endCxn id="15" idx="2"/>
          </p:cNvCxnSpPr>
          <p:nvPr/>
        </p:nvCxnSpPr>
        <p:spPr>
          <a:xfrm>
            <a:off x="2078567" y="4313264"/>
            <a:ext cx="277770" cy="25895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線矢印コネクタ 21">
            <a:extLst>
              <a:ext uri="{FF2B5EF4-FFF2-40B4-BE49-F238E27FC236}">
                <a16:creationId xmlns:a16="http://schemas.microsoft.com/office/drawing/2014/main" id="{D00A8457-5242-D1A3-620A-78EBCA1C2744}"/>
              </a:ext>
            </a:extLst>
          </p:cNvPr>
          <p:cNvCxnSpPr>
            <a:cxnSpLocks/>
            <a:stCxn id="12" idx="6"/>
            <a:endCxn id="16" idx="2"/>
          </p:cNvCxnSpPr>
          <p:nvPr/>
        </p:nvCxnSpPr>
        <p:spPr>
          <a:xfrm>
            <a:off x="2078567" y="4313264"/>
            <a:ext cx="277770" cy="96011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線矢印コネクタ 27">
            <a:extLst>
              <a:ext uri="{FF2B5EF4-FFF2-40B4-BE49-F238E27FC236}">
                <a16:creationId xmlns:a16="http://schemas.microsoft.com/office/drawing/2014/main" id="{095CC814-BA73-E0D2-3BFE-8DF3D5E89C3F}"/>
              </a:ext>
            </a:extLst>
          </p:cNvPr>
          <p:cNvCxnSpPr>
            <a:cxnSpLocks/>
            <a:stCxn id="13" idx="6"/>
            <a:endCxn id="14" idx="2"/>
          </p:cNvCxnSpPr>
          <p:nvPr/>
        </p:nvCxnSpPr>
        <p:spPr>
          <a:xfrm flipV="1">
            <a:off x="2078567" y="3957212"/>
            <a:ext cx="277770" cy="99675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線矢印コネクタ 37">
            <a:extLst>
              <a:ext uri="{FF2B5EF4-FFF2-40B4-BE49-F238E27FC236}">
                <a16:creationId xmlns:a16="http://schemas.microsoft.com/office/drawing/2014/main" id="{2EAC4526-8E94-73A3-D8B4-7DD0D4D6B580}"/>
              </a:ext>
            </a:extLst>
          </p:cNvPr>
          <p:cNvCxnSpPr>
            <a:cxnSpLocks/>
            <a:stCxn id="13" idx="6"/>
            <a:endCxn id="15" idx="2"/>
          </p:cNvCxnSpPr>
          <p:nvPr/>
        </p:nvCxnSpPr>
        <p:spPr>
          <a:xfrm flipV="1">
            <a:off x="2078567" y="4572222"/>
            <a:ext cx="277770" cy="38174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線矢印コネクタ 40">
            <a:extLst>
              <a:ext uri="{FF2B5EF4-FFF2-40B4-BE49-F238E27FC236}">
                <a16:creationId xmlns:a16="http://schemas.microsoft.com/office/drawing/2014/main" id="{853FC8CA-CE3F-956F-93A8-7A4DD555C884}"/>
              </a:ext>
            </a:extLst>
          </p:cNvPr>
          <p:cNvCxnSpPr>
            <a:cxnSpLocks/>
            <a:stCxn id="13" idx="6"/>
            <a:endCxn id="16" idx="2"/>
          </p:cNvCxnSpPr>
          <p:nvPr/>
        </p:nvCxnSpPr>
        <p:spPr>
          <a:xfrm>
            <a:off x="2078567" y="4953967"/>
            <a:ext cx="277770" cy="31940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直線コネクタ 50">
            <a:extLst>
              <a:ext uri="{FF2B5EF4-FFF2-40B4-BE49-F238E27FC236}">
                <a16:creationId xmlns:a16="http://schemas.microsoft.com/office/drawing/2014/main" id="{31B4D7B3-1D26-F739-AF24-616A159DFF2C}"/>
              </a:ext>
            </a:extLst>
          </p:cNvPr>
          <p:cNvCxnSpPr>
            <a:cxnSpLocks/>
            <a:stCxn id="14" idx="6"/>
          </p:cNvCxnSpPr>
          <p:nvPr/>
        </p:nvCxnSpPr>
        <p:spPr>
          <a:xfrm>
            <a:off x="2822868" y="3957212"/>
            <a:ext cx="110316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65" name="直線コネクタ 64">
            <a:extLst>
              <a:ext uri="{FF2B5EF4-FFF2-40B4-BE49-F238E27FC236}">
                <a16:creationId xmlns:a16="http://schemas.microsoft.com/office/drawing/2014/main" id="{98EFDA50-4D3C-2CAF-F6E6-15AA26A1AC5D}"/>
              </a:ext>
            </a:extLst>
          </p:cNvPr>
          <p:cNvCxnSpPr>
            <a:cxnSpLocks/>
          </p:cNvCxnSpPr>
          <p:nvPr/>
        </p:nvCxnSpPr>
        <p:spPr>
          <a:xfrm flipV="1">
            <a:off x="2932675" y="3696632"/>
            <a:ext cx="0" cy="260580"/>
          </a:xfrm>
          <a:prstGeom prst="line">
            <a:avLst/>
          </a:prstGeom>
          <a:ln w="19050"/>
        </p:spPr>
        <p:style>
          <a:lnRef idx="1">
            <a:schemeClr val="dk1"/>
          </a:lnRef>
          <a:fillRef idx="0">
            <a:schemeClr val="dk1"/>
          </a:fillRef>
          <a:effectRef idx="0">
            <a:schemeClr val="dk1"/>
          </a:effectRef>
          <a:fontRef idx="minor">
            <a:schemeClr val="tx1"/>
          </a:fontRef>
        </p:style>
      </p:cxnSp>
      <p:cxnSp>
        <p:nvCxnSpPr>
          <p:cNvPr id="67" name="直線コネクタ 66">
            <a:extLst>
              <a:ext uri="{FF2B5EF4-FFF2-40B4-BE49-F238E27FC236}">
                <a16:creationId xmlns:a16="http://schemas.microsoft.com/office/drawing/2014/main" id="{ABB754EE-FA44-8E8C-C48E-83C42B4D6862}"/>
              </a:ext>
            </a:extLst>
          </p:cNvPr>
          <p:cNvCxnSpPr>
            <a:cxnSpLocks/>
          </p:cNvCxnSpPr>
          <p:nvPr/>
        </p:nvCxnSpPr>
        <p:spPr>
          <a:xfrm flipV="1">
            <a:off x="3131728" y="3696632"/>
            <a:ext cx="0" cy="260580"/>
          </a:xfrm>
          <a:prstGeom prst="line">
            <a:avLst/>
          </a:prstGeom>
          <a:ln w="19050"/>
        </p:spPr>
        <p:style>
          <a:lnRef idx="1">
            <a:schemeClr val="dk1"/>
          </a:lnRef>
          <a:fillRef idx="0">
            <a:schemeClr val="dk1"/>
          </a:fillRef>
          <a:effectRef idx="0">
            <a:schemeClr val="dk1"/>
          </a:effectRef>
          <a:fontRef idx="minor">
            <a:schemeClr val="tx1"/>
          </a:fontRef>
        </p:style>
      </p:cxnSp>
      <p:cxnSp>
        <p:nvCxnSpPr>
          <p:cNvPr id="68" name="直線コネクタ 67">
            <a:extLst>
              <a:ext uri="{FF2B5EF4-FFF2-40B4-BE49-F238E27FC236}">
                <a16:creationId xmlns:a16="http://schemas.microsoft.com/office/drawing/2014/main" id="{B2BCC980-5A4A-C6CC-F9AB-2EDFEDC2E336}"/>
              </a:ext>
            </a:extLst>
          </p:cNvPr>
          <p:cNvCxnSpPr>
            <a:cxnSpLocks/>
          </p:cNvCxnSpPr>
          <p:nvPr/>
        </p:nvCxnSpPr>
        <p:spPr>
          <a:xfrm flipV="1">
            <a:off x="3318340" y="3696632"/>
            <a:ext cx="0" cy="260580"/>
          </a:xfrm>
          <a:prstGeom prst="line">
            <a:avLst/>
          </a:prstGeom>
          <a:ln w="19050"/>
        </p:spPr>
        <p:style>
          <a:lnRef idx="1">
            <a:schemeClr val="dk1"/>
          </a:lnRef>
          <a:fillRef idx="0">
            <a:schemeClr val="dk1"/>
          </a:fillRef>
          <a:effectRef idx="0">
            <a:schemeClr val="dk1"/>
          </a:effectRef>
          <a:fontRef idx="minor">
            <a:schemeClr val="tx1"/>
          </a:fontRef>
        </p:style>
      </p:cxnSp>
      <p:cxnSp>
        <p:nvCxnSpPr>
          <p:cNvPr id="74" name="直線コネクタ 73">
            <a:extLst>
              <a:ext uri="{FF2B5EF4-FFF2-40B4-BE49-F238E27FC236}">
                <a16:creationId xmlns:a16="http://schemas.microsoft.com/office/drawing/2014/main" id="{B2BEC24A-F18C-2995-32A4-EF6D0C2D18CF}"/>
              </a:ext>
            </a:extLst>
          </p:cNvPr>
          <p:cNvCxnSpPr>
            <a:cxnSpLocks/>
          </p:cNvCxnSpPr>
          <p:nvPr/>
        </p:nvCxnSpPr>
        <p:spPr>
          <a:xfrm flipV="1">
            <a:off x="3686218" y="3696632"/>
            <a:ext cx="0" cy="260580"/>
          </a:xfrm>
          <a:prstGeom prst="line">
            <a:avLst/>
          </a:prstGeom>
          <a:ln w="19050"/>
        </p:spPr>
        <p:style>
          <a:lnRef idx="1">
            <a:schemeClr val="dk1"/>
          </a:lnRef>
          <a:fillRef idx="0">
            <a:schemeClr val="dk1"/>
          </a:fillRef>
          <a:effectRef idx="0">
            <a:schemeClr val="dk1"/>
          </a:effectRef>
          <a:fontRef idx="minor">
            <a:schemeClr val="tx1"/>
          </a:fontRef>
        </p:style>
      </p:cxnSp>
      <p:cxnSp>
        <p:nvCxnSpPr>
          <p:cNvPr id="75" name="直線コネクタ 74">
            <a:extLst>
              <a:ext uri="{FF2B5EF4-FFF2-40B4-BE49-F238E27FC236}">
                <a16:creationId xmlns:a16="http://schemas.microsoft.com/office/drawing/2014/main" id="{A1FD82E8-396C-69BE-6813-1FE6BD1A4500}"/>
              </a:ext>
            </a:extLst>
          </p:cNvPr>
          <p:cNvCxnSpPr>
            <a:cxnSpLocks/>
          </p:cNvCxnSpPr>
          <p:nvPr/>
        </p:nvCxnSpPr>
        <p:spPr>
          <a:xfrm>
            <a:off x="2833272" y="4573844"/>
            <a:ext cx="110316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76" name="直線コネクタ 75">
            <a:extLst>
              <a:ext uri="{FF2B5EF4-FFF2-40B4-BE49-F238E27FC236}">
                <a16:creationId xmlns:a16="http://schemas.microsoft.com/office/drawing/2014/main" id="{5AE0A316-6568-1A83-C715-C6D3F91F2F03}"/>
              </a:ext>
            </a:extLst>
          </p:cNvPr>
          <p:cNvCxnSpPr>
            <a:cxnSpLocks/>
          </p:cNvCxnSpPr>
          <p:nvPr/>
        </p:nvCxnSpPr>
        <p:spPr>
          <a:xfrm flipV="1">
            <a:off x="2943079" y="4313264"/>
            <a:ext cx="0" cy="260580"/>
          </a:xfrm>
          <a:prstGeom prst="line">
            <a:avLst/>
          </a:prstGeom>
          <a:ln w="19050"/>
        </p:spPr>
        <p:style>
          <a:lnRef idx="1">
            <a:schemeClr val="dk1"/>
          </a:lnRef>
          <a:fillRef idx="0">
            <a:schemeClr val="dk1"/>
          </a:fillRef>
          <a:effectRef idx="0">
            <a:schemeClr val="dk1"/>
          </a:effectRef>
          <a:fontRef idx="minor">
            <a:schemeClr val="tx1"/>
          </a:fontRef>
        </p:style>
      </p:cxnSp>
      <p:cxnSp>
        <p:nvCxnSpPr>
          <p:cNvPr id="78" name="直線コネクタ 77">
            <a:extLst>
              <a:ext uri="{FF2B5EF4-FFF2-40B4-BE49-F238E27FC236}">
                <a16:creationId xmlns:a16="http://schemas.microsoft.com/office/drawing/2014/main" id="{C7855C0C-7899-AF4F-DA5E-6C5DB5958E9F}"/>
              </a:ext>
            </a:extLst>
          </p:cNvPr>
          <p:cNvCxnSpPr>
            <a:cxnSpLocks/>
          </p:cNvCxnSpPr>
          <p:nvPr/>
        </p:nvCxnSpPr>
        <p:spPr>
          <a:xfrm flipV="1">
            <a:off x="3515356" y="4311642"/>
            <a:ext cx="0" cy="260580"/>
          </a:xfrm>
          <a:prstGeom prst="line">
            <a:avLst/>
          </a:prstGeom>
          <a:ln w="19050"/>
        </p:spPr>
        <p:style>
          <a:lnRef idx="1">
            <a:schemeClr val="dk1"/>
          </a:lnRef>
          <a:fillRef idx="0">
            <a:schemeClr val="dk1"/>
          </a:fillRef>
          <a:effectRef idx="0">
            <a:schemeClr val="dk1"/>
          </a:effectRef>
          <a:fontRef idx="minor">
            <a:schemeClr val="tx1"/>
          </a:fontRef>
        </p:style>
      </p:cxnSp>
      <p:cxnSp>
        <p:nvCxnSpPr>
          <p:cNvPr id="79" name="直線コネクタ 78">
            <a:extLst>
              <a:ext uri="{FF2B5EF4-FFF2-40B4-BE49-F238E27FC236}">
                <a16:creationId xmlns:a16="http://schemas.microsoft.com/office/drawing/2014/main" id="{189F2545-7A05-143C-4366-DBBE712833D8}"/>
              </a:ext>
            </a:extLst>
          </p:cNvPr>
          <p:cNvCxnSpPr>
            <a:cxnSpLocks/>
          </p:cNvCxnSpPr>
          <p:nvPr/>
        </p:nvCxnSpPr>
        <p:spPr>
          <a:xfrm flipV="1">
            <a:off x="3690078" y="4313264"/>
            <a:ext cx="0" cy="260580"/>
          </a:xfrm>
          <a:prstGeom prst="line">
            <a:avLst/>
          </a:prstGeom>
          <a:ln w="19050"/>
        </p:spPr>
        <p:style>
          <a:lnRef idx="1">
            <a:schemeClr val="dk1"/>
          </a:lnRef>
          <a:fillRef idx="0">
            <a:schemeClr val="dk1"/>
          </a:fillRef>
          <a:effectRef idx="0">
            <a:schemeClr val="dk1"/>
          </a:effectRef>
          <a:fontRef idx="minor">
            <a:schemeClr val="tx1"/>
          </a:fontRef>
        </p:style>
      </p:cxnSp>
      <p:cxnSp>
        <p:nvCxnSpPr>
          <p:cNvPr id="80" name="直線コネクタ 79">
            <a:extLst>
              <a:ext uri="{FF2B5EF4-FFF2-40B4-BE49-F238E27FC236}">
                <a16:creationId xmlns:a16="http://schemas.microsoft.com/office/drawing/2014/main" id="{B8BD46CE-33E1-0170-DA1D-2B49921536DC}"/>
              </a:ext>
            </a:extLst>
          </p:cNvPr>
          <p:cNvCxnSpPr>
            <a:cxnSpLocks/>
          </p:cNvCxnSpPr>
          <p:nvPr/>
        </p:nvCxnSpPr>
        <p:spPr>
          <a:xfrm>
            <a:off x="2833272" y="5273376"/>
            <a:ext cx="110316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82" name="直線コネクタ 81">
            <a:extLst>
              <a:ext uri="{FF2B5EF4-FFF2-40B4-BE49-F238E27FC236}">
                <a16:creationId xmlns:a16="http://schemas.microsoft.com/office/drawing/2014/main" id="{70D8A75E-17A5-5930-C97C-A6EA68BFFAD5}"/>
              </a:ext>
            </a:extLst>
          </p:cNvPr>
          <p:cNvCxnSpPr>
            <a:cxnSpLocks/>
          </p:cNvCxnSpPr>
          <p:nvPr/>
        </p:nvCxnSpPr>
        <p:spPr>
          <a:xfrm flipV="1">
            <a:off x="3142132" y="5012796"/>
            <a:ext cx="0" cy="260580"/>
          </a:xfrm>
          <a:prstGeom prst="line">
            <a:avLst/>
          </a:prstGeom>
          <a:ln w="19050"/>
        </p:spPr>
        <p:style>
          <a:lnRef idx="1">
            <a:schemeClr val="dk1"/>
          </a:lnRef>
          <a:fillRef idx="0">
            <a:schemeClr val="dk1"/>
          </a:fillRef>
          <a:effectRef idx="0">
            <a:schemeClr val="dk1"/>
          </a:effectRef>
          <a:fontRef idx="minor">
            <a:schemeClr val="tx1"/>
          </a:fontRef>
        </p:style>
      </p:cxnSp>
      <p:cxnSp>
        <p:nvCxnSpPr>
          <p:cNvPr id="83" name="直線コネクタ 82">
            <a:extLst>
              <a:ext uri="{FF2B5EF4-FFF2-40B4-BE49-F238E27FC236}">
                <a16:creationId xmlns:a16="http://schemas.microsoft.com/office/drawing/2014/main" id="{F3B44011-8060-C48D-585E-7FFF73C98F9F}"/>
              </a:ext>
            </a:extLst>
          </p:cNvPr>
          <p:cNvCxnSpPr>
            <a:cxnSpLocks/>
          </p:cNvCxnSpPr>
          <p:nvPr/>
        </p:nvCxnSpPr>
        <p:spPr>
          <a:xfrm flipV="1">
            <a:off x="3328744" y="5012796"/>
            <a:ext cx="0" cy="260580"/>
          </a:xfrm>
          <a:prstGeom prst="line">
            <a:avLst/>
          </a:prstGeom>
          <a:ln w="19050"/>
        </p:spPr>
        <p:style>
          <a:lnRef idx="1">
            <a:schemeClr val="dk1"/>
          </a:lnRef>
          <a:fillRef idx="0">
            <a:schemeClr val="dk1"/>
          </a:fillRef>
          <a:effectRef idx="0">
            <a:schemeClr val="dk1"/>
          </a:effectRef>
          <a:fontRef idx="minor">
            <a:schemeClr val="tx1"/>
          </a:fontRef>
        </p:style>
      </p:cxnSp>
      <p:sp>
        <p:nvSpPr>
          <p:cNvPr id="85" name="正方形/長方形 84">
            <a:extLst>
              <a:ext uri="{FF2B5EF4-FFF2-40B4-BE49-F238E27FC236}">
                <a16:creationId xmlns:a16="http://schemas.microsoft.com/office/drawing/2014/main" id="{9A36573F-B24A-DDF5-74AA-7F075134D454}"/>
              </a:ext>
            </a:extLst>
          </p:cNvPr>
          <p:cNvSpPr/>
          <p:nvPr/>
        </p:nvSpPr>
        <p:spPr>
          <a:xfrm>
            <a:off x="3355446" y="3637576"/>
            <a:ext cx="586524" cy="1768946"/>
          </a:xfrm>
          <a:prstGeom prst="rect">
            <a:avLst/>
          </a:prstGeom>
          <a:noFill/>
          <a:ln w="19050">
            <a:solidFill>
              <a:srgbClr val="0070C0"/>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86" name="直線コネクタ 85">
            <a:extLst>
              <a:ext uri="{FF2B5EF4-FFF2-40B4-BE49-F238E27FC236}">
                <a16:creationId xmlns:a16="http://schemas.microsoft.com/office/drawing/2014/main" id="{CBC3C835-D2FB-CACA-AD44-6F3312CFB3DD}"/>
              </a:ext>
            </a:extLst>
          </p:cNvPr>
          <p:cNvCxnSpPr>
            <a:cxnSpLocks/>
          </p:cNvCxnSpPr>
          <p:nvPr/>
        </p:nvCxnSpPr>
        <p:spPr>
          <a:xfrm>
            <a:off x="508876" y="4338956"/>
            <a:ext cx="110316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87" name="直線コネクタ 86">
            <a:extLst>
              <a:ext uri="{FF2B5EF4-FFF2-40B4-BE49-F238E27FC236}">
                <a16:creationId xmlns:a16="http://schemas.microsoft.com/office/drawing/2014/main" id="{922A11C3-3817-ACFA-D64F-79A4E79B40F8}"/>
              </a:ext>
            </a:extLst>
          </p:cNvPr>
          <p:cNvCxnSpPr>
            <a:cxnSpLocks/>
          </p:cNvCxnSpPr>
          <p:nvPr/>
        </p:nvCxnSpPr>
        <p:spPr>
          <a:xfrm flipV="1">
            <a:off x="618683" y="4078376"/>
            <a:ext cx="0" cy="260580"/>
          </a:xfrm>
          <a:prstGeom prst="line">
            <a:avLst/>
          </a:prstGeom>
          <a:ln w="19050"/>
        </p:spPr>
        <p:style>
          <a:lnRef idx="1">
            <a:schemeClr val="dk1"/>
          </a:lnRef>
          <a:fillRef idx="0">
            <a:schemeClr val="dk1"/>
          </a:fillRef>
          <a:effectRef idx="0">
            <a:schemeClr val="dk1"/>
          </a:effectRef>
          <a:fontRef idx="minor">
            <a:schemeClr val="tx1"/>
          </a:fontRef>
        </p:style>
      </p:cxnSp>
      <p:cxnSp>
        <p:nvCxnSpPr>
          <p:cNvPr id="88" name="直線コネクタ 87">
            <a:extLst>
              <a:ext uri="{FF2B5EF4-FFF2-40B4-BE49-F238E27FC236}">
                <a16:creationId xmlns:a16="http://schemas.microsoft.com/office/drawing/2014/main" id="{8314E971-302E-5E3F-42D1-140485BCDD7E}"/>
              </a:ext>
            </a:extLst>
          </p:cNvPr>
          <p:cNvCxnSpPr>
            <a:cxnSpLocks/>
          </p:cNvCxnSpPr>
          <p:nvPr/>
        </p:nvCxnSpPr>
        <p:spPr>
          <a:xfrm flipV="1">
            <a:off x="817736" y="4078376"/>
            <a:ext cx="0" cy="260580"/>
          </a:xfrm>
          <a:prstGeom prst="line">
            <a:avLst/>
          </a:prstGeom>
          <a:ln w="19050"/>
        </p:spPr>
        <p:style>
          <a:lnRef idx="1">
            <a:schemeClr val="dk1"/>
          </a:lnRef>
          <a:fillRef idx="0">
            <a:schemeClr val="dk1"/>
          </a:fillRef>
          <a:effectRef idx="0">
            <a:schemeClr val="dk1"/>
          </a:effectRef>
          <a:fontRef idx="minor">
            <a:schemeClr val="tx1"/>
          </a:fontRef>
        </p:style>
      </p:cxnSp>
      <p:cxnSp>
        <p:nvCxnSpPr>
          <p:cNvPr id="89" name="直線コネクタ 88">
            <a:extLst>
              <a:ext uri="{FF2B5EF4-FFF2-40B4-BE49-F238E27FC236}">
                <a16:creationId xmlns:a16="http://schemas.microsoft.com/office/drawing/2014/main" id="{44125755-E7A8-23CA-3C2C-DB39020103F2}"/>
              </a:ext>
            </a:extLst>
          </p:cNvPr>
          <p:cNvCxnSpPr>
            <a:cxnSpLocks/>
          </p:cNvCxnSpPr>
          <p:nvPr/>
        </p:nvCxnSpPr>
        <p:spPr>
          <a:xfrm flipV="1">
            <a:off x="1004348" y="4078376"/>
            <a:ext cx="0" cy="260580"/>
          </a:xfrm>
          <a:prstGeom prst="line">
            <a:avLst/>
          </a:prstGeom>
          <a:ln w="19050"/>
        </p:spPr>
        <p:style>
          <a:lnRef idx="1">
            <a:schemeClr val="dk1"/>
          </a:lnRef>
          <a:fillRef idx="0">
            <a:schemeClr val="dk1"/>
          </a:fillRef>
          <a:effectRef idx="0">
            <a:schemeClr val="dk1"/>
          </a:effectRef>
          <a:fontRef idx="minor">
            <a:schemeClr val="tx1"/>
          </a:fontRef>
        </p:style>
      </p:cxnSp>
      <p:cxnSp>
        <p:nvCxnSpPr>
          <p:cNvPr id="90" name="直線コネクタ 89">
            <a:extLst>
              <a:ext uri="{FF2B5EF4-FFF2-40B4-BE49-F238E27FC236}">
                <a16:creationId xmlns:a16="http://schemas.microsoft.com/office/drawing/2014/main" id="{8B1AE95C-169C-5DF7-0E89-5BCF33990E32}"/>
              </a:ext>
            </a:extLst>
          </p:cNvPr>
          <p:cNvCxnSpPr>
            <a:cxnSpLocks/>
          </p:cNvCxnSpPr>
          <p:nvPr/>
        </p:nvCxnSpPr>
        <p:spPr>
          <a:xfrm flipV="1">
            <a:off x="1372226" y="4078376"/>
            <a:ext cx="0" cy="260580"/>
          </a:xfrm>
          <a:prstGeom prst="line">
            <a:avLst/>
          </a:prstGeom>
          <a:ln w="19050"/>
        </p:spPr>
        <p:style>
          <a:lnRef idx="1">
            <a:schemeClr val="dk1"/>
          </a:lnRef>
          <a:fillRef idx="0">
            <a:schemeClr val="dk1"/>
          </a:fillRef>
          <a:effectRef idx="0">
            <a:schemeClr val="dk1"/>
          </a:effectRef>
          <a:fontRef idx="minor">
            <a:schemeClr val="tx1"/>
          </a:fontRef>
        </p:style>
      </p:cxnSp>
      <p:cxnSp>
        <p:nvCxnSpPr>
          <p:cNvPr id="96" name="直線コネクタ 95">
            <a:extLst>
              <a:ext uri="{FF2B5EF4-FFF2-40B4-BE49-F238E27FC236}">
                <a16:creationId xmlns:a16="http://schemas.microsoft.com/office/drawing/2014/main" id="{1927926E-842F-7653-BB74-71D4D13690DA}"/>
              </a:ext>
            </a:extLst>
          </p:cNvPr>
          <p:cNvCxnSpPr>
            <a:cxnSpLocks/>
          </p:cNvCxnSpPr>
          <p:nvPr/>
        </p:nvCxnSpPr>
        <p:spPr>
          <a:xfrm>
            <a:off x="508876" y="4953967"/>
            <a:ext cx="110316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97" name="直線コネクタ 96">
            <a:extLst>
              <a:ext uri="{FF2B5EF4-FFF2-40B4-BE49-F238E27FC236}">
                <a16:creationId xmlns:a16="http://schemas.microsoft.com/office/drawing/2014/main" id="{A3F74A31-49A7-CE0B-DCAA-237C6F1E9F3B}"/>
              </a:ext>
            </a:extLst>
          </p:cNvPr>
          <p:cNvCxnSpPr>
            <a:cxnSpLocks/>
          </p:cNvCxnSpPr>
          <p:nvPr/>
        </p:nvCxnSpPr>
        <p:spPr>
          <a:xfrm flipV="1">
            <a:off x="618683" y="4693387"/>
            <a:ext cx="0" cy="260580"/>
          </a:xfrm>
          <a:prstGeom prst="line">
            <a:avLst/>
          </a:prstGeom>
          <a:ln w="19050"/>
        </p:spPr>
        <p:style>
          <a:lnRef idx="1">
            <a:schemeClr val="dk1"/>
          </a:lnRef>
          <a:fillRef idx="0">
            <a:schemeClr val="dk1"/>
          </a:fillRef>
          <a:effectRef idx="0">
            <a:schemeClr val="dk1"/>
          </a:effectRef>
          <a:fontRef idx="minor">
            <a:schemeClr val="tx1"/>
          </a:fontRef>
        </p:style>
      </p:cxnSp>
      <p:cxnSp>
        <p:nvCxnSpPr>
          <p:cNvPr id="99" name="直線コネクタ 98">
            <a:extLst>
              <a:ext uri="{FF2B5EF4-FFF2-40B4-BE49-F238E27FC236}">
                <a16:creationId xmlns:a16="http://schemas.microsoft.com/office/drawing/2014/main" id="{3BC7BA0D-D4D9-F02A-F919-0C5DA39D935C}"/>
              </a:ext>
            </a:extLst>
          </p:cNvPr>
          <p:cNvCxnSpPr>
            <a:cxnSpLocks/>
          </p:cNvCxnSpPr>
          <p:nvPr/>
        </p:nvCxnSpPr>
        <p:spPr>
          <a:xfrm flipV="1">
            <a:off x="1004348" y="4693387"/>
            <a:ext cx="0" cy="260580"/>
          </a:xfrm>
          <a:prstGeom prst="line">
            <a:avLst/>
          </a:prstGeom>
          <a:ln w="19050"/>
        </p:spPr>
        <p:style>
          <a:lnRef idx="1">
            <a:schemeClr val="dk1"/>
          </a:lnRef>
          <a:fillRef idx="0">
            <a:schemeClr val="dk1"/>
          </a:fillRef>
          <a:effectRef idx="0">
            <a:schemeClr val="dk1"/>
          </a:effectRef>
          <a:fontRef idx="minor">
            <a:schemeClr val="tx1"/>
          </a:fontRef>
        </p:style>
      </p:cxnSp>
      <p:cxnSp>
        <p:nvCxnSpPr>
          <p:cNvPr id="100" name="直線コネクタ 99">
            <a:extLst>
              <a:ext uri="{FF2B5EF4-FFF2-40B4-BE49-F238E27FC236}">
                <a16:creationId xmlns:a16="http://schemas.microsoft.com/office/drawing/2014/main" id="{BF9F3896-7FCE-7EC5-31B7-E3DBBC864807}"/>
              </a:ext>
            </a:extLst>
          </p:cNvPr>
          <p:cNvCxnSpPr>
            <a:cxnSpLocks/>
          </p:cNvCxnSpPr>
          <p:nvPr/>
        </p:nvCxnSpPr>
        <p:spPr>
          <a:xfrm flipV="1">
            <a:off x="1372226" y="4693387"/>
            <a:ext cx="0" cy="260580"/>
          </a:xfrm>
          <a:prstGeom prst="line">
            <a:avLst/>
          </a:prstGeom>
          <a:ln w="19050"/>
        </p:spPr>
        <p:style>
          <a:lnRef idx="1">
            <a:schemeClr val="dk1"/>
          </a:lnRef>
          <a:fillRef idx="0">
            <a:schemeClr val="dk1"/>
          </a:fillRef>
          <a:effectRef idx="0">
            <a:schemeClr val="dk1"/>
          </a:effectRef>
          <a:fontRef idx="minor">
            <a:schemeClr val="tx1"/>
          </a:fontRef>
        </p:style>
      </p:cxnSp>
      <p:sp>
        <p:nvSpPr>
          <p:cNvPr id="102" name="正方形/長方形 101">
            <a:extLst>
              <a:ext uri="{FF2B5EF4-FFF2-40B4-BE49-F238E27FC236}">
                <a16:creationId xmlns:a16="http://schemas.microsoft.com/office/drawing/2014/main" id="{1C44C813-E5F1-A9BF-21A1-164BE8C4DCAB}"/>
              </a:ext>
            </a:extLst>
          </p:cNvPr>
          <p:cNvSpPr/>
          <p:nvPr/>
        </p:nvSpPr>
        <p:spPr>
          <a:xfrm>
            <a:off x="998809" y="3637576"/>
            <a:ext cx="586524" cy="1768946"/>
          </a:xfrm>
          <a:prstGeom prst="rect">
            <a:avLst/>
          </a:prstGeom>
          <a:noFill/>
          <a:ln w="19050">
            <a:solidFill>
              <a:srgbClr val="0070C0"/>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4" name="コネクタ: カギ線 103">
            <a:extLst>
              <a:ext uri="{FF2B5EF4-FFF2-40B4-BE49-F238E27FC236}">
                <a16:creationId xmlns:a16="http://schemas.microsoft.com/office/drawing/2014/main" id="{2986A418-9A99-468C-A780-81A642A7B619}"/>
              </a:ext>
            </a:extLst>
          </p:cNvPr>
          <p:cNvCxnSpPr>
            <a:stCxn id="102" idx="2"/>
            <a:endCxn id="85" idx="2"/>
          </p:cNvCxnSpPr>
          <p:nvPr/>
        </p:nvCxnSpPr>
        <p:spPr>
          <a:xfrm rot="16200000" flipH="1">
            <a:off x="2470389" y="4228203"/>
            <a:ext cx="12700" cy="2356637"/>
          </a:xfrm>
          <a:prstGeom prst="bentConnector3">
            <a:avLst>
              <a:gd name="adj1" fmla="val 1800000"/>
            </a:avLst>
          </a:prstGeom>
          <a:ln>
            <a:solidFill>
              <a:srgbClr val="0070C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05" name="テキスト ボックス 104">
            <a:extLst>
              <a:ext uri="{FF2B5EF4-FFF2-40B4-BE49-F238E27FC236}">
                <a16:creationId xmlns:a16="http://schemas.microsoft.com/office/drawing/2014/main" id="{B4FD7CD8-F2E1-09CA-9E58-E7C6908B6D0C}"/>
              </a:ext>
            </a:extLst>
          </p:cNvPr>
          <p:cNvSpPr txBox="1"/>
          <p:nvPr/>
        </p:nvSpPr>
        <p:spPr>
          <a:xfrm>
            <a:off x="1160283" y="5592784"/>
            <a:ext cx="2637276" cy="369332"/>
          </a:xfrm>
          <a:prstGeom prst="rect">
            <a:avLst/>
          </a:prstGeom>
          <a:noFill/>
        </p:spPr>
        <p:txBody>
          <a:bodyPr wrap="square" rtlCol="0">
            <a:spAutoFit/>
          </a:bodyPr>
          <a:lstStyle/>
          <a:p>
            <a:pPr algn="ctr"/>
            <a:r>
              <a:rPr kumimoji="1" lang="en-US" altLang="ja-JP" dirty="0"/>
              <a:t>Reduce Timesteps</a:t>
            </a:r>
            <a:endParaRPr kumimoji="1" lang="ja-JP" altLang="en-US" dirty="0"/>
          </a:p>
        </p:txBody>
      </p:sp>
      <p:sp>
        <p:nvSpPr>
          <p:cNvPr id="108" name="矢印: 下 107">
            <a:extLst>
              <a:ext uri="{FF2B5EF4-FFF2-40B4-BE49-F238E27FC236}">
                <a16:creationId xmlns:a16="http://schemas.microsoft.com/office/drawing/2014/main" id="{68A1735F-7A65-DF13-3751-CAE1BC2A297D}"/>
              </a:ext>
            </a:extLst>
          </p:cNvPr>
          <p:cNvSpPr/>
          <p:nvPr/>
        </p:nvSpPr>
        <p:spPr>
          <a:xfrm rot="16200000">
            <a:off x="4996535" y="3488159"/>
            <a:ext cx="507302" cy="671806"/>
          </a:xfrm>
          <a:prstGeom prst="downArrow">
            <a:avLst/>
          </a:prstGeom>
          <a:solidFill>
            <a:srgbClr val="0070C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0" name="テキスト ボックス 109">
            <a:extLst>
              <a:ext uri="{FF2B5EF4-FFF2-40B4-BE49-F238E27FC236}">
                <a16:creationId xmlns:a16="http://schemas.microsoft.com/office/drawing/2014/main" id="{9B0EA56D-A349-49CE-75A8-BEA74B2E868E}"/>
              </a:ext>
            </a:extLst>
          </p:cNvPr>
          <p:cNvSpPr txBox="1"/>
          <p:nvPr/>
        </p:nvSpPr>
        <p:spPr>
          <a:xfrm>
            <a:off x="7496677" y="1483401"/>
            <a:ext cx="2637276" cy="646331"/>
          </a:xfrm>
          <a:prstGeom prst="rect">
            <a:avLst/>
          </a:prstGeom>
          <a:noFill/>
        </p:spPr>
        <p:txBody>
          <a:bodyPr wrap="square" rtlCol="0">
            <a:spAutoFit/>
          </a:bodyPr>
          <a:lstStyle/>
          <a:p>
            <a:pPr algn="ctr"/>
            <a:r>
              <a:rPr kumimoji="1" lang="en-US" altLang="ja-JP" dirty="0"/>
              <a:t>Adjust number of neurons</a:t>
            </a:r>
            <a:endParaRPr kumimoji="1" lang="ja-JP" altLang="en-US" dirty="0"/>
          </a:p>
        </p:txBody>
      </p:sp>
      <mc:AlternateContent xmlns:mc="http://schemas.openxmlformats.org/markup-compatibility/2006" xmlns:a14="http://schemas.microsoft.com/office/drawing/2010/main">
        <mc:Choice Requires="a14">
          <p:sp>
            <p:nvSpPr>
              <p:cNvPr id="111" name="テキスト ボックス 110">
                <a:extLst>
                  <a:ext uri="{FF2B5EF4-FFF2-40B4-BE49-F238E27FC236}">
                    <a16:creationId xmlns:a16="http://schemas.microsoft.com/office/drawing/2014/main" id="{40EA4790-115B-28AF-678B-C2D3784E4082}"/>
                  </a:ext>
                </a:extLst>
              </p:cNvPr>
              <p:cNvSpPr txBox="1"/>
              <p:nvPr/>
            </p:nvSpPr>
            <p:spPr>
              <a:xfrm>
                <a:off x="6401614" y="2283564"/>
                <a:ext cx="5123261" cy="39895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𝑁</m:t>
                          </m:r>
                        </m:e>
                        <m:sub>
                          <m:r>
                            <a:rPr kumimoji="1" lang="en-US" altLang="ja-JP" sz="2400" b="0" i="1" smtClean="0">
                              <a:latin typeface="Cambria Math" panose="02040503050406030204" pitchFamily="18" charset="0"/>
                            </a:rPr>
                            <m:t>𝑛𝑒𝑢𝑟𝑜𝑛𝑠</m:t>
                          </m:r>
                        </m:sub>
                      </m:sSub>
                      <m:r>
                        <a:rPr kumimoji="1" lang="en-US" altLang="ja-JP" sz="2400" b="0" i="1" smtClean="0">
                          <a:latin typeface="Cambria Math" panose="02040503050406030204" pitchFamily="18" charset="0"/>
                        </a:rPr>
                        <m:t>=</m:t>
                      </m:r>
                      <m:r>
                        <a:rPr kumimoji="1" lang="en-US" altLang="ja-JP" sz="2400" b="0" i="1" smtClean="0">
                          <a:latin typeface="Cambria Math" panose="02040503050406030204" pitchFamily="18" charset="0"/>
                        </a:rPr>
                        <m:t>𝑎</m:t>
                      </m:r>
                      <m:r>
                        <a:rPr kumimoji="1" lang="en-US" altLang="ja-JP" sz="2400" b="0" i="1" smtClean="0">
                          <a:latin typeface="Cambria Math" panose="02040503050406030204" pitchFamily="18" charset="0"/>
                        </a:rPr>
                        <m:t>×</m:t>
                      </m:r>
                      <m:sSubSup>
                        <m:sSubSupPr>
                          <m:ctrlPr>
                            <a:rPr kumimoji="1" lang="en-US" altLang="ja-JP" sz="2400" b="0" i="1" smtClean="0">
                              <a:latin typeface="Cambria Math" panose="02040503050406030204" pitchFamily="18" charset="0"/>
                            </a:rPr>
                          </m:ctrlPr>
                        </m:sSubSupPr>
                        <m:e>
                          <m:r>
                            <a:rPr kumimoji="1" lang="en-US" altLang="ja-JP" sz="2400" b="0" i="1" smtClean="0">
                              <a:latin typeface="Cambria Math" panose="02040503050406030204" pitchFamily="18" charset="0"/>
                            </a:rPr>
                            <m:t>𝐸</m:t>
                          </m:r>
                        </m:e>
                        <m:sub>
                          <m:r>
                            <a:rPr kumimoji="1" lang="en-US" altLang="ja-JP" sz="2400" b="0" i="1" smtClean="0">
                              <a:latin typeface="Cambria Math" panose="02040503050406030204" pitchFamily="18" charset="0"/>
                            </a:rPr>
                            <m:t>𝑡𝑟𝑎𝑖𝑛</m:t>
                          </m:r>
                        </m:sub>
                        <m:sup>
                          <m:r>
                            <a:rPr kumimoji="1" lang="en-US" altLang="ja-JP" sz="2400" b="0" i="1" smtClean="0">
                              <a:latin typeface="Cambria Math" panose="02040503050406030204" pitchFamily="18" charset="0"/>
                            </a:rPr>
                            <m:t>𝑑</m:t>
                          </m:r>
                        </m:sup>
                      </m:sSubSup>
                      <m:r>
                        <a:rPr kumimoji="1" lang="en-US" altLang="ja-JP" sz="2400" b="0" i="1" smtClean="0">
                          <a:latin typeface="Cambria Math" panose="02040503050406030204" pitchFamily="18" charset="0"/>
                        </a:rPr>
                        <m:t>+</m:t>
                      </m:r>
                      <m:r>
                        <a:rPr kumimoji="1" lang="en-US" altLang="ja-JP" sz="2400" b="0" i="1" smtClean="0">
                          <a:latin typeface="Cambria Math" panose="02040503050406030204" pitchFamily="18" charset="0"/>
                        </a:rPr>
                        <m:t>𝑏</m:t>
                      </m:r>
                      <m:r>
                        <a:rPr kumimoji="1" lang="en-US" altLang="ja-JP" sz="2400" b="0" i="1" smtClean="0">
                          <a:latin typeface="Cambria Math" panose="02040503050406030204" pitchFamily="18" charset="0"/>
                        </a:rPr>
                        <m:t>×</m:t>
                      </m:r>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𝐸</m:t>
                          </m:r>
                        </m:e>
                        <m:sub>
                          <m:r>
                            <a:rPr kumimoji="1" lang="en-US" altLang="ja-JP" sz="2400" b="0" i="1" smtClean="0">
                              <a:latin typeface="Cambria Math" panose="02040503050406030204" pitchFamily="18" charset="0"/>
                            </a:rPr>
                            <m:t>𝑡𝑟𝑎𝑖𝑛</m:t>
                          </m:r>
                        </m:sub>
                      </m:sSub>
                      <m:r>
                        <a:rPr kumimoji="1" lang="en-US" altLang="ja-JP" sz="2400" b="0" i="1" smtClean="0">
                          <a:latin typeface="Cambria Math" panose="02040503050406030204" pitchFamily="18" charset="0"/>
                        </a:rPr>
                        <m:t>+</m:t>
                      </m:r>
                      <m:r>
                        <a:rPr kumimoji="1" lang="en-US" altLang="ja-JP" sz="2400" b="0" i="1" smtClean="0">
                          <a:latin typeface="Cambria Math" panose="02040503050406030204" pitchFamily="18" charset="0"/>
                        </a:rPr>
                        <m:t>𝑐</m:t>
                      </m:r>
                    </m:oMath>
                  </m:oMathPara>
                </a14:m>
                <a:endParaRPr kumimoji="1" lang="en-US" altLang="ja-JP" sz="2400" b="0" dirty="0"/>
              </a:p>
            </p:txBody>
          </p:sp>
        </mc:Choice>
        <mc:Fallback xmlns="">
          <p:sp>
            <p:nvSpPr>
              <p:cNvPr id="111" name="テキスト ボックス 110">
                <a:extLst>
                  <a:ext uri="{FF2B5EF4-FFF2-40B4-BE49-F238E27FC236}">
                    <a16:creationId xmlns:a16="http://schemas.microsoft.com/office/drawing/2014/main" id="{40EA4790-115B-28AF-678B-C2D3784E4082}"/>
                  </a:ext>
                </a:extLst>
              </p:cNvPr>
              <p:cNvSpPr txBox="1">
                <a:spLocks noRot="1" noChangeAspect="1" noMove="1" noResize="1" noEditPoints="1" noAdjustHandles="1" noChangeArrowheads="1" noChangeShapeType="1" noTextEdit="1"/>
              </p:cNvSpPr>
              <p:nvPr/>
            </p:nvSpPr>
            <p:spPr>
              <a:xfrm>
                <a:off x="6401614" y="2283564"/>
                <a:ext cx="5123261" cy="398955"/>
              </a:xfrm>
              <a:prstGeom prst="rect">
                <a:avLst/>
              </a:prstGeom>
              <a:blipFill>
                <a:blip r:embed="rId7"/>
                <a:stretch>
                  <a:fillRect/>
                </a:stretch>
              </a:blipFill>
            </p:spPr>
            <p:txBody>
              <a:bodyPr/>
              <a:lstStyle/>
              <a:p>
                <a:r>
                  <a:rPr lang="ja-JP" altLang="en-US">
                    <a:noFill/>
                  </a:rPr>
                  <a:t> </a:t>
                </a:r>
              </a:p>
            </p:txBody>
          </p:sp>
        </mc:Fallback>
      </mc:AlternateContent>
      <p:sp>
        <p:nvSpPr>
          <p:cNvPr id="112" name="楕円 111">
            <a:extLst>
              <a:ext uri="{FF2B5EF4-FFF2-40B4-BE49-F238E27FC236}">
                <a16:creationId xmlns:a16="http://schemas.microsoft.com/office/drawing/2014/main" id="{6E285CD7-62BD-1348-4CB7-8A16473EE75D}"/>
              </a:ext>
            </a:extLst>
          </p:cNvPr>
          <p:cNvSpPr/>
          <p:nvPr/>
        </p:nvSpPr>
        <p:spPr>
          <a:xfrm>
            <a:off x="7582421" y="4084643"/>
            <a:ext cx="466531" cy="466531"/>
          </a:xfrm>
          <a:prstGeom prst="ellipse">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3" name="楕円 112">
            <a:extLst>
              <a:ext uri="{FF2B5EF4-FFF2-40B4-BE49-F238E27FC236}">
                <a16:creationId xmlns:a16="http://schemas.microsoft.com/office/drawing/2014/main" id="{3689D8EE-75D4-D74A-EC34-276C0E999A4F}"/>
              </a:ext>
            </a:extLst>
          </p:cNvPr>
          <p:cNvSpPr/>
          <p:nvPr/>
        </p:nvSpPr>
        <p:spPr>
          <a:xfrm>
            <a:off x="7582421" y="4725346"/>
            <a:ext cx="466531" cy="466531"/>
          </a:xfrm>
          <a:prstGeom prst="ellipse">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4" name="楕円 113">
            <a:extLst>
              <a:ext uri="{FF2B5EF4-FFF2-40B4-BE49-F238E27FC236}">
                <a16:creationId xmlns:a16="http://schemas.microsoft.com/office/drawing/2014/main" id="{9210DADC-39F3-172E-3380-489FB557DD8C}"/>
              </a:ext>
            </a:extLst>
          </p:cNvPr>
          <p:cNvSpPr/>
          <p:nvPr/>
        </p:nvSpPr>
        <p:spPr>
          <a:xfrm>
            <a:off x="8326722" y="3728591"/>
            <a:ext cx="466531" cy="466531"/>
          </a:xfrm>
          <a:prstGeom prst="ellipse">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5" name="楕円 114">
            <a:extLst>
              <a:ext uri="{FF2B5EF4-FFF2-40B4-BE49-F238E27FC236}">
                <a16:creationId xmlns:a16="http://schemas.microsoft.com/office/drawing/2014/main" id="{64632D47-4B2F-E88B-780E-AB2542126C6A}"/>
              </a:ext>
            </a:extLst>
          </p:cNvPr>
          <p:cNvSpPr/>
          <p:nvPr/>
        </p:nvSpPr>
        <p:spPr>
          <a:xfrm>
            <a:off x="8326722" y="4343601"/>
            <a:ext cx="466531" cy="466531"/>
          </a:xfrm>
          <a:prstGeom prst="ellipse">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6" name="楕円 115">
            <a:extLst>
              <a:ext uri="{FF2B5EF4-FFF2-40B4-BE49-F238E27FC236}">
                <a16:creationId xmlns:a16="http://schemas.microsoft.com/office/drawing/2014/main" id="{7EA061D3-13F6-2210-0CA3-89D50682D316}"/>
              </a:ext>
            </a:extLst>
          </p:cNvPr>
          <p:cNvSpPr/>
          <p:nvPr/>
        </p:nvSpPr>
        <p:spPr>
          <a:xfrm>
            <a:off x="8326722" y="5044755"/>
            <a:ext cx="466531" cy="466531"/>
          </a:xfrm>
          <a:prstGeom prst="ellipse">
            <a:avLst/>
          </a:prstGeom>
          <a:noFill/>
          <a:ln w="28575">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17" name="直線矢印コネクタ 116">
            <a:extLst>
              <a:ext uri="{FF2B5EF4-FFF2-40B4-BE49-F238E27FC236}">
                <a16:creationId xmlns:a16="http://schemas.microsoft.com/office/drawing/2014/main" id="{1A26CCFA-18EE-05A6-CAA6-81FD33DA8939}"/>
              </a:ext>
            </a:extLst>
          </p:cNvPr>
          <p:cNvCxnSpPr>
            <a:stCxn id="112" idx="6"/>
            <a:endCxn id="114" idx="2"/>
          </p:cNvCxnSpPr>
          <p:nvPr/>
        </p:nvCxnSpPr>
        <p:spPr>
          <a:xfrm flipV="1">
            <a:off x="8048952" y="3961857"/>
            <a:ext cx="277770" cy="35605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8" name="直線矢印コネクタ 117">
            <a:extLst>
              <a:ext uri="{FF2B5EF4-FFF2-40B4-BE49-F238E27FC236}">
                <a16:creationId xmlns:a16="http://schemas.microsoft.com/office/drawing/2014/main" id="{D7223B9A-4BDD-918D-57C2-1088EC3C2C34}"/>
              </a:ext>
            </a:extLst>
          </p:cNvPr>
          <p:cNvCxnSpPr>
            <a:cxnSpLocks/>
            <a:stCxn id="112" idx="6"/>
            <a:endCxn id="115" idx="2"/>
          </p:cNvCxnSpPr>
          <p:nvPr/>
        </p:nvCxnSpPr>
        <p:spPr>
          <a:xfrm>
            <a:off x="8048952" y="4317909"/>
            <a:ext cx="277770" cy="25895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9" name="直線矢印コネクタ 118">
            <a:extLst>
              <a:ext uri="{FF2B5EF4-FFF2-40B4-BE49-F238E27FC236}">
                <a16:creationId xmlns:a16="http://schemas.microsoft.com/office/drawing/2014/main" id="{FB5DC43C-077E-D531-9A45-0C00788384F6}"/>
              </a:ext>
            </a:extLst>
          </p:cNvPr>
          <p:cNvCxnSpPr>
            <a:cxnSpLocks/>
            <a:stCxn id="112" idx="6"/>
            <a:endCxn id="116" idx="2"/>
          </p:cNvCxnSpPr>
          <p:nvPr/>
        </p:nvCxnSpPr>
        <p:spPr>
          <a:xfrm>
            <a:off x="8048952" y="4317909"/>
            <a:ext cx="277770" cy="96011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0" name="直線矢印コネクタ 119">
            <a:extLst>
              <a:ext uri="{FF2B5EF4-FFF2-40B4-BE49-F238E27FC236}">
                <a16:creationId xmlns:a16="http://schemas.microsoft.com/office/drawing/2014/main" id="{473197D5-5BC4-9942-70F1-FB46E28DB8F1}"/>
              </a:ext>
            </a:extLst>
          </p:cNvPr>
          <p:cNvCxnSpPr>
            <a:cxnSpLocks/>
            <a:stCxn id="113" idx="6"/>
            <a:endCxn id="114" idx="2"/>
          </p:cNvCxnSpPr>
          <p:nvPr/>
        </p:nvCxnSpPr>
        <p:spPr>
          <a:xfrm flipV="1">
            <a:off x="8048952" y="3961857"/>
            <a:ext cx="277770" cy="99675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1" name="直線矢印コネクタ 120">
            <a:extLst>
              <a:ext uri="{FF2B5EF4-FFF2-40B4-BE49-F238E27FC236}">
                <a16:creationId xmlns:a16="http://schemas.microsoft.com/office/drawing/2014/main" id="{7F2F0BFF-0553-1537-20FA-EC52C3B90BA4}"/>
              </a:ext>
            </a:extLst>
          </p:cNvPr>
          <p:cNvCxnSpPr>
            <a:cxnSpLocks/>
            <a:stCxn id="113" idx="6"/>
            <a:endCxn id="115" idx="2"/>
          </p:cNvCxnSpPr>
          <p:nvPr/>
        </p:nvCxnSpPr>
        <p:spPr>
          <a:xfrm flipV="1">
            <a:off x="8048952" y="4576867"/>
            <a:ext cx="277770" cy="38174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2" name="直線矢印コネクタ 121">
            <a:extLst>
              <a:ext uri="{FF2B5EF4-FFF2-40B4-BE49-F238E27FC236}">
                <a16:creationId xmlns:a16="http://schemas.microsoft.com/office/drawing/2014/main" id="{A6B913F9-784C-A458-055D-6E2AE1AAA62A}"/>
              </a:ext>
            </a:extLst>
          </p:cNvPr>
          <p:cNvCxnSpPr>
            <a:cxnSpLocks/>
            <a:stCxn id="113" idx="6"/>
            <a:endCxn id="116" idx="2"/>
          </p:cNvCxnSpPr>
          <p:nvPr/>
        </p:nvCxnSpPr>
        <p:spPr>
          <a:xfrm>
            <a:off x="8048952" y="4958612"/>
            <a:ext cx="277770" cy="31940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4" name="テキスト ボックス 123">
            <a:extLst>
              <a:ext uri="{FF2B5EF4-FFF2-40B4-BE49-F238E27FC236}">
                <a16:creationId xmlns:a16="http://schemas.microsoft.com/office/drawing/2014/main" id="{C34B32FB-FBE0-960A-E925-F59BC4FC7375}"/>
              </a:ext>
            </a:extLst>
          </p:cNvPr>
          <p:cNvSpPr txBox="1"/>
          <p:nvPr/>
        </p:nvSpPr>
        <p:spPr>
          <a:xfrm>
            <a:off x="7491395" y="5592784"/>
            <a:ext cx="3193824" cy="369332"/>
          </a:xfrm>
          <a:prstGeom prst="rect">
            <a:avLst/>
          </a:prstGeom>
          <a:noFill/>
        </p:spPr>
        <p:txBody>
          <a:bodyPr wrap="square" rtlCol="0">
            <a:spAutoFit/>
          </a:bodyPr>
          <a:lstStyle/>
          <a:p>
            <a:pPr algn="ctr"/>
            <a:r>
              <a:rPr kumimoji="1" lang="en-US" altLang="ja-JP" dirty="0"/>
              <a:t>Reduce Number of Neuron</a:t>
            </a:r>
            <a:endParaRPr kumimoji="1" lang="ja-JP" altLang="en-US" dirty="0"/>
          </a:p>
        </p:txBody>
      </p:sp>
      <mc:AlternateContent xmlns:mc="http://schemas.openxmlformats.org/markup-compatibility/2006" xmlns:a14="http://schemas.microsoft.com/office/drawing/2010/main">
        <mc:Choice Requires="a14">
          <p:sp>
            <p:nvSpPr>
              <p:cNvPr id="125" name="テキスト ボックス 124">
                <a:extLst>
                  <a:ext uri="{FF2B5EF4-FFF2-40B4-BE49-F238E27FC236}">
                    <a16:creationId xmlns:a16="http://schemas.microsoft.com/office/drawing/2014/main" id="{8A5BA42D-6F45-54DA-BFDA-9782A9119194}"/>
                  </a:ext>
                </a:extLst>
              </p:cNvPr>
              <p:cNvSpPr txBox="1"/>
              <p:nvPr/>
            </p:nvSpPr>
            <p:spPr>
              <a:xfrm>
                <a:off x="4015089" y="4338956"/>
                <a:ext cx="2637276" cy="966162"/>
              </a:xfrm>
              <a:prstGeom prst="rect">
                <a:avLst/>
              </a:prstGeom>
              <a:noFill/>
            </p:spPr>
            <p:txBody>
              <a:bodyPr wrap="square" rtlCol="0">
                <a:spAutoFit/>
              </a:bodyPr>
              <a:lstStyle/>
              <a:p>
                <a:pPr algn="ctr"/>
                <a:r>
                  <a:rPr kumimoji="1" lang="en-US" altLang="ja-JP" dirty="0"/>
                  <a:t>If</a:t>
                </a:r>
              </a:p>
              <a:p>
                <a:pPr algn="ctr"/>
                <a14:m>
                  <m:oMathPara xmlns:m="http://schemas.openxmlformats.org/officeDocument/2006/math">
                    <m:oMathParaPr>
                      <m:jc m:val="centerGroup"/>
                    </m:oMathParaPr>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𝑇</m:t>
                          </m:r>
                        </m:e>
                        <m:sub>
                          <m:r>
                            <a:rPr kumimoji="1" lang="en-US" altLang="ja-JP" b="0" i="1" smtClean="0">
                              <a:latin typeface="Cambria Math" panose="02040503050406030204" pitchFamily="18" charset="0"/>
                            </a:rPr>
                            <m:t>𝑡𝑖𝑚𝑒𝑠𝑡𝑒𝑝𝑠</m:t>
                          </m:r>
                        </m:sub>
                      </m:sSub>
                      <m:r>
                        <a:rPr kumimoji="1" lang="en-US" altLang="ja-JP" b="0" i="1" smtClean="0">
                          <a:latin typeface="Cambria Math" panose="02040503050406030204" pitchFamily="18" charset="0"/>
                        </a:rPr>
                        <m:t>&lt;</m:t>
                      </m:r>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𝑇</m:t>
                          </m:r>
                        </m:e>
                        <m:sub>
                          <m:r>
                            <a:rPr kumimoji="1" lang="en-US" altLang="ja-JP" b="0" i="1" smtClean="0">
                              <a:latin typeface="Cambria Math" panose="02040503050406030204" pitchFamily="18" charset="0"/>
                            </a:rPr>
                            <m:t>𝑚𝑖𝑛𝑖𝑚𝑢𝑚</m:t>
                          </m:r>
                        </m:sub>
                      </m:sSub>
                    </m:oMath>
                  </m:oMathPara>
                </a14:m>
                <a:endParaRPr kumimoji="1" lang="en-US" altLang="ja-JP" b="0" dirty="0"/>
              </a:p>
              <a:p>
                <a:pPr algn="ctr"/>
                <a14:m>
                  <m:oMathPara xmlns:m="http://schemas.openxmlformats.org/officeDocument/2006/math">
                    <m:oMathParaPr>
                      <m:jc m:val="centerGroup"/>
                    </m:oMathParaPr>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𝑇</m:t>
                          </m:r>
                        </m:e>
                        <m:sub>
                          <m:r>
                            <a:rPr kumimoji="1" lang="en-US" altLang="ja-JP" b="0" i="1" smtClean="0">
                              <a:latin typeface="Cambria Math" panose="02040503050406030204" pitchFamily="18" charset="0"/>
                            </a:rPr>
                            <m:t>𝑡𝑖𝑚𝑒𝑠𝑡𝑒𝑝𝑠</m:t>
                          </m:r>
                        </m:sub>
                      </m:sSub>
                      <m:r>
                        <a:rPr kumimoji="1" lang="en-US" altLang="ja-JP" b="0" i="1" smtClean="0">
                          <a:latin typeface="Cambria Math" panose="02040503050406030204" pitchFamily="18" charset="0"/>
                        </a:rPr>
                        <m:t>=</m:t>
                      </m:r>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𝑇</m:t>
                          </m:r>
                        </m:e>
                        <m:sub>
                          <m:r>
                            <a:rPr kumimoji="1" lang="en-US" altLang="ja-JP" b="0" i="1" smtClean="0">
                              <a:latin typeface="Cambria Math" panose="02040503050406030204" pitchFamily="18" charset="0"/>
                            </a:rPr>
                            <m:t>𝑚𝑖𝑛𝑖𝑚𝑢𝑚</m:t>
                          </m:r>
                        </m:sub>
                      </m:sSub>
                    </m:oMath>
                  </m:oMathPara>
                </a14:m>
                <a:endParaRPr kumimoji="1" lang="ja-JP" altLang="en-US" dirty="0"/>
              </a:p>
            </p:txBody>
          </p:sp>
        </mc:Choice>
        <mc:Fallback xmlns="">
          <p:sp>
            <p:nvSpPr>
              <p:cNvPr id="125" name="テキスト ボックス 124">
                <a:extLst>
                  <a:ext uri="{FF2B5EF4-FFF2-40B4-BE49-F238E27FC236}">
                    <a16:creationId xmlns:a16="http://schemas.microsoft.com/office/drawing/2014/main" id="{8A5BA42D-6F45-54DA-BFDA-9782A9119194}"/>
                  </a:ext>
                </a:extLst>
              </p:cNvPr>
              <p:cNvSpPr txBox="1">
                <a:spLocks noRot="1" noChangeAspect="1" noMove="1" noResize="1" noEditPoints="1" noAdjustHandles="1" noChangeArrowheads="1" noChangeShapeType="1" noTextEdit="1"/>
              </p:cNvSpPr>
              <p:nvPr/>
            </p:nvSpPr>
            <p:spPr>
              <a:xfrm>
                <a:off x="4015089" y="4338956"/>
                <a:ext cx="2637276" cy="966162"/>
              </a:xfrm>
              <a:prstGeom prst="rect">
                <a:avLst/>
              </a:prstGeom>
              <a:blipFill>
                <a:blip r:embed="rId8"/>
                <a:stretch>
                  <a:fillRect t="-3797" b="-1899"/>
                </a:stretch>
              </a:blipFill>
            </p:spPr>
            <p:txBody>
              <a:bodyPr/>
              <a:lstStyle/>
              <a:p>
                <a:r>
                  <a:rPr lang="ja-JP" altLang="en-US">
                    <a:noFill/>
                  </a:rPr>
                  <a:t> </a:t>
                </a:r>
              </a:p>
            </p:txBody>
          </p:sp>
        </mc:Fallback>
      </mc:AlternateContent>
      <p:sp>
        <p:nvSpPr>
          <p:cNvPr id="126" name="正方形/長方形 125">
            <a:extLst>
              <a:ext uri="{FF2B5EF4-FFF2-40B4-BE49-F238E27FC236}">
                <a16:creationId xmlns:a16="http://schemas.microsoft.com/office/drawing/2014/main" id="{9A0A152A-EAEC-2A21-0B66-42B7505B4411}"/>
              </a:ext>
            </a:extLst>
          </p:cNvPr>
          <p:cNvSpPr/>
          <p:nvPr/>
        </p:nvSpPr>
        <p:spPr>
          <a:xfrm>
            <a:off x="8467822" y="2292874"/>
            <a:ext cx="913748" cy="504329"/>
          </a:xfrm>
          <a:prstGeom prst="rect">
            <a:avLst/>
          </a:prstGeom>
          <a:noFill/>
          <a:ln w="19050">
            <a:solidFill>
              <a:srgbClr val="0070C0"/>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7" name="正方形/長方形 126">
            <a:extLst>
              <a:ext uri="{FF2B5EF4-FFF2-40B4-BE49-F238E27FC236}">
                <a16:creationId xmlns:a16="http://schemas.microsoft.com/office/drawing/2014/main" id="{2BD407E7-4A84-7984-C04D-0FA8252603D8}"/>
              </a:ext>
            </a:extLst>
          </p:cNvPr>
          <p:cNvSpPr/>
          <p:nvPr/>
        </p:nvSpPr>
        <p:spPr>
          <a:xfrm>
            <a:off x="10133953" y="2276735"/>
            <a:ext cx="913748" cy="504329"/>
          </a:xfrm>
          <a:prstGeom prst="rect">
            <a:avLst/>
          </a:prstGeom>
          <a:noFill/>
          <a:ln w="19050">
            <a:solidFill>
              <a:srgbClr val="0070C0"/>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28" name="コネクタ: カギ線 127">
            <a:extLst>
              <a:ext uri="{FF2B5EF4-FFF2-40B4-BE49-F238E27FC236}">
                <a16:creationId xmlns:a16="http://schemas.microsoft.com/office/drawing/2014/main" id="{CC8D912B-BCDD-E2B1-D6BE-904394838512}"/>
              </a:ext>
            </a:extLst>
          </p:cNvPr>
          <p:cNvCxnSpPr>
            <a:cxnSpLocks/>
            <a:stCxn id="126" idx="2"/>
            <a:endCxn id="127" idx="2"/>
          </p:cNvCxnSpPr>
          <p:nvPr/>
        </p:nvCxnSpPr>
        <p:spPr>
          <a:xfrm rot="5400000" flipH="1" flipV="1">
            <a:off x="9749691" y="1956068"/>
            <a:ext cx="16139" cy="1666131"/>
          </a:xfrm>
          <a:prstGeom prst="bentConnector3">
            <a:avLst>
              <a:gd name="adj1" fmla="val -722678"/>
            </a:avLst>
          </a:prstGeom>
          <a:ln>
            <a:solidFill>
              <a:srgbClr val="0070C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35" name="テキスト ボックス 134">
            <a:extLst>
              <a:ext uri="{FF2B5EF4-FFF2-40B4-BE49-F238E27FC236}">
                <a16:creationId xmlns:a16="http://schemas.microsoft.com/office/drawing/2014/main" id="{66F01782-D5CB-DC77-867D-057EC956E5A9}"/>
              </a:ext>
            </a:extLst>
          </p:cNvPr>
          <p:cNvSpPr txBox="1"/>
          <p:nvPr/>
        </p:nvSpPr>
        <p:spPr>
          <a:xfrm>
            <a:off x="8945033" y="2904645"/>
            <a:ext cx="1893397" cy="646331"/>
          </a:xfrm>
          <a:prstGeom prst="rect">
            <a:avLst/>
          </a:prstGeom>
          <a:noFill/>
        </p:spPr>
        <p:txBody>
          <a:bodyPr wrap="square" rtlCol="0">
            <a:spAutoFit/>
          </a:bodyPr>
          <a:lstStyle/>
          <a:p>
            <a:pPr algn="ctr"/>
            <a:r>
              <a:rPr kumimoji="1" lang="en-US" altLang="ja-JP" dirty="0"/>
              <a:t>Total Energy</a:t>
            </a:r>
          </a:p>
          <a:p>
            <a:pPr algn="ctr"/>
            <a:r>
              <a:rPr kumimoji="1" lang="en-US" altLang="ja-JP" dirty="0"/>
              <a:t>Harvested</a:t>
            </a:r>
          </a:p>
        </p:txBody>
      </p:sp>
      <p:sp>
        <p:nvSpPr>
          <p:cNvPr id="4" name="スライド番号プレースホルダー 3">
            <a:extLst>
              <a:ext uri="{FF2B5EF4-FFF2-40B4-BE49-F238E27FC236}">
                <a16:creationId xmlns:a16="http://schemas.microsoft.com/office/drawing/2014/main" id="{7D9BFD73-C51B-4A63-8787-05554EC7A685}"/>
              </a:ext>
            </a:extLst>
          </p:cNvPr>
          <p:cNvSpPr>
            <a:spLocks noGrp="1"/>
          </p:cNvSpPr>
          <p:nvPr>
            <p:ph type="sldNum" sz="quarter" idx="12"/>
          </p:nvPr>
        </p:nvSpPr>
        <p:spPr/>
        <p:txBody>
          <a:bodyPr/>
          <a:lstStyle/>
          <a:p>
            <a:fld id="{49AE70B2-8BF9-45C0-BB95-33D1B9D3A854}" type="slidenum">
              <a:rPr lang="zh-CN" altLang="en-US" smtClean="0"/>
              <a:t>18</a:t>
            </a:fld>
            <a:endParaRPr lang="zh-CN" altLang="en-US"/>
          </a:p>
        </p:txBody>
      </p:sp>
      <p:sp>
        <p:nvSpPr>
          <p:cNvPr id="5" name="テキスト ボックス 4">
            <a:extLst>
              <a:ext uri="{FF2B5EF4-FFF2-40B4-BE49-F238E27FC236}">
                <a16:creationId xmlns:a16="http://schemas.microsoft.com/office/drawing/2014/main" id="{DE4AA3BD-64AA-CD3B-0F47-F072CF0DAA6D}"/>
              </a:ext>
            </a:extLst>
          </p:cNvPr>
          <p:cNvSpPr txBox="1"/>
          <p:nvPr/>
        </p:nvSpPr>
        <p:spPr>
          <a:xfrm>
            <a:off x="3004048" y="5910341"/>
            <a:ext cx="605536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Arial"/>
                <a:ea typeface="微软雅黑"/>
                <a:cs typeface="+mn-cs"/>
              </a:rPr>
              <a:t>Fig. 9 Timesteps and Neurons Configuration</a:t>
            </a:r>
            <a:endParaRPr kumimoji="1" lang="ja-JP" altLang="en-US" sz="1800" b="0" i="0" u="none" strike="noStrike" kern="1200" cap="none" spc="0" normalizeH="0" baseline="0" noProof="0" dirty="0">
              <a:ln>
                <a:noFill/>
              </a:ln>
              <a:solidFill>
                <a:prstClr val="black"/>
              </a:solidFill>
              <a:effectLst/>
              <a:uLnTx/>
              <a:uFillTx/>
              <a:latin typeface="Arial"/>
              <a:ea typeface="微软雅黑"/>
              <a:cs typeface="+mn-cs"/>
            </a:endParaRPr>
          </a:p>
        </p:txBody>
      </p:sp>
      <p:sp>
        <p:nvSpPr>
          <p:cNvPr id="6" name="矢印: 下 5">
            <a:extLst>
              <a:ext uri="{FF2B5EF4-FFF2-40B4-BE49-F238E27FC236}">
                <a16:creationId xmlns:a16="http://schemas.microsoft.com/office/drawing/2014/main" id="{EC57A065-04D3-B813-862E-1FCF9325C1E3}"/>
              </a:ext>
            </a:extLst>
          </p:cNvPr>
          <p:cNvSpPr/>
          <p:nvPr/>
        </p:nvSpPr>
        <p:spPr>
          <a:xfrm rot="16200000">
            <a:off x="9185168" y="4233665"/>
            <a:ext cx="227959" cy="671806"/>
          </a:xfrm>
          <a:prstGeom prst="downArrow">
            <a:avLst/>
          </a:prstGeom>
          <a:solidFill>
            <a:srgbClr val="0070C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楕円 7">
            <a:extLst>
              <a:ext uri="{FF2B5EF4-FFF2-40B4-BE49-F238E27FC236}">
                <a16:creationId xmlns:a16="http://schemas.microsoft.com/office/drawing/2014/main" id="{BE127F6D-BDEB-2D36-8250-80ECA62DF7E9}"/>
              </a:ext>
            </a:extLst>
          </p:cNvPr>
          <p:cNvSpPr/>
          <p:nvPr/>
        </p:nvSpPr>
        <p:spPr>
          <a:xfrm>
            <a:off x="9788944" y="4048759"/>
            <a:ext cx="466531" cy="466531"/>
          </a:xfrm>
          <a:prstGeom prst="ellipse">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10" name="楕円 9">
            <a:extLst>
              <a:ext uri="{FF2B5EF4-FFF2-40B4-BE49-F238E27FC236}">
                <a16:creationId xmlns:a16="http://schemas.microsoft.com/office/drawing/2014/main" id="{585F104A-CE76-6616-64C5-B3F52D5A653C}"/>
              </a:ext>
            </a:extLst>
          </p:cNvPr>
          <p:cNvSpPr/>
          <p:nvPr/>
        </p:nvSpPr>
        <p:spPr>
          <a:xfrm>
            <a:off x="9788943" y="4708460"/>
            <a:ext cx="466531" cy="466531"/>
          </a:xfrm>
          <a:prstGeom prst="ellipse">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11" name="楕円 10">
            <a:extLst>
              <a:ext uri="{FF2B5EF4-FFF2-40B4-BE49-F238E27FC236}">
                <a16:creationId xmlns:a16="http://schemas.microsoft.com/office/drawing/2014/main" id="{E08CC40C-595F-F1F3-D809-89D4F7245766}"/>
              </a:ext>
            </a:extLst>
          </p:cNvPr>
          <p:cNvSpPr/>
          <p:nvPr/>
        </p:nvSpPr>
        <p:spPr>
          <a:xfrm>
            <a:off x="10556319" y="4048759"/>
            <a:ext cx="466531" cy="466531"/>
          </a:xfrm>
          <a:prstGeom prst="ellipse">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17" name="楕円 16">
            <a:extLst>
              <a:ext uri="{FF2B5EF4-FFF2-40B4-BE49-F238E27FC236}">
                <a16:creationId xmlns:a16="http://schemas.microsoft.com/office/drawing/2014/main" id="{932FBFDA-8027-CF6D-0522-6B4995092D7A}"/>
              </a:ext>
            </a:extLst>
          </p:cNvPr>
          <p:cNvSpPr/>
          <p:nvPr/>
        </p:nvSpPr>
        <p:spPr>
          <a:xfrm>
            <a:off x="10554274" y="4708461"/>
            <a:ext cx="466531" cy="466531"/>
          </a:xfrm>
          <a:prstGeom prst="ellipse">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p:cxnSp>
        <p:nvCxnSpPr>
          <p:cNvPr id="20" name="直線矢印コネクタ 19">
            <a:extLst>
              <a:ext uri="{FF2B5EF4-FFF2-40B4-BE49-F238E27FC236}">
                <a16:creationId xmlns:a16="http://schemas.microsoft.com/office/drawing/2014/main" id="{1C6B407F-88D0-B028-D252-253DC084DBF3}"/>
              </a:ext>
            </a:extLst>
          </p:cNvPr>
          <p:cNvCxnSpPr>
            <a:stCxn id="8" idx="6"/>
            <a:endCxn id="11" idx="2"/>
          </p:cNvCxnSpPr>
          <p:nvPr/>
        </p:nvCxnSpPr>
        <p:spPr>
          <a:xfrm>
            <a:off x="10255475" y="4282025"/>
            <a:ext cx="300844"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線矢印コネクタ 20">
            <a:extLst>
              <a:ext uri="{FF2B5EF4-FFF2-40B4-BE49-F238E27FC236}">
                <a16:creationId xmlns:a16="http://schemas.microsoft.com/office/drawing/2014/main" id="{17235636-CEDC-83BF-8C6F-C995EC61ECCB}"/>
              </a:ext>
            </a:extLst>
          </p:cNvPr>
          <p:cNvCxnSpPr>
            <a:cxnSpLocks/>
            <a:stCxn id="8" idx="6"/>
            <a:endCxn id="17" idx="2"/>
          </p:cNvCxnSpPr>
          <p:nvPr/>
        </p:nvCxnSpPr>
        <p:spPr>
          <a:xfrm>
            <a:off x="10255475" y="4282025"/>
            <a:ext cx="298799" cy="65970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線矢印コネクタ 24">
            <a:extLst>
              <a:ext uri="{FF2B5EF4-FFF2-40B4-BE49-F238E27FC236}">
                <a16:creationId xmlns:a16="http://schemas.microsoft.com/office/drawing/2014/main" id="{9E49469B-815A-605A-53A9-D5D2472713E2}"/>
              </a:ext>
            </a:extLst>
          </p:cNvPr>
          <p:cNvCxnSpPr>
            <a:cxnSpLocks/>
            <a:stCxn id="10" idx="6"/>
            <a:endCxn id="11" idx="2"/>
          </p:cNvCxnSpPr>
          <p:nvPr/>
        </p:nvCxnSpPr>
        <p:spPr>
          <a:xfrm flipV="1">
            <a:off x="10255474" y="4282025"/>
            <a:ext cx="300845" cy="65970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線矢印コネクタ 25">
            <a:extLst>
              <a:ext uri="{FF2B5EF4-FFF2-40B4-BE49-F238E27FC236}">
                <a16:creationId xmlns:a16="http://schemas.microsoft.com/office/drawing/2014/main" id="{637F5D81-54B3-6066-0225-0A15CF47A935}"/>
              </a:ext>
            </a:extLst>
          </p:cNvPr>
          <p:cNvCxnSpPr>
            <a:cxnSpLocks/>
            <a:stCxn id="10" idx="6"/>
            <a:endCxn id="17" idx="2"/>
          </p:cNvCxnSpPr>
          <p:nvPr/>
        </p:nvCxnSpPr>
        <p:spPr>
          <a:xfrm>
            <a:off x="10255474" y="4941726"/>
            <a:ext cx="298800" cy="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19471955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rotWithShape="1">
          <a:blip r:embed="rId4"/>
          <a:stretch>
            <a:fillRect/>
          </a:stretch>
        </a:blipFill>
        <a:effectLst/>
      </p:bgPr>
    </p:bg>
    <p:spTree>
      <p:nvGrpSpPr>
        <p:cNvPr id="1" name="">
          <a:extLst>
            <a:ext uri="{FF2B5EF4-FFF2-40B4-BE49-F238E27FC236}">
              <a16:creationId xmlns:a16="http://schemas.microsoft.com/office/drawing/2014/main" id="{EEDDA5AB-30D0-C0DE-B481-A32705CC8832}"/>
            </a:ext>
          </a:extLst>
        </p:cNvPr>
        <p:cNvGrpSpPr/>
        <p:nvPr/>
      </p:nvGrpSpPr>
      <p:grpSpPr>
        <a:xfrm>
          <a:off x="0" y="0"/>
          <a:ext cx="0" cy="0"/>
          <a:chOff x="0" y="0"/>
          <a:chExt cx="0" cy="0"/>
        </a:xfrm>
      </p:grpSpPr>
      <p:sp>
        <p:nvSpPr>
          <p:cNvPr id="23" name="タイトル 4">
            <a:extLst>
              <a:ext uri="{FF2B5EF4-FFF2-40B4-BE49-F238E27FC236}">
                <a16:creationId xmlns:a16="http://schemas.microsoft.com/office/drawing/2014/main" id="{0BB63477-57E1-5E1D-1E50-CB0C682CDC9F}"/>
              </a:ext>
            </a:extLst>
          </p:cNvPr>
          <p:cNvSpPr>
            <a:spLocks noGrp="1"/>
          </p:cNvSpPr>
          <p:nvPr>
            <p:ph type="title"/>
          </p:nvPr>
        </p:nvSpPr>
        <p:spPr>
          <a:xfrm>
            <a:off x="608400" y="608400"/>
            <a:ext cx="10969200" cy="705600"/>
          </a:xfrm>
        </p:spPr>
        <p:txBody>
          <a:bodyPr/>
          <a:lstStyle/>
          <a:p>
            <a:r>
              <a:rPr lang="en-US" altLang="ja-JP" dirty="0"/>
              <a:t>Configuration Phase (Training)(</a:t>
            </a:r>
            <a:r>
              <a:rPr lang="en-US" altLang="ja-JP" dirty="0" err="1"/>
              <a:t>cnt</a:t>
            </a:r>
            <a:r>
              <a:rPr lang="en-US" altLang="ja-JP" dirty="0"/>
              <a:t>.)</a:t>
            </a:r>
            <a:endParaRPr lang="ja-JP" altLang="en-US" dirty="0"/>
          </a:p>
        </p:txBody>
      </p:sp>
      <p:pic>
        <p:nvPicPr>
          <p:cNvPr id="24" name="图片 3" descr="logo-4">
            <a:extLst>
              <a:ext uri="{FF2B5EF4-FFF2-40B4-BE49-F238E27FC236}">
                <a16:creationId xmlns:a16="http://schemas.microsoft.com/office/drawing/2014/main" id="{3F39B85A-DC29-4405-42A9-9F97252CAE93}"/>
              </a:ext>
            </a:extLst>
          </p:cNvPr>
          <p:cNvPicPr>
            <a:picLocks noChangeAspect="1"/>
          </p:cNvPicPr>
          <p:nvPr/>
        </p:nvPicPr>
        <p:blipFill>
          <a:blip r:embed="rId5"/>
          <a:stretch>
            <a:fillRect/>
          </a:stretch>
        </p:blipFill>
        <p:spPr>
          <a:xfrm>
            <a:off x="10354310" y="6334125"/>
            <a:ext cx="1603375" cy="387350"/>
          </a:xfrm>
          <a:prstGeom prst="rect">
            <a:avLst/>
          </a:prstGeom>
        </p:spPr>
      </p:pic>
      <mc:AlternateContent xmlns:mc="http://schemas.openxmlformats.org/markup-compatibility/2006" xmlns:a14="http://schemas.microsoft.com/office/drawing/2010/main">
        <mc:Choice Requires="a14">
          <p:sp>
            <p:nvSpPr>
              <p:cNvPr id="4" name="テキスト ボックス 3">
                <a:extLst>
                  <a:ext uri="{FF2B5EF4-FFF2-40B4-BE49-F238E27FC236}">
                    <a16:creationId xmlns:a16="http://schemas.microsoft.com/office/drawing/2014/main" id="{A9CD1B99-AA42-140F-1F19-69D7F58C8B16}"/>
                  </a:ext>
                </a:extLst>
              </p:cNvPr>
              <p:cNvSpPr txBox="1"/>
              <p:nvPr/>
            </p:nvSpPr>
            <p:spPr>
              <a:xfrm>
                <a:off x="4777362" y="1317930"/>
                <a:ext cx="2637276" cy="147732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Arial"/>
                    <a:ea typeface="微软雅黑"/>
                    <a:cs typeface="+mn-cs"/>
                  </a:rPr>
                  <a:t>If</a:t>
                </a:r>
              </a:p>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𝑁</m:t>
                          </m:r>
                        </m:e>
                        <m:sub>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𝑛𝑒𝑢𝑟𝑜𝑛𝑠</m:t>
                          </m:r>
                        </m:sub>
                      </m:sSub>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&lt;</m:t>
                      </m:r>
                      <m:sSub>
                        <m:sSubPr>
                          <m:ctrlP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𝑁</m:t>
                          </m:r>
                        </m:e>
                        <m:sub>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𝑚𝑖𝑛𝑖𝑚𝑢𝑚</m:t>
                          </m:r>
                        </m:sub>
                      </m:sSub>
                    </m:oMath>
                  </m:oMathPara>
                </a14:m>
                <a:endParaRPr kumimoji="1" lang="en-US" altLang="ja-JP" sz="1800" b="0" i="0" u="none" strike="noStrike" kern="1200" cap="none" spc="0" normalizeH="0" baseline="0" noProof="0" dirty="0">
                  <a:ln>
                    <a:noFill/>
                  </a:ln>
                  <a:solidFill>
                    <a:prstClr val="black"/>
                  </a:solidFill>
                  <a:effectLst/>
                  <a:uLnTx/>
                  <a:uFillTx/>
                  <a:latin typeface="Arial"/>
                  <a:ea typeface="微软雅黑"/>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dirty="0">
                  <a:solidFill>
                    <a:prstClr val="black"/>
                  </a:solidFill>
                  <a:latin typeface="Arial"/>
                  <a:ea typeface="微软雅黑"/>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Arial"/>
                    <a:ea typeface="微软雅黑"/>
                    <a:cs typeface="+mn-cs"/>
                  </a:rPr>
                  <a:t>Reduce Number of Training Data </a:t>
                </a:r>
                <a14:m>
                  <m:oMath xmlns:m="http://schemas.openxmlformats.org/officeDocument/2006/math">
                    <m:sSub>
                      <m:sSubPr>
                        <m:ctrlP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ea typeface="微软雅黑"/>
                            <a:cs typeface="+mn-cs"/>
                          </a:rPr>
                        </m:ctrlPr>
                      </m:sSubPr>
                      <m:e>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ea typeface="微软雅黑"/>
                            <a:cs typeface="+mn-cs"/>
                          </a:rPr>
                          <m:t>𝑁</m:t>
                        </m:r>
                      </m:e>
                      <m:sub>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ea typeface="微软雅黑"/>
                            <a:cs typeface="+mn-cs"/>
                          </a:rPr>
                          <m:t>𝑡𝑟𝑎𝑖𝑛</m:t>
                        </m:r>
                      </m:sub>
                    </m:sSub>
                  </m:oMath>
                </a14:m>
                <a:endParaRPr kumimoji="1" lang="ja-JP" altLang="en-US" sz="1800" b="0" i="0" u="none" strike="noStrike" kern="1200" cap="none" spc="0" normalizeH="0" baseline="0" noProof="0" dirty="0">
                  <a:ln>
                    <a:noFill/>
                  </a:ln>
                  <a:solidFill>
                    <a:prstClr val="black"/>
                  </a:solidFill>
                  <a:effectLst/>
                  <a:uLnTx/>
                  <a:uFillTx/>
                  <a:latin typeface="Arial"/>
                  <a:ea typeface="微软雅黑"/>
                  <a:cs typeface="+mn-cs"/>
                </a:endParaRPr>
              </a:p>
            </p:txBody>
          </p:sp>
        </mc:Choice>
        <mc:Fallback xmlns="">
          <p:sp>
            <p:nvSpPr>
              <p:cNvPr id="4" name="テキスト ボックス 3">
                <a:extLst>
                  <a:ext uri="{FF2B5EF4-FFF2-40B4-BE49-F238E27FC236}">
                    <a16:creationId xmlns:a16="http://schemas.microsoft.com/office/drawing/2014/main" id="{A9CD1B99-AA42-140F-1F19-69D7F58C8B16}"/>
                  </a:ext>
                </a:extLst>
              </p:cNvPr>
              <p:cNvSpPr txBox="1">
                <a:spLocks noRot="1" noChangeAspect="1" noMove="1" noResize="1" noEditPoints="1" noAdjustHandles="1" noChangeArrowheads="1" noChangeShapeType="1" noTextEdit="1"/>
              </p:cNvSpPr>
              <p:nvPr/>
            </p:nvSpPr>
            <p:spPr>
              <a:xfrm>
                <a:off x="4777362" y="1317930"/>
                <a:ext cx="2637276" cy="1477328"/>
              </a:xfrm>
              <a:prstGeom prst="rect">
                <a:avLst/>
              </a:prstGeom>
              <a:blipFill>
                <a:blip r:embed="rId6"/>
                <a:stretch>
                  <a:fillRect t="-2058" b="-5350"/>
                </a:stretch>
              </a:blipFill>
            </p:spPr>
            <p:txBody>
              <a:bodyPr/>
              <a:lstStyle/>
              <a:p>
                <a:r>
                  <a:rPr lang="ja-JP" altLang="en-US">
                    <a:noFill/>
                  </a:rPr>
                  <a:t> </a:t>
                </a:r>
              </a:p>
            </p:txBody>
          </p:sp>
        </mc:Fallback>
      </mc:AlternateContent>
      <p:sp>
        <p:nvSpPr>
          <p:cNvPr id="5" name="正方形/長方形 4">
            <a:extLst>
              <a:ext uri="{FF2B5EF4-FFF2-40B4-BE49-F238E27FC236}">
                <a16:creationId xmlns:a16="http://schemas.microsoft.com/office/drawing/2014/main" id="{0BCD69CD-0446-BDF7-7C99-6E2B1FFF24A2}"/>
              </a:ext>
            </a:extLst>
          </p:cNvPr>
          <p:cNvSpPr/>
          <p:nvPr/>
        </p:nvSpPr>
        <p:spPr>
          <a:xfrm>
            <a:off x="2879902" y="3228319"/>
            <a:ext cx="1137920" cy="1249680"/>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noFill/>
            </a:endParaRPr>
          </a:p>
        </p:txBody>
      </p:sp>
      <p:sp>
        <p:nvSpPr>
          <p:cNvPr id="6" name="正方形/長方形 5">
            <a:extLst>
              <a:ext uri="{FF2B5EF4-FFF2-40B4-BE49-F238E27FC236}">
                <a16:creationId xmlns:a16="http://schemas.microsoft.com/office/drawing/2014/main" id="{133C9225-C19D-DD4D-2E8A-192F454B61B7}"/>
              </a:ext>
            </a:extLst>
          </p:cNvPr>
          <p:cNvSpPr/>
          <p:nvPr/>
        </p:nvSpPr>
        <p:spPr>
          <a:xfrm>
            <a:off x="2713980" y="3319759"/>
            <a:ext cx="1137920" cy="1249680"/>
          </a:xfrm>
          <a:prstGeom prst="rect">
            <a:avLst/>
          </a:prstGeom>
          <a:solidFill>
            <a:srgbClr val="FFFFFF"/>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noFill/>
            </a:endParaRPr>
          </a:p>
        </p:txBody>
      </p:sp>
      <p:sp>
        <p:nvSpPr>
          <p:cNvPr id="8" name="正方形/長方形 7">
            <a:extLst>
              <a:ext uri="{FF2B5EF4-FFF2-40B4-BE49-F238E27FC236}">
                <a16:creationId xmlns:a16="http://schemas.microsoft.com/office/drawing/2014/main" id="{E68D9D4B-7512-F71C-A12D-2FEEF68511BC}"/>
              </a:ext>
            </a:extLst>
          </p:cNvPr>
          <p:cNvSpPr/>
          <p:nvPr/>
        </p:nvSpPr>
        <p:spPr>
          <a:xfrm>
            <a:off x="2588698" y="3411199"/>
            <a:ext cx="1137920" cy="1249680"/>
          </a:xfrm>
          <a:prstGeom prst="rect">
            <a:avLst/>
          </a:prstGeom>
          <a:solidFill>
            <a:srgbClr val="FFFFFF"/>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noFill/>
            </a:endParaRPr>
          </a:p>
        </p:txBody>
      </p:sp>
      <p:sp>
        <p:nvSpPr>
          <p:cNvPr id="10" name="正方形/長方形 9">
            <a:extLst>
              <a:ext uri="{FF2B5EF4-FFF2-40B4-BE49-F238E27FC236}">
                <a16:creationId xmlns:a16="http://schemas.microsoft.com/office/drawing/2014/main" id="{543D40C1-923F-D912-6B4D-84E13A043098}"/>
              </a:ext>
            </a:extLst>
          </p:cNvPr>
          <p:cNvSpPr/>
          <p:nvPr/>
        </p:nvSpPr>
        <p:spPr>
          <a:xfrm>
            <a:off x="2463416" y="3502639"/>
            <a:ext cx="1137920" cy="1249680"/>
          </a:xfrm>
          <a:prstGeom prst="rect">
            <a:avLst/>
          </a:prstGeom>
          <a:solidFill>
            <a:srgbClr val="FFFFFF"/>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noFill/>
            </a:endParaRPr>
          </a:p>
        </p:txBody>
      </p:sp>
      <p:sp>
        <p:nvSpPr>
          <p:cNvPr id="11" name="矢印: 下 10">
            <a:extLst>
              <a:ext uri="{FF2B5EF4-FFF2-40B4-BE49-F238E27FC236}">
                <a16:creationId xmlns:a16="http://schemas.microsoft.com/office/drawing/2014/main" id="{78A0CC48-57CB-FB4C-D9FC-D60883AC5E9E}"/>
              </a:ext>
            </a:extLst>
          </p:cNvPr>
          <p:cNvSpPr/>
          <p:nvPr/>
        </p:nvSpPr>
        <p:spPr>
          <a:xfrm rot="16200000">
            <a:off x="4482997" y="3608696"/>
            <a:ext cx="507302" cy="671806"/>
          </a:xfrm>
          <a:prstGeom prst="downArrow">
            <a:avLst/>
          </a:prstGeom>
          <a:solidFill>
            <a:srgbClr val="0070C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10E88549-40D1-8AA9-0B98-0515B6687259}"/>
              </a:ext>
            </a:extLst>
          </p:cNvPr>
          <p:cNvSpPr/>
          <p:nvPr/>
        </p:nvSpPr>
        <p:spPr>
          <a:xfrm>
            <a:off x="5480862" y="3319759"/>
            <a:ext cx="1137920" cy="1249680"/>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noFill/>
            </a:endParaRPr>
          </a:p>
        </p:txBody>
      </p:sp>
      <p:sp>
        <p:nvSpPr>
          <p:cNvPr id="20" name="正方形/長方形 19">
            <a:extLst>
              <a:ext uri="{FF2B5EF4-FFF2-40B4-BE49-F238E27FC236}">
                <a16:creationId xmlns:a16="http://schemas.microsoft.com/office/drawing/2014/main" id="{ECD4E632-A6FE-3301-1F99-E4561709C705}"/>
              </a:ext>
            </a:extLst>
          </p:cNvPr>
          <p:cNvSpPr/>
          <p:nvPr/>
        </p:nvSpPr>
        <p:spPr>
          <a:xfrm>
            <a:off x="5314940" y="3411199"/>
            <a:ext cx="1137920" cy="1249680"/>
          </a:xfrm>
          <a:prstGeom prst="rect">
            <a:avLst/>
          </a:prstGeom>
          <a:solidFill>
            <a:srgbClr val="FFFFFF"/>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noFill/>
            </a:endParaRPr>
          </a:p>
        </p:txBody>
      </p:sp>
      <mc:AlternateContent xmlns:mc="http://schemas.openxmlformats.org/markup-compatibility/2006" xmlns:a14="http://schemas.microsoft.com/office/drawing/2010/main">
        <mc:Choice Requires="a14">
          <p:sp>
            <p:nvSpPr>
              <p:cNvPr id="31" name="テキスト ボックス 30">
                <a:extLst>
                  <a:ext uri="{FF2B5EF4-FFF2-40B4-BE49-F238E27FC236}">
                    <a16:creationId xmlns:a16="http://schemas.microsoft.com/office/drawing/2014/main" id="{7D12FD53-E81C-A543-8016-AA149581357F}"/>
                  </a:ext>
                </a:extLst>
              </p:cNvPr>
              <p:cNvSpPr txBox="1"/>
              <p:nvPr/>
            </p:nvSpPr>
            <p:spPr>
              <a:xfrm>
                <a:off x="2936662" y="4968397"/>
                <a:ext cx="3195683" cy="784830"/>
              </a:xfrm>
              <a:prstGeom prst="rect">
                <a:avLst/>
              </a:prstGeom>
              <a:noFill/>
            </p:spPr>
            <p:txBody>
              <a:bodyPr wrap="none" lIns="0" tIns="0" rIns="0" bIns="0" rtlCol="0">
                <a:spAutoFit/>
              </a:bodyPr>
              <a:lstStyle/>
              <a:p>
                <a:r>
                  <a:rPr kumimoji="1" lang="en-US" altLang="ja-JP" sz="2000" b="0" dirty="0"/>
                  <a:t>1. </a:t>
                </a:r>
                <a14:m>
                  <m:oMath xmlns:m="http://schemas.openxmlformats.org/officeDocument/2006/math">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𝑁</m:t>
                        </m:r>
                      </m:e>
                      <m:sub>
                        <m:r>
                          <a:rPr kumimoji="1" lang="en-US" altLang="ja-JP" sz="2000" b="0" i="1" smtClean="0">
                            <a:latin typeface="Cambria Math" panose="02040503050406030204" pitchFamily="18" charset="0"/>
                          </a:rPr>
                          <m:t>𝑡𝑟𝑎𝑖𝑛</m:t>
                        </m:r>
                      </m:sub>
                    </m:sSub>
                    <m:r>
                      <a:rPr kumimoji="1" lang="en-US" altLang="ja-JP" sz="2000" b="0" i="1" smtClean="0">
                        <a:latin typeface="Cambria Math" panose="02040503050406030204" pitchFamily="18" charset="0"/>
                      </a:rPr>
                      <m:t>=</m:t>
                    </m:r>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𝑁</m:t>
                        </m:r>
                      </m:e>
                      <m:sub>
                        <m:r>
                          <a:rPr kumimoji="1" lang="en-US" altLang="ja-JP" sz="2000" b="0" i="1" smtClean="0">
                            <a:latin typeface="Cambria Math" panose="02040503050406030204" pitchFamily="18" charset="0"/>
                          </a:rPr>
                          <m:t>𝑡𝑟𝑎𝑖𝑛</m:t>
                        </m:r>
                      </m:sub>
                    </m:sSub>
                    <m:r>
                      <a:rPr kumimoji="1" lang="en-US" altLang="ja-JP" sz="2000" b="0" i="1" smtClean="0">
                        <a:latin typeface="Cambria Math" panose="02040503050406030204" pitchFamily="18" charset="0"/>
                      </a:rPr>
                      <m:t>×</m:t>
                    </m:r>
                    <m:f>
                      <m:fPr>
                        <m:ctrlPr>
                          <a:rPr kumimoji="1" lang="en-US" altLang="ja-JP" sz="2000" b="0" i="1" smtClean="0">
                            <a:latin typeface="Cambria Math" panose="02040503050406030204" pitchFamily="18" charset="0"/>
                          </a:rPr>
                        </m:ctrlPr>
                      </m:fPr>
                      <m:num>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𝑁</m:t>
                            </m:r>
                          </m:e>
                          <m:sub>
                            <m:r>
                              <a:rPr kumimoji="1" lang="en-US" altLang="ja-JP" sz="2000" b="0" i="1" smtClean="0">
                                <a:latin typeface="Cambria Math" panose="02040503050406030204" pitchFamily="18" charset="0"/>
                              </a:rPr>
                              <m:t>𝑛𝑒𝑢𝑟𝑜𝑛𝑠</m:t>
                            </m:r>
                          </m:sub>
                        </m:sSub>
                      </m:num>
                      <m:den>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𝑁</m:t>
                            </m:r>
                          </m:e>
                          <m:sub>
                            <m:r>
                              <a:rPr kumimoji="1" lang="en-US" altLang="ja-JP" sz="2000" b="0" i="1" smtClean="0">
                                <a:latin typeface="Cambria Math" panose="02040503050406030204" pitchFamily="18" charset="0"/>
                              </a:rPr>
                              <m:t>𝑚𝑖𝑛𝑖𝑚𝑢𝑚</m:t>
                            </m:r>
                          </m:sub>
                        </m:sSub>
                      </m:den>
                    </m:f>
                  </m:oMath>
                </a14:m>
                <a:endParaRPr kumimoji="1" lang="en-US" altLang="ja-JP" sz="2000" dirty="0"/>
              </a:p>
              <a:p>
                <a:r>
                  <a:rPr kumimoji="1" lang="en-US" altLang="ja-JP" sz="2000" dirty="0">
                    <a:solidFill>
                      <a:prstClr val="black"/>
                    </a:solidFill>
                  </a:rPr>
                  <a:t>2. </a:t>
                </a:r>
                <a14:m>
                  <m:oMath xmlns:m="http://schemas.openxmlformats.org/officeDocument/2006/math">
                    <m:sSub>
                      <m:sSubPr>
                        <m:ctrlPr>
                          <a:rPr kumimoji="1" lang="en-US" altLang="ja-JP" sz="2000" i="1">
                            <a:solidFill>
                              <a:prstClr val="black"/>
                            </a:solidFill>
                            <a:latin typeface="Cambria Math" panose="02040503050406030204" pitchFamily="18" charset="0"/>
                          </a:rPr>
                        </m:ctrlPr>
                      </m:sSubPr>
                      <m:e>
                        <m:r>
                          <a:rPr kumimoji="1" lang="en-US" altLang="ja-JP" sz="2000" i="1">
                            <a:solidFill>
                              <a:prstClr val="black"/>
                            </a:solidFill>
                            <a:latin typeface="Cambria Math" panose="02040503050406030204" pitchFamily="18" charset="0"/>
                          </a:rPr>
                          <m:t>𝑁</m:t>
                        </m:r>
                      </m:e>
                      <m:sub>
                        <m:r>
                          <a:rPr kumimoji="1" lang="en-US" altLang="ja-JP" sz="2000" i="1">
                            <a:solidFill>
                              <a:prstClr val="black"/>
                            </a:solidFill>
                            <a:latin typeface="Cambria Math" panose="02040503050406030204" pitchFamily="18" charset="0"/>
                          </a:rPr>
                          <m:t>𝑛𝑒𝑢𝑟𝑜𝑛𝑠</m:t>
                        </m:r>
                      </m:sub>
                    </m:sSub>
                    <m:r>
                      <a:rPr kumimoji="1" lang="en-US" altLang="ja-JP" sz="2000" i="1">
                        <a:solidFill>
                          <a:prstClr val="black"/>
                        </a:solidFill>
                        <a:latin typeface="Cambria Math" panose="02040503050406030204" pitchFamily="18" charset="0"/>
                      </a:rPr>
                      <m:t>=</m:t>
                    </m:r>
                    <m:sSub>
                      <m:sSubPr>
                        <m:ctrlPr>
                          <a:rPr kumimoji="1" lang="en-US" altLang="ja-JP" sz="2000" i="1">
                            <a:solidFill>
                              <a:prstClr val="black"/>
                            </a:solidFill>
                            <a:latin typeface="Cambria Math" panose="02040503050406030204" pitchFamily="18" charset="0"/>
                          </a:rPr>
                        </m:ctrlPr>
                      </m:sSubPr>
                      <m:e>
                        <m:r>
                          <a:rPr kumimoji="1" lang="en-US" altLang="ja-JP" sz="2000" i="1">
                            <a:solidFill>
                              <a:prstClr val="black"/>
                            </a:solidFill>
                            <a:latin typeface="Cambria Math" panose="02040503050406030204" pitchFamily="18" charset="0"/>
                          </a:rPr>
                          <m:t>𝑁</m:t>
                        </m:r>
                      </m:e>
                      <m:sub>
                        <m:r>
                          <a:rPr kumimoji="1" lang="en-US" altLang="ja-JP" sz="2000" i="1">
                            <a:solidFill>
                              <a:prstClr val="black"/>
                            </a:solidFill>
                            <a:latin typeface="Cambria Math" panose="02040503050406030204" pitchFamily="18" charset="0"/>
                          </a:rPr>
                          <m:t>𝑚𝑖𝑛𝑖𝑚𝑢𝑚</m:t>
                        </m:r>
                      </m:sub>
                    </m:sSub>
                  </m:oMath>
                </a14:m>
                <a:endParaRPr kumimoji="1" lang="ja-JP" altLang="en-US" sz="2000" dirty="0"/>
              </a:p>
            </p:txBody>
          </p:sp>
        </mc:Choice>
        <mc:Fallback xmlns="">
          <p:sp>
            <p:nvSpPr>
              <p:cNvPr id="31" name="テキスト ボックス 30">
                <a:extLst>
                  <a:ext uri="{FF2B5EF4-FFF2-40B4-BE49-F238E27FC236}">
                    <a16:creationId xmlns:a16="http://schemas.microsoft.com/office/drawing/2014/main" id="{7D12FD53-E81C-A543-8016-AA149581357F}"/>
                  </a:ext>
                </a:extLst>
              </p:cNvPr>
              <p:cNvSpPr txBox="1">
                <a:spLocks noRot="1" noChangeAspect="1" noMove="1" noResize="1" noEditPoints="1" noAdjustHandles="1" noChangeArrowheads="1" noChangeShapeType="1" noTextEdit="1"/>
              </p:cNvSpPr>
              <p:nvPr/>
            </p:nvSpPr>
            <p:spPr>
              <a:xfrm>
                <a:off x="2936662" y="4968397"/>
                <a:ext cx="3195683" cy="784830"/>
              </a:xfrm>
              <a:prstGeom prst="rect">
                <a:avLst/>
              </a:prstGeom>
              <a:blipFill>
                <a:blip r:embed="rId7"/>
                <a:stretch>
                  <a:fillRect l="-4962" t="-2326" r="-382" b="-19380"/>
                </a:stretch>
              </a:blipFill>
            </p:spPr>
            <p:txBody>
              <a:bodyPr/>
              <a:lstStyle/>
              <a:p>
                <a:r>
                  <a:rPr lang="ja-JP" altLang="en-US">
                    <a:noFill/>
                  </a:rPr>
                  <a:t> </a:t>
                </a:r>
              </a:p>
            </p:txBody>
          </p:sp>
        </mc:Fallback>
      </mc:AlternateContent>
      <p:sp>
        <p:nvSpPr>
          <p:cNvPr id="32" name="矢印: 下 31">
            <a:extLst>
              <a:ext uri="{FF2B5EF4-FFF2-40B4-BE49-F238E27FC236}">
                <a16:creationId xmlns:a16="http://schemas.microsoft.com/office/drawing/2014/main" id="{D7A3CA74-264D-176B-5EFD-F922DEAB5421}"/>
              </a:ext>
            </a:extLst>
          </p:cNvPr>
          <p:cNvSpPr/>
          <p:nvPr/>
        </p:nvSpPr>
        <p:spPr>
          <a:xfrm rot="16200000">
            <a:off x="6941717" y="3613776"/>
            <a:ext cx="507302" cy="671806"/>
          </a:xfrm>
          <a:prstGeom prst="downArrow">
            <a:avLst/>
          </a:prstGeom>
          <a:solidFill>
            <a:srgbClr val="0070C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スライド番号プレースホルダー 1">
            <a:extLst>
              <a:ext uri="{FF2B5EF4-FFF2-40B4-BE49-F238E27FC236}">
                <a16:creationId xmlns:a16="http://schemas.microsoft.com/office/drawing/2014/main" id="{F56B0DF4-9207-0CCE-BAC4-BFC336FD02A6}"/>
              </a:ext>
            </a:extLst>
          </p:cNvPr>
          <p:cNvSpPr>
            <a:spLocks noGrp="1"/>
          </p:cNvSpPr>
          <p:nvPr>
            <p:ph type="sldNum" sz="quarter" idx="12"/>
          </p:nvPr>
        </p:nvSpPr>
        <p:spPr/>
        <p:txBody>
          <a:bodyPr/>
          <a:lstStyle/>
          <a:p>
            <a:fld id="{49AE70B2-8BF9-45C0-BB95-33D1B9D3A854}" type="slidenum">
              <a:rPr lang="zh-CN" altLang="en-US" smtClean="0"/>
              <a:t>19</a:t>
            </a:fld>
            <a:endParaRPr lang="zh-CN" altLang="en-US"/>
          </a:p>
        </p:txBody>
      </p:sp>
      <p:sp>
        <p:nvSpPr>
          <p:cNvPr id="7" name="テキスト ボックス 6">
            <a:extLst>
              <a:ext uri="{FF2B5EF4-FFF2-40B4-BE49-F238E27FC236}">
                <a16:creationId xmlns:a16="http://schemas.microsoft.com/office/drawing/2014/main" id="{1DF1CB3B-02B3-1057-4EC5-08AD411F9FC2}"/>
              </a:ext>
            </a:extLst>
          </p:cNvPr>
          <p:cNvSpPr txBox="1"/>
          <p:nvPr/>
        </p:nvSpPr>
        <p:spPr>
          <a:xfrm>
            <a:off x="3054848" y="5839221"/>
            <a:ext cx="605536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Arial"/>
                <a:ea typeface="微软雅黑"/>
                <a:cs typeface="+mn-cs"/>
              </a:rPr>
              <a:t>Fig. 10 Training Data Reduction</a:t>
            </a:r>
            <a:endParaRPr kumimoji="1" lang="ja-JP" altLang="en-US" sz="1800" b="0" i="0" u="none" strike="noStrike" kern="1200" cap="none" spc="0" normalizeH="0" baseline="0" noProof="0" dirty="0">
              <a:ln>
                <a:noFill/>
              </a:ln>
              <a:solidFill>
                <a:prstClr val="black"/>
              </a:solidFill>
              <a:effectLst/>
              <a:uLnTx/>
              <a:uFillTx/>
              <a:latin typeface="Arial"/>
              <a:ea typeface="微软雅黑"/>
              <a:cs typeface="+mn-cs"/>
            </a:endParaRPr>
          </a:p>
        </p:txBody>
      </p:sp>
      <p:sp>
        <p:nvSpPr>
          <p:cNvPr id="3" name="楕円 2">
            <a:extLst>
              <a:ext uri="{FF2B5EF4-FFF2-40B4-BE49-F238E27FC236}">
                <a16:creationId xmlns:a16="http://schemas.microsoft.com/office/drawing/2014/main" id="{2E49C57E-BEAA-C9EE-AB9F-E082DEF7B015}"/>
              </a:ext>
            </a:extLst>
          </p:cNvPr>
          <p:cNvSpPr/>
          <p:nvPr/>
        </p:nvSpPr>
        <p:spPr>
          <a:xfrm>
            <a:off x="8094621" y="3483985"/>
            <a:ext cx="466531" cy="466531"/>
          </a:xfrm>
          <a:prstGeom prst="ellipse">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9" name="楕円 8">
            <a:extLst>
              <a:ext uri="{FF2B5EF4-FFF2-40B4-BE49-F238E27FC236}">
                <a16:creationId xmlns:a16="http://schemas.microsoft.com/office/drawing/2014/main" id="{9BD19253-0FAC-7F06-A512-E3C5C17CA42F}"/>
              </a:ext>
            </a:extLst>
          </p:cNvPr>
          <p:cNvSpPr/>
          <p:nvPr/>
        </p:nvSpPr>
        <p:spPr>
          <a:xfrm>
            <a:off x="8094620" y="4143686"/>
            <a:ext cx="466531" cy="466531"/>
          </a:xfrm>
          <a:prstGeom prst="ellipse">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12" name="楕円 11">
            <a:extLst>
              <a:ext uri="{FF2B5EF4-FFF2-40B4-BE49-F238E27FC236}">
                <a16:creationId xmlns:a16="http://schemas.microsoft.com/office/drawing/2014/main" id="{B26BE981-0C29-8C42-4CAA-551E0657F1CA}"/>
              </a:ext>
            </a:extLst>
          </p:cNvPr>
          <p:cNvSpPr/>
          <p:nvPr/>
        </p:nvSpPr>
        <p:spPr>
          <a:xfrm>
            <a:off x="8861996" y="3483985"/>
            <a:ext cx="466531" cy="466531"/>
          </a:xfrm>
          <a:prstGeom prst="ellipse">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13" name="楕円 12">
            <a:extLst>
              <a:ext uri="{FF2B5EF4-FFF2-40B4-BE49-F238E27FC236}">
                <a16:creationId xmlns:a16="http://schemas.microsoft.com/office/drawing/2014/main" id="{7B913A61-7626-C2F8-C1E6-E482D15D0B02}"/>
              </a:ext>
            </a:extLst>
          </p:cNvPr>
          <p:cNvSpPr/>
          <p:nvPr/>
        </p:nvSpPr>
        <p:spPr>
          <a:xfrm>
            <a:off x="8859951" y="4143687"/>
            <a:ext cx="466531" cy="466531"/>
          </a:xfrm>
          <a:prstGeom prst="ellipse">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p:cxnSp>
        <p:nvCxnSpPr>
          <p:cNvPr id="14" name="直線矢印コネクタ 13">
            <a:extLst>
              <a:ext uri="{FF2B5EF4-FFF2-40B4-BE49-F238E27FC236}">
                <a16:creationId xmlns:a16="http://schemas.microsoft.com/office/drawing/2014/main" id="{1940B01C-2A8A-75E0-A7A1-163FB43C295A}"/>
              </a:ext>
            </a:extLst>
          </p:cNvPr>
          <p:cNvCxnSpPr>
            <a:stCxn id="3" idx="6"/>
            <a:endCxn id="12" idx="2"/>
          </p:cNvCxnSpPr>
          <p:nvPr/>
        </p:nvCxnSpPr>
        <p:spPr>
          <a:xfrm>
            <a:off x="8561152" y="3717251"/>
            <a:ext cx="300844"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線矢印コネクタ 14">
            <a:extLst>
              <a:ext uri="{FF2B5EF4-FFF2-40B4-BE49-F238E27FC236}">
                <a16:creationId xmlns:a16="http://schemas.microsoft.com/office/drawing/2014/main" id="{7E6E38A1-E9E2-91DF-5B2D-61415A03C9B1}"/>
              </a:ext>
            </a:extLst>
          </p:cNvPr>
          <p:cNvCxnSpPr>
            <a:cxnSpLocks/>
            <a:stCxn id="3" idx="6"/>
            <a:endCxn id="13" idx="2"/>
          </p:cNvCxnSpPr>
          <p:nvPr/>
        </p:nvCxnSpPr>
        <p:spPr>
          <a:xfrm>
            <a:off x="8561152" y="3717251"/>
            <a:ext cx="298799" cy="65970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線矢印コネクタ 15">
            <a:extLst>
              <a:ext uri="{FF2B5EF4-FFF2-40B4-BE49-F238E27FC236}">
                <a16:creationId xmlns:a16="http://schemas.microsoft.com/office/drawing/2014/main" id="{672EFC4E-9F32-AD25-1C51-39556D61CC26}"/>
              </a:ext>
            </a:extLst>
          </p:cNvPr>
          <p:cNvCxnSpPr>
            <a:cxnSpLocks/>
            <a:stCxn id="9" idx="6"/>
            <a:endCxn id="12" idx="2"/>
          </p:cNvCxnSpPr>
          <p:nvPr/>
        </p:nvCxnSpPr>
        <p:spPr>
          <a:xfrm flipV="1">
            <a:off x="8561151" y="3717251"/>
            <a:ext cx="300845" cy="65970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線矢印コネクタ 17">
            <a:extLst>
              <a:ext uri="{FF2B5EF4-FFF2-40B4-BE49-F238E27FC236}">
                <a16:creationId xmlns:a16="http://schemas.microsoft.com/office/drawing/2014/main" id="{784B45F0-79C7-8062-0AB2-5950C9AEDB6B}"/>
              </a:ext>
            </a:extLst>
          </p:cNvPr>
          <p:cNvCxnSpPr>
            <a:cxnSpLocks/>
            <a:stCxn id="9" idx="6"/>
            <a:endCxn id="13" idx="2"/>
          </p:cNvCxnSpPr>
          <p:nvPr/>
        </p:nvCxnSpPr>
        <p:spPr>
          <a:xfrm>
            <a:off x="8561151" y="4376952"/>
            <a:ext cx="298800" cy="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496139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rotWithShape="1">
          <a:blip r:embed="rId4"/>
          <a:stretch>
            <a:fillRect/>
          </a:stretch>
        </a:blipFill>
        <a:effectLst/>
      </p:bgPr>
    </p:bg>
    <p:spTree>
      <p:nvGrpSpPr>
        <p:cNvPr id="1" name="">
          <a:extLst>
            <a:ext uri="{FF2B5EF4-FFF2-40B4-BE49-F238E27FC236}">
              <a16:creationId xmlns:a16="http://schemas.microsoft.com/office/drawing/2014/main" id="{C807FB86-A0F3-9A36-29A8-0AD40A5BE510}"/>
            </a:ext>
          </a:extLst>
        </p:cNvPr>
        <p:cNvGrpSpPr/>
        <p:nvPr/>
      </p:nvGrpSpPr>
      <p:grpSpPr>
        <a:xfrm>
          <a:off x="0" y="0"/>
          <a:ext cx="0" cy="0"/>
          <a:chOff x="0" y="0"/>
          <a:chExt cx="0" cy="0"/>
        </a:xfrm>
      </p:grpSpPr>
      <p:sp>
        <p:nvSpPr>
          <p:cNvPr id="52" name="テキスト ボックス 51">
            <a:extLst>
              <a:ext uri="{FF2B5EF4-FFF2-40B4-BE49-F238E27FC236}">
                <a16:creationId xmlns:a16="http://schemas.microsoft.com/office/drawing/2014/main" id="{DD8E6035-625A-B7C5-0383-E1302C880F41}"/>
              </a:ext>
            </a:extLst>
          </p:cNvPr>
          <p:cNvSpPr txBox="1"/>
          <p:nvPr/>
        </p:nvSpPr>
        <p:spPr>
          <a:xfrm>
            <a:off x="2025741" y="2987894"/>
            <a:ext cx="2808516"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Arial"/>
                <a:ea typeface="微软雅黑"/>
                <a:cs typeface="+mn-cs"/>
              </a:rPr>
              <a:t>Harvested Energy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Arial"/>
                <a:ea typeface="微软雅黑"/>
                <a:cs typeface="+mn-cs"/>
              </a:rPr>
              <a:t>(</a:t>
            </a:r>
            <a:r>
              <a:rPr kumimoji="1" lang="en-US" altLang="ja-JP" sz="1800" b="0" i="0" u="none" strike="noStrike" kern="1200" cap="none" spc="0" normalizeH="0" baseline="0" noProof="0" dirty="0" err="1">
                <a:ln>
                  <a:noFill/>
                </a:ln>
                <a:solidFill>
                  <a:prstClr val="black"/>
                </a:solidFill>
                <a:effectLst/>
                <a:uLnTx/>
                <a:uFillTx/>
                <a:latin typeface="Arial"/>
                <a:ea typeface="微软雅黑"/>
                <a:cs typeface="+mn-cs"/>
              </a:rPr>
              <a:t>Wh</a:t>
            </a:r>
            <a:r>
              <a:rPr kumimoji="1" lang="en-US" altLang="ja-JP" sz="1800" b="0" i="0" u="none" strike="noStrike" kern="1200" cap="none" spc="0" normalizeH="0" baseline="0" noProof="0" dirty="0">
                <a:ln>
                  <a:noFill/>
                </a:ln>
                <a:solidFill>
                  <a:prstClr val="black"/>
                </a:solidFill>
                <a:effectLst/>
                <a:uLnTx/>
                <a:uFillTx/>
                <a:latin typeface="Arial"/>
                <a:ea typeface="微软雅黑"/>
                <a:cs typeface="+mn-cs"/>
              </a:rPr>
              <a:t>)</a:t>
            </a:r>
          </a:p>
        </p:txBody>
      </p:sp>
      <p:sp>
        <p:nvSpPr>
          <p:cNvPr id="5" name="タイトル 4">
            <a:extLst>
              <a:ext uri="{FF2B5EF4-FFF2-40B4-BE49-F238E27FC236}">
                <a16:creationId xmlns:a16="http://schemas.microsoft.com/office/drawing/2014/main" id="{5992CF40-4197-C8BF-7FAA-13778153188B}"/>
              </a:ext>
            </a:extLst>
          </p:cNvPr>
          <p:cNvSpPr>
            <a:spLocks noGrp="1"/>
          </p:cNvSpPr>
          <p:nvPr>
            <p:ph type="title"/>
          </p:nvPr>
        </p:nvSpPr>
        <p:spPr/>
        <p:txBody>
          <a:bodyPr/>
          <a:lstStyle/>
          <a:p>
            <a:r>
              <a:rPr lang="en-US" altLang="ja-JP" dirty="0"/>
              <a:t>Overview</a:t>
            </a:r>
            <a:endParaRPr lang="ja-JP" altLang="en-US" dirty="0"/>
          </a:p>
        </p:txBody>
      </p:sp>
      <p:pic>
        <p:nvPicPr>
          <p:cNvPr id="4" name="图片 3" descr="logo-4">
            <a:extLst>
              <a:ext uri="{FF2B5EF4-FFF2-40B4-BE49-F238E27FC236}">
                <a16:creationId xmlns:a16="http://schemas.microsoft.com/office/drawing/2014/main" id="{E7A4A456-C3D2-56C0-6F5C-93E4BD2B0296}"/>
              </a:ext>
            </a:extLst>
          </p:cNvPr>
          <p:cNvPicPr>
            <a:picLocks noChangeAspect="1"/>
          </p:cNvPicPr>
          <p:nvPr/>
        </p:nvPicPr>
        <p:blipFill>
          <a:blip r:embed="rId5"/>
          <a:stretch>
            <a:fillRect/>
          </a:stretch>
        </p:blipFill>
        <p:spPr>
          <a:xfrm>
            <a:off x="10354310" y="6334125"/>
            <a:ext cx="1603375" cy="387350"/>
          </a:xfrm>
          <a:prstGeom prst="rect">
            <a:avLst/>
          </a:prstGeom>
        </p:spPr>
      </p:pic>
      <p:grpSp>
        <p:nvGrpSpPr>
          <p:cNvPr id="96" name="グループ化 95">
            <a:extLst>
              <a:ext uri="{FF2B5EF4-FFF2-40B4-BE49-F238E27FC236}">
                <a16:creationId xmlns:a16="http://schemas.microsoft.com/office/drawing/2014/main" id="{598525A8-4BC3-5932-3E21-952D1BDC3FED}"/>
              </a:ext>
            </a:extLst>
          </p:cNvPr>
          <p:cNvGrpSpPr/>
          <p:nvPr/>
        </p:nvGrpSpPr>
        <p:grpSpPr>
          <a:xfrm>
            <a:off x="194431" y="3957246"/>
            <a:ext cx="1376300" cy="979717"/>
            <a:chOff x="268359" y="1704820"/>
            <a:chExt cx="1875336" cy="979717"/>
          </a:xfrm>
        </p:grpSpPr>
        <p:sp>
          <p:nvSpPr>
            <p:cNvPr id="29" name="テキスト ボックス 28">
              <a:extLst>
                <a:ext uri="{FF2B5EF4-FFF2-40B4-BE49-F238E27FC236}">
                  <a16:creationId xmlns:a16="http://schemas.microsoft.com/office/drawing/2014/main" id="{2900C8D7-9E2C-24CC-7FFE-D856089C4121}"/>
                </a:ext>
              </a:extLst>
            </p:cNvPr>
            <p:cNvSpPr txBox="1"/>
            <p:nvPr/>
          </p:nvSpPr>
          <p:spPr>
            <a:xfrm>
              <a:off x="268359" y="1928480"/>
              <a:ext cx="1875336"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Arial"/>
                  <a:ea typeface="微软雅黑"/>
                  <a:cs typeface="+mn-cs"/>
                </a:rPr>
                <a:t>SNN Model</a:t>
              </a:r>
            </a:p>
          </p:txBody>
        </p:sp>
        <p:sp>
          <p:nvSpPr>
            <p:cNvPr id="25" name="フローチャート: 書類 24">
              <a:extLst>
                <a:ext uri="{FF2B5EF4-FFF2-40B4-BE49-F238E27FC236}">
                  <a16:creationId xmlns:a16="http://schemas.microsoft.com/office/drawing/2014/main" id="{EC91EEF1-6171-D0CF-FBC3-6E5D664015FF}"/>
                </a:ext>
              </a:extLst>
            </p:cNvPr>
            <p:cNvSpPr/>
            <p:nvPr/>
          </p:nvSpPr>
          <p:spPr>
            <a:xfrm>
              <a:off x="289368" y="1704820"/>
              <a:ext cx="1822256" cy="979717"/>
            </a:xfrm>
            <a:prstGeom prst="flowChartDocumen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p:grpSp>
      <p:grpSp>
        <p:nvGrpSpPr>
          <p:cNvPr id="31" name="グループ化 30">
            <a:extLst>
              <a:ext uri="{FF2B5EF4-FFF2-40B4-BE49-F238E27FC236}">
                <a16:creationId xmlns:a16="http://schemas.microsoft.com/office/drawing/2014/main" id="{90555E02-7860-38D5-D943-8F3EC12BBE58}"/>
              </a:ext>
            </a:extLst>
          </p:cNvPr>
          <p:cNvGrpSpPr/>
          <p:nvPr/>
        </p:nvGrpSpPr>
        <p:grpSpPr>
          <a:xfrm>
            <a:off x="334038" y="1681757"/>
            <a:ext cx="1216740" cy="979716"/>
            <a:chOff x="1488231" y="1847461"/>
            <a:chExt cx="1847461" cy="979716"/>
          </a:xfrm>
        </p:grpSpPr>
        <p:sp>
          <p:nvSpPr>
            <p:cNvPr id="33" name="フローチャート: 書類 32">
              <a:extLst>
                <a:ext uri="{FF2B5EF4-FFF2-40B4-BE49-F238E27FC236}">
                  <a16:creationId xmlns:a16="http://schemas.microsoft.com/office/drawing/2014/main" id="{EF63E3BB-7502-CFC9-9286-068A56E20763}"/>
                </a:ext>
              </a:extLst>
            </p:cNvPr>
            <p:cNvSpPr/>
            <p:nvPr/>
          </p:nvSpPr>
          <p:spPr>
            <a:xfrm>
              <a:off x="1548881" y="1847461"/>
              <a:ext cx="1726163" cy="979716"/>
            </a:xfrm>
            <a:prstGeom prst="flowChartDocumen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36" name="テキスト ボックス 35">
              <a:extLst>
                <a:ext uri="{FF2B5EF4-FFF2-40B4-BE49-F238E27FC236}">
                  <a16:creationId xmlns:a16="http://schemas.microsoft.com/office/drawing/2014/main" id="{829E985F-8361-A1DD-7F23-02CD38D8DCEE}"/>
                </a:ext>
              </a:extLst>
            </p:cNvPr>
            <p:cNvSpPr txBox="1"/>
            <p:nvPr/>
          </p:nvSpPr>
          <p:spPr>
            <a:xfrm>
              <a:off x="1488231" y="1899943"/>
              <a:ext cx="1847461"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Arial"/>
                  <a:ea typeface="微软雅黑"/>
                  <a:cs typeface="+mn-cs"/>
                </a:rPr>
                <a:t>Weather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Arial"/>
                  <a:ea typeface="微软雅黑"/>
                  <a:cs typeface="+mn-cs"/>
                </a:rPr>
                <a:t>Model</a:t>
              </a:r>
              <a:endParaRPr kumimoji="1" lang="ja-JP" altLang="en-US" sz="1800" b="0" i="0" u="none" strike="noStrike" kern="1200" cap="none" spc="0" normalizeH="0" baseline="0" noProof="0" dirty="0">
                <a:ln>
                  <a:noFill/>
                </a:ln>
                <a:solidFill>
                  <a:prstClr val="black"/>
                </a:solidFill>
                <a:effectLst/>
                <a:uLnTx/>
                <a:uFillTx/>
                <a:latin typeface="Arial"/>
                <a:ea typeface="微软雅黑"/>
                <a:cs typeface="+mn-cs"/>
              </a:endParaRPr>
            </a:p>
          </p:txBody>
        </p:sp>
      </p:grpSp>
      <p:sp>
        <p:nvSpPr>
          <p:cNvPr id="37" name="正方形/長方形 36">
            <a:extLst>
              <a:ext uri="{FF2B5EF4-FFF2-40B4-BE49-F238E27FC236}">
                <a16:creationId xmlns:a16="http://schemas.microsoft.com/office/drawing/2014/main" id="{10AF5FF6-7042-B6FF-C4D4-0776957C5234}"/>
              </a:ext>
            </a:extLst>
          </p:cNvPr>
          <p:cNvSpPr/>
          <p:nvPr/>
        </p:nvSpPr>
        <p:spPr>
          <a:xfrm>
            <a:off x="1742544" y="1604865"/>
            <a:ext cx="3153748" cy="4282751"/>
          </a:xfrm>
          <a:prstGeom prst="rect">
            <a:avLst/>
          </a:prstGeom>
          <a:noFill/>
          <a:ln w="19050">
            <a:solidFill>
              <a:srgbClr val="0070C0"/>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p:grpSp>
        <p:nvGrpSpPr>
          <p:cNvPr id="46" name="グループ化 45">
            <a:extLst>
              <a:ext uri="{FF2B5EF4-FFF2-40B4-BE49-F238E27FC236}">
                <a16:creationId xmlns:a16="http://schemas.microsoft.com/office/drawing/2014/main" id="{00CC2BD5-5848-35B7-0FD8-C9B5D0F0F9E4}"/>
              </a:ext>
            </a:extLst>
          </p:cNvPr>
          <p:cNvGrpSpPr/>
          <p:nvPr/>
        </p:nvGrpSpPr>
        <p:grpSpPr>
          <a:xfrm>
            <a:off x="2014469" y="4009729"/>
            <a:ext cx="2804061" cy="646331"/>
            <a:chOff x="2799183" y="1895802"/>
            <a:chExt cx="2733870" cy="646331"/>
          </a:xfrm>
        </p:grpSpPr>
        <p:sp>
          <p:nvSpPr>
            <p:cNvPr id="38" name="正方形/長方形 37">
              <a:extLst>
                <a:ext uri="{FF2B5EF4-FFF2-40B4-BE49-F238E27FC236}">
                  <a16:creationId xmlns:a16="http://schemas.microsoft.com/office/drawing/2014/main" id="{F0A0E868-59A6-F460-91E4-1C0755A77E3B}"/>
                </a:ext>
              </a:extLst>
            </p:cNvPr>
            <p:cNvSpPr/>
            <p:nvPr/>
          </p:nvSpPr>
          <p:spPr>
            <a:xfrm>
              <a:off x="2808514" y="1895802"/>
              <a:ext cx="2724539" cy="64633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40" name="テキスト ボックス 39">
              <a:extLst>
                <a:ext uri="{FF2B5EF4-FFF2-40B4-BE49-F238E27FC236}">
                  <a16:creationId xmlns:a16="http://schemas.microsoft.com/office/drawing/2014/main" id="{E6081783-3FC3-EF9D-ABB6-E5E811BD3111}"/>
                </a:ext>
              </a:extLst>
            </p:cNvPr>
            <p:cNvSpPr txBox="1"/>
            <p:nvPr/>
          </p:nvSpPr>
          <p:spPr>
            <a:xfrm>
              <a:off x="2799183" y="1895802"/>
              <a:ext cx="2637276"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Arial"/>
                  <a:ea typeface="微软雅黑"/>
                  <a:cs typeface="+mn-cs"/>
                </a:rPr>
                <a:t>Data Collection</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dirty="0">
                <a:ln>
                  <a:noFill/>
                </a:ln>
                <a:solidFill>
                  <a:prstClr val="black"/>
                </a:solidFill>
                <a:effectLst/>
                <a:uLnTx/>
                <a:uFillTx/>
                <a:latin typeface="Arial"/>
                <a:ea typeface="微软雅黑"/>
                <a:cs typeface="+mn-cs"/>
              </a:endParaRPr>
            </a:p>
          </p:txBody>
        </p:sp>
      </p:grpSp>
      <p:grpSp>
        <p:nvGrpSpPr>
          <p:cNvPr id="47" name="グループ化 46">
            <a:extLst>
              <a:ext uri="{FF2B5EF4-FFF2-40B4-BE49-F238E27FC236}">
                <a16:creationId xmlns:a16="http://schemas.microsoft.com/office/drawing/2014/main" id="{282499D2-EF0F-6BCF-10C9-F29ACEE83E06}"/>
              </a:ext>
            </a:extLst>
          </p:cNvPr>
          <p:cNvGrpSpPr/>
          <p:nvPr/>
        </p:nvGrpSpPr>
        <p:grpSpPr>
          <a:xfrm>
            <a:off x="1969622" y="1879403"/>
            <a:ext cx="2823511" cy="646331"/>
            <a:chOff x="2801204" y="1895802"/>
            <a:chExt cx="2731849" cy="646331"/>
          </a:xfrm>
        </p:grpSpPr>
        <p:sp>
          <p:nvSpPr>
            <p:cNvPr id="48" name="正方形/長方形 47">
              <a:extLst>
                <a:ext uri="{FF2B5EF4-FFF2-40B4-BE49-F238E27FC236}">
                  <a16:creationId xmlns:a16="http://schemas.microsoft.com/office/drawing/2014/main" id="{9A85DE18-30CD-D738-FDFB-30EAEF9A69DE}"/>
                </a:ext>
              </a:extLst>
            </p:cNvPr>
            <p:cNvSpPr/>
            <p:nvPr/>
          </p:nvSpPr>
          <p:spPr>
            <a:xfrm>
              <a:off x="2808514" y="1895802"/>
              <a:ext cx="2724539" cy="64633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49" name="テキスト ボックス 48">
              <a:extLst>
                <a:ext uri="{FF2B5EF4-FFF2-40B4-BE49-F238E27FC236}">
                  <a16:creationId xmlns:a16="http://schemas.microsoft.com/office/drawing/2014/main" id="{9A464524-2360-ECDB-4986-5A54B5303D96}"/>
                </a:ext>
              </a:extLst>
            </p:cNvPr>
            <p:cNvSpPr txBox="1"/>
            <p:nvPr/>
          </p:nvSpPr>
          <p:spPr>
            <a:xfrm>
              <a:off x="2801204" y="2000650"/>
              <a:ext cx="2637276"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Arial"/>
                  <a:ea typeface="微软雅黑"/>
                  <a:cs typeface="+mn-cs"/>
                </a:rPr>
                <a:t>Energy Estimation</a:t>
              </a:r>
            </a:p>
          </p:txBody>
        </p:sp>
      </p:grpSp>
      <p:sp>
        <p:nvSpPr>
          <p:cNvPr id="51" name="フローチャート: 書類 50">
            <a:extLst>
              <a:ext uri="{FF2B5EF4-FFF2-40B4-BE49-F238E27FC236}">
                <a16:creationId xmlns:a16="http://schemas.microsoft.com/office/drawing/2014/main" id="{D43AD1A3-262A-3EDC-8E32-556C703F0063}"/>
              </a:ext>
            </a:extLst>
          </p:cNvPr>
          <p:cNvSpPr/>
          <p:nvPr/>
        </p:nvSpPr>
        <p:spPr>
          <a:xfrm>
            <a:off x="2072288" y="2952853"/>
            <a:ext cx="2624118" cy="757062"/>
          </a:xfrm>
          <a:prstGeom prst="flowChartDocumen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54" name="フローチャート: 書類 53">
            <a:extLst>
              <a:ext uri="{FF2B5EF4-FFF2-40B4-BE49-F238E27FC236}">
                <a16:creationId xmlns:a16="http://schemas.microsoft.com/office/drawing/2014/main" id="{B64F3F7F-C04D-0AF8-AFFF-5EAB77A27C9F}"/>
              </a:ext>
            </a:extLst>
          </p:cNvPr>
          <p:cNvSpPr/>
          <p:nvPr/>
        </p:nvSpPr>
        <p:spPr>
          <a:xfrm>
            <a:off x="2035351" y="5105167"/>
            <a:ext cx="2624118" cy="703687"/>
          </a:xfrm>
          <a:prstGeom prst="flowChartDocumen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p:cxnSp>
        <p:nvCxnSpPr>
          <p:cNvPr id="57" name="直線矢印コネクタ 56">
            <a:extLst>
              <a:ext uri="{FF2B5EF4-FFF2-40B4-BE49-F238E27FC236}">
                <a16:creationId xmlns:a16="http://schemas.microsoft.com/office/drawing/2014/main" id="{DED7F533-AAA4-974C-C3B4-88572D12EAC2}"/>
              </a:ext>
            </a:extLst>
          </p:cNvPr>
          <p:cNvCxnSpPr>
            <a:cxnSpLocks/>
            <a:endCxn id="40" idx="1"/>
          </p:cNvCxnSpPr>
          <p:nvPr/>
        </p:nvCxnSpPr>
        <p:spPr>
          <a:xfrm>
            <a:off x="1560175" y="4332895"/>
            <a:ext cx="454294"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64" name="直線矢印コネクタ 63">
            <a:extLst>
              <a:ext uri="{FF2B5EF4-FFF2-40B4-BE49-F238E27FC236}">
                <a16:creationId xmlns:a16="http://schemas.microsoft.com/office/drawing/2014/main" id="{1ABA9393-7AE6-0315-15CF-3F2848D9F549}"/>
              </a:ext>
            </a:extLst>
          </p:cNvPr>
          <p:cNvCxnSpPr>
            <a:cxnSpLocks/>
          </p:cNvCxnSpPr>
          <p:nvPr/>
        </p:nvCxnSpPr>
        <p:spPr>
          <a:xfrm>
            <a:off x="1512183" y="2189480"/>
            <a:ext cx="454295"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68" name="テキスト ボックス 67">
            <a:extLst>
              <a:ext uri="{FF2B5EF4-FFF2-40B4-BE49-F238E27FC236}">
                <a16:creationId xmlns:a16="http://schemas.microsoft.com/office/drawing/2014/main" id="{C535D5C6-CE53-4FF7-957B-2F1F98E07794}"/>
              </a:ext>
            </a:extLst>
          </p:cNvPr>
          <p:cNvSpPr txBox="1"/>
          <p:nvPr/>
        </p:nvSpPr>
        <p:spPr>
          <a:xfrm>
            <a:off x="1985140" y="1171624"/>
            <a:ext cx="2808516"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sng" strike="noStrike" kern="1200" cap="none" spc="0" normalizeH="0" baseline="0" noProof="0" dirty="0">
                <a:ln>
                  <a:noFill/>
                </a:ln>
                <a:solidFill>
                  <a:prstClr val="black"/>
                </a:solidFill>
                <a:effectLst/>
                <a:uLnTx/>
                <a:uFillTx/>
                <a:latin typeface="Arial"/>
                <a:ea typeface="微软雅黑"/>
                <a:cs typeface="+mn-cs"/>
              </a:rPr>
              <a:t>Preparation Phase</a:t>
            </a:r>
          </a:p>
        </p:txBody>
      </p:sp>
      <p:sp>
        <p:nvSpPr>
          <p:cNvPr id="69" name="正方形/長方形 68">
            <a:extLst>
              <a:ext uri="{FF2B5EF4-FFF2-40B4-BE49-F238E27FC236}">
                <a16:creationId xmlns:a16="http://schemas.microsoft.com/office/drawing/2014/main" id="{060621D1-3C5E-A8E4-3EEB-78D27709FC99}"/>
              </a:ext>
            </a:extLst>
          </p:cNvPr>
          <p:cNvSpPr/>
          <p:nvPr/>
        </p:nvSpPr>
        <p:spPr>
          <a:xfrm>
            <a:off x="5044473" y="1604865"/>
            <a:ext cx="4433303" cy="4282752"/>
          </a:xfrm>
          <a:prstGeom prst="rect">
            <a:avLst/>
          </a:prstGeom>
          <a:noFill/>
          <a:ln w="19050">
            <a:solidFill>
              <a:srgbClr val="0070C0"/>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70" name="テキスト ボックス 69">
            <a:extLst>
              <a:ext uri="{FF2B5EF4-FFF2-40B4-BE49-F238E27FC236}">
                <a16:creationId xmlns:a16="http://schemas.microsoft.com/office/drawing/2014/main" id="{C45C3946-AAA3-86A2-341F-087C7E57D941}"/>
              </a:ext>
            </a:extLst>
          </p:cNvPr>
          <p:cNvSpPr txBox="1"/>
          <p:nvPr/>
        </p:nvSpPr>
        <p:spPr>
          <a:xfrm>
            <a:off x="5904469" y="1170274"/>
            <a:ext cx="2808516"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sng" strike="noStrike" kern="1200" cap="none" spc="0" normalizeH="0" baseline="0" noProof="0" dirty="0">
                <a:ln>
                  <a:noFill/>
                </a:ln>
                <a:solidFill>
                  <a:prstClr val="black"/>
                </a:solidFill>
                <a:effectLst/>
                <a:uLnTx/>
                <a:uFillTx/>
                <a:latin typeface="Arial"/>
                <a:ea typeface="微软雅黑"/>
                <a:cs typeface="+mn-cs"/>
              </a:rPr>
              <a:t>Configuration Phase</a:t>
            </a:r>
          </a:p>
        </p:txBody>
      </p:sp>
      <p:cxnSp>
        <p:nvCxnSpPr>
          <p:cNvPr id="71" name="コネクタ: カギ線 70">
            <a:extLst>
              <a:ext uri="{FF2B5EF4-FFF2-40B4-BE49-F238E27FC236}">
                <a16:creationId xmlns:a16="http://schemas.microsoft.com/office/drawing/2014/main" id="{A64E19AA-599E-B190-BD98-9794C4D55098}"/>
              </a:ext>
            </a:extLst>
          </p:cNvPr>
          <p:cNvCxnSpPr>
            <a:cxnSpLocks/>
            <a:stCxn id="51" idx="3"/>
            <a:endCxn id="88" idx="0"/>
          </p:cNvCxnSpPr>
          <p:nvPr/>
        </p:nvCxnSpPr>
        <p:spPr>
          <a:xfrm flipV="1">
            <a:off x="4696406" y="1897446"/>
            <a:ext cx="1450223" cy="1433938"/>
          </a:xfrm>
          <a:prstGeom prst="bentConnector4">
            <a:avLst>
              <a:gd name="adj1" fmla="val 30829"/>
              <a:gd name="adj2" fmla="val 115942"/>
            </a:avLst>
          </a:prstGeom>
          <a:ln w="28575">
            <a:tailEnd type="triangle"/>
          </a:ln>
        </p:spPr>
        <p:style>
          <a:lnRef idx="1">
            <a:schemeClr val="dk1"/>
          </a:lnRef>
          <a:fillRef idx="0">
            <a:schemeClr val="dk1"/>
          </a:fillRef>
          <a:effectRef idx="0">
            <a:schemeClr val="dk1"/>
          </a:effectRef>
          <a:fontRef idx="minor">
            <a:schemeClr val="tx1"/>
          </a:fontRef>
        </p:style>
      </p:cxnSp>
      <p:cxnSp>
        <p:nvCxnSpPr>
          <p:cNvPr id="77" name="コネクタ: カギ線 76">
            <a:extLst>
              <a:ext uri="{FF2B5EF4-FFF2-40B4-BE49-F238E27FC236}">
                <a16:creationId xmlns:a16="http://schemas.microsoft.com/office/drawing/2014/main" id="{6379CC8C-2118-9FBB-529B-799258F9C6A6}"/>
              </a:ext>
            </a:extLst>
          </p:cNvPr>
          <p:cNvCxnSpPr>
            <a:cxnSpLocks/>
          </p:cNvCxnSpPr>
          <p:nvPr/>
        </p:nvCxnSpPr>
        <p:spPr>
          <a:xfrm flipV="1">
            <a:off x="4660739" y="3338436"/>
            <a:ext cx="486784" cy="2118575"/>
          </a:xfrm>
          <a:prstGeom prst="bentConnector2">
            <a:avLst/>
          </a:prstGeom>
          <a:ln w="28575">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88" name="正方形/長方形 87">
            <a:extLst>
              <a:ext uri="{FF2B5EF4-FFF2-40B4-BE49-F238E27FC236}">
                <a16:creationId xmlns:a16="http://schemas.microsoft.com/office/drawing/2014/main" id="{7AB5842D-9114-5D4B-E2AB-6A0EC53C12B1}"/>
              </a:ext>
            </a:extLst>
          </p:cNvPr>
          <p:cNvSpPr/>
          <p:nvPr/>
        </p:nvSpPr>
        <p:spPr>
          <a:xfrm>
            <a:off x="5289623" y="1897446"/>
            <a:ext cx="1714012" cy="247265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p:cxnSp>
        <p:nvCxnSpPr>
          <p:cNvPr id="144" name="コネクタ: カギ線 143">
            <a:extLst>
              <a:ext uri="{FF2B5EF4-FFF2-40B4-BE49-F238E27FC236}">
                <a16:creationId xmlns:a16="http://schemas.microsoft.com/office/drawing/2014/main" id="{8888AF7E-2165-1F7F-8559-8FEDD41391C8}"/>
              </a:ext>
            </a:extLst>
          </p:cNvPr>
          <p:cNvCxnSpPr>
            <a:cxnSpLocks/>
            <a:stCxn id="39" idx="2"/>
            <a:endCxn id="166" idx="1"/>
          </p:cNvCxnSpPr>
          <p:nvPr/>
        </p:nvCxnSpPr>
        <p:spPr>
          <a:xfrm rot="5400000" flipH="1" flipV="1">
            <a:off x="7493762" y="3056662"/>
            <a:ext cx="1125154" cy="3830288"/>
          </a:xfrm>
          <a:prstGeom prst="bentConnector4">
            <a:avLst>
              <a:gd name="adj1" fmla="val -20317"/>
              <a:gd name="adj2" fmla="val 95294"/>
            </a:avLst>
          </a:prstGeom>
          <a:ln w="28575">
            <a:tailEnd type="triangle"/>
          </a:ln>
        </p:spPr>
        <p:style>
          <a:lnRef idx="1">
            <a:schemeClr val="dk1"/>
          </a:lnRef>
          <a:fillRef idx="0">
            <a:schemeClr val="dk1"/>
          </a:fillRef>
          <a:effectRef idx="0">
            <a:schemeClr val="dk1"/>
          </a:effectRef>
          <a:fontRef idx="minor">
            <a:schemeClr val="tx1"/>
          </a:fontRef>
        </p:style>
      </p:cxnSp>
      <p:cxnSp>
        <p:nvCxnSpPr>
          <p:cNvPr id="159" name="コネクタ: カギ線 158">
            <a:extLst>
              <a:ext uri="{FF2B5EF4-FFF2-40B4-BE49-F238E27FC236}">
                <a16:creationId xmlns:a16="http://schemas.microsoft.com/office/drawing/2014/main" id="{EE4A1AA3-BB22-2FAC-339F-00EA772A2C69}"/>
              </a:ext>
            </a:extLst>
          </p:cNvPr>
          <p:cNvCxnSpPr>
            <a:cxnSpLocks/>
            <a:stCxn id="72" idx="2"/>
            <a:endCxn id="163" idx="1"/>
          </p:cNvCxnSpPr>
          <p:nvPr/>
        </p:nvCxnSpPr>
        <p:spPr>
          <a:xfrm rot="5400000" flipH="1" flipV="1">
            <a:off x="7908803" y="3445928"/>
            <a:ext cx="2491573" cy="1640855"/>
          </a:xfrm>
          <a:prstGeom prst="bentConnector4">
            <a:avLst>
              <a:gd name="adj1" fmla="val -3136"/>
              <a:gd name="adj2" fmla="val 81289"/>
            </a:avLst>
          </a:prstGeom>
          <a:ln w="28575">
            <a:tailEnd type="triangle"/>
          </a:ln>
        </p:spPr>
        <p:style>
          <a:lnRef idx="1">
            <a:schemeClr val="dk1"/>
          </a:lnRef>
          <a:fillRef idx="0">
            <a:schemeClr val="dk1"/>
          </a:fillRef>
          <a:effectRef idx="0">
            <a:schemeClr val="dk1"/>
          </a:effectRef>
          <a:fontRef idx="minor">
            <a:schemeClr val="tx1"/>
          </a:fontRef>
        </p:style>
      </p:cxnSp>
      <p:sp>
        <p:nvSpPr>
          <p:cNvPr id="2" name="テキスト ボックス 1">
            <a:extLst>
              <a:ext uri="{FF2B5EF4-FFF2-40B4-BE49-F238E27FC236}">
                <a16:creationId xmlns:a16="http://schemas.microsoft.com/office/drawing/2014/main" id="{3F3F15B1-C3D5-C4F1-0639-3BD7C63C0AAE}"/>
              </a:ext>
            </a:extLst>
          </p:cNvPr>
          <p:cNvSpPr txBox="1"/>
          <p:nvPr/>
        </p:nvSpPr>
        <p:spPr>
          <a:xfrm>
            <a:off x="3016707" y="5948497"/>
            <a:ext cx="605536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Arial"/>
                <a:ea typeface="微软雅黑"/>
                <a:cs typeface="+mn-cs"/>
              </a:rPr>
              <a:t>Fig. 7 Framework Overview</a:t>
            </a:r>
            <a:endParaRPr kumimoji="1" lang="ja-JP" altLang="en-US" sz="1800" b="0" i="0" u="none" strike="noStrike" kern="1200" cap="none" spc="0" normalizeH="0" baseline="0" noProof="0" dirty="0">
              <a:ln>
                <a:noFill/>
              </a:ln>
              <a:solidFill>
                <a:prstClr val="black"/>
              </a:solidFill>
              <a:effectLst/>
              <a:uLnTx/>
              <a:uFillTx/>
              <a:latin typeface="Arial"/>
              <a:ea typeface="微软雅黑"/>
              <a:cs typeface="+mn-cs"/>
            </a:endParaRPr>
          </a:p>
        </p:txBody>
      </p:sp>
      <p:sp>
        <p:nvSpPr>
          <p:cNvPr id="6" name="スライド番号プレースホルダー 5">
            <a:extLst>
              <a:ext uri="{FF2B5EF4-FFF2-40B4-BE49-F238E27FC236}">
                <a16:creationId xmlns:a16="http://schemas.microsoft.com/office/drawing/2014/main" id="{5417064C-45BD-E97D-B060-F6DE895CC18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AE70B2-8BF9-45C0-BB95-33D1B9D3A854}" type="slidenum">
              <a:rPr kumimoji="0" lang="zh-CN" altLang="en-US" sz="1000" b="0" i="0" u="none" strike="noStrike" kern="1200" cap="none" spc="0" normalizeH="0" baseline="0" noProof="0" smtClean="0">
                <a:ln>
                  <a:noFill/>
                </a:ln>
                <a:solidFill>
                  <a:prstClr val="black">
                    <a:tint val="75000"/>
                  </a:prstClr>
                </a:solidFill>
                <a:effectLst/>
                <a:uLnTx/>
                <a:uFillTx/>
                <a:latin typeface="Arial"/>
                <a:ea typeface="微软雅黑"/>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zh-CN" altLang="en-US" sz="1000" b="0" i="0" u="none" strike="noStrike" kern="1200" cap="none" spc="0" normalizeH="0" baseline="0" noProof="0">
              <a:ln>
                <a:noFill/>
              </a:ln>
              <a:solidFill>
                <a:prstClr val="black">
                  <a:tint val="75000"/>
                </a:prstClr>
              </a:solidFill>
              <a:effectLst/>
              <a:uLnTx/>
              <a:uFillTx/>
              <a:latin typeface="Arial"/>
              <a:ea typeface="微软雅黑"/>
              <a:cs typeface="+mn-cs"/>
            </a:endParaRPr>
          </a:p>
        </p:txBody>
      </p:sp>
      <mc:AlternateContent xmlns:mc="http://schemas.openxmlformats.org/markup-compatibility/2006">
        <mc:Choice xmlns:a14="http://schemas.microsoft.com/office/drawing/2010/main" Requires="a14">
          <p:sp>
            <p:nvSpPr>
              <p:cNvPr id="19" name="テキスト ボックス 18">
                <a:extLst>
                  <a:ext uri="{FF2B5EF4-FFF2-40B4-BE49-F238E27FC236}">
                    <a16:creationId xmlns:a16="http://schemas.microsoft.com/office/drawing/2014/main" id="{DF42CB68-21A5-B2A1-1702-13116CE3DE24}"/>
                  </a:ext>
                </a:extLst>
              </p:cNvPr>
              <p:cNvSpPr txBox="1"/>
              <p:nvPr/>
            </p:nvSpPr>
            <p:spPr>
              <a:xfrm>
                <a:off x="1944155" y="4289256"/>
                <a:ext cx="3909326" cy="39998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Sup>
                      <m:sSubSupPr>
                        <m:ctrlP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SupPr>
                      <m:e>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𝑇</m:t>
                        </m:r>
                      </m:e>
                      <m:sub>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𝑡𝑖𝑚𝑒𝑠𝑡𝑒𝑝𝑠</m:t>
                        </m:r>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sub>
                      <m:sup>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up>
                    </m:sSubSup>
                    <m:sSubSup>
                      <m:sSubSupPr>
                        <m:ctrlP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SupPr>
                      <m:e>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𝑁</m:t>
                        </m:r>
                      </m:e>
                      <m:sub>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𝑛𝑒𝑢𝑟𝑜𝑛𝑠</m:t>
                        </m:r>
                      </m:sub>
                      <m:sup>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up>
                    </m:sSubSup>
                  </m:oMath>
                </a14:m>
                <a:r>
                  <a:rPr kumimoji="1" lang="en-US" altLang="ja-JP" sz="1800" b="0" i="0" u="none" strike="noStrike" kern="1200" cap="none" spc="0" normalizeH="0" baseline="0" noProof="0" dirty="0">
                    <a:ln>
                      <a:noFill/>
                    </a:ln>
                    <a:solidFill>
                      <a:prstClr val="black"/>
                    </a:solidFill>
                    <a:effectLst/>
                    <a:uLnTx/>
                    <a:uFillTx/>
                    <a:latin typeface="Arial"/>
                    <a:ea typeface="微软雅黑"/>
                    <a:cs typeface="+mn-cs"/>
                  </a:rPr>
                  <a:t>, </a:t>
                </a:r>
                <a14:m>
                  <m:oMath xmlns:m="http://schemas.openxmlformats.org/officeDocument/2006/math">
                    <m:sSubSup>
                      <m:sSubSupPr>
                        <m:ctrlP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SupPr>
                      <m:e>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𝐸</m:t>
                        </m:r>
                      </m:e>
                      <m:sub>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𝑡𝑟𝑎𝑖𝑛</m:t>
                        </m:r>
                      </m:sub>
                      <m:sup>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up>
                    </m:sSubSup>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oMath>
                </a14:m>
                <a:endParaRPr kumimoji="1" lang="ja-JP" altLang="en-US" sz="1800" b="0" i="0" u="none" strike="noStrike" kern="1200" cap="none" spc="0" normalizeH="0" baseline="0" noProof="0" dirty="0">
                  <a:ln>
                    <a:noFill/>
                  </a:ln>
                  <a:solidFill>
                    <a:prstClr val="black"/>
                  </a:solidFill>
                  <a:effectLst/>
                  <a:uLnTx/>
                  <a:uFillTx/>
                  <a:latin typeface="Arial"/>
                  <a:ea typeface="微软雅黑"/>
                  <a:cs typeface="+mn-cs"/>
                </a:endParaRPr>
              </a:p>
            </p:txBody>
          </p:sp>
        </mc:Choice>
        <mc:Fallback>
          <p:sp>
            <p:nvSpPr>
              <p:cNvPr id="19" name="テキスト ボックス 18">
                <a:extLst>
                  <a:ext uri="{FF2B5EF4-FFF2-40B4-BE49-F238E27FC236}">
                    <a16:creationId xmlns:a16="http://schemas.microsoft.com/office/drawing/2014/main" id="{DF42CB68-21A5-B2A1-1702-13116CE3DE24}"/>
                  </a:ext>
                </a:extLst>
              </p:cNvPr>
              <p:cNvSpPr txBox="1">
                <a:spLocks noRot="1" noChangeAspect="1" noMove="1" noResize="1" noEditPoints="1" noAdjustHandles="1" noChangeArrowheads="1" noChangeShapeType="1" noTextEdit="1"/>
              </p:cNvSpPr>
              <p:nvPr/>
            </p:nvSpPr>
            <p:spPr>
              <a:xfrm>
                <a:off x="1944155" y="4289256"/>
                <a:ext cx="3909326" cy="399981"/>
              </a:xfrm>
              <a:prstGeom prst="rect">
                <a:avLst/>
              </a:prstGeom>
              <a:blipFill>
                <a:blip r:embed="rId6"/>
                <a:stretch>
                  <a:fillRect l="-468" t="-9231" b="-16923"/>
                </a:stretch>
              </a:blipFill>
            </p:spPr>
            <p:txBody>
              <a:bodyPr/>
              <a:lstStyle/>
              <a:p>
                <a:r>
                  <a:rPr lang="ja-JP" altLang="en-US">
                    <a:noFill/>
                  </a:rPr>
                  <a:t> </a:t>
                </a:r>
              </a:p>
            </p:txBody>
          </p:sp>
        </mc:Fallback>
      </mc:AlternateContent>
      <p:sp>
        <p:nvSpPr>
          <p:cNvPr id="21" name="テキスト ボックス 20">
            <a:extLst>
              <a:ext uri="{FF2B5EF4-FFF2-40B4-BE49-F238E27FC236}">
                <a16:creationId xmlns:a16="http://schemas.microsoft.com/office/drawing/2014/main" id="{502D4E76-9015-AD6B-AEB5-368499B133B5}"/>
              </a:ext>
            </a:extLst>
          </p:cNvPr>
          <p:cNvSpPr txBox="1"/>
          <p:nvPr/>
        </p:nvSpPr>
        <p:spPr>
          <a:xfrm>
            <a:off x="1928246" y="5105167"/>
            <a:ext cx="2808516"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Arial"/>
                <a:ea typeface="微软雅黑"/>
                <a:cs typeface="+mn-cs"/>
              </a:rPr>
              <a:t>Parameter-Consumption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Arial"/>
                <a:ea typeface="微软雅黑"/>
                <a:cs typeface="+mn-cs"/>
              </a:rPr>
              <a:t>Relation (equation)</a:t>
            </a:r>
          </a:p>
        </p:txBody>
      </p:sp>
      <p:cxnSp>
        <p:nvCxnSpPr>
          <p:cNvPr id="24" name="コネクタ: カギ線 23">
            <a:extLst>
              <a:ext uri="{FF2B5EF4-FFF2-40B4-BE49-F238E27FC236}">
                <a16:creationId xmlns:a16="http://schemas.microsoft.com/office/drawing/2014/main" id="{69DE1D4E-A005-A145-DE7B-5B2EBD66AF49}"/>
              </a:ext>
            </a:extLst>
          </p:cNvPr>
          <p:cNvCxnSpPr>
            <a:cxnSpLocks/>
            <a:endCxn id="90" idx="0"/>
          </p:cNvCxnSpPr>
          <p:nvPr/>
        </p:nvCxnSpPr>
        <p:spPr>
          <a:xfrm>
            <a:off x="6146460" y="1667781"/>
            <a:ext cx="2234816" cy="196896"/>
          </a:xfrm>
          <a:prstGeom prst="bentConnector2">
            <a:avLst/>
          </a:prstGeom>
          <a:ln w="28575">
            <a:headEnd type="none" w="med" len="med"/>
            <a:tailEnd type="triangle" w="med" len="med"/>
          </a:ln>
        </p:spPr>
        <p:style>
          <a:lnRef idx="1">
            <a:schemeClr val="dk1"/>
          </a:lnRef>
          <a:fillRef idx="0">
            <a:schemeClr val="dk1"/>
          </a:fillRef>
          <a:effectRef idx="0">
            <a:schemeClr val="dk1"/>
          </a:effectRef>
          <a:fontRef idx="minor">
            <a:schemeClr val="tx1"/>
          </a:fontRef>
        </p:style>
      </p:cxnSp>
      <p:sp>
        <p:nvSpPr>
          <p:cNvPr id="53" name="テキスト ボックス 52">
            <a:extLst>
              <a:ext uri="{FF2B5EF4-FFF2-40B4-BE49-F238E27FC236}">
                <a16:creationId xmlns:a16="http://schemas.microsoft.com/office/drawing/2014/main" id="{C30A36E3-392D-B6E9-B5D3-00CBB0B08A85}"/>
              </a:ext>
            </a:extLst>
          </p:cNvPr>
          <p:cNvSpPr txBox="1"/>
          <p:nvPr/>
        </p:nvSpPr>
        <p:spPr>
          <a:xfrm>
            <a:off x="5413475" y="1885975"/>
            <a:ext cx="1579397"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sng" strike="noStrike" kern="1200" cap="none" spc="0" normalizeH="0" baseline="0" noProof="0" dirty="0">
                <a:ln>
                  <a:noFill/>
                </a:ln>
                <a:solidFill>
                  <a:prstClr val="black"/>
                </a:solidFill>
                <a:effectLst/>
                <a:uLnTx/>
                <a:uFillTx/>
                <a:latin typeface="Arial"/>
                <a:ea typeface="微软雅黑"/>
                <a:cs typeface="+mn-cs"/>
              </a:rPr>
              <a:t>For Training</a:t>
            </a:r>
          </a:p>
        </p:txBody>
      </p:sp>
      <p:sp>
        <p:nvSpPr>
          <p:cNvPr id="55" name="テキスト ボックス 54">
            <a:extLst>
              <a:ext uri="{FF2B5EF4-FFF2-40B4-BE49-F238E27FC236}">
                <a16:creationId xmlns:a16="http://schemas.microsoft.com/office/drawing/2014/main" id="{9990996F-14B6-1567-C7A6-B42A74EF1364}"/>
              </a:ext>
            </a:extLst>
          </p:cNvPr>
          <p:cNvSpPr txBox="1"/>
          <p:nvPr/>
        </p:nvSpPr>
        <p:spPr>
          <a:xfrm>
            <a:off x="7618471" y="1884090"/>
            <a:ext cx="1579397"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sng" strike="noStrike" kern="1200" cap="none" spc="0" normalizeH="0" baseline="0" noProof="0" dirty="0">
                <a:ln>
                  <a:noFill/>
                </a:ln>
                <a:solidFill>
                  <a:prstClr val="black"/>
                </a:solidFill>
                <a:effectLst/>
                <a:uLnTx/>
                <a:uFillTx/>
                <a:latin typeface="Arial"/>
                <a:ea typeface="微软雅黑"/>
                <a:cs typeface="+mn-cs"/>
              </a:rPr>
              <a:t>For Inference</a:t>
            </a:r>
          </a:p>
        </p:txBody>
      </p:sp>
      <p:sp>
        <p:nvSpPr>
          <p:cNvPr id="56" name="テキスト ボックス 55">
            <a:extLst>
              <a:ext uri="{FF2B5EF4-FFF2-40B4-BE49-F238E27FC236}">
                <a16:creationId xmlns:a16="http://schemas.microsoft.com/office/drawing/2014/main" id="{1E594FBB-5DE6-E4C1-8262-E0E79BAEF6A5}"/>
              </a:ext>
            </a:extLst>
          </p:cNvPr>
          <p:cNvSpPr txBox="1"/>
          <p:nvPr/>
        </p:nvSpPr>
        <p:spPr>
          <a:xfrm>
            <a:off x="5390401" y="2274621"/>
            <a:ext cx="1579397"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Arial"/>
                <a:ea typeface="微软雅黑"/>
                <a:cs typeface="+mn-cs"/>
              </a:rPr>
              <a:t>Adjust:</a:t>
            </a:r>
          </a:p>
        </p:txBody>
      </p:sp>
      <mc:AlternateContent xmlns:mc="http://schemas.openxmlformats.org/markup-compatibility/2006">
        <mc:Choice xmlns:a14="http://schemas.microsoft.com/office/drawing/2010/main" Requires="a14">
          <p:sp>
            <p:nvSpPr>
              <p:cNvPr id="59" name="テキスト ボックス 58">
                <a:extLst>
                  <a:ext uri="{FF2B5EF4-FFF2-40B4-BE49-F238E27FC236}">
                    <a16:creationId xmlns:a16="http://schemas.microsoft.com/office/drawing/2014/main" id="{7FB78D9F-FA4E-7673-52F9-1D37DE966042}"/>
                  </a:ext>
                </a:extLst>
              </p:cNvPr>
              <p:cNvSpPr txBox="1"/>
              <p:nvPr/>
            </p:nvSpPr>
            <p:spPr>
              <a:xfrm>
                <a:off x="5643406" y="2629183"/>
                <a:ext cx="1006108" cy="298415"/>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𝑇</m:t>
                          </m:r>
                        </m:e>
                        <m:sub>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𝑡𝑖𝑚𝑒𝑠𝑡𝑒𝑝𝑠</m:t>
                          </m:r>
                        </m:sub>
                      </m:sSub>
                    </m:oMath>
                  </m:oMathPara>
                </a14:m>
                <a:endParaRPr kumimoji="1" lang="ja-JP" altLang="en-US" sz="1800" b="0" i="0" u="none" strike="noStrike" kern="1200" cap="none" spc="0" normalizeH="0" baseline="0" noProof="0" dirty="0">
                  <a:ln>
                    <a:noFill/>
                  </a:ln>
                  <a:solidFill>
                    <a:prstClr val="black"/>
                  </a:solidFill>
                  <a:effectLst/>
                  <a:uLnTx/>
                  <a:uFillTx/>
                  <a:latin typeface="Arial"/>
                  <a:ea typeface="微软雅黑"/>
                  <a:cs typeface="+mn-cs"/>
                </a:endParaRPr>
              </a:p>
            </p:txBody>
          </p:sp>
        </mc:Choice>
        <mc:Fallback>
          <p:sp>
            <p:nvSpPr>
              <p:cNvPr id="59" name="テキスト ボックス 58">
                <a:extLst>
                  <a:ext uri="{FF2B5EF4-FFF2-40B4-BE49-F238E27FC236}">
                    <a16:creationId xmlns:a16="http://schemas.microsoft.com/office/drawing/2014/main" id="{7FB78D9F-FA4E-7673-52F9-1D37DE966042}"/>
                  </a:ext>
                </a:extLst>
              </p:cNvPr>
              <p:cNvSpPr txBox="1">
                <a:spLocks noRot="1" noChangeAspect="1" noMove="1" noResize="1" noEditPoints="1" noAdjustHandles="1" noChangeArrowheads="1" noChangeShapeType="1" noTextEdit="1"/>
              </p:cNvSpPr>
              <p:nvPr/>
            </p:nvSpPr>
            <p:spPr>
              <a:xfrm>
                <a:off x="5643406" y="2629183"/>
                <a:ext cx="1006108" cy="298415"/>
              </a:xfrm>
              <a:prstGeom prst="rect">
                <a:avLst/>
              </a:prstGeom>
              <a:blipFill>
                <a:blip r:embed="rId7"/>
                <a:stretch>
                  <a:fillRect l="-4848" r="-1818" b="-24490"/>
                </a:stretch>
              </a:blipFill>
            </p:spPr>
            <p:txBody>
              <a:bodyPr/>
              <a:lstStyle/>
              <a:p>
                <a:r>
                  <a:rPr lang="ja-JP" altLang="en-US">
                    <a:noFill/>
                  </a:rPr>
                  <a:t> </a:t>
                </a:r>
              </a:p>
            </p:txBody>
          </p:sp>
        </mc:Fallback>
      </mc:AlternateContent>
      <p:cxnSp>
        <p:nvCxnSpPr>
          <p:cNvPr id="61" name="直線矢印コネクタ 60">
            <a:extLst>
              <a:ext uri="{FF2B5EF4-FFF2-40B4-BE49-F238E27FC236}">
                <a16:creationId xmlns:a16="http://schemas.microsoft.com/office/drawing/2014/main" id="{D082E353-43C2-7DCB-A470-76CE0098F641}"/>
              </a:ext>
            </a:extLst>
          </p:cNvPr>
          <p:cNvCxnSpPr>
            <a:stCxn id="59" idx="2"/>
          </p:cNvCxnSpPr>
          <p:nvPr/>
        </p:nvCxnSpPr>
        <p:spPr>
          <a:xfrm>
            <a:off x="6146460" y="2927598"/>
            <a:ext cx="0" cy="3891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62" name="テキスト ボックス 61">
                <a:extLst>
                  <a:ext uri="{FF2B5EF4-FFF2-40B4-BE49-F238E27FC236}">
                    <a16:creationId xmlns:a16="http://schemas.microsoft.com/office/drawing/2014/main" id="{ADCD82E4-8DE1-7750-B58D-63CEAF0E34A7}"/>
                  </a:ext>
                </a:extLst>
              </p:cNvPr>
              <p:cNvSpPr txBox="1"/>
              <p:nvPr/>
            </p:nvSpPr>
            <p:spPr>
              <a:xfrm>
                <a:off x="5661776" y="3299359"/>
                <a:ext cx="915572" cy="2769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𝑁</m:t>
                          </m:r>
                        </m:e>
                        <m:sub>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𝑛𝑒𝑢𝑟𝑜𝑛𝑠</m:t>
                          </m:r>
                        </m:sub>
                      </m:sSub>
                    </m:oMath>
                  </m:oMathPara>
                </a14:m>
                <a:endParaRPr kumimoji="1" lang="ja-JP" altLang="en-US" sz="1800" b="0" i="0" u="none" strike="noStrike" kern="1200" cap="none" spc="0" normalizeH="0" baseline="0" noProof="0" dirty="0">
                  <a:ln>
                    <a:noFill/>
                  </a:ln>
                  <a:solidFill>
                    <a:prstClr val="black"/>
                  </a:solidFill>
                  <a:effectLst/>
                  <a:uLnTx/>
                  <a:uFillTx/>
                  <a:latin typeface="Arial"/>
                  <a:ea typeface="微软雅黑"/>
                  <a:cs typeface="+mn-cs"/>
                </a:endParaRPr>
              </a:p>
            </p:txBody>
          </p:sp>
        </mc:Choice>
        <mc:Fallback>
          <p:sp>
            <p:nvSpPr>
              <p:cNvPr id="62" name="テキスト ボックス 61">
                <a:extLst>
                  <a:ext uri="{FF2B5EF4-FFF2-40B4-BE49-F238E27FC236}">
                    <a16:creationId xmlns:a16="http://schemas.microsoft.com/office/drawing/2014/main" id="{ADCD82E4-8DE1-7750-B58D-63CEAF0E34A7}"/>
                  </a:ext>
                </a:extLst>
              </p:cNvPr>
              <p:cNvSpPr txBox="1">
                <a:spLocks noRot="1" noChangeAspect="1" noMove="1" noResize="1" noEditPoints="1" noAdjustHandles="1" noChangeArrowheads="1" noChangeShapeType="1" noTextEdit="1"/>
              </p:cNvSpPr>
              <p:nvPr/>
            </p:nvSpPr>
            <p:spPr>
              <a:xfrm>
                <a:off x="5661776" y="3299359"/>
                <a:ext cx="915572" cy="276999"/>
              </a:xfrm>
              <a:prstGeom prst="rect">
                <a:avLst/>
              </a:prstGeom>
              <a:blipFill>
                <a:blip r:embed="rId8"/>
                <a:stretch>
                  <a:fillRect l="-5333" b="-10870"/>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63" name="テキスト ボックス 62">
                <a:extLst>
                  <a:ext uri="{FF2B5EF4-FFF2-40B4-BE49-F238E27FC236}">
                    <a16:creationId xmlns:a16="http://schemas.microsoft.com/office/drawing/2014/main" id="{DD07CE08-27E9-30C6-823B-A715A99D7291}"/>
                  </a:ext>
                </a:extLst>
              </p:cNvPr>
              <p:cNvSpPr txBox="1"/>
              <p:nvPr/>
            </p:nvSpPr>
            <p:spPr>
              <a:xfrm>
                <a:off x="5833511" y="4002908"/>
                <a:ext cx="663322" cy="2769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𝑁</m:t>
                          </m:r>
                        </m:e>
                        <m:sub>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𝑡𝑟𝑎𝑖𝑛</m:t>
                          </m:r>
                        </m:sub>
                      </m:sSub>
                    </m:oMath>
                  </m:oMathPara>
                </a14:m>
                <a:endParaRPr kumimoji="1" lang="ja-JP" altLang="en-US" sz="1800" b="0" i="0" u="none" strike="noStrike" kern="1200" cap="none" spc="0" normalizeH="0" baseline="0" noProof="0" dirty="0">
                  <a:ln>
                    <a:noFill/>
                  </a:ln>
                  <a:solidFill>
                    <a:prstClr val="black"/>
                  </a:solidFill>
                  <a:effectLst/>
                  <a:uLnTx/>
                  <a:uFillTx/>
                  <a:latin typeface="Arial"/>
                  <a:ea typeface="微软雅黑"/>
                  <a:cs typeface="+mn-cs"/>
                </a:endParaRPr>
              </a:p>
            </p:txBody>
          </p:sp>
        </mc:Choice>
        <mc:Fallback>
          <p:sp>
            <p:nvSpPr>
              <p:cNvPr id="63" name="テキスト ボックス 62">
                <a:extLst>
                  <a:ext uri="{FF2B5EF4-FFF2-40B4-BE49-F238E27FC236}">
                    <a16:creationId xmlns:a16="http://schemas.microsoft.com/office/drawing/2014/main" id="{DD07CE08-27E9-30C6-823B-A715A99D7291}"/>
                  </a:ext>
                </a:extLst>
              </p:cNvPr>
              <p:cNvSpPr txBox="1">
                <a:spLocks noRot="1" noChangeAspect="1" noMove="1" noResize="1" noEditPoints="1" noAdjustHandles="1" noChangeArrowheads="1" noChangeShapeType="1" noTextEdit="1"/>
              </p:cNvSpPr>
              <p:nvPr/>
            </p:nvSpPr>
            <p:spPr>
              <a:xfrm>
                <a:off x="5833511" y="4002908"/>
                <a:ext cx="663322" cy="276999"/>
              </a:xfrm>
              <a:prstGeom prst="rect">
                <a:avLst/>
              </a:prstGeom>
              <a:blipFill>
                <a:blip r:embed="rId9"/>
                <a:stretch>
                  <a:fillRect l="-7339" r="-917" b="-17778"/>
                </a:stretch>
              </a:blipFill>
            </p:spPr>
            <p:txBody>
              <a:bodyPr/>
              <a:lstStyle/>
              <a:p>
                <a:r>
                  <a:rPr lang="ja-JP" altLang="en-US">
                    <a:noFill/>
                  </a:rPr>
                  <a:t> </a:t>
                </a:r>
              </a:p>
            </p:txBody>
          </p:sp>
        </mc:Fallback>
      </mc:AlternateContent>
      <p:cxnSp>
        <p:nvCxnSpPr>
          <p:cNvPr id="65" name="直線矢印コネクタ 64">
            <a:extLst>
              <a:ext uri="{FF2B5EF4-FFF2-40B4-BE49-F238E27FC236}">
                <a16:creationId xmlns:a16="http://schemas.microsoft.com/office/drawing/2014/main" id="{A9CD6F40-2320-4240-9C2D-9F8DBB633B02}"/>
              </a:ext>
            </a:extLst>
          </p:cNvPr>
          <p:cNvCxnSpPr/>
          <p:nvPr/>
        </p:nvCxnSpPr>
        <p:spPr>
          <a:xfrm>
            <a:off x="6146460" y="3683061"/>
            <a:ext cx="0" cy="3891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6" name="テキスト ボックス 65">
            <a:extLst>
              <a:ext uri="{FF2B5EF4-FFF2-40B4-BE49-F238E27FC236}">
                <a16:creationId xmlns:a16="http://schemas.microsoft.com/office/drawing/2014/main" id="{488C71EC-69FB-5D24-DED6-641E1E507714}"/>
              </a:ext>
            </a:extLst>
          </p:cNvPr>
          <p:cNvSpPr txBox="1"/>
          <p:nvPr/>
        </p:nvSpPr>
        <p:spPr>
          <a:xfrm>
            <a:off x="7625253" y="2274621"/>
            <a:ext cx="1579397"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Arial"/>
                <a:ea typeface="微软雅黑"/>
                <a:cs typeface="+mn-cs"/>
              </a:rPr>
              <a:t>Adjust:</a:t>
            </a:r>
          </a:p>
        </p:txBody>
      </p:sp>
      <mc:AlternateContent xmlns:mc="http://schemas.openxmlformats.org/markup-compatibility/2006">
        <mc:Choice xmlns:a14="http://schemas.microsoft.com/office/drawing/2010/main" Requires="a14">
          <p:sp>
            <p:nvSpPr>
              <p:cNvPr id="67" name="テキスト ボックス 66">
                <a:extLst>
                  <a:ext uri="{FF2B5EF4-FFF2-40B4-BE49-F238E27FC236}">
                    <a16:creationId xmlns:a16="http://schemas.microsoft.com/office/drawing/2014/main" id="{115F5868-70AB-8E9A-D6CB-4DBF62345698}"/>
                  </a:ext>
                </a:extLst>
              </p:cNvPr>
              <p:cNvSpPr txBox="1"/>
              <p:nvPr/>
            </p:nvSpPr>
            <p:spPr>
              <a:xfrm>
                <a:off x="7907047" y="2618832"/>
                <a:ext cx="1006109" cy="298415"/>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𝑇</m:t>
                          </m:r>
                        </m:e>
                        <m:sub>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𝑡𝑖𝑚𝑒𝑠𝑡𝑒𝑝𝑠</m:t>
                          </m:r>
                        </m:sub>
                      </m:sSub>
                    </m:oMath>
                  </m:oMathPara>
                </a14:m>
                <a:endParaRPr kumimoji="1" lang="ja-JP" altLang="en-US" sz="1800" b="0" i="0" u="none" strike="noStrike" kern="1200" cap="none" spc="0" normalizeH="0" baseline="0" noProof="0" dirty="0">
                  <a:ln>
                    <a:noFill/>
                  </a:ln>
                  <a:solidFill>
                    <a:prstClr val="black"/>
                  </a:solidFill>
                  <a:effectLst/>
                  <a:uLnTx/>
                  <a:uFillTx/>
                  <a:latin typeface="Arial"/>
                  <a:ea typeface="微软雅黑"/>
                  <a:cs typeface="+mn-cs"/>
                </a:endParaRPr>
              </a:p>
            </p:txBody>
          </p:sp>
        </mc:Choice>
        <mc:Fallback>
          <p:sp>
            <p:nvSpPr>
              <p:cNvPr id="67" name="テキスト ボックス 66">
                <a:extLst>
                  <a:ext uri="{FF2B5EF4-FFF2-40B4-BE49-F238E27FC236}">
                    <a16:creationId xmlns:a16="http://schemas.microsoft.com/office/drawing/2014/main" id="{115F5868-70AB-8E9A-D6CB-4DBF62345698}"/>
                  </a:ext>
                </a:extLst>
              </p:cNvPr>
              <p:cNvSpPr txBox="1">
                <a:spLocks noRot="1" noChangeAspect="1" noMove="1" noResize="1" noEditPoints="1" noAdjustHandles="1" noChangeArrowheads="1" noChangeShapeType="1" noTextEdit="1"/>
              </p:cNvSpPr>
              <p:nvPr/>
            </p:nvSpPr>
            <p:spPr>
              <a:xfrm>
                <a:off x="7907047" y="2618832"/>
                <a:ext cx="1006109" cy="298415"/>
              </a:xfrm>
              <a:prstGeom prst="rect">
                <a:avLst/>
              </a:prstGeom>
              <a:blipFill>
                <a:blip r:embed="rId10"/>
                <a:stretch>
                  <a:fillRect l="-4242" r="-1818" b="-24490"/>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73" name="テキスト ボックス 72">
                <a:extLst>
                  <a:ext uri="{FF2B5EF4-FFF2-40B4-BE49-F238E27FC236}">
                    <a16:creationId xmlns:a16="http://schemas.microsoft.com/office/drawing/2014/main" id="{86C9D0BD-5DB1-97A4-AAD6-789040A73C48}"/>
                  </a:ext>
                </a:extLst>
              </p:cNvPr>
              <p:cNvSpPr txBox="1"/>
              <p:nvPr/>
            </p:nvSpPr>
            <p:spPr>
              <a:xfrm>
                <a:off x="7912313" y="3159750"/>
                <a:ext cx="915572" cy="2769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𝑁</m:t>
                          </m:r>
                        </m:e>
                        <m:sub>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𝑛𝑒𝑢𝑟𝑜𝑛𝑠</m:t>
                          </m:r>
                        </m:sub>
                      </m:sSub>
                    </m:oMath>
                  </m:oMathPara>
                </a14:m>
                <a:endParaRPr kumimoji="1" lang="ja-JP" altLang="en-US" sz="1800" b="0" i="0" u="none" strike="noStrike" kern="1200" cap="none" spc="0" normalizeH="0" baseline="0" noProof="0" dirty="0">
                  <a:ln>
                    <a:noFill/>
                  </a:ln>
                  <a:solidFill>
                    <a:prstClr val="black"/>
                  </a:solidFill>
                  <a:effectLst/>
                  <a:uLnTx/>
                  <a:uFillTx/>
                  <a:latin typeface="Arial"/>
                  <a:ea typeface="微软雅黑"/>
                  <a:cs typeface="+mn-cs"/>
                </a:endParaRPr>
              </a:p>
            </p:txBody>
          </p:sp>
        </mc:Choice>
        <mc:Fallback>
          <p:sp>
            <p:nvSpPr>
              <p:cNvPr id="73" name="テキスト ボックス 72">
                <a:extLst>
                  <a:ext uri="{FF2B5EF4-FFF2-40B4-BE49-F238E27FC236}">
                    <a16:creationId xmlns:a16="http://schemas.microsoft.com/office/drawing/2014/main" id="{86C9D0BD-5DB1-97A4-AAD6-789040A73C48}"/>
                  </a:ext>
                </a:extLst>
              </p:cNvPr>
              <p:cNvSpPr txBox="1">
                <a:spLocks noRot="1" noChangeAspect="1" noMove="1" noResize="1" noEditPoints="1" noAdjustHandles="1" noChangeArrowheads="1" noChangeShapeType="1" noTextEdit="1"/>
              </p:cNvSpPr>
              <p:nvPr/>
            </p:nvSpPr>
            <p:spPr>
              <a:xfrm>
                <a:off x="7912313" y="3159750"/>
                <a:ext cx="915572" cy="276999"/>
              </a:xfrm>
              <a:prstGeom prst="rect">
                <a:avLst/>
              </a:prstGeom>
              <a:blipFill>
                <a:blip r:embed="rId11"/>
                <a:stretch>
                  <a:fillRect l="-5333" b="-10870"/>
                </a:stretch>
              </a:blipFill>
            </p:spPr>
            <p:txBody>
              <a:bodyPr/>
              <a:lstStyle/>
              <a:p>
                <a:r>
                  <a:rPr lang="ja-JP" altLang="en-US">
                    <a:noFill/>
                  </a:rPr>
                  <a:t> </a:t>
                </a:r>
              </a:p>
            </p:txBody>
          </p:sp>
        </mc:Fallback>
      </mc:AlternateContent>
      <p:sp>
        <p:nvSpPr>
          <p:cNvPr id="79" name="テキスト ボックス 78">
            <a:extLst>
              <a:ext uri="{FF2B5EF4-FFF2-40B4-BE49-F238E27FC236}">
                <a16:creationId xmlns:a16="http://schemas.microsoft.com/office/drawing/2014/main" id="{1684311B-094B-5C1E-B614-0CEE5EC93E0B}"/>
              </a:ext>
            </a:extLst>
          </p:cNvPr>
          <p:cNvSpPr txBox="1"/>
          <p:nvPr/>
        </p:nvSpPr>
        <p:spPr>
          <a:xfrm>
            <a:off x="7549199" y="2905987"/>
            <a:ext cx="1579397"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Arial"/>
                <a:ea typeface="微软雅黑"/>
                <a:cs typeface="+mn-cs"/>
              </a:rPr>
              <a:t>&amp;</a:t>
            </a:r>
          </a:p>
        </p:txBody>
      </p:sp>
      <p:cxnSp>
        <p:nvCxnSpPr>
          <p:cNvPr id="80" name="直線矢印コネクタ 79">
            <a:extLst>
              <a:ext uri="{FF2B5EF4-FFF2-40B4-BE49-F238E27FC236}">
                <a16:creationId xmlns:a16="http://schemas.microsoft.com/office/drawing/2014/main" id="{AD436EF4-6B9B-06E4-CEE6-AD5FE15DEB49}"/>
              </a:ext>
            </a:extLst>
          </p:cNvPr>
          <p:cNvCxnSpPr>
            <a:cxnSpLocks/>
            <a:endCxn id="125" idx="0"/>
          </p:cNvCxnSpPr>
          <p:nvPr/>
        </p:nvCxnSpPr>
        <p:spPr>
          <a:xfrm flipH="1">
            <a:off x="8377482" y="3450861"/>
            <a:ext cx="1277" cy="259722"/>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90" name="正方形/長方形 89">
            <a:extLst>
              <a:ext uri="{FF2B5EF4-FFF2-40B4-BE49-F238E27FC236}">
                <a16:creationId xmlns:a16="http://schemas.microsoft.com/office/drawing/2014/main" id="{78DC178F-EE5B-A956-9E1F-1D081EE057D4}"/>
              </a:ext>
            </a:extLst>
          </p:cNvPr>
          <p:cNvSpPr/>
          <p:nvPr/>
        </p:nvSpPr>
        <p:spPr>
          <a:xfrm>
            <a:off x="7524270" y="1864677"/>
            <a:ext cx="1714012" cy="158788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p:grpSp>
        <p:nvGrpSpPr>
          <p:cNvPr id="122" name="グループ化 121">
            <a:extLst>
              <a:ext uri="{FF2B5EF4-FFF2-40B4-BE49-F238E27FC236}">
                <a16:creationId xmlns:a16="http://schemas.microsoft.com/office/drawing/2014/main" id="{BE3CA11F-B2A0-1A71-3A61-D4194EB19808}"/>
              </a:ext>
            </a:extLst>
          </p:cNvPr>
          <p:cNvGrpSpPr/>
          <p:nvPr/>
        </p:nvGrpSpPr>
        <p:grpSpPr>
          <a:xfrm>
            <a:off x="7444659" y="3710583"/>
            <a:ext cx="1865645" cy="653383"/>
            <a:chOff x="2674316" y="1888750"/>
            <a:chExt cx="2973526" cy="653383"/>
          </a:xfrm>
        </p:grpSpPr>
        <p:sp>
          <p:nvSpPr>
            <p:cNvPr id="123" name="正方形/長方形 122">
              <a:extLst>
                <a:ext uri="{FF2B5EF4-FFF2-40B4-BE49-F238E27FC236}">
                  <a16:creationId xmlns:a16="http://schemas.microsoft.com/office/drawing/2014/main" id="{93A8A73B-A537-25BD-DA73-04F99BB2A18F}"/>
                </a:ext>
              </a:extLst>
            </p:cNvPr>
            <p:cNvSpPr/>
            <p:nvPr/>
          </p:nvSpPr>
          <p:spPr>
            <a:xfrm>
              <a:off x="2808514" y="1895802"/>
              <a:ext cx="2724539" cy="64633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125" name="テキスト ボックス 124">
              <a:extLst>
                <a:ext uri="{FF2B5EF4-FFF2-40B4-BE49-F238E27FC236}">
                  <a16:creationId xmlns:a16="http://schemas.microsoft.com/office/drawing/2014/main" id="{F0205765-CEB8-FDB9-3B12-38A4981D1271}"/>
                </a:ext>
              </a:extLst>
            </p:cNvPr>
            <p:cNvSpPr txBox="1"/>
            <p:nvPr/>
          </p:nvSpPr>
          <p:spPr>
            <a:xfrm>
              <a:off x="2674316" y="1888750"/>
              <a:ext cx="2973526"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Arial"/>
                  <a:ea typeface="微软雅黑"/>
                  <a:cs typeface="+mn-cs"/>
                </a:rPr>
                <a:t>Similarity-based Pruning</a:t>
              </a:r>
            </a:p>
          </p:txBody>
        </p:sp>
      </p:grpSp>
      <p:grpSp>
        <p:nvGrpSpPr>
          <p:cNvPr id="161" name="グループ化 160">
            <a:extLst>
              <a:ext uri="{FF2B5EF4-FFF2-40B4-BE49-F238E27FC236}">
                <a16:creationId xmlns:a16="http://schemas.microsoft.com/office/drawing/2014/main" id="{45775718-153F-752F-F4FF-03C3672FA1A8}"/>
              </a:ext>
            </a:extLst>
          </p:cNvPr>
          <p:cNvGrpSpPr/>
          <p:nvPr/>
        </p:nvGrpSpPr>
        <p:grpSpPr>
          <a:xfrm>
            <a:off x="9975018" y="2685053"/>
            <a:ext cx="1843000" cy="646331"/>
            <a:chOff x="2808514" y="1895802"/>
            <a:chExt cx="2724539" cy="646331"/>
          </a:xfrm>
        </p:grpSpPr>
        <p:sp>
          <p:nvSpPr>
            <p:cNvPr id="162" name="正方形/長方形 161">
              <a:extLst>
                <a:ext uri="{FF2B5EF4-FFF2-40B4-BE49-F238E27FC236}">
                  <a16:creationId xmlns:a16="http://schemas.microsoft.com/office/drawing/2014/main" id="{1CE21A42-EA37-F680-39F0-9034FDAF7D9E}"/>
                </a:ext>
              </a:extLst>
            </p:cNvPr>
            <p:cNvSpPr/>
            <p:nvPr/>
          </p:nvSpPr>
          <p:spPr>
            <a:xfrm>
              <a:off x="2808514" y="1895802"/>
              <a:ext cx="2724539" cy="64633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163" name="テキスト ボックス 162">
              <a:extLst>
                <a:ext uri="{FF2B5EF4-FFF2-40B4-BE49-F238E27FC236}">
                  <a16:creationId xmlns:a16="http://schemas.microsoft.com/office/drawing/2014/main" id="{E75E6862-8D7C-1820-3FCF-3FFFD50E2089}"/>
                </a:ext>
              </a:extLst>
            </p:cNvPr>
            <p:cNvSpPr txBox="1"/>
            <p:nvPr/>
          </p:nvSpPr>
          <p:spPr>
            <a:xfrm>
              <a:off x="2808514" y="2046652"/>
              <a:ext cx="2637277"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Arial"/>
                  <a:ea typeface="微软雅黑"/>
                  <a:cs typeface="+mn-cs"/>
                </a:rPr>
                <a:t>Inference</a:t>
              </a:r>
            </a:p>
          </p:txBody>
        </p:sp>
      </p:grpSp>
      <p:grpSp>
        <p:nvGrpSpPr>
          <p:cNvPr id="164" name="グループ化 163">
            <a:extLst>
              <a:ext uri="{FF2B5EF4-FFF2-40B4-BE49-F238E27FC236}">
                <a16:creationId xmlns:a16="http://schemas.microsoft.com/office/drawing/2014/main" id="{1C18B48B-D8D5-6F5A-B028-C47FC1F1664C}"/>
              </a:ext>
            </a:extLst>
          </p:cNvPr>
          <p:cNvGrpSpPr/>
          <p:nvPr/>
        </p:nvGrpSpPr>
        <p:grpSpPr>
          <a:xfrm>
            <a:off x="9971483" y="4119715"/>
            <a:ext cx="1872716" cy="646331"/>
            <a:chOff x="2801204" y="1895802"/>
            <a:chExt cx="2731849" cy="646331"/>
          </a:xfrm>
        </p:grpSpPr>
        <p:sp>
          <p:nvSpPr>
            <p:cNvPr id="165" name="正方形/長方形 164">
              <a:extLst>
                <a:ext uri="{FF2B5EF4-FFF2-40B4-BE49-F238E27FC236}">
                  <a16:creationId xmlns:a16="http://schemas.microsoft.com/office/drawing/2014/main" id="{63AA2C46-68FD-33B1-3085-644602FEC754}"/>
                </a:ext>
              </a:extLst>
            </p:cNvPr>
            <p:cNvSpPr/>
            <p:nvPr/>
          </p:nvSpPr>
          <p:spPr>
            <a:xfrm>
              <a:off x="2808514" y="1895802"/>
              <a:ext cx="2724539" cy="64633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166" name="テキスト ボックス 165">
              <a:extLst>
                <a:ext uri="{FF2B5EF4-FFF2-40B4-BE49-F238E27FC236}">
                  <a16:creationId xmlns:a16="http://schemas.microsoft.com/office/drawing/2014/main" id="{A51FB464-8AB5-480B-EC3E-E52C6F8CF56F}"/>
                </a:ext>
              </a:extLst>
            </p:cNvPr>
            <p:cNvSpPr txBox="1"/>
            <p:nvPr/>
          </p:nvSpPr>
          <p:spPr>
            <a:xfrm>
              <a:off x="2801204" y="2000650"/>
              <a:ext cx="2637276"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Arial"/>
                  <a:ea typeface="微软雅黑"/>
                  <a:cs typeface="+mn-cs"/>
                </a:rPr>
                <a:t>STDP Learning</a:t>
              </a:r>
            </a:p>
          </p:txBody>
        </p:sp>
      </p:grpSp>
      <p:sp>
        <p:nvSpPr>
          <p:cNvPr id="182" name="正方形/長方形 181">
            <a:extLst>
              <a:ext uri="{FF2B5EF4-FFF2-40B4-BE49-F238E27FC236}">
                <a16:creationId xmlns:a16="http://schemas.microsoft.com/office/drawing/2014/main" id="{3CAB1AA0-1A51-C0CF-60DD-3DDBECB241EA}"/>
              </a:ext>
            </a:extLst>
          </p:cNvPr>
          <p:cNvSpPr/>
          <p:nvPr/>
        </p:nvSpPr>
        <p:spPr>
          <a:xfrm>
            <a:off x="9578555" y="1604865"/>
            <a:ext cx="2542326" cy="4282752"/>
          </a:xfrm>
          <a:prstGeom prst="rect">
            <a:avLst/>
          </a:prstGeom>
          <a:noFill/>
          <a:ln w="19050">
            <a:solidFill>
              <a:srgbClr val="0070C0"/>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188" name="テキスト ボックス 187">
            <a:extLst>
              <a:ext uri="{FF2B5EF4-FFF2-40B4-BE49-F238E27FC236}">
                <a16:creationId xmlns:a16="http://schemas.microsoft.com/office/drawing/2014/main" id="{80D39B1F-1677-2627-5D00-343A25E8140F}"/>
              </a:ext>
            </a:extLst>
          </p:cNvPr>
          <p:cNvSpPr txBox="1"/>
          <p:nvPr/>
        </p:nvSpPr>
        <p:spPr>
          <a:xfrm>
            <a:off x="9442690" y="1182800"/>
            <a:ext cx="2808516"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sng" strike="noStrike" kern="1200" cap="none" spc="0" normalizeH="0" baseline="0" noProof="0" dirty="0">
                <a:ln>
                  <a:noFill/>
                </a:ln>
                <a:solidFill>
                  <a:prstClr val="black"/>
                </a:solidFill>
                <a:effectLst/>
                <a:uLnTx/>
                <a:uFillTx/>
                <a:latin typeface="Arial"/>
                <a:ea typeface="微软雅黑"/>
                <a:cs typeface="+mn-cs"/>
              </a:rPr>
              <a:t>Operation Phase</a:t>
            </a:r>
          </a:p>
        </p:txBody>
      </p:sp>
      <p:cxnSp>
        <p:nvCxnSpPr>
          <p:cNvPr id="7" name="直線矢印コネクタ 6">
            <a:extLst>
              <a:ext uri="{FF2B5EF4-FFF2-40B4-BE49-F238E27FC236}">
                <a16:creationId xmlns:a16="http://schemas.microsoft.com/office/drawing/2014/main" id="{6D8BDE51-8AA4-2B7A-E050-0C317DCFA3DF}"/>
              </a:ext>
            </a:extLst>
          </p:cNvPr>
          <p:cNvCxnSpPr>
            <a:cxnSpLocks/>
            <a:stCxn id="48" idx="2"/>
            <a:endCxn id="51" idx="0"/>
          </p:cNvCxnSpPr>
          <p:nvPr/>
        </p:nvCxnSpPr>
        <p:spPr>
          <a:xfrm flipH="1">
            <a:off x="3384347" y="2525734"/>
            <a:ext cx="808" cy="427119"/>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2" name="直線矢印コネクタ 11">
            <a:extLst>
              <a:ext uri="{FF2B5EF4-FFF2-40B4-BE49-F238E27FC236}">
                <a16:creationId xmlns:a16="http://schemas.microsoft.com/office/drawing/2014/main" id="{19DB6B0B-1639-912A-C004-83A9DB7730B7}"/>
              </a:ext>
            </a:extLst>
          </p:cNvPr>
          <p:cNvCxnSpPr>
            <a:cxnSpLocks/>
            <a:endCxn id="21" idx="0"/>
          </p:cNvCxnSpPr>
          <p:nvPr/>
        </p:nvCxnSpPr>
        <p:spPr>
          <a:xfrm>
            <a:off x="3332504" y="4656060"/>
            <a:ext cx="0" cy="449107"/>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39" name="フローチャート: 書類 38">
            <a:extLst>
              <a:ext uri="{FF2B5EF4-FFF2-40B4-BE49-F238E27FC236}">
                <a16:creationId xmlns:a16="http://schemas.microsoft.com/office/drawing/2014/main" id="{01CCCF78-5970-E8FE-8360-214B109FE463}"/>
              </a:ext>
            </a:extLst>
          </p:cNvPr>
          <p:cNvSpPr/>
          <p:nvPr/>
        </p:nvSpPr>
        <p:spPr>
          <a:xfrm>
            <a:off x="5472522" y="4619436"/>
            <a:ext cx="1337345" cy="979717"/>
          </a:xfrm>
          <a:prstGeom prst="flowChartDocumen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mc:AlternateContent xmlns:mc="http://schemas.openxmlformats.org/markup-compatibility/2006">
        <mc:Choice xmlns:a14="http://schemas.microsoft.com/office/drawing/2010/main" Requires="a14">
          <p:sp>
            <p:nvSpPr>
              <p:cNvPr id="41" name="テキスト ボックス 40">
                <a:extLst>
                  <a:ext uri="{FF2B5EF4-FFF2-40B4-BE49-F238E27FC236}">
                    <a16:creationId xmlns:a16="http://schemas.microsoft.com/office/drawing/2014/main" id="{4F1C9D7D-1CD5-6CA7-9D81-9182A64438E7}"/>
                  </a:ext>
                </a:extLst>
              </p:cNvPr>
              <p:cNvSpPr txBox="1"/>
              <p:nvPr/>
            </p:nvSpPr>
            <p:spPr>
              <a:xfrm>
                <a:off x="5649715" y="4621041"/>
                <a:ext cx="1006108" cy="298415"/>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𝑇</m:t>
                          </m:r>
                        </m:e>
                        <m:sub>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𝑡𝑖𝑚𝑒𝑠𝑡𝑒𝑝𝑠</m:t>
                          </m:r>
                        </m:sub>
                      </m:sSub>
                    </m:oMath>
                  </m:oMathPara>
                </a14:m>
                <a:endParaRPr kumimoji="1" lang="ja-JP" altLang="en-US" sz="1800" b="0" i="0" u="none" strike="noStrike" kern="1200" cap="none" spc="0" normalizeH="0" baseline="0" noProof="0" dirty="0">
                  <a:ln>
                    <a:noFill/>
                  </a:ln>
                  <a:solidFill>
                    <a:prstClr val="black"/>
                  </a:solidFill>
                  <a:effectLst/>
                  <a:uLnTx/>
                  <a:uFillTx/>
                  <a:latin typeface="Arial"/>
                  <a:ea typeface="微软雅黑"/>
                  <a:cs typeface="+mn-cs"/>
                </a:endParaRPr>
              </a:p>
            </p:txBody>
          </p:sp>
        </mc:Choice>
        <mc:Fallback>
          <p:sp>
            <p:nvSpPr>
              <p:cNvPr id="41" name="テキスト ボックス 40">
                <a:extLst>
                  <a:ext uri="{FF2B5EF4-FFF2-40B4-BE49-F238E27FC236}">
                    <a16:creationId xmlns:a16="http://schemas.microsoft.com/office/drawing/2014/main" id="{4F1C9D7D-1CD5-6CA7-9D81-9182A64438E7}"/>
                  </a:ext>
                </a:extLst>
              </p:cNvPr>
              <p:cNvSpPr txBox="1">
                <a:spLocks noRot="1" noChangeAspect="1" noMove="1" noResize="1" noEditPoints="1" noAdjustHandles="1" noChangeArrowheads="1" noChangeShapeType="1" noTextEdit="1"/>
              </p:cNvSpPr>
              <p:nvPr/>
            </p:nvSpPr>
            <p:spPr>
              <a:xfrm>
                <a:off x="5649715" y="4621041"/>
                <a:ext cx="1006108" cy="298415"/>
              </a:xfrm>
              <a:prstGeom prst="rect">
                <a:avLst/>
              </a:prstGeom>
              <a:blipFill>
                <a:blip r:embed="rId12"/>
                <a:stretch>
                  <a:fillRect l="-4848" r="-1818" b="-24490"/>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42" name="テキスト ボックス 41">
                <a:extLst>
                  <a:ext uri="{FF2B5EF4-FFF2-40B4-BE49-F238E27FC236}">
                    <a16:creationId xmlns:a16="http://schemas.microsoft.com/office/drawing/2014/main" id="{B537CE83-2CFA-3B11-89D5-238CACE26A14}"/>
                  </a:ext>
                </a:extLst>
              </p:cNvPr>
              <p:cNvSpPr txBox="1"/>
              <p:nvPr/>
            </p:nvSpPr>
            <p:spPr>
              <a:xfrm>
                <a:off x="5641212" y="4866920"/>
                <a:ext cx="915572" cy="2769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𝑁</m:t>
                          </m:r>
                        </m:e>
                        <m:sub>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𝑛𝑒𝑢𝑟𝑜𝑛𝑠</m:t>
                          </m:r>
                        </m:sub>
                      </m:sSub>
                    </m:oMath>
                  </m:oMathPara>
                </a14:m>
                <a:endParaRPr kumimoji="1" lang="ja-JP" altLang="en-US" sz="1800" b="0" i="0" u="none" strike="noStrike" kern="1200" cap="none" spc="0" normalizeH="0" baseline="0" noProof="0" dirty="0">
                  <a:ln>
                    <a:noFill/>
                  </a:ln>
                  <a:solidFill>
                    <a:prstClr val="black"/>
                  </a:solidFill>
                  <a:effectLst/>
                  <a:uLnTx/>
                  <a:uFillTx/>
                  <a:latin typeface="Arial"/>
                  <a:ea typeface="微软雅黑"/>
                  <a:cs typeface="+mn-cs"/>
                </a:endParaRPr>
              </a:p>
            </p:txBody>
          </p:sp>
        </mc:Choice>
        <mc:Fallback>
          <p:sp>
            <p:nvSpPr>
              <p:cNvPr id="42" name="テキスト ボックス 41">
                <a:extLst>
                  <a:ext uri="{FF2B5EF4-FFF2-40B4-BE49-F238E27FC236}">
                    <a16:creationId xmlns:a16="http://schemas.microsoft.com/office/drawing/2014/main" id="{B537CE83-2CFA-3B11-89D5-238CACE26A14}"/>
                  </a:ext>
                </a:extLst>
              </p:cNvPr>
              <p:cNvSpPr txBox="1">
                <a:spLocks noRot="1" noChangeAspect="1" noMove="1" noResize="1" noEditPoints="1" noAdjustHandles="1" noChangeArrowheads="1" noChangeShapeType="1" noTextEdit="1"/>
              </p:cNvSpPr>
              <p:nvPr/>
            </p:nvSpPr>
            <p:spPr>
              <a:xfrm>
                <a:off x="5641212" y="4866920"/>
                <a:ext cx="915572" cy="276999"/>
              </a:xfrm>
              <a:prstGeom prst="rect">
                <a:avLst/>
              </a:prstGeom>
              <a:blipFill>
                <a:blip r:embed="rId13"/>
                <a:stretch>
                  <a:fillRect l="-4636" b="-10870"/>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43" name="テキスト ボックス 42">
                <a:extLst>
                  <a:ext uri="{FF2B5EF4-FFF2-40B4-BE49-F238E27FC236}">
                    <a16:creationId xmlns:a16="http://schemas.microsoft.com/office/drawing/2014/main" id="{A6C570B4-BC50-628A-EADB-9BFE5148B0B7}"/>
                  </a:ext>
                </a:extLst>
              </p:cNvPr>
              <p:cNvSpPr txBox="1"/>
              <p:nvPr/>
            </p:nvSpPr>
            <p:spPr>
              <a:xfrm>
                <a:off x="5809851" y="5150126"/>
                <a:ext cx="663322" cy="2769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𝑁</m:t>
                          </m:r>
                        </m:e>
                        <m:sub>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𝑡𝑟𝑎𝑖𝑛</m:t>
                          </m:r>
                        </m:sub>
                      </m:sSub>
                    </m:oMath>
                  </m:oMathPara>
                </a14:m>
                <a:endParaRPr kumimoji="1" lang="ja-JP" altLang="en-US" sz="1800" b="0" i="0" u="none" strike="noStrike" kern="1200" cap="none" spc="0" normalizeH="0" baseline="0" noProof="0" dirty="0">
                  <a:ln>
                    <a:noFill/>
                  </a:ln>
                  <a:solidFill>
                    <a:prstClr val="black"/>
                  </a:solidFill>
                  <a:effectLst/>
                  <a:uLnTx/>
                  <a:uFillTx/>
                  <a:latin typeface="Arial"/>
                  <a:ea typeface="微软雅黑"/>
                  <a:cs typeface="+mn-cs"/>
                </a:endParaRPr>
              </a:p>
            </p:txBody>
          </p:sp>
        </mc:Choice>
        <mc:Fallback>
          <p:sp>
            <p:nvSpPr>
              <p:cNvPr id="43" name="テキスト ボックス 42">
                <a:extLst>
                  <a:ext uri="{FF2B5EF4-FFF2-40B4-BE49-F238E27FC236}">
                    <a16:creationId xmlns:a16="http://schemas.microsoft.com/office/drawing/2014/main" id="{A6C570B4-BC50-628A-EADB-9BFE5148B0B7}"/>
                  </a:ext>
                </a:extLst>
              </p:cNvPr>
              <p:cNvSpPr txBox="1">
                <a:spLocks noRot="1" noChangeAspect="1" noMove="1" noResize="1" noEditPoints="1" noAdjustHandles="1" noChangeArrowheads="1" noChangeShapeType="1" noTextEdit="1"/>
              </p:cNvSpPr>
              <p:nvPr/>
            </p:nvSpPr>
            <p:spPr>
              <a:xfrm>
                <a:off x="5809851" y="5150126"/>
                <a:ext cx="663322" cy="276999"/>
              </a:xfrm>
              <a:prstGeom prst="rect">
                <a:avLst/>
              </a:prstGeom>
              <a:blipFill>
                <a:blip r:embed="rId14"/>
                <a:stretch>
                  <a:fillRect l="-6422" r="-1835" b="-17778"/>
                </a:stretch>
              </a:blipFill>
            </p:spPr>
            <p:txBody>
              <a:bodyPr/>
              <a:lstStyle/>
              <a:p>
                <a:r>
                  <a:rPr lang="ja-JP" altLang="en-US">
                    <a:noFill/>
                  </a:rPr>
                  <a:t> </a:t>
                </a:r>
              </a:p>
            </p:txBody>
          </p:sp>
        </mc:Fallback>
      </mc:AlternateContent>
      <p:cxnSp>
        <p:nvCxnSpPr>
          <p:cNvPr id="45" name="直線矢印コネクタ 44">
            <a:extLst>
              <a:ext uri="{FF2B5EF4-FFF2-40B4-BE49-F238E27FC236}">
                <a16:creationId xmlns:a16="http://schemas.microsoft.com/office/drawing/2014/main" id="{FCE179E8-6AB1-8470-FB78-50733A686C5E}"/>
              </a:ext>
            </a:extLst>
          </p:cNvPr>
          <p:cNvCxnSpPr>
            <a:cxnSpLocks/>
            <a:stCxn id="88" idx="2"/>
            <a:endCxn id="41" idx="0"/>
          </p:cNvCxnSpPr>
          <p:nvPr/>
        </p:nvCxnSpPr>
        <p:spPr>
          <a:xfrm>
            <a:off x="6146629" y="4370101"/>
            <a:ext cx="6140" cy="25094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72" name="フローチャート: 書類 71">
            <a:extLst>
              <a:ext uri="{FF2B5EF4-FFF2-40B4-BE49-F238E27FC236}">
                <a16:creationId xmlns:a16="http://schemas.microsoft.com/office/drawing/2014/main" id="{3DD80150-EC59-83C9-E69A-526FB06E0426}"/>
              </a:ext>
            </a:extLst>
          </p:cNvPr>
          <p:cNvSpPr/>
          <p:nvPr/>
        </p:nvSpPr>
        <p:spPr>
          <a:xfrm>
            <a:off x="7237916" y="4558570"/>
            <a:ext cx="2192494" cy="1021076"/>
          </a:xfrm>
          <a:prstGeom prst="flowChartDocumen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mc:AlternateContent xmlns:mc="http://schemas.openxmlformats.org/markup-compatibility/2006">
        <mc:Choice xmlns:a14="http://schemas.microsoft.com/office/drawing/2010/main" Requires="a14">
          <p:sp>
            <p:nvSpPr>
              <p:cNvPr id="76" name="テキスト ボックス 75">
                <a:extLst>
                  <a:ext uri="{FF2B5EF4-FFF2-40B4-BE49-F238E27FC236}">
                    <a16:creationId xmlns:a16="http://schemas.microsoft.com/office/drawing/2014/main" id="{0AFD86EA-9C3E-5F35-3AAC-0B904FAB4C31}"/>
                  </a:ext>
                </a:extLst>
              </p:cNvPr>
              <p:cNvSpPr txBox="1"/>
              <p:nvPr/>
            </p:nvSpPr>
            <p:spPr>
              <a:xfrm>
                <a:off x="7882704" y="4563585"/>
                <a:ext cx="1006108" cy="298415"/>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𝑇</m:t>
                          </m:r>
                        </m:e>
                        <m:sub>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𝑡𝑖𝑚𝑒𝑠𝑡𝑒𝑝𝑠</m:t>
                          </m:r>
                        </m:sub>
                      </m:sSub>
                    </m:oMath>
                  </m:oMathPara>
                </a14:m>
                <a:endParaRPr kumimoji="1" lang="ja-JP" altLang="en-US" sz="1800" b="0" i="0" u="none" strike="noStrike" kern="1200" cap="none" spc="0" normalizeH="0" baseline="0" noProof="0" dirty="0">
                  <a:ln>
                    <a:noFill/>
                  </a:ln>
                  <a:solidFill>
                    <a:prstClr val="black"/>
                  </a:solidFill>
                  <a:effectLst/>
                  <a:uLnTx/>
                  <a:uFillTx/>
                  <a:latin typeface="Arial"/>
                  <a:ea typeface="微软雅黑"/>
                  <a:cs typeface="+mn-cs"/>
                </a:endParaRPr>
              </a:p>
            </p:txBody>
          </p:sp>
        </mc:Choice>
        <mc:Fallback>
          <p:sp>
            <p:nvSpPr>
              <p:cNvPr id="76" name="テキスト ボックス 75">
                <a:extLst>
                  <a:ext uri="{FF2B5EF4-FFF2-40B4-BE49-F238E27FC236}">
                    <a16:creationId xmlns:a16="http://schemas.microsoft.com/office/drawing/2014/main" id="{0AFD86EA-9C3E-5F35-3AAC-0B904FAB4C31}"/>
                  </a:ext>
                </a:extLst>
              </p:cNvPr>
              <p:cNvSpPr txBox="1">
                <a:spLocks noRot="1" noChangeAspect="1" noMove="1" noResize="1" noEditPoints="1" noAdjustHandles="1" noChangeArrowheads="1" noChangeShapeType="1" noTextEdit="1"/>
              </p:cNvSpPr>
              <p:nvPr/>
            </p:nvSpPr>
            <p:spPr>
              <a:xfrm>
                <a:off x="7882704" y="4563585"/>
                <a:ext cx="1006108" cy="298415"/>
              </a:xfrm>
              <a:prstGeom prst="rect">
                <a:avLst/>
              </a:prstGeom>
              <a:blipFill>
                <a:blip r:embed="rId15"/>
                <a:stretch>
                  <a:fillRect l="-4242" r="-1818" b="-24490"/>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78" name="テキスト ボックス 77">
                <a:extLst>
                  <a:ext uri="{FF2B5EF4-FFF2-40B4-BE49-F238E27FC236}">
                    <a16:creationId xmlns:a16="http://schemas.microsoft.com/office/drawing/2014/main" id="{740D76D6-4DA8-FE9D-00DE-B0CE640B9F6B}"/>
                  </a:ext>
                </a:extLst>
              </p:cNvPr>
              <p:cNvSpPr txBox="1"/>
              <p:nvPr/>
            </p:nvSpPr>
            <p:spPr>
              <a:xfrm>
                <a:off x="7901564" y="4774720"/>
                <a:ext cx="915572" cy="2769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𝑁</m:t>
                          </m:r>
                        </m:e>
                        <m:sub>
                          <m:r>
                            <a:rPr kumimoji="1" lang="en-US" altLang="ja-JP"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𝑛𝑒𝑢𝑟𝑜𝑛𝑠</m:t>
                          </m:r>
                        </m:sub>
                      </m:sSub>
                    </m:oMath>
                  </m:oMathPara>
                </a14:m>
                <a:endParaRPr kumimoji="1" lang="ja-JP" altLang="en-US" sz="1800" b="0" i="0" u="none" strike="noStrike" kern="1200" cap="none" spc="0" normalizeH="0" baseline="0" noProof="0" dirty="0">
                  <a:ln>
                    <a:noFill/>
                  </a:ln>
                  <a:solidFill>
                    <a:prstClr val="black"/>
                  </a:solidFill>
                  <a:effectLst/>
                  <a:uLnTx/>
                  <a:uFillTx/>
                  <a:latin typeface="Arial"/>
                  <a:ea typeface="微软雅黑"/>
                  <a:cs typeface="+mn-cs"/>
                </a:endParaRPr>
              </a:p>
            </p:txBody>
          </p:sp>
        </mc:Choice>
        <mc:Fallback>
          <p:sp>
            <p:nvSpPr>
              <p:cNvPr id="78" name="テキスト ボックス 77">
                <a:extLst>
                  <a:ext uri="{FF2B5EF4-FFF2-40B4-BE49-F238E27FC236}">
                    <a16:creationId xmlns:a16="http://schemas.microsoft.com/office/drawing/2014/main" id="{740D76D6-4DA8-FE9D-00DE-B0CE640B9F6B}"/>
                  </a:ext>
                </a:extLst>
              </p:cNvPr>
              <p:cNvSpPr txBox="1">
                <a:spLocks noRot="1" noChangeAspect="1" noMove="1" noResize="1" noEditPoints="1" noAdjustHandles="1" noChangeArrowheads="1" noChangeShapeType="1" noTextEdit="1"/>
              </p:cNvSpPr>
              <p:nvPr/>
            </p:nvSpPr>
            <p:spPr>
              <a:xfrm>
                <a:off x="7901564" y="4774720"/>
                <a:ext cx="915572" cy="276999"/>
              </a:xfrm>
              <a:prstGeom prst="rect">
                <a:avLst/>
              </a:prstGeom>
              <a:blipFill>
                <a:blip r:embed="rId16"/>
                <a:stretch>
                  <a:fillRect l="-4667" b="-10870"/>
                </a:stretch>
              </a:blipFill>
            </p:spPr>
            <p:txBody>
              <a:bodyPr/>
              <a:lstStyle/>
              <a:p>
                <a:r>
                  <a:rPr lang="ja-JP" altLang="en-US">
                    <a:noFill/>
                  </a:rPr>
                  <a:t> </a:t>
                </a:r>
              </a:p>
            </p:txBody>
          </p:sp>
        </mc:Fallback>
      </mc:AlternateContent>
      <p:sp>
        <p:nvSpPr>
          <p:cNvPr id="81" name="テキスト ボックス 80">
            <a:extLst>
              <a:ext uri="{FF2B5EF4-FFF2-40B4-BE49-F238E27FC236}">
                <a16:creationId xmlns:a16="http://schemas.microsoft.com/office/drawing/2014/main" id="{C542084E-D7F0-0901-0009-D279AE1DEA04}"/>
              </a:ext>
            </a:extLst>
          </p:cNvPr>
          <p:cNvSpPr txBox="1"/>
          <p:nvPr/>
        </p:nvSpPr>
        <p:spPr>
          <a:xfrm>
            <a:off x="7417471" y="5029174"/>
            <a:ext cx="1865645"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sng" strike="noStrike" kern="1200" cap="none" spc="0" normalizeH="0" baseline="0" noProof="0" dirty="0">
                <a:ln>
                  <a:noFill/>
                </a:ln>
                <a:solidFill>
                  <a:prstClr val="black"/>
                </a:solidFill>
                <a:effectLst/>
                <a:uLnTx/>
                <a:uFillTx/>
                <a:latin typeface="Arial"/>
                <a:ea typeface="微软雅黑"/>
                <a:cs typeface="+mn-cs"/>
              </a:rPr>
              <a:t>Neuron to Prune</a:t>
            </a:r>
          </a:p>
        </p:txBody>
      </p:sp>
      <p:cxnSp>
        <p:nvCxnSpPr>
          <p:cNvPr id="82" name="直線矢印コネクタ 81">
            <a:extLst>
              <a:ext uri="{FF2B5EF4-FFF2-40B4-BE49-F238E27FC236}">
                <a16:creationId xmlns:a16="http://schemas.microsoft.com/office/drawing/2014/main" id="{40BE1DA2-3A5E-FFE3-46A0-E0041438B2D1}"/>
              </a:ext>
            </a:extLst>
          </p:cNvPr>
          <p:cNvCxnSpPr>
            <a:cxnSpLocks/>
            <a:stCxn id="123" idx="2"/>
            <a:endCxn id="76" idx="0"/>
          </p:cNvCxnSpPr>
          <p:nvPr/>
        </p:nvCxnSpPr>
        <p:spPr>
          <a:xfrm>
            <a:off x="8383570" y="4363966"/>
            <a:ext cx="2188" cy="199619"/>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3" name="四角形: 角を丸くする 2">
            <a:extLst>
              <a:ext uri="{FF2B5EF4-FFF2-40B4-BE49-F238E27FC236}">
                <a16:creationId xmlns:a16="http://schemas.microsoft.com/office/drawing/2014/main" id="{8498C6AA-07E7-8CA2-8A9F-4B7641724914}"/>
              </a:ext>
            </a:extLst>
          </p:cNvPr>
          <p:cNvSpPr/>
          <p:nvPr/>
        </p:nvSpPr>
        <p:spPr>
          <a:xfrm>
            <a:off x="7187084" y="1805486"/>
            <a:ext cx="2284298" cy="3946012"/>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Arial"/>
              <a:ea typeface="微软雅黑"/>
              <a:cs typeface="+mn-cs"/>
            </a:endParaRPr>
          </a:p>
        </p:txBody>
      </p:sp>
    </p:spTree>
    <p:custDataLst>
      <p:tags r:id="rId1"/>
    </p:custDataLst>
    <p:extLst>
      <p:ext uri="{BB962C8B-B14F-4D97-AF65-F5344CB8AC3E}">
        <p14:creationId xmlns:p14="http://schemas.microsoft.com/office/powerpoint/2010/main" val="38449305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rotWithShape="1">
          <a:blip r:embed="rId4"/>
          <a:stretch>
            <a:fillRect/>
          </a:stretch>
        </a:blipFill>
        <a:effectLst/>
      </p:bgPr>
    </p:bg>
    <p:spTree>
      <p:nvGrpSpPr>
        <p:cNvPr id="1" name="">
          <a:extLst>
            <a:ext uri="{FF2B5EF4-FFF2-40B4-BE49-F238E27FC236}">
              <a16:creationId xmlns:a16="http://schemas.microsoft.com/office/drawing/2014/main" id="{C09697A9-0136-F7DB-FD79-8F07B21E6252}"/>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7" name="テキスト ボックス 16">
                <a:extLst>
                  <a:ext uri="{FF2B5EF4-FFF2-40B4-BE49-F238E27FC236}">
                    <a16:creationId xmlns:a16="http://schemas.microsoft.com/office/drawing/2014/main" id="{4AC9667B-3B89-B6F3-9AE0-45C79ACAEB98}"/>
                  </a:ext>
                </a:extLst>
              </p:cNvPr>
              <p:cNvSpPr txBox="1"/>
              <p:nvPr/>
            </p:nvSpPr>
            <p:spPr>
              <a:xfrm>
                <a:off x="2219105" y="3033898"/>
                <a:ext cx="7200882" cy="66466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unc>
                        <m:funcPr>
                          <m:ctrlPr>
                            <a:rPr kumimoji="1" lang="en-US" altLang="ja-JP" sz="2400" b="0" i="1" smtClean="0">
                              <a:latin typeface="Cambria Math" panose="02040503050406030204" pitchFamily="18" charset="0"/>
                            </a:rPr>
                          </m:ctrlPr>
                        </m:funcPr>
                        <m:fName>
                          <m:limLow>
                            <m:limLowPr>
                              <m:ctrlPr>
                                <a:rPr kumimoji="1" lang="en-US" altLang="ja-JP" sz="2400" b="0" i="1" smtClean="0">
                                  <a:latin typeface="Cambria Math" panose="02040503050406030204" pitchFamily="18" charset="0"/>
                                </a:rPr>
                              </m:ctrlPr>
                            </m:limLowPr>
                            <m:e>
                              <m:r>
                                <m:rPr>
                                  <m:sty m:val="p"/>
                                </m:rPr>
                                <a:rPr kumimoji="1" lang="en-US" altLang="ja-JP" sz="2400" b="0" i="0" smtClean="0">
                                  <a:latin typeface="Cambria Math" panose="02040503050406030204" pitchFamily="18" charset="0"/>
                                </a:rPr>
                                <m:t>min</m:t>
                              </m:r>
                            </m:e>
                            <m:lim>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𝑁</m:t>
                                  </m:r>
                                </m:e>
                                <m:sub>
                                  <m:r>
                                    <a:rPr kumimoji="1" lang="en-US" altLang="ja-JP" sz="2400" b="0" i="1" smtClean="0">
                                      <a:latin typeface="Cambria Math" panose="02040503050406030204" pitchFamily="18" charset="0"/>
                                    </a:rPr>
                                    <m:t>𝑛𝑒𝑢𝑟𝑜𝑛𝑠</m:t>
                                  </m:r>
                                </m:sub>
                              </m:sSub>
                              <m:r>
                                <a:rPr kumimoji="1" lang="en-US" altLang="ja-JP" sz="2400" b="0" i="1" smtClean="0">
                                  <a:latin typeface="Cambria Math" panose="02040503050406030204" pitchFamily="18" charset="0"/>
                                </a:rPr>
                                <m:t>, </m:t>
                              </m:r>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𝑇</m:t>
                                  </m:r>
                                </m:e>
                                <m:sub>
                                  <m:r>
                                    <a:rPr kumimoji="1" lang="en-US" altLang="ja-JP" sz="2400" b="0" i="1" smtClean="0">
                                      <a:latin typeface="Cambria Math" panose="02040503050406030204" pitchFamily="18" charset="0"/>
                                    </a:rPr>
                                    <m:t>𝑡𝑖𝑚𝑒𝑠𝑡𝑒𝑝𝑠</m:t>
                                  </m:r>
                                </m:sub>
                              </m:sSub>
                            </m:lim>
                          </m:limLow>
                        </m:fName>
                        <m:e>
                          <m:sSup>
                            <m:sSupPr>
                              <m:ctrlPr>
                                <a:rPr kumimoji="1" lang="en-US" altLang="ja-JP" sz="2400" b="0" i="1" smtClean="0">
                                  <a:latin typeface="Cambria Math" panose="02040503050406030204" pitchFamily="18" charset="0"/>
                                </a:rPr>
                              </m:ctrlPr>
                            </m:sSupPr>
                            <m:e>
                              <m:d>
                                <m:dPr>
                                  <m:begChr m:val="["/>
                                  <m:endChr m:val="]"/>
                                  <m:ctrlPr>
                                    <a:rPr kumimoji="1" lang="en-US" altLang="ja-JP" sz="2400" b="0" i="1" smtClean="0">
                                      <a:latin typeface="Cambria Math" panose="02040503050406030204" pitchFamily="18" charset="0"/>
                                    </a:rPr>
                                  </m:ctrlPr>
                                </m:dPr>
                                <m:e>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𝐸</m:t>
                                      </m:r>
                                    </m:e>
                                    <m:sub>
                                      <m:r>
                                        <a:rPr kumimoji="1" lang="en-US" altLang="ja-JP" sz="2400" b="0" i="1" smtClean="0">
                                          <a:latin typeface="Cambria Math" panose="02040503050406030204" pitchFamily="18" charset="0"/>
                                        </a:rPr>
                                        <m:t>𝑖𝑛𝑓𝑒𝑟𝑒𝑛𝑐𝑒</m:t>
                                      </m:r>
                                    </m:sub>
                                  </m:sSub>
                                  <m:r>
                                    <a:rPr kumimoji="1" lang="en-US" altLang="ja-JP" sz="2400" b="0" i="1" smtClean="0">
                                      <a:latin typeface="Cambria Math" panose="02040503050406030204" pitchFamily="18" charset="0"/>
                                    </a:rPr>
                                    <m:t>−</m:t>
                                  </m:r>
                                  <m:r>
                                    <a:rPr kumimoji="1" lang="en-US" altLang="ja-JP" sz="2400" b="0" i="1" smtClean="0">
                                      <a:latin typeface="Cambria Math" panose="02040503050406030204" pitchFamily="18" charset="0"/>
                                    </a:rPr>
                                    <m:t>𝐸</m:t>
                                  </m:r>
                                  <m:d>
                                    <m:dPr>
                                      <m:ctrlPr>
                                        <a:rPr kumimoji="1" lang="en-US" altLang="ja-JP" sz="2400" b="0" i="1" smtClean="0">
                                          <a:latin typeface="Cambria Math" panose="02040503050406030204" pitchFamily="18" charset="0"/>
                                        </a:rPr>
                                      </m:ctrlPr>
                                    </m:dPr>
                                    <m:e>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𝑁</m:t>
                                          </m:r>
                                        </m:e>
                                        <m:sub>
                                          <m:r>
                                            <a:rPr kumimoji="1" lang="en-US" altLang="ja-JP" sz="2400" b="0" i="1" smtClean="0">
                                              <a:latin typeface="Cambria Math" panose="02040503050406030204" pitchFamily="18" charset="0"/>
                                            </a:rPr>
                                            <m:t>𝑛𝑒𝑢𝑟𝑜𝑛𝑠</m:t>
                                          </m:r>
                                        </m:sub>
                                      </m:sSub>
                                      <m:r>
                                        <a:rPr kumimoji="1" lang="en-US" altLang="ja-JP" sz="2400" b="0" i="1" smtClean="0">
                                          <a:latin typeface="Cambria Math" panose="02040503050406030204" pitchFamily="18" charset="0"/>
                                        </a:rPr>
                                        <m:t>, </m:t>
                                      </m:r>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𝑇</m:t>
                                          </m:r>
                                        </m:e>
                                        <m:sub>
                                          <m:r>
                                            <a:rPr kumimoji="1" lang="en-US" altLang="ja-JP" sz="2400" b="0" i="1" smtClean="0">
                                              <a:latin typeface="Cambria Math" panose="02040503050406030204" pitchFamily="18" charset="0"/>
                                            </a:rPr>
                                            <m:t>𝑡𝑖𝑚𝑒𝑠𝑡𝑒𝑝𝑠</m:t>
                                          </m:r>
                                        </m:sub>
                                      </m:sSub>
                                    </m:e>
                                  </m:d>
                                </m:e>
                              </m:d>
                            </m:e>
                            <m:sup>
                              <m:r>
                                <a:rPr kumimoji="1" lang="en-US" altLang="ja-JP" sz="2400" b="0" i="1" smtClean="0">
                                  <a:latin typeface="Cambria Math" panose="02040503050406030204" pitchFamily="18" charset="0"/>
                                </a:rPr>
                                <m:t>2</m:t>
                              </m:r>
                            </m:sup>
                          </m:sSup>
                        </m:e>
                      </m:func>
                    </m:oMath>
                  </m:oMathPara>
                </a14:m>
                <a:endParaRPr kumimoji="1" lang="en-US" altLang="ja-JP" sz="2400" b="0" i="1" dirty="0">
                  <a:latin typeface="Cambria Math" panose="02040503050406030204" pitchFamily="18" charset="0"/>
                </a:endParaRPr>
              </a:p>
            </p:txBody>
          </p:sp>
        </mc:Choice>
        <mc:Fallback xmlns="">
          <p:sp>
            <p:nvSpPr>
              <p:cNvPr id="17" name="テキスト ボックス 16">
                <a:extLst>
                  <a:ext uri="{FF2B5EF4-FFF2-40B4-BE49-F238E27FC236}">
                    <a16:creationId xmlns:a16="http://schemas.microsoft.com/office/drawing/2014/main" id="{4AC9667B-3B89-B6F3-9AE0-45C79ACAEB98}"/>
                  </a:ext>
                </a:extLst>
              </p:cNvPr>
              <p:cNvSpPr txBox="1">
                <a:spLocks noRot="1" noChangeAspect="1" noMove="1" noResize="1" noEditPoints="1" noAdjustHandles="1" noChangeArrowheads="1" noChangeShapeType="1" noTextEdit="1"/>
              </p:cNvSpPr>
              <p:nvPr/>
            </p:nvSpPr>
            <p:spPr>
              <a:xfrm>
                <a:off x="2219105" y="3033898"/>
                <a:ext cx="7200882" cy="664669"/>
              </a:xfrm>
              <a:prstGeom prst="rect">
                <a:avLst/>
              </a:prstGeom>
              <a:blipFill>
                <a:blip r:embed="rId5"/>
                <a:stretch>
                  <a:fillRect/>
                </a:stretch>
              </a:blipFill>
            </p:spPr>
            <p:txBody>
              <a:bodyPr/>
              <a:lstStyle/>
              <a:p>
                <a:r>
                  <a:rPr lang="ja-JP" altLang="en-US">
                    <a:noFill/>
                  </a:rPr>
                  <a:t> </a:t>
                </a:r>
              </a:p>
            </p:txBody>
          </p:sp>
        </mc:Fallback>
      </mc:AlternateContent>
      <p:sp>
        <p:nvSpPr>
          <p:cNvPr id="23" name="タイトル 4">
            <a:extLst>
              <a:ext uri="{FF2B5EF4-FFF2-40B4-BE49-F238E27FC236}">
                <a16:creationId xmlns:a16="http://schemas.microsoft.com/office/drawing/2014/main" id="{B5EC393B-4AB0-D270-7FED-35AEA38A0765}"/>
              </a:ext>
            </a:extLst>
          </p:cNvPr>
          <p:cNvSpPr>
            <a:spLocks noGrp="1"/>
          </p:cNvSpPr>
          <p:nvPr>
            <p:ph type="title"/>
          </p:nvPr>
        </p:nvSpPr>
        <p:spPr>
          <a:xfrm>
            <a:off x="608400" y="608400"/>
            <a:ext cx="10969200" cy="705600"/>
          </a:xfrm>
        </p:spPr>
        <p:txBody>
          <a:bodyPr/>
          <a:lstStyle/>
          <a:p>
            <a:r>
              <a:rPr lang="en-US" altLang="ja-JP" dirty="0"/>
              <a:t>Configuration Phase (Inference)</a:t>
            </a:r>
            <a:endParaRPr lang="ja-JP" altLang="en-US" dirty="0"/>
          </a:p>
        </p:txBody>
      </p:sp>
      <p:pic>
        <p:nvPicPr>
          <p:cNvPr id="24" name="图片 3" descr="logo-4">
            <a:extLst>
              <a:ext uri="{FF2B5EF4-FFF2-40B4-BE49-F238E27FC236}">
                <a16:creationId xmlns:a16="http://schemas.microsoft.com/office/drawing/2014/main" id="{13AEF559-5436-D05E-957D-8B987A529456}"/>
              </a:ext>
            </a:extLst>
          </p:cNvPr>
          <p:cNvPicPr>
            <a:picLocks noChangeAspect="1"/>
          </p:cNvPicPr>
          <p:nvPr/>
        </p:nvPicPr>
        <p:blipFill>
          <a:blip r:embed="rId6"/>
          <a:stretch>
            <a:fillRect/>
          </a:stretch>
        </p:blipFill>
        <p:spPr>
          <a:xfrm>
            <a:off x="10354310" y="6334125"/>
            <a:ext cx="1603375" cy="387350"/>
          </a:xfrm>
          <a:prstGeom prst="rect">
            <a:avLst/>
          </a:prstGeom>
        </p:spPr>
      </p:pic>
      <mc:AlternateContent xmlns:mc="http://schemas.openxmlformats.org/markup-compatibility/2006" xmlns:a14="http://schemas.microsoft.com/office/drawing/2010/main">
        <mc:Choice Requires="a14">
          <p:sp>
            <p:nvSpPr>
              <p:cNvPr id="4" name="テキスト ボックス 3">
                <a:extLst>
                  <a:ext uri="{FF2B5EF4-FFF2-40B4-BE49-F238E27FC236}">
                    <a16:creationId xmlns:a16="http://schemas.microsoft.com/office/drawing/2014/main" id="{2F59314F-3A8A-DE45-7870-89DEEA2A028C}"/>
                  </a:ext>
                </a:extLst>
              </p:cNvPr>
              <p:cNvSpPr txBox="1"/>
              <p:nvPr/>
            </p:nvSpPr>
            <p:spPr>
              <a:xfrm>
                <a:off x="1976709" y="1514355"/>
                <a:ext cx="7697806" cy="41729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kumimoji="1" lang="en-US" altLang="ja-JP" sz="2400" b="0" i="0" smtClean="0">
                          <a:latin typeface="Cambria Math" panose="02040503050406030204" pitchFamily="18" charset="0"/>
                        </a:rPr>
                        <m:t>E</m:t>
                      </m:r>
                      <m:r>
                        <a:rPr kumimoji="1" lang="en-US" altLang="ja-JP" sz="2400" b="0" i="0" smtClean="0">
                          <a:latin typeface="Cambria Math" panose="02040503050406030204" pitchFamily="18" charset="0"/>
                        </a:rPr>
                        <m:t>(</m:t>
                      </m:r>
                      <m:sSub>
                        <m:sSubPr>
                          <m:ctrlPr>
                            <a:rPr kumimoji="1" lang="en-US" altLang="ja-JP" sz="2400" b="0" i="1" smtClean="0">
                              <a:latin typeface="Cambria Math" panose="02040503050406030204" pitchFamily="18" charset="0"/>
                            </a:rPr>
                          </m:ctrlPr>
                        </m:sSubPr>
                        <m:e>
                          <m:r>
                            <m:rPr>
                              <m:sty m:val="p"/>
                            </m:rPr>
                            <a:rPr kumimoji="1" lang="en-US" altLang="ja-JP" sz="2400" b="0" i="0" smtClean="0">
                              <a:latin typeface="Cambria Math" panose="02040503050406030204" pitchFamily="18" charset="0"/>
                            </a:rPr>
                            <m:t>N</m:t>
                          </m:r>
                        </m:e>
                        <m:sub>
                          <m:r>
                            <m:rPr>
                              <m:sty m:val="p"/>
                            </m:rPr>
                            <a:rPr kumimoji="1" lang="en-US" altLang="ja-JP" sz="2400" b="0" i="0" smtClean="0">
                              <a:latin typeface="Cambria Math" panose="02040503050406030204" pitchFamily="18" charset="0"/>
                            </a:rPr>
                            <m:t>neurons</m:t>
                          </m:r>
                        </m:sub>
                      </m:sSub>
                      <m:r>
                        <a:rPr kumimoji="1" lang="en-US" altLang="ja-JP" sz="2400" b="0" i="0" smtClean="0">
                          <a:latin typeface="Cambria Math" panose="02040503050406030204" pitchFamily="18" charset="0"/>
                        </a:rPr>
                        <m:t>,</m:t>
                      </m:r>
                      <m:sSub>
                        <m:sSubPr>
                          <m:ctrlPr>
                            <a:rPr kumimoji="1" lang="en-US" altLang="ja-JP" sz="2400" b="0" i="1" smtClean="0">
                              <a:latin typeface="Cambria Math" panose="02040503050406030204" pitchFamily="18" charset="0"/>
                            </a:rPr>
                          </m:ctrlPr>
                        </m:sSubPr>
                        <m:e>
                          <m:r>
                            <m:rPr>
                              <m:sty m:val="p"/>
                            </m:rPr>
                            <a:rPr kumimoji="1" lang="en-US" altLang="ja-JP" sz="2400" b="0" i="0" smtClean="0">
                              <a:latin typeface="Cambria Math" panose="02040503050406030204" pitchFamily="18" charset="0"/>
                            </a:rPr>
                            <m:t>T</m:t>
                          </m:r>
                        </m:e>
                        <m:sub>
                          <m:r>
                            <m:rPr>
                              <m:sty m:val="p"/>
                            </m:rPr>
                            <a:rPr kumimoji="1" lang="en-US" altLang="ja-JP" sz="2400" b="0" i="0" smtClean="0">
                              <a:latin typeface="Cambria Math" panose="02040503050406030204" pitchFamily="18" charset="0"/>
                            </a:rPr>
                            <m:t>timesteps</m:t>
                          </m:r>
                        </m:sub>
                      </m:sSub>
                      <m:r>
                        <a:rPr kumimoji="1" lang="en-US" altLang="ja-JP" sz="2400" b="0" i="0" smtClean="0">
                          <a:latin typeface="Cambria Math" panose="02040503050406030204" pitchFamily="18" charset="0"/>
                        </a:rPr>
                        <m:t>)=</m:t>
                      </m:r>
                      <m:r>
                        <a:rPr kumimoji="1" lang="en-US" altLang="ja-JP" sz="2400" b="0" i="1" smtClean="0">
                          <a:latin typeface="Cambria Math" panose="02040503050406030204" pitchFamily="18" charset="0"/>
                        </a:rPr>
                        <m:t>𝑎</m:t>
                      </m:r>
                      <m:sSubSup>
                        <m:sSubSupPr>
                          <m:ctrlPr>
                            <a:rPr kumimoji="1" lang="en-US" altLang="ja-JP" sz="2400" b="0" i="1" smtClean="0">
                              <a:latin typeface="Cambria Math" panose="02040503050406030204" pitchFamily="18" charset="0"/>
                            </a:rPr>
                          </m:ctrlPr>
                        </m:sSubSupPr>
                        <m:e>
                          <m:r>
                            <a:rPr kumimoji="1" lang="en-US" altLang="ja-JP" sz="2400" b="0" i="1" smtClean="0">
                              <a:latin typeface="Cambria Math" panose="02040503050406030204" pitchFamily="18" charset="0"/>
                            </a:rPr>
                            <m:t>𝑁</m:t>
                          </m:r>
                        </m:e>
                        <m:sub>
                          <m:r>
                            <a:rPr kumimoji="1" lang="en-US" altLang="ja-JP" sz="2400" b="0" i="1" smtClean="0">
                              <a:latin typeface="Cambria Math" panose="02040503050406030204" pitchFamily="18" charset="0"/>
                            </a:rPr>
                            <m:t>𝑛𝑒𝑢𝑟𝑜𝑛𝑠</m:t>
                          </m:r>
                        </m:sub>
                        <m:sup>
                          <m:r>
                            <a:rPr kumimoji="1" lang="en-US" altLang="ja-JP" sz="2400" b="0" i="1" smtClean="0">
                              <a:latin typeface="Cambria Math" panose="02040503050406030204" pitchFamily="18" charset="0"/>
                            </a:rPr>
                            <m:t>𝑑</m:t>
                          </m:r>
                        </m:sup>
                      </m:sSubSup>
                      <m:r>
                        <a:rPr kumimoji="1" lang="en-US" altLang="ja-JP" sz="2400" b="0" i="1" smtClean="0">
                          <a:latin typeface="Cambria Math" panose="02040503050406030204" pitchFamily="18" charset="0"/>
                        </a:rPr>
                        <m:t>+</m:t>
                      </m:r>
                      <m:r>
                        <a:rPr kumimoji="1" lang="en-US" altLang="ja-JP" sz="2400" b="0" i="1" smtClean="0">
                          <a:latin typeface="Cambria Math" panose="02040503050406030204" pitchFamily="18" charset="0"/>
                        </a:rPr>
                        <m:t>𝑏</m:t>
                      </m:r>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𝑇</m:t>
                          </m:r>
                        </m:e>
                        <m:sub>
                          <m:r>
                            <a:rPr kumimoji="1" lang="en-US" altLang="ja-JP" sz="2400" b="0" i="1" smtClean="0">
                              <a:latin typeface="Cambria Math" panose="02040503050406030204" pitchFamily="18" charset="0"/>
                            </a:rPr>
                            <m:t>𝑡𝑖𝑚𝑒𝑠𝑡𝑒𝑝𝑠</m:t>
                          </m:r>
                        </m:sub>
                      </m:sSub>
                      <m:r>
                        <a:rPr kumimoji="1" lang="en-US" altLang="ja-JP" sz="2400" b="0" i="1" smtClean="0">
                          <a:latin typeface="Cambria Math" panose="02040503050406030204" pitchFamily="18" charset="0"/>
                        </a:rPr>
                        <m:t>+</m:t>
                      </m:r>
                      <m:r>
                        <a:rPr kumimoji="1" lang="en-US" altLang="ja-JP" sz="2400" b="0" i="1" smtClean="0">
                          <a:latin typeface="Cambria Math" panose="02040503050406030204" pitchFamily="18" charset="0"/>
                        </a:rPr>
                        <m:t>𝐶</m:t>
                      </m:r>
                    </m:oMath>
                  </m:oMathPara>
                </a14:m>
                <a:endParaRPr kumimoji="1" lang="en-US" altLang="ja-JP" sz="2400" b="0" dirty="0"/>
              </a:p>
            </p:txBody>
          </p:sp>
        </mc:Choice>
        <mc:Fallback xmlns="">
          <p:sp>
            <p:nvSpPr>
              <p:cNvPr id="4" name="テキスト ボックス 3">
                <a:extLst>
                  <a:ext uri="{FF2B5EF4-FFF2-40B4-BE49-F238E27FC236}">
                    <a16:creationId xmlns:a16="http://schemas.microsoft.com/office/drawing/2014/main" id="{2F59314F-3A8A-DE45-7870-89DEEA2A028C}"/>
                  </a:ext>
                </a:extLst>
              </p:cNvPr>
              <p:cNvSpPr txBox="1">
                <a:spLocks noRot="1" noChangeAspect="1" noMove="1" noResize="1" noEditPoints="1" noAdjustHandles="1" noChangeArrowheads="1" noChangeShapeType="1" noTextEdit="1"/>
              </p:cNvSpPr>
              <p:nvPr/>
            </p:nvSpPr>
            <p:spPr>
              <a:xfrm>
                <a:off x="1976709" y="1514355"/>
                <a:ext cx="7697806" cy="417294"/>
              </a:xfrm>
              <a:prstGeom prst="rect">
                <a:avLst/>
              </a:prstGeom>
              <a:blipFill>
                <a:blip r:embed="rId7"/>
                <a:stretch>
                  <a:fillRect b="-23188"/>
                </a:stretch>
              </a:blipFill>
            </p:spPr>
            <p:txBody>
              <a:bodyPr/>
              <a:lstStyle/>
              <a:p>
                <a:r>
                  <a:rPr lang="ja-JP" altLang="en-US">
                    <a:noFill/>
                  </a:rPr>
                  <a:t> </a:t>
                </a:r>
              </a:p>
            </p:txBody>
          </p:sp>
        </mc:Fallback>
      </mc:AlternateContent>
      <p:sp>
        <p:nvSpPr>
          <p:cNvPr id="5" name="正方形/長方形 4">
            <a:extLst>
              <a:ext uri="{FF2B5EF4-FFF2-40B4-BE49-F238E27FC236}">
                <a16:creationId xmlns:a16="http://schemas.microsoft.com/office/drawing/2014/main" id="{5163CBB4-6C30-ED75-2860-FAC7D95E34FC}"/>
              </a:ext>
            </a:extLst>
          </p:cNvPr>
          <p:cNvSpPr/>
          <p:nvPr/>
        </p:nvSpPr>
        <p:spPr>
          <a:xfrm>
            <a:off x="4469363" y="3155446"/>
            <a:ext cx="1352939" cy="504329"/>
          </a:xfrm>
          <a:prstGeom prst="rect">
            <a:avLst/>
          </a:prstGeom>
          <a:noFill/>
          <a:ln w="19050">
            <a:solidFill>
              <a:srgbClr val="0070C0"/>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E0D5B095-D497-B81A-A8FA-75DA13A3315C}"/>
              </a:ext>
            </a:extLst>
          </p:cNvPr>
          <p:cNvSpPr txBox="1"/>
          <p:nvPr/>
        </p:nvSpPr>
        <p:spPr>
          <a:xfrm>
            <a:off x="4289134" y="3659775"/>
            <a:ext cx="1893397" cy="646331"/>
          </a:xfrm>
          <a:prstGeom prst="rect">
            <a:avLst/>
          </a:prstGeom>
          <a:noFill/>
        </p:spPr>
        <p:txBody>
          <a:bodyPr wrap="square" rtlCol="0">
            <a:spAutoFit/>
          </a:bodyPr>
          <a:lstStyle/>
          <a:p>
            <a:pPr algn="ctr"/>
            <a:r>
              <a:rPr kumimoji="1" lang="en-US" altLang="ja-JP" dirty="0"/>
              <a:t>Total Energy</a:t>
            </a:r>
          </a:p>
          <a:p>
            <a:pPr algn="ctr"/>
            <a:r>
              <a:rPr kumimoji="1" lang="en-US" altLang="ja-JP" dirty="0"/>
              <a:t>Harvested</a:t>
            </a:r>
          </a:p>
        </p:txBody>
      </p:sp>
      <p:sp>
        <p:nvSpPr>
          <p:cNvPr id="8" name="矢印: 下 7">
            <a:extLst>
              <a:ext uri="{FF2B5EF4-FFF2-40B4-BE49-F238E27FC236}">
                <a16:creationId xmlns:a16="http://schemas.microsoft.com/office/drawing/2014/main" id="{8B53012C-8068-DF5A-19F3-2813D08E3368}"/>
              </a:ext>
            </a:extLst>
          </p:cNvPr>
          <p:cNvSpPr/>
          <p:nvPr/>
        </p:nvSpPr>
        <p:spPr>
          <a:xfrm>
            <a:off x="5084819" y="2132004"/>
            <a:ext cx="507302" cy="671806"/>
          </a:xfrm>
          <a:prstGeom prst="downArrow">
            <a:avLst/>
          </a:prstGeom>
          <a:solidFill>
            <a:srgbClr val="0070C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7DDF1F4B-47C0-D4AC-2383-E059B09F100F}"/>
              </a:ext>
            </a:extLst>
          </p:cNvPr>
          <p:cNvSpPr txBox="1"/>
          <p:nvPr/>
        </p:nvSpPr>
        <p:spPr>
          <a:xfrm>
            <a:off x="5498816" y="2159608"/>
            <a:ext cx="2842751" cy="646331"/>
          </a:xfrm>
          <a:prstGeom prst="rect">
            <a:avLst/>
          </a:prstGeom>
          <a:noFill/>
        </p:spPr>
        <p:txBody>
          <a:bodyPr wrap="square" rtlCol="0">
            <a:spAutoFit/>
          </a:bodyPr>
          <a:lstStyle/>
          <a:p>
            <a:pPr algn="ctr"/>
            <a:r>
              <a:rPr kumimoji="1" lang="en-US" altLang="ja-JP" dirty="0"/>
              <a:t>Sequential-Least-Squares-Programming</a:t>
            </a:r>
          </a:p>
        </p:txBody>
      </p:sp>
      <p:sp>
        <p:nvSpPr>
          <p:cNvPr id="21" name="矢印: 下 20">
            <a:extLst>
              <a:ext uri="{FF2B5EF4-FFF2-40B4-BE49-F238E27FC236}">
                <a16:creationId xmlns:a16="http://schemas.microsoft.com/office/drawing/2014/main" id="{5D6DF2FF-D464-0451-6209-6993568C5C3B}"/>
              </a:ext>
            </a:extLst>
          </p:cNvPr>
          <p:cNvSpPr/>
          <p:nvPr/>
        </p:nvSpPr>
        <p:spPr>
          <a:xfrm>
            <a:off x="5116921" y="4358308"/>
            <a:ext cx="507302" cy="671806"/>
          </a:xfrm>
          <a:prstGeom prst="downArrow">
            <a:avLst/>
          </a:prstGeom>
          <a:solidFill>
            <a:srgbClr val="0070C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25" name="テキスト ボックス 24">
                <a:extLst>
                  <a:ext uri="{FF2B5EF4-FFF2-40B4-BE49-F238E27FC236}">
                    <a16:creationId xmlns:a16="http://schemas.microsoft.com/office/drawing/2014/main" id="{603E7577-F2DB-28C2-ADBB-FD76A59DAABA}"/>
                  </a:ext>
                </a:extLst>
              </p:cNvPr>
              <p:cNvSpPr txBox="1"/>
              <p:nvPr/>
            </p:nvSpPr>
            <p:spPr>
              <a:xfrm>
                <a:off x="4073646" y="5260647"/>
                <a:ext cx="2723694" cy="3978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400" b="0" i="1" smtClean="0">
                              <a:latin typeface="Cambria Math" panose="02040503050406030204" pitchFamily="18" charset="0"/>
                            </a:rPr>
                          </m:ctrlPr>
                        </m:sSubPr>
                        <m:e>
                          <m:sSub>
                            <m:sSubPr>
                              <m:ctrlPr>
                                <a:rPr kumimoji="1" lang="en-US" altLang="ja-JP" sz="2400" i="1">
                                  <a:latin typeface="Cambria Math" panose="02040503050406030204" pitchFamily="18" charset="0"/>
                                </a:rPr>
                              </m:ctrlPr>
                            </m:sSubPr>
                            <m:e>
                              <m:r>
                                <a:rPr kumimoji="1" lang="en-US" altLang="ja-JP" sz="2400" i="1">
                                  <a:latin typeface="Cambria Math" panose="02040503050406030204" pitchFamily="18" charset="0"/>
                                </a:rPr>
                                <m:t>𝑇</m:t>
                              </m:r>
                            </m:e>
                            <m:sub>
                              <m:r>
                                <a:rPr kumimoji="1" lang="en-US" altLang="ja-JP" sz="2400" i="1">
                                  <a:latin typeface="Cambria Math" panose="02040503050406030204" pitchFamily="18" charset="0"/>
                                </a:rPr>
                                <m:t>𝑡𝑖𝑚𝑒𝑠𝑡𝑒𝑝𝑠</m:t>
                              </m:r>
                            </m:sub>
                          </m:sSub>
                          <m:r>
                            <a:rPr kumimoji="1" lang="en-US" altLang="ja-JP" sz="2400" b="0" i="1" smtClean="0">
                              <a:latin typeface="Cambria Math" panose="02040503050406030204" pitchFamily="18" charset="0"/>
                            </a:rPr>
                            <m:t>, </m:t>
                          </m:r>
                          <m:r>
                            <a:rPr kumimoji="1" lang="en-US" altLang="ja-JP" sz="2400" b="0" i="1" smtClean="0">
                              <a:latin typeface="Cambria Math" panose="02040503050406030204" pitchFamily="18" charset="0"/>
                            </a:rPr>
                            <m:t>𝑁</m:t>
                          </m:r>
                        </m:e>
                        <m:sub>
                          <m:r>
                            <a:rPr kumimoji="1" lang="en-US" altLang="ja-JP" sz="2400" b="0" i="1" smtClean="0">
                              <a:latin typeface="Cambria Math" panose="02040503050406030204" pitchFamily="18" charset="0"/>
                            </a:rPr>
                            <m:t>𝑛𝑒𝑢𝑟𝑜𝑛𝑠</m:t>
                          </m:r>
                        </m:sub>
                      </m:sSub>
                      <m:r>
                        <a:rPr kumimoji="1" lang="en-US" altLang="ja-JP" sz="2400" b="0" i="1" smtClean="0">
                          <a:latin typeface="Cambria Math" panose="02040503050406030204" pitchFamily="18" charset="0"/>
                        </a:rPr>
                        <m:t> </m:t>
                      </m:r>
                    </m:oMath>
                  </m:oMathPara>
                </a14:m>
                <a:endParaRPr kumimoji="1" lang="ja-JP" altLang="en-US" sz="2400" dirty="0"/>
              </a:p>
            </p:txBody>
          </p:sp>
        </mc:Choice>
        <mc:Fallback xmlns="">
          <p:sp>
            <p:nvSpPr>
              <p:cNvPr id="25" name="テキスト ボックス 24">
                <a:extLst>
                  <a:ext uri="{FF2B5EF4-FFF2-40B4-BE49-F238E27FC236}">
                    <a16:creationId xmlns:a16="http://schemas.microsoft.com/office/drawing/2014/main" id="{603E7577-F2DB-28C2-ADBB-FD76A59DAABA}"/>
                  </a:ext>
                </a:extLst>
              </p:cNvPr>
              <p:cNvSpPr txBox="1">
                <a:spLocks noRot="1" noChangeAspect="1" noMove="1" noResize="1" noEditPoints="1" noAdjustHandles="1" noChangeArrowheads="1" noChangeShapeType="1" noTextEdit="1"/>
              </p:cNvSpPr>
              <p:nvPr/>
            </p:nvSpPr>
            <p:spPr>
              <a:xfrm>
                <a:off x="4073646" y="5260647"/>
                <a:ext cx="2723694" cy="397866"/>
              </a:xfrm>
              <a:prstGeom prst="rect">
                <a:avLst/>
              </a:prstGeom>
              <a:blipFill>
                <a:blip r:embed="rId8"/>
                <a:stretch>
                  <a:fillRect l="-671" b="-24615"/>
                </a:stretch>
              </a:blipFill>
            </p:spPr>
            <p:txBody>
              <a:bodyPr/>
              <a:lstStyle/>
              <a:p>
                <a:r>
                  <a:rPr lang="ja-JP" altLang="en-US">
                    <a:noFill/>
                  </a:rPr>
                  <a:t> </a:t>
                </a:r>
              </a:p>
            </p:txBody>
          </p:sp>
        </mc:Fallback>
      </mc:AlternateContent>
      <p:sp>
        <p:nvSpPr>
          <p:cNvPr id="2" name="スライド番号プレースホルダー 1">
            <a:extLst>
              <a:ext uri="{FF2B5EF4-FFF2-40B4-BE49-F238E27FC236}">
                <a16:creationId xmlns:a16="http://schemas.microsoft.com/office/drawing/2014/main" id="{9B36FE0C-0449-B6B5-EA65-11E08FAA8ADB}"/>
              </a:ext>
            </a:extLst>
          </p:cNvPr>
          <p:cNvSpPr>
            <a:spLocks noGrp="1"/>
          </p:cNvSpPr>
          <p:nvPr>
            <p:ph type="sldNum" sz="quarter" idx="12"/>
          </p:nvPr>
        </p:nvSpPr>
        <p:spPr/>
        <p:txBody>
          <a:bodyPr/>
          <a:lstStyle/>
          <a:p>
            <a:fld id="{49AE70B2-8BF9-45C0-BB95-33D1B9D3A854}" type="slidenum">
              <a:rPr lang="zh-CN" altLang="en-US" smtClean="0"/>
              <a:t>21</a:t>
            </a:fld>
            <a:endParaRPr lang="zh-CN" altLang="en-US"/>
          </a:p>
        </p:txBody>
      </p:sp>
    </p:spTree>
    <p:custDataLst>
      <p:tags r:id="rId1"/>
    </p:custDataLst>
    <p:extLst>
      <p:ext uri="{BB962C8B-B14F-4D97-AF65-F5344CB8AC3E}">
        <p14:creationId xmlns:p14="http://schemas.microsoft.com/office/powerpoint/2010/main" val="14554856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rotWithShape="1">
          <a:blip r:embed="rId4"/>
          <a:stretch>
            <a:fillRect/>
          </a:stretch>
        </a:blipFill>
        <a:effectLst/>
      </p:bgPr>
    </p:bg>
    <p:spTree>
      <p:nvGrpSpPr>
        <p:cNvPr id="1" name="">
          <a:extLst>
            <a:ext uri="{FF2B5EF4-FFF2-40B4-BE49-F238E27FC236}">
              <a16:creationId xmlns:a16="http://schemas.microsoft.com/office/drawing/2014/main" id="{67B46B47-DFE0-A4C0-5711-5255FF671124}"/>
            </a:ext>
          </a:extLst>
        </p:cNvPr>
        <p:cNvGrpSpPr/>
        <p:nvPr/>
      </p:nvGrpSpPr>
      <p:grpSpPr>
        <a:xfrm>
          <a:off x="0" y="0"/>
          <a:ext cx="0" cy="0"/>
          <a:chOff x="0" y="0"/>
          <a:chExt cx="0" cy="0"/>
        </a:xfrm>
      </p:grpSpPr>
      <p:sp>
        <p:nvSpPr>
          <p:cNvPr id="23" name="タイトル 4">
            <a:extLst>
              <a:ext uri="{FF2B5EF4-FFF2-40B4-BE49-F238E27FC236}">
                <a16:creationId xmlns:a16="http://schemas.microsoft.com/office/drawing/2014/main" id="{B17D51E8-BE83-6720-DF88-62B5CBA6F3DE}"/>
              </a:ext>
            </a:extLst>
          </p:cNvPr>
          <p:cNvSpPr>
            <a:spLocks noGrp="1"/>
          </p:cNvSpPr>
          <p:nvPr>
            <p:ph type="title"/>
          </p:nvPr>
        </p:nvSpPr>
        <p:spPr>
          <a:xfrm>
            <a:off x="608400" y="608400"/>
            <a:ext cx="10969200" cy="705600"/>
          </a:xfrm>
        </p:spPr>
        <p:txBody>
          <a:bodyPr/>
          <a:lstStyle/>
          <a:p>
            <a:r>
              <a:rPr lang="en-US" altLang="ja-JP" dirty="0"/>
              <a:t>Configuration Phase (Inference)(</a:t>
            </a:r>
            <a:r>
              <a:rPr lang="en-US" altLang="ja-JP" dirty="0" err="1"/>
              <a:t>cnt</a:t>
            </a:r>
            <a:r>
              <a:rPr lang="en-US" altLang="ja-JP" dirty="0"/>
              <a:t>.)</a:t>
            </a:r>
            <a:endParaRPr lang="ja-JP" altLang="en-US" dirty="0"/>
          </a:p>
        </p:txBody>
      </p:sp>
      <p:pic>
        <p:nvPicPr>
          <p:cNvPr id="24" name="图片 3" descr="logo-4">
            <a:extLst>
              <a:ext uri="{FF2B5EF4-FFF2-40B4-BE49-F238E27FC236}">
                <a16:creationId xmlns:a16="http://schemas.microsoft.com/office/drawing/2014/main" id="{692A4CC5-2DF0-C7E6-40FE-70D26FD14A9C}"/>
              </a:ext>
            </a:extLst>
          </p:cNvPr>
          <p:cNvPicPr>
            <a:picLocks noChangeAspect="1"/>
          </p:cNvPicPr>
          <p:nvPr/>
        </p:nvPicPr>
        <p:blipFill>
          <a:blip r:embed="rId5"/>
          <a:stretch>
            <a:fillRect/>
          </a:stretch>
        </p:blipFill>
        <p:spPr>
          <a:xfrm>
            <a:off x="10354310" y="6334125"/>
            <a:ext cx="1603375" cy="387350"/>
          </a:xfrm>
          <a:prstGeom prst="rect">
            <a:avLst/>
          </a:prstGeom>
        </p:spPr>
      </p:pic>
      <p:sp>
        <p:nvSpPr>
          <p:cNvPr id="2" name="テキスト ボックス 1">
            <a:extLst>
              <a:ext uri="{FF2B5EF4-FFF2-40B4-BE49-F238E27FC236}">
                <a16:creationId xmlns:a16="http://schemas.microsoft.com/office/drawing/2014/main" id="{B2262241-073A-A1B6-40F6-F71C2BC39469}"/>
              </a:ext>
            </a:extLst>
          </p:cNvPr>
          <p:cNvSpPr txBox="1"/>
          <p:nvPr/>
        </p:nvSpPr>
        <p:spPr>
          <a:xfrm>
            <a:off x="1084351" y="1769296"/>
            <a:ext cx="2637276" cy="923330"/>
          </a:xfrm>
          <a:prstGeom prst="rect">
            <a:avLst/>
          </a:prstGeom>
          <a:noFill/>
        </p:spPr>
        <p:txBody>
          <a:bodyPr wrap="square" rtlCol="0">
            <a:spAutoFit/>
          </a:bodyPr>
          <a:lstStyle/>
          <a:p>
            <a:pPr algn="ctr"/>
            <a:r>
              <a:rPr kumimoji="1" lang="en-US" altLang="ja-JP" dirty="0"/>
              <a:t>1. Measure Distance (MSE) Between Neurons</a:t>
            </a:r>
            <a:endParaRPr kumimoji="1" lang="ja-JP" altLang="en-US" dirty="0"/>
          </a:p>
        </p:txBody>
      </p:sp>
      <p:sp>
        <p:nvSpPr>
          <p:cNvPr id="3" name="楕円 2">
            <a:extLst>
              <a:ext uri="{FF2B5EF4-FFF2-40B4-BE49-F238E27FC236}">
                <a16:creationId xmlns:a16="http://schemas.microsoft.com/office/drawing/2014/main" id="{41E11117-84AF-6F1B-FAF4-7F24332FF1EE}"/>
              </a:ext>
            </a:extLst>
          </p:cNvPr>
          <p:cNvSpPr/>
          <p:nvPr/>
        </p:nvSpPr>
        <p:spPr>
          <a:xfrm>
            <a:off x="1425421" y="3379709"/>
            <a:ext cx="466531" cy="466531"/>
          </a:xfrm>
          <a:prstGeom prst="ellipse">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楕円 6">
            <a:extLst>
              <a:ext uri="{FF2B5EF4-FFF2-40B4-BE49-F238E27FC236}">
                <a16:creationId xmlns:a16="http://schemas.microsoft.com/office/drawing/2014/main" id="{996729C2-101F-B91A-8CD7-7A202824D5B0}"/>
              </a:ext>
            </a:extLst>
          </p:cNvPr>
          <p:cNvSpPr/>
          <p:nvPr/>
        </p:nvSpPr>
        <p:spPr>
          <a:xfrm>
            <a:off x="1425422" y="4312775"/>
            <a:ext cx="466531" cy="466531"/>
          </a:xfrm>
          <a:prstGeom prst="ellipse">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楕円 8">
            <a:extLst>
              <a:ext uri="{FF2B5EF4-FFF2-40B4-BE49-F238E27FC236}">
                <a16:creationId xmlns:a16="http://schemas.microsoft.com/office/drawing/2014/main" id="{DEBCEE93-BDEE-D690-1FE2-F84B030D84F5}"/>
              </a:ext>
            </a:extLst>
          </p:cNvPr>
          <p:cNvSpPr/>
          <p:nvPr/>
        </p:nvSpPr>
        <p:spPr>
          <a:xfrm>
            <a:off x="2169724" y="2873824"/>
            <a:ext cx="466531" cy="466531"/>
          </a:xfrm>
          <a:prstGeom prst="ellipse">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楕円 10">
            <a:extLst>
              <a:ext uri="{FF2B5EF4-FFF2-40B4-BE49-F238E27FC236}">
                <a16:creationId xmlns:a16="http://schemas.microsoft.com/office/drawing/2014/main" id="{BA347107-04A7-F9D3-87CA-FBED3CB789C3}"/>
              </a:ext>
            </a:extLst>
          </p:cNvPr>
          <p:cNvSpPr/>
          <p:nvPr/>
        </p:nvSpPr>
        <p:spPr>
          <a:xfrm>
            <a:off x="2169724" y="3945433"/>
            <a:ext cx="466531" cy="466531"/>
          </a:xfrm>
          <a:prstGeom prst="ellipse">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楕円 11">
            <a:extLst>
              <a:ext uri="{FF2B5EF4-FFF2-40B4-BE49-F238E27FC236}">
                <a16:creationId xmlns:a16="http://schemas.microsoft.com/office/drawing/2014/main" id="{CAF73953-BC22-E2BA-3FFF-3E8BAB5D1DA9}"/>
              </a:ext>
            </a:extLst>
          </p:cNvPr>
          <p:cNvSpPr/>
          <p:nvPr/>
        </p:nvSpPr>
        <p:spPr>
          <a:xfrm>
            <a:off x="2169723" y="4960505"/>
            <a:ext cx="466531" cy="466531"/>
          </a:xfrm>
          <a:prstGeom prst="ellipse">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3" name="直線矢印コネクタ 12">
            <a:extLst>
              <a:ext uri="{FF2B5EF4-FFF2-40B4-BE49-F238E27FC236}">
                <a16:creationId xmlns:a16="http://schemas.microsoft.com/office/drawing/2014/main" id="{591BD96B-D3CA-F620-855A-BEA71504B3B3}"/>
              </a:ext>
            </a:extLst>
          </p:cNvPr>
          <p:cNvCxnSpPr>
            <a:stCxn id="3" idx="6"/>
            <a:endCxn id="9" idx="2"/>
          </p:cNvCxnSpPr>
          <p:nvPr/>
        </p:nvCxnSpPr>
        <p:spPr>
          <a:xfrm flipV="1">
            <a:off x="1891952" y="3107090"/>
            <a:ext cx="277772" cy="50588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線矢印コネクタ 13">
            <a:extLst>
              <a:ext uri="{FF2B5EF4-FFF2-40B4-BE49-F238E27FC236}">
                <a16:creationId xmlns:a16="http://schemas.microsoft.com/office/drawing/2014/main" id="{AE9C8C44-F6C2-0A8A-6B50-DA11D73531ED}"/>
              </a:ext>
            </a:extLst>
          </p:cNvPr>
          <p:cNvCxnSpPr>
            <a:cxnSpLocks/>
            <a:stCxn id="3" idx="6"/>
            <a:endCxn id="11" idx="2"/>
          </p:cNvCxnSpPr>
          <p:nvPr/>
        </p:nvCxnSpPr>
        <p:spPr>
          <a:xfrm>
            <a:off x="1891952" y="3612975"/>
            <a:ext cx="277772" cy="56572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線矢印コネクタ 14">
            <a:extLst>
              <a:ext uri="{FF2B5EF4-FFF2-40B4-BE49-F238E27FC236}">
                <a16:creationId xmlns:a16="http://schemas.microsoft.com/office/drawing/2014/main" id="{56364B4A-7075-9F8C-BC86-AE74DD6D1EB2}"/>
              </a:ext>
            </a:extLst>
          </p:cNvPr>
          <p:cNvCxnSpPr>
            <a:cxnSpLocks/>
            <a:stCxn id="3" idx="6"/>
            <a:endCxn id="12" idx="2"/>
          </p:cNvCxnSpPr>
          <p:nvPr/>
        </p:nvCxnSpPr>
        <p:spPr>
          <a:xfrm>
            <a:off x="1891952" y="3612975"/>
            <a:ext cx="277771" cy="158079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線矢印コネクタ 15">
            <a:extLst>
              <a:ext uri="{FF2B5EF4-FFF2-40B4-BE49-F238E27FC236}">
                <a16:creationId xmlns:a16="http://schemas.microsoft.com/office/drawing/2014/main" id="{E8B125A1-1BF6-F514-CB4C-B36A6A6E8394}"/>
              </a:ext>
            </a:extLst>
          </p:cNvPr>
          <p:cNvCxnSpPr>
            <a:cxnSpLocks/>
            <a:stCxn id="7" idx="6"/>
            <a:endCxn id="9" idx="2"/>
          </p:cNvCxnSpPr>
          <p:nvPr/>
        </p:nvCxnSpPr>
        <p:spPr>
          <a:xfrm flipV="1">
            <a:off x="1891953" y="3107090"/>
            <a:ext cx="277771" cy="143895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線矢印コネクタ 17">
            <a:extLst>
              <a:ext uri="{FF2B5EF4-FFF2-40B4-BE49-F238E27FC236}">
                <a16:creationId xmlns:a16="http://schemas.microsoft.com/office/drawing/2014/main" id="{F4B97794-378F-F696-EB39-86A9642552CD}"/>
              </a:ext>
            </a:extLst>
          </p:cNvPr>
          <p:cNvCxnSpPr>
            <a:cxnSpLocks/>
            <a:stCxn id="7" idx="6"/>
            <a:endCxn id="11" idx="2"/>
          </p:cNvCxnSpPr>
          <p:nvPr/>
        </p:nvCxnSpPr>
        <p:spPr>
          <a:xfrm flipV="1">
            <a:off x="1891953" y="4178699"/>
            <a:ext cx="277771" cy="36734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線矢印コネクタ 18">
            <a:extLst>
              <a:ext uri="{FF2B5EF4-FFF2-40B4-BE49-F238E27FC236}">
                <a16:creationId xmlns:a16="http://schemas.microsoft.com/office/drawing/2014/main" id="{F3E53F47-31CE-DC57-115B-5A21E7110595}"/>
              </a:ext>
            </a:extLst>
          </p:cNvPr>
          <p:cNvCxnSpPr>
            <a:cxnSpLocks/>
            <a:stCxn id="7" idx="6"/>
            <a:endCxn id="12" idx="2"/>
          </p:cNvCxnSpPr>
          <p:nvPr/>
        </p:nvCxnSpPr>
        <p:spPr>
          <a:xfrm>
            <a:off x="1891953" y="4546041"/>
            <a:ext cx="277770" cy="64773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コネクタ: カギ線 50">
            <a:extLst>
              <a:ext uri="{FF2B5EF4-FFF2-40B4-BE49-F238E27FC236}">
                <a16:creationId xmlns:a16="http://schemas.microsoft.com/office/drawing/2014/main" id="{97EDB650-7E15-C877-E5CA-E792DCA37E6D}"/>
              </a:ext>
            </a:extLst>
          </p:cNvPr>
          <p:cNvCxnSpPr>
            <a:cxnSpLocks/>
            <a:stCxn id="11" idx="6"/>
            <a:endCxn id="9" idx="6"/>
          </p:cNvCxnSpPr>
          <p:nvPr/>
        </p:nvCxnSpPr>
        <p:spPr>
          <a:xfrm flipV="1">
            <a:off x="2636255" y="3107090"/>
            <a:ext cx="12700" cy="1071609"/>
          </a:xfrm>
          <a:prstGeom prst="bentConnector3">
            <a:avLst>
              <a:gd name="adj1" fmla="val 2093882"/>
            </a:avLst>
          </a:prstGeom>
          <a:ln w="190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5" name="テキスト ボックス 54">
                <a:extLst>
                  <a:ext uri="{FF2B5EF4-FFF2-40B4-BE49-F238E27FC236}">
                    <a16:creationId xmlns:a16="http://schemas.microsoft.com/office/drawing/2014/main" id="{7C2C0A42-7FF3-B34E-7A34-7480BB54ED38}"/>
                  </a:ext>
                </a:extLst>
              </p:cNvPr>
              <p:cNvSpPr txBox="1"/>
              <p:nvPr/>
            </p:nvSpPr>
            <p:spPr>
              <a:xfrm>
                <a:off x="3347573" y="3453331"/>
                <a:ext cx="193168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400" b="0" i="1" smtClean="0">
                          <a:solidFill>
                            <a:srgbClr val="FF0000"/>
                          </a:solidFill>
                          <a:latin typeface="Cambria Math" panose="02040503050406030204" pitchFamily="18" charset="0"/>
                        </a:rPr>
                        <m:t>𝑀𝑆𝐸</m:t>
                      </m:r>
                      <m:r>
                        <a:rPr kumimoji="1" lang="en-US" altLang="ja-JP" sz="2400" b="0" i="1" smtClean="0">
                          <a:solidFill>
                            <a:srgbClr val="FF0000"/>
                          </a:solidFill>
                          <a:latin typeface="Cambria Math" panose="02040503050406030204" pitchFamily="18" charset="0"/>
                        </a:rPr>
                        <m:t>(</m:t>
                      </m:r>
                      <m:sSub>
                        <m:sSubPr>
                          <m:ctrlPr>
                            <a:rPr kumimoji="1" lang="en-US" altLang="ja-JP" sz="2400" b="0" i="1" smtClean="0">
                              <a:solidFill>
                                <a:srgbClr val="FF0000"/>
                              </a:solidFill>
                              <a:latin typeface="Cambria Math" panose="02040503050406030204" pitchFamily="18" charset="0"/>
                            </a:rPr>
                          </m:ctrlPr>
                        </m:sSubPr>
                        <m:e>
                          <m:r>
                            <a:rPr kumimoji="1" lang="en-US" altLang="ja-JP" sz="2400" b="0" i="1" smtClean="0">
                              <a:solidFill>
                                <a:srgbClr val="FF0000"/>
                              </a:solidFill>
                              <a:latin typeface="Cambria Math" panose="02040503050406030204" pitchFamily="18" charset="0"/>
                            </a:rPr>
                            <m:t>𝑊</m:t>
                          </m:r>
                        </m:e>
                        <m:sub>
                          <m:r>
                            <a:rPr kumimoji="1" lang="en-US" altLang="ja-JP" sz="2400" b="0" i="1" smtClean="0">
                              <a:solidFill>
                                <a:srgbClr val="FF0000"/>
                              </a:solidFill>
                              <a:latin typeface="Cambria Math" panose="02040503050406030204" pitchFamily="18" charset="0"/>
                            </a:rPr>
                            <m:t>1</m:t>
                          </m:r>
                        </m:sub>
                      </m:sSub>
                      <m:r>
                        <a:rPr kumimoji="1" lang="en-US" altLang="ja-JP" sz="2400" b="0" i="1" smtClean="0">
                          <a:solidFill>
                            <a:srgbClr val="FF0000"/>
                          </a:solidFill>
                          <a:latin typeface="Cambria Math" panose="02040503050406030204" pitchFamily="18" charset="0"/>
                        </a:rPr>
                        <m:t>, </m:t>
                      </m:r>
                      <m:sSub>
                        <m:sSubPr>
                          <m:ctrlPr>
                            <a:rPr kumimoji="1" lang="en-US" altLang="ja-JP" sz="2400" b="0" i="1" smtClean="0">
                              <a:solidFill>
                                <a:srgbClr val="FF0000"/>
                              </a:solidFill>
                              <a:latin typeface="Cambria Math" panose="02040503050406030204" pitchFamily="18" charset="0"/>
                            </a:rPr>
                          </m:ctrlPr>
                        </m:sSubPr>
                        <m:e>
                          <m:r>
                            <a:rPr kumimoji="1" lang="en-US" altLang="ja-JP" sz="2400" b="0" i="1" smtClean="0">
                              <a:solidFill>
                                <a:srgbClr val="FF0000"/>
                              </a:solidFill>
                              <a:latin typeface="Cambria Math" panose="02040503050406030204" pitchFamily="18" charset="0"/>
                            </a:rPr>
                            <m:t>𝑊</m:t>
                          </m:r>
                        </m:e>
                        <m:sub>
                          <m:r>
                            <a:rPr kumimoji="1" lang="en-US" altLang="ja-JP" sz="2400" b="0" i="1" smtClean="0">
                              <a:solidFill>
                                <a:srgbClr val="FF0000"/>
                              </a:solidFill>
                              <a:latin typeface="Cambria Math" panose="02040503050406030204" pitchFamily="18" charset="0"/>
                            </a:rPr>
                            <m:t>2</m:t>
                          </m:r>
                        </m:sub>
                      </m:sSub>
                      <m:r>
                        <a:rPr kumimoji="1" lang="en-US" altLang="ja-JP" sz="2400" b="0" i="1" smtClean="0">
                          <a:solidFill>
                            <a:srgbClr val="FF0000"/>
                          </a:solidFill>
                          <a:latin typeface="Cambria Math" panose="02040503050406030204" pitchFamily="18" charset="0"/>
                        </a:rPr>
                        <m:t>) </m:t>
                      </m:r>
                    </m:oMath>
                  </m:oMathPara>
                </a14:m>
                <a:endParaRPr kumimoji="1" lang="ja-JP" altLang="en-US" sz="2400" dirty="0">
                  <a:solidFill>
                    <a:srgbClr val="FF0000"/>
                  </a:solidFill>
                </a:endParaRPr>
              </a:p>
            </p:txBody>
          </p:sp>
        </mc:Choice>
        <mc:Fallback xmlns="">
          <p:sp>
            <p:nvSpPr>
              <p:cNvPr id="55" name="テキスト ボックス 54">
                <a:extLst>
                  <a:ext uri="{FF2B5EF4-FFF2-40B4-BE49-F238E27FC236}">
                    <a16:creationId xmlns:a16="http://schemas.microsoft.com/office/drawing/2014/main" id="{7C2C0A42-7FF3-B34E-7A34-7480BB54ED38}"/>
                  </a:ext>
                </a:extLst>
              </p:cNvPr>
              <p:cNvSpPr txBox="1">
                <a:spLocks noRot="1" noChangeAspect="1" noMove="1" noResize="1" noEditPoints="1" noAdjustHandles="1" noChangeArrowheads="1" noChangeShapeType="1" noTextEdit="1"/>
              </p:cNvSpPr>
              <p:nvPr/>
            </p:nvSpPr>
            <p:spPr>
              <a:xfrm>
                <a:off x="3347573" y="3453331"/>
                <a:ext cx="1931683" cy="369332"/>
              </a:xfrm>
              <a:prstGeom prst="rect">
                <a:avLst/>
              </a:prstGeom>
              <a:blipFill>
                <a:blip r:embed="rId6"/>
                <a:stretch>
                  <a:fillRect l="-2839" r="-1577" b="-37705"/>
                </a:stretch>
              </a:blipFill>
            </p:spPr>
            <p:txBody>
              <a:bodyPr/>
              <a:lstStyle/>
              <a:p>
                <a:r>
                  <a:rPr lang="ja-JP" altLang="en-US">
                    <a:noFill/>
                  </a:rPr>
                  <a:t> </a:t>
                </a:r>
              </a:p>
            </p:txBody>
          </p:sp>
        </mc:Fallback>
      </mc:AlternateContent>
      <p:cxnSp>
        <p:nvCxnSpPr>
          <p:cNvPr id="56" name="コネクタ: カギ線 55">
            <a:extLst>
              <a:ext uri="{FF2B5EF4-FFF2-40B4-BE49-F238E27FC236}">
                <a16:creationId xmlns:a16="http://schemas.microsoft.com/office/drawing/2014/main" id="{BAEA92A1-ECE8-1DD9-5911-75CE5D5E7D38}"/>
              </a:ext>
            </a:extLst>
          </p:cNvPr>
          <p:cNvCxnSpPr>
            <a:cxnSpLocks/>
            <a:stCxn id="12" idx="6"/>
          </p:cNvCxnSpPr>
          <p:nvPr/>
        </p:nvCxnSpPr>
        <p:spPr>
          <a:xfrm flipV="1">
            <a:off x="2636254" y="2942146"/>
            <a:ext cx="493984" cy="2251625"/>
          </a:xfrm>
          <a:prstGeom prst="bentConnector2">
            <a:avLst/>
          </a:prstGeom>
          <a:ln w="19050">
            <a:solidFill>
              <a:srgbClr val="0070C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5" name="テキスト ボックス 84">
                <a:extLst>
                  <a:ext uri="{FF2B5EF4-FFF2-40B4-BE49-F238E27FC236}">
                    <a16:creationId xmlns:a16="http://schemas.microsoft.com/office/drawing/2014/main" id="{A75E08BE-EBAE-975B-22BE-9B32B8C20A35}"/>
                  </a:ext>
                </a:extLst>
              </p:cNvPr>
              <p:cNvSpPr txBox="1"/>
              <p:nvPr/>
            </p:nvSpPr>
            <p:spPr>
              <a:xfrm>
                <a:off x="3347572" y="4034041"/>
                <a:ext cx="193168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400" b="0" i="1" smtClean="0">
                          <a:solidFill>
                            <a:srgbClr val="0070C0"/>
                          </a:solidFill>
                          <a:latin typeface="Cambria Math" panose="02040503050406030204" pitchFamily="18" charset="0"/>
                        </a:rPr>
                        <m:t>𝑀𝑆𝐸</m:t>
                      </m:r>
                      <m:r>
                        <a:rPr kumimoji="1" lang="en-US" altLang="ja-JP" sz="2400" b="0" i="1" smtClean="0">
                          <a:solidFill>
                            <a:srgbClr val="0070C0"/>
                          </a:solidFill>
                          <a:latin typeface="Cambria Math" panose="02040503050406030204" pitchFamily="18" charset="0"/>
                        </a:rPr>
                        <m:t>(</m:t>
                      </m:r>
                      <m:sSub>
                        <m:sSubPr>
                          <m:ctrlPr>
                            <a:rPr kumimoji="1" lang="en-US" altLang="ja-JP" sz="2400" b="0" i="1" smtClean="0">
                              <a:solidFill>
                                <a:srgbClr val="0070C0"/>
                              </a:solidFill>
                              <a:latin typeface="Cambria Math" panose="02040503050406030204" pitchFamily="18" charset="0"/>
                            </a:rPr>
                          </m:ctrlPr>
                        </m:sSubPr>
                        <m:e>
                          <m:r>
                            <a:rPr kumimoji="1" lang="en-US" altLang="ja-JP" sz="2400" b="0" i="1" smtClean="0">
                              <a:solidFill>
                                <a:srgbClr val="0070C0"/>
                              </a:solidFill>
                              <a:latin typeface="Cambria Math" panose="02040503050406030204" pitchFamily="18" charset="0"/>
                            </a:rPr>
                            <m:t>𝑊</m:t>
                          </m:r>
                        </m:e>
                        <m:sub>
                          <m:r>
                            <a:rPr kumimoji="1" lang="en-US" altLang="ja-JP" sz="2400" b="0" i="1" smtClean="0">
                              <a:solidFill>
                                <a:srgbClr val="0070C0"/>
                              </a:solidFill>
                              <a:latin typeface="Cambria Math" panose="02040503050406030204" pitchFamily="18" charset="0"/>
                            </a:rPr>
                            <m:t>1</m:t>
                          </m:r>
                        </m:sub>
                      </m:sSub>
                      <m:r>
                        <a:rPr kumimoji="1" lang="en-US" altLang="ja-JP" sz="2400" b="0" i="1" smtClean="0">
                          <a:solidFill>
                            <a:srgbClr val="0070C0"/>
                          </a:solidFill>
                          <a:latin typeface="Cambria Math" panose="02040503050406030204" pitchFamily="18" charset="0"/>
                        </a:rPr>
                        <m:t>, </m:t>
                      </m:r>
                      <m:sSub>
                        <m:sSubPr>
                          <m:ctrlPr>
                            <a:rPr kumimoji="1" lang="en-US" altLang="ja-JP" sz="2400" b="0" i="1" smtClean="0">
                              <a:solidFill>
                                <a:srgbClr val="0070C0"/>
                              </a:solidFill>
                              <a:latin typeface="Cambria Math" panose="02040503050406030204" pitchFamily="18" charset="0"/>
                            </a:rPr>
                          </m:ctrlPr>
                        </m:sSubPr>
                        <m:e>
                          <m:r>
                            <a:rPr kumimoji="1" lang="en-US" altLang="ja-JP" sz="2400" b="0" i="1" smtClean="0">
                              <a:solidFill>
                                <a:srgbClr val="0070C0"/>
                              </a:solidFill>
                              <a:latin typeface="Cambria Math" panose="02040503050406030204" pitchFamily="18" charset="0"/>
                            </a:rPr>
                            <m:t>𝑊</m:t>
                          </m:r>
                        </m:e>
                        <m:sub>
                          <m:r>
                            <a:rPr kumimoji="1" lang="en-US" altLang="ja-JP" sz="2400" b="0" i="1" smtClean="0">
                              <a:solidFill>
                                <a:srgbClr val="0070C0"/>
                              </a:solidFill>
                              <a:latin typeface="Cambria Math" panose="02040503050406030204" pitchFamily="18" charset="0"/>
                            </a:rPr>
                            <m:t>3</m:t>
                          </m:r>
                        </m:sub>
                      </m:sSub>
                      <m:r>
                        <a:rPr kumimoji="1" lang="en-US" altLang="ja-JP" sz="2400" b="0" i="1" smtClean="0">
                          <a:solidFill>
                            <a:srgbClr val="0070C0"/>
                          </a:solidFill>
                          <a:latin typeface="Cambria Math" panose="02040503050406030204" pitchFamily="18" charset="0"/>
                        </a:rPr>
                        <m:t>) </m:t>
                      </m:r>
                    </m:oMath>
                  </m:oMathPara>
                </a14:m>
                <a:endParaRPr kumimoji="1" lang="ja-JP" altLang="en-US" sz="2400" dirty="0">
                  <a:solidFill>
                    <a:srgbClr val="0070C0"/>
                  </a:solidFill>
                </a:endParaRPr>
              </a:p>
            </p:txBody>
          </p:sp>
        </mc:Choice>
        <mc:Fallback xmlns="">
          <p:sp>
            <p:nvSpPr>
              <p:cNvPr id="85" name="テキスト ボックス 84">
                <a:extLst>
                  <a:ext uri="{FF2B5EF4-FFF2-40B4-BE49-F238E27FC236}">
                    <a16:creationId xmlns:a16="http://schemas.microsoft.com/office/drawing/2014/main" id="{A75E08BE-EBAE-975B-22BE-9B32B8C20A35}"/>
                  </a:ext>
                </a:extLst>
              </p:cNvPr>
              <p:cNvSpPr txBox="1">
                <a:spLocks noRot="1" noChangeAspect="1" noMove="1" noResize="1" noEditPoints="1" noAdjustHandles="1" noChangeArrowheads="1" noChangeShapeType="1" noTextEdit="1"/>
              </p:cNvSpPr>
              <p:nvPr/>
            </p:nvSpPr>
            <p:spPr>
              <a:xfrm>
                <a:off x="3347572" y="4034041"/>
                <a:ext cx="1931683" cy="369332"/>
              </a:xfrm>
              <a:prstGeom prst="rect">
                <a:avLst/>
              </a:prstGeom>
              <a:blipFill>
                <a:blip r:embed="rId7"/>
                <a:stretch>
                  <a:fillRect l="-2839" r="-1577" b="-38333"/>
                </a:stretch>
              </a:blipFill>
            </p:spPr>
            <p:txBody>
              <a:bodyPr/>
              <a:lstStyle/>
              <a:p>
                <a:r>
                  <a:rPr lang="ja-JP" altLang="en-US">
                    <a:noFill/>
                  </a:rPr>
                  <a:t> </a:t>
                </a:r>
              </a:p>
            </p:txBody>
          </p:sp>
        </mc:Fallback>
      </mc:AlternateContent>
      <p:cxnSp>
        <p:nvCxnSpPr>
          <p:cNvPr id="88" name="直線コネクタ 87">
            <a:extLst>
              <a:ext uri="{FF2B5EF4-FFF2-40B4-BE49-F238E27FC236}">
                <a16:creationId xmlns:a16="http://schemas.microsoft.com/office/drawing/2014/main" id="{D118AF5C-53C9-907F-A730-B63F3FACEF0C}"/>
              </a:ext>
            </a:extLst>
          </p:cNvPr>
          <p:cNvCxnSpPr>
            <a:cxnSpLocks/>
            <a:stCxn id="9" idx="7"/>
          </p:cNvCxnSpPr>
          <p:nvPr/>
        </p:nvCxnSpPr>
        <p:spPr>
          <a:xfrm>
            <a:off x="2567933" y="2942146"/>
            <a:ext cx="562305"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94" name="コネクタ: カギ線 93">
            <a:extLst>
              <a:ext uri="{FF2B5EF4-FFF2-40B4-BE49-F238E27FC236}">
                <a16:creationId xmlns:a16="http://schemas.microsoft.com/office/drawing/2014/main" id="{E04E7AB5-22FC-6F9B-C9C0-8FC9C744F49C}"/>
              </a:ext>
            </a:extLst>
          </p:cNvPr>
          <p:cNvCxnSpPr>
            <a:cxnSpLocks/>
          </p:cNvCxnSpPr>
          <p:nvPr/>
        </p:nvCxnSpPr>
        <p:spPr>
          <a:xfrm flipV="1">
            <a:off x="2642605" y="4227298"/>
            <a:ext cx="12700" cy="1071609"/>
          </a:xfrm>
          <a:prstGeom prst="bentConnector3">
            <a:avLst>
              <a:gd name="adj1" fmla="val 2093882"/>
            </a:avLst>
          </a:prstGeom>
          <a:ln w="19050">
            <a:solidFill>
              <a:srgbClr val="00B05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8" name="テキスト ボックス 97">
                <a:extLst>
                  <a:ext uri="{FF2B5EF4-FFF2-40B4-BE49-F238E27FC236}">
                    <a16:creationId xmlns:a16="http://schemas.microsoft.com/office/drawing/2014/main" id="{13558255-0890-3A49-C589-43E383D7F3EC}"/>
                  </a:ext>
                </a:extLst>
              </p:cNvPr>
              <p:cNvSpPr txBox="1"/>
              <p:nvPr/>
            </p:nvSpPr>
            <p:spPr>
              <a:xfrm>
                <a:off x="3225652" y="4534733"/>
                <a:ext cx="1938799"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400" b="0" i="1" smtClean="0">
                          <a:solidFill>
                            <a:srgbClr val="00B050"/>
                          </a:solidFill>
                          <a:latin typeface="Cambria Math" panose="02040503050406030204" pitchFamily="18" charset="0"/>
                        </a:rPr>
                        <m:t>𝑀𝑆𝐸</m:t>
                      </m:r>
                      <m:r>
                        <a:rPr kumimoji="1" lang="en-US" altLang="ja-JP" sz="2400" b="0" i="1" smtClean="0">
                          <a:solidFill>
                            <a:srgbClr val="00B050"/>
                          </a:solidFill>
                          <a:latin typeface="Cambria Math" panose="02040503050406030204" pitchFamily="18" charset="0"/>
                        </a:rPr>
                        <m:t>(</m:t>
                      </m:r>
                      <m:sSub>
                        <m:sSubPr>
                          <m:ctrlPr>
                            <a:rPr kumimoji="1" lang="en-US" altLang="ja-JP" sz="2400" b="0" i="1" smtClean="0">
                              <a:solidFill>
                                <a:srgbClr val="00B050"/>
                              </a:solidFill>
                              <a:latin typeface="Cambria Math" panose="02040503050406030204" pitchFamily="18" charset="0"/>
                            </a:rPr>
                          </m:ctrlPr>
                        </m:sSubPr>
                        <m:e>
                          <m:r>
                            <a:rPr kumimoji="1" lang="en-US" altLang="ja-JP" sz="2400" b="0" i="1" smtClean="0">
                              <a:solidFill>
                                <a:srgbClr val="00B050"/>
                              </a:solidFill>
                              <a:latin typeface="Cambria Math" panose="02040503050406030204" pitchFamily="18" charset="0"/>
                            </a:rPr>
                            <m:t>𝑊</m:t>
                          </m:r>
                        </m:e>
                        <m:sub>
                          <m:r>
                            <a:rPr kumimoji="1" lang="en-US" altLang="ja-JP" sz="2400" b="0" i="1" smtClean="0">
                              <a:solidFill>
                                <a:srgbClr val="00B050"/>
                              </a:solidFill>
                              <a:latin typeface="Cambria Math" panose="02040503050406030204" pitchFamily="18" charset="0"/>
                            </a:rPr>
                            <m:t>2</m:t>
                          </m:r>
                        </m:sub>
                      </m:sSub>
                      <m:r>
                        <a:rPr kumimoji="1" lang="en-US" altLang="ja-JP" sz="2400" b="0" i="1" smtClean="0">
                          <a:solidFill>
                            <a:srgbClr val="00B050"/>
                          </a:solidFill>
                          <a:latin typeface="Cambria Math" panose="02040503050406030204" pitchFamily="18" charset="0"/>
                        </a:rPr>
                        <m:t>, </m:t>
                      </m:r>
                      <m:sSub>
                        <m:sSubPr>
                          <m:ctrlPr>
                            <a:rPr kumimoji="1" lang="en-US" altLang="ja-JP" sz="2400" b="0" i="1" smtClean="0">
                              <a:solidFill>
                                <a:srgbClr val="00B050"/>
                              </a:solidFill>
                              <a:latin typeface="Cambria Math" panose="02040503050406030204" pitchFamily="18" charset="0"/>
                            </a:rPr>
                          </m:ctrlPr>
                        </m:sSubPr>
                        <m:e>
                          <m:r>
                            <a:rPr kumimoji="1" lang="en-US" altLang="ja-JP" sz="2400" b="0" i="1" smtClean="0">
                              <a:solidFill>
                                <a:srgbClr val="00B050"/>
                              </a:solidFill>
                              <a:latin typeface="Cambria Math" panose="02040503050406030204" pitchFamily="18" charset="0"/>
                            </a:rPr>
                            <m:t>𝑊</m:t>
                          </m:r>
                        </m:e>
                        <m:sub>
                          <m:r>
                            <a:rPr kumimoji="1" lang="en-US" altLang="ja-JP" sz="2400" b="0" i="1" smtClean="0">
                              <a:solidFill>
                                <a:srgbClr val="00B050"/>
                              </a:solidFill>
                              <a:latin typeface="Cambria Math" panose="02040503050406030204" pitchFamily="18" charset="0"/>
                            </a:rPr>
                            <m:t>3</m:t>
                          </m:r>
                        </m:sub>
                      </m:sSub>
                      <m:r>
                        <a:rPr kumimoji="1" lang="en-US" altLang="ja-JP" sz="2400" b="0" i="1" smtClean="0">
                          <a:solidFill>
                            <a:srgbClr val="00B050"/>
                          </a:solidFill>
                          <a:latin typeface="Cambria Math" panose="02040503050406030204" pitchFamily="18" charset="0"/>
                        </a:rPr>
                        <m:t>) </m:t>
                      </m:r>
                    </m:oMath>
                  </m:oMathPara>
                </a14:m>
                <a:endParaRPr kumimoji="1" lang="ja-JP" altLang="en-US" sz="2400" dirty="0">
                  <a:solidFill>
                    <a:srgbClr val="00B050"/>
                  </a:solidFill>
                </a:endParaRPr>
              </a:p>
            </p:txBody>
          </p:sp>
        </mc:Choice>
        <mc:Fallback xmlns="">
          <p:sp>
            <p:nvSpPr>
              <p:cNvPr id="98" name="テキスト ボックス 97">
                <a:extLst>
                  <a:ext uri="{FF2B5EF4-FFF2-40B4-BE49-F238E27FC236}">
                    <a16:creationId xmlns:a16="http://schemas.microsoft.com/office/drawing/2014/main" id="{13558255-0890-3A49-C589-43E383D7F3EC}"/>
                  </a:ext>
                </a:extLst>
              </p:cNvPr>
              <p:cNvSpPr txBox="1">
                <a:spLocks noRot="1" noChangeAspect="1" noMove="1" noResize="1" noEditPoints="1" noAdjustHandles="1" noChangeArrowheads="1" noChangeShapeType="1" noTextEdit="1"/>
              </p:cNvSpPr>
              <p:nvPr/>
            </p:nvSpPr>
            <p:spPr>
              <a:xfrm>
                <a:off x="3225652" y="4534733"/>
                <a:ext cx="1938799" cy="369332"/>
              </a:xfrm>
              <a:prstGeom prst="rect">
                <a:avLst/>
              </a:prstGeom>
              <a:blipFill>
                <a:blip r:embed="rId8"/>
                <a:stretch>
                  <a:fillRect l="-2830" r="-1572" b="-38333"/>
                </a:stretch>
              </a:blipFill>
            </p:spPr>
            <p:txBody>
              <a:bodyPr/>
              <a:lstStyle/>
              <a:p>
                <a:r>
                  <a:rPr lang="ja-JP" altLang="en-US">
                    <a:noFill/>
                  </a:rPr>
                  <a:t> </a:t>
                </a:r>
              </a:p>
            </p:txBody>
          </p:sp>
        </mc:Fallback>
      </mc:AlternateContent>
      <p:cxnSp>
        <p:nvCxnSpPr>
          <p:cNvPr id="100" name="直線コネクタ 99">
            <a:extLst>
              <a:ext uri="{FF2B5EF4-FFF2-40B4-BE49-F238E27FC236}">
                <a16:creationId xmlns:a16="http://schemas.microsoft.com/office/drawing/2014/main" id="{151C1B9C-20F8-25D3-B2A1-71CD64F4623F}"/>
              </a:ext>
            </a:extLst>
          </p:cNvPr>
          <p:cNvCxnSpPr>
            <a:cxnSpLocks/>
            <a:endCxn id="55" idx="1"/>
          </p:cNvCxnSpPr>
          <p:nvPr/>
        </p:nvCxnSpPr>
        <p:spPr>
          <a:xfrm>
            <a:off x="2907792" y="3637997"/>
            <a:ext cx="439781"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3" name="直線コネクタ 102">
            <a:extLst>
              <a:ext uri="{FF2B5EF4-FFF2-40B4-BE49-F238E27FC236}">
                <a16:creationId xmlns:a16="http://schemas.microsoft.com/office/drawing/2014/main" id="{323DFAE3-BCF1-A812-D18C-E0FADB228401}"/>
              </a:ext>
            </a:extLst>
          </p:cNvPr>
          <p:cNvCxnSpPr>
            <a:cxnSpLocks/>
          </p:cNvCxnSpPr>
          <p:nvPr/>
        </p:nvCxnSpPr>
        <p:spPr>
          <a:xfrm>
            <a:off x="3127682" y="4227298"/>
            <a:ext cx="219891"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05" name="直線コネクタ 104">
            <a:extLst>
              <a:ext uri="{FF2B5EF4-FFF2-40B4-BE49-F238E27FC236}">
                <a16:creationId xmlns:a16="http://schemas.microsoft.com/office/drawing/2014/main" id="{7DF4602B-3A0E-505B-CFBB-94CD79544BAC}"/>
              </a:ext>
            </a:extLst>
          </p:cNvPr>
          <p:cNvCxnSpPr>
            <a:cxnSpLocks/>
            <a:endCxn id="98" idx="1"/>
          </p:cNvCxnSpPr>
          <p:nvPr/>
        </p:nvCxnSpPr>
        <p:spPr>
          <a:xfrm>
            <a:off x="2907792" y="4719399"/>
            <a:ext cx="317860" cy="0"/>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sp>
        <p:nvSpPr>
          <p:cNvPr id="107" name="矢印: 下 106">
            <a:extLst>
              <a:ext uri="{FF2B5EF4-FFF2-40B4-BE49-F238E27FC236}">
                <a16:creationId xmlns:a16="http://schemas.microsoft.com/office/drawing/2014/main" id="{D025DBD0-9EA8-888A-FD4F-CF573F9F89A0}"/>
              </a:ext>
            </a:extLst>
          </p:cNvPr>
          <p:cNvSpPr/>
          <p:nvPr/>
        </p:nvSpPr>
        <p:spPr>
          <a:xfrm rot="16200000">
            <a:off x="5361507" y="2811252"/>
            <a:ext cx="507302" cy="671806"/>
          </a:xfrm>
          <a:prstGeom prst="downArrow">
            <a:avLst/>
          </a:prstGeom>
          <a:solidFill>
            <a:srgbClr val="0070C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8" name="テキスト ボックス 107">
            <a:extLst>
              <a:ext uri="{FF2B5EF4-FFF2-40B4-BE49-F238E27FC236}">
                <a16:creationId xmlns:a16="http://schemas.microsoft.com/office/drawing/2014/main" id="{DCE6BF83-2D75-5BA9-1C34-1D6F28E97D2D}"/>
              </a:ext>
            </a:extLst>
          </p:cNvPr>
          <p:cNvSpPr txBox="1"/>
          <p:nvPr/>
        </p:nvSpPr>
        <p:spPr>
          <a:xfrm>
            <a:off x="6642128" y="1861629"/>
            <a:ext cx="3011158" cy="369332"/>
          </a:xfrm>
          <a:prstGeom prst="rect">
            <a:avLst/>
          </a:prstGeom>
          <a:noFill/>
        </p:spPr>
        <p:txBody>
          <a:bodyPr wrap="square" rtlCol="0">
            <a:spAutoFit/>
          </a:bodyPr>
          <a:lstStyle/>
          <a:p>
            <a:pPr algn="ctr"/>
            <a:r>
              <a:rPr kumimoji="1" lang="en-US" altLang="ja-JP" dirty="0"/>
              <a:t>2. Sort in ascending order</a:t>
            </a:r>
            <a:endParaRPr kumimoji="1" lang="ja-JP" altLang="en-US" dirty="0"/>
          </a:p>
        </p:txBody>
      </p:sp>
      <mc:AlternateContent xmlns:mc="http://schemas.openxmlformats.org/markup-compatibility/2006" xmlns:a14="http://schemas.microsoft.com/office/drawing/2010/main">
        <mc:Choice Requires="a14">
          <p:sp>
            <p:nvSpPr>
              <p:cNvPr id="109" name="テキスト ボックス 108">
                <a:extLst>
                  <a:ext uri="{FF2B5EF4-FFF2-40B4-BE49-F238E27FC236}">
                    <a16:creationId xmlns:a16="http://schemas.microsoft.com/office/drawing/2014/main" id="{FDBDD36D-775A-95C1-3A1E-37ED6B01AB5A}"/>
                  </a:ext>
                </a:extLst>
              </p:cNvPr>
              <p:cNvSpPr txBox="1"/>
              <p:nvPr/>
            </p:nvSpPr>
            <p:spPr>
              <a:xfrm>
                <a:off x="5785434" y="3849375"/>
                <a:ext cx="2246962"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400" b="0" i="1" smtClean="0">
                          <a:solidFill>
                            <a:srgbClr val="FF0000"/>
                          </a:solidFill>
                          <a:latin typeface="Cambria Math" panose="02040503050406030204" pitchFamily="18" charset="0"/>
                        </a:rPr>
                        <m:t>𝑀𝑆𝐸</m:t>
                      </m:r>
                      <m:d>
                        <m:dPr>
                          <m:ctrlPr>
                            <a:rPr kumimoji="1" lang="en-US" altLang="ja-JP" sz="2400" b="0" i="1" smtClean="0">
                              <a:solidFill>
                                <a:srgbClr val="FF0000"/>
                              </a:solidFill>
                              <a:latin typeface="Cambria Math" panose="02040503050406030204" pitchFamily="18" charset="0"/>
                            </a:rPr>
                          </m:ctrlPr>
                        </m:dPr>
                        <m:e>
                          <m:sSub>
                            <m:sSubPr>
                              <m:ctrlPr>
                                <a:rPr kumimoji="1" lang="en-US" altLang="ja-JP" sz="2400" b="0" i="1" smtClean="0">
                                  <a:solidFill>
                                    <a:srgbClr val="FF0000"/>
                                  </a:solidFill>
                                  <a:latin typeface="Cambria Math" panose="02040503050406030204" pitchFamily="18" charset="0"/>
                                </a:rPr>
                              </m:ctrlPr>
                            </m:sSubPr>
                            <m:e>
                              <m:r>
                                <a:rPr kumimoji="1" lang="en-US" altLang="ja-JP" sz="2400" b="0" i="1" smtClean="0">
                                  <a:solidFill>
                                    <a:srgbClr val="FF0000"/>
                                  </a:solidFill>
                                  <a:latin typeface="Cambria Math" panose="02040503050406030204" pitchFamily="18" charset="0"/>
                                </a:rPr>
                                <m:t>𝑊</m:t>
                              </m:r>
                            </m:e>
                            <m:sub>
                              <m:r>
                                <a:rPr kumimoji="1" lang="en-US" altLang="ja-JP" sz="2400" b="0" i="1" smtClean="0">
                                  <a:solidFill>
                                    <a:srgbClr val="FF0000"/>
                                  </a:solidFill>
                                  <a:latin typeface="Cambria Math" panose="02040503050406030204" pitchFamily="18" charset="0"/>
                                </a:rPr>
                                <m:t>1</m:t>
                              </m:r>
                            </m:sub>
                          </m:sSub>
                          <m:r>
                            <a:rPr kumimoji="1" lang="en-US" altLang="ja-JP" sz="2400" b="0" i="1" smtClean="0">
                              <a:solidFill>
                                <a:srgbClr val="FF0000"/>
                              </a:solidFill>
                              <a:latin typeface="Cambria Math" panose="02040503050406030204" pitchFamily="18" charset="0"/>
                            </a:rPr>
                            <m:t>, </m:t>
                          </m:r>
                          <m:sSub>
                            <m:sSubPr>
                              <m:ctrlPr>
                                <a:rPr kumimoji="1" lang="en-US" altLang="ja-JP" sz="2400" b="0" i="1" smtClean="0">
                                  <a:solidFill>
                                    <a:srgbClr val="FF0000"/>
                                  </a:solidFill>
                                  <a:latin typeface="Cambria Math" panose="02040503050406030204" pitchFamily="18" charset="0"/>
                                </a:rPr>
                              </m:ctrlPr>
                            </m:sSubPr>
                            <m:e>
                              <m:r>
                                <a:rPr kumimoji="1" lang="en-US" altLang="ja-JP" sz="2400" b="0" i="1" smtClean="0">
                                  <a:solidFill>
                                    <a:srgbClr val="FF0000"/>
                                  </a:solidFill>
                                  <a:latin typeface="Cambria Math" panose="02040503050406030204" pitchFamily="18" charset="0"/>
                                </a:rPr>
                                <m:t>𝑊</m:t>
                              </m:r>
                            </m:e>
                            <m:sub>
                              <m:r>
                                <a:rPr kumimoji="1" lang="en-US" altLang="ja-JP" sz="2400" b="0" i="1" smtClean="0">
                                  <a:solidFill>
                                    <a:srgbClr val="FF0000"/>
                                  </a:solidFill>
                                  <a:latin typeface="Cambria Math" panose="02040503050406030204" pitchFamily="18" charset="0"/>
                                </a:rPr>
                                <m:t>2</m:t>
                              </m:r>
                            </m:sub>
                          </m:sSub>
                        </m:e>
                      </m:d>
                      <m:r>
                        <a:rPr kumimoji="1" lang="en-US" altLang="ja-JP" sz="2400" b="0" i="1" smtClean="0">
                          <a:solidFill>
                            <a:schemeClr val="tx1"/>
                          </a:solidFill>
                          <a:latin typeface="Cambria Math" panose="02040503050406030204" pitchFamily="18" charset="0"/>
                        </a:rPr>
                        <m:t>&lt;</m:t>
                      </m:r>
                      <m:r>
                        <a:rPr kumimoji="1" lang="en-US" altLang="ja-JP" sz="2400" b="0" i="1" smtClean="0">
                          <a:solidFill>
                            <a:srgbClr val="FF0000"/>
                          </a:solidFill>
                          <a:latin typeface="Cambria Math" panose="02040503050406030204" pitchFamily="18" charset="0"/>
                        </a:rPr>
                        <m:t> </m:t>
                      </m:r>
                    </m:oMath>
                  </m:oMathPara>
                </a14:m>
                <a:endParaRPr kumimoji="1" lang="ja-JP" altLang="en-US" sz="2400" dirty="0">
                  <a:solidFill>
                    <a:srgbClr val="FF0000"/>
                  </a:solidFill>
                </a:endParaRPr>
              </a:p>
            </p:txBody>
          </p:sp>
        </mc:Choice>
        <mc:Fallback xmlns="">
          <p:sp>
            <p:nvSpPr>
              <p:cNvPr id="109" name="テキスト ボックス 108">
                <a:extLst>
                  <a:ext uri="{FF2B5EF4-FFF2-40B4-BE49-F238E27FC236}">
                    <a16:creationId xmlns:a16="http://schemas.microsoft.com/office/drawing/2014/main" id="{FDBDD36D-775A-95C1-3A1E-37ED6B01AB5A}"/>
                  </a:ext>
                </a:extLst>
              </p:cNvPr>
              <p:cNvSpPr txBox="1">
                <a:spLocks noRot="1" noChangeAspect="1" noMove="1" noResize="1" noEditPoints="1" noAdjustHandles="1" noChangeArrowheads="1" noChangeShapeType="1" noTextEdit="1"/>
              </p:cNvSpPr>
              <p:nvPr/>
            </p:nvSpPr>
            <p:spPr>
              <a:xfrm>
                <a:off x="5785434" y="3849375"/>
                <a:ext cx="2246962" cy="369332"/>
              </a:xfrm>
              <a:prstGeom prst="rect">
                <a:avLst/>
              </a:prstGeom>
              <a:blipFill>
                <a:blip r:embed="rId9"/>
                <a:stretch>
                  <a:fillRect l="-2168" b="-16393"/>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10" name="テキスト ボックス 109">
                <a:extLst>
                  <a:ext uri="{FF2B5EF4-FFF2-40B4-BE49-F238E27FC236}">
                    <a16:creationId xmlns:a16="http://schemas.microsoft.com/office/drawing/2014/main" id="{C79D9DE2-638A-5F73-47E0-7604603C7439}"/>
                  </a:ext>
                </a:extLst>
              </p:cNvPr>
              <p:cNvSpPr txBox="1"/>
              <p:nvPr/>
            </p:nvSpPr>
            <p:spPr>
              <a:xfrm>
                <a:off x="7934451" y="3883292"/>
                <a:ext cx="2179636"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400" b="0" i="1" smtClean="0">
                          <a:solidFill>
                            <a:srgbClr val="0070C0"/>
                          </a:solidFill>
                          <a:latin typeface="Cambria Math" panose="02040503050406030204" pitchFamily="18" charset="0"/>
                        </a:rPr>
                        <m:t>𝑀𝑆𝐸</m:t>
                      </m:r>
                      <m:d>
                        <m:dPr>
                          <m:ctrlPr>
                            <a:rPr kumimoji="1" lang="en-US" altLang="ja-JP" sz="2400" b="0" i="1" smtClean="0">
                              <a:solidFill>
                                <a:srgbClr val="0070C0"/>
                              </a:solidFill>
                              <a:latin typeface="Cambria Math" panose="02040503050406030204" pitchFamily="18" charset="0"/>
                            </a:rPr>
                          </m:ctrlPr>
                        </m:dPr>
                        <m:e>
                          <m:sSub>
                            <m:sSubPr>
                              <m:ctrlPr>
                                <a:rPr kumimoji="1" lang="en-US" altLang="ja-JP" sz="2400" b="0" i="1" smtClean="0">
                                  <a:solidFill>
                                    <a:srgbClr val="0070C0"/>
                                  </a:solidFill>
                                  <a:latin typeface="Cambria Math" panose="02040503050406030204" pitchFamily="18" charset="0"/>
                                </a:rPr>
                              </m:ctrlPr>
                            </m:sSubPr>
                            <m:e>
                              <m:r>
                                <a:rPr kumimoji="1" lang="en-US" altLang="ja-JP" sz="2400" b="0" i="1" smtClean="0">
                                  <a:solidFill>
                                    <a:srgbClr val="0070C0"/>
                                  </a:solidFill>
                                  <a:latin typeface="Cambria Math" panose="02040503050406030204" pitchFamily="18" charset="0"/>
                                </a:rPr>
                                <m:t>𝑊</m:t>
                              </m:r>
                            </m:e>
                            <m:sub>
                              <m:r>
                                <a:rPr kumimoji="1" lang="en-US" altLang="ja-JP" sz="2400" b="0" i="1" smtClean="0">
                                  <a:solidFill>
                                    <a:srgbClr val="0070C0"/>
                                  </a:solidFill>
                                  <a:latin typeface="Cambria Math" panose="02040503050406030204" pitchFamily="18" charset="0"/>
                                </a:rPr>
                                <m:t>1</m:t>
                              </m:r>
                            </m:sub>
                          </m:sSub>
                          <m:r>
                            <a:rPr kumimoji="1" lang="en-US" altLang="ja-JP" sz="2400" b="0" i="1" smtClean="0">
                              <a:solidFill>
                                <a:srgbClr val="0070C0"/>
                              </a:solidFill>
                              <a:latin typeface="Cambria Math" panose="02040503050406030204" pitchFamily="18" charset="0"/>
                            </a:rPr>
                            <m:t>, </m:t>
                          </m:r>
                          <m:sSub>
                            <m:sSubPr>
                              <m:ctrlPr>
                                <a:rPr kumimoji="1" lang="en-US" altLang="ja-JP" sz="2400" b="0" i="1" smtClean="0">
                                  <a:solidFill>
                                    <a:srgbClr val="0070C0"/>
                                  </a:solidFill>
                                  <a:latin typeface="Cambria Math" panose="02040503050406030204" pitchFamily="18" charset="0"/>
                                </a:rPr>
                              </m:ctrlPr>
                            </m:sSubPr>
                            <m:e>
                              <m:r>
                                <a:rPr kumimoji="1" lang="en-US" altLang="ja-JP" sz="2400" b="0" i="1" smtClean="0">
                                  <a:solidFill>
                                    <a:srgbClr val="0070C0"/>
                                  </a:solidFill>
                                  <a:latin typeface="Cambria Math" panose="02040503050406030204" pitchFamily="18" charset="0"/>
                                </a:rPr>
                                <m:t>𝑊</m:t>
                              </m:r>
                            </m:e>
                            <m:sub>
                              <m:r>
                                <a:rPr kumimoji="1" lang="en-US" altLang="ja-JP" sz="2400" b="0" i="1" smtClean="0">
                                  <a:solidFill>
                                    <a:srgbClr val="0070C0"/>
                                  </a:solidFill>
                                  <a:latin typeface="Cambria Math" panose="02040503050406030204" pitchFamily="18" charset="0"/>
                                </a:rPr>
                                <m:t>3</m:t>
                              </m:r>
                            </m:sub>
                          </m:sSub>
                        </m:e>
                      </m:d>
                      <m:r>
                        <a:rPr kumimoji="1" lang="en-US" altLang="ja-JP" sz="2400" b="0" i="1" smtClean="0">
                          <a:solidFill>
                            <a:schemeClr val="tx1"/>
                          </a:solidFill>
                          <a:latin typeface="Cambria Math" panose="02040503050406030204" pitchFamily="18" charset="0"/>
                        </a:rPr>
                        <m:t>&lt;</m:t>
                      </m:r>
                    </m:oMath>
                  </m:oMathPara>
                </a14:m>
                <a:endParaRPr kumimoji="1" lang="ja-JP" altLang="en-US" sz="2400" dirty="0">
                  <a:solidFill>
                    <a:srgbClr val="0070C0"/>
                  </a:solidFill>
                </a:endParaRPr>
              </a:p>
            </p:txBody>
          </p:sp>
        </mc:Choice>
        <mc:Fallback xmlns="">
          <p:sp>
            <p:nvSpPr>
              <p:cNvPr id="110" name="テキスト ボックス 109">
                <a:extLst>
                  <a:ext uri="{FF2B5EF4-FFF2-40B4-BE49-F238E27FC236}">
                    <a16:creationId xmlns:a16="http://schemas.microsoft.com/office/drawing/2014/main" id="{C79D9DE2-638A-5F73-47E0-7604603C7439}"/>
                  </a:ext>
                </a:extLst>
              </p:cNvPr>
              <p:cNvSpPr txBox="1">
                <a:spLocks noRot="1" noChangeAspect="1" noMove="1" noResize="1" noEditPoints="1" noAdjustHandles="1" noChangeArrowheads="1" noChangeShapeType="1" noTextEdit="1"/>
              </p:cNvSpPr>
              <p:nvPr/>
            </p:nvSpPr>
            <p:spPr>
              <a:xfrm>
                <a:off x="7934451" y="3883292"/>
                <a:ext cx="2179636" cy="369332"/>
              </a:xfrm>
              <a:prstGeom prst="rect">
                <a:avLst/>
              </a:prstGeom>
              <a:blipFill>
                <a:blip r:embed="rId10"/>
                <a:stretch>
                  <a:fillRect l="-2521" r="-1961" b="-16393"/>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11" name="テキスト ボックス 110">
                <a:extLst>
                  <a:ext uri="{FF2B5EF4-FFF2-40B4-BE49-F238E27FC236}">
                    <a16:creationId xmlns:a16="http://schemas.microsoft.com/office/drawing/2014/main" id="{8F4C45AA-6B04-FD6A-8DD1-FF10937FD901}"/>
                  </a:ext>
                </a:extLst>
              </p:cNvPr>
              <p:cNvSpPr txBox="1"/>
              <p:nvPr/>
            </p:nvSpPr>
            <p:spPr>
              <a:xfrm>
                <a:off x="10076352" y="3877624"/>
                <a:ext cx="1938799"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400" b="0" i="1" smtClean="0">
                          <a:solidFill>
                            <a:srgbClr val="00B050"/>
                          </a:solidFill>
                          <a:latin typeface="Cambria Math" panose="02040503050406030204" pitchFamily="18" charset="0"/>
                        </a:rPr>
                        <m:t>𝑀𝑆𝐸</m:t>
                      </m:r>
                      <m:r>
                        <a:rPr kumimoji="1" lang="en-US" altLang="ja-JP" sz="2400" b="0" i="1" smtClean="0">
                          <a:solidFill>
                            <a:srgbClr val="00B050"/>
                          </a:solidFill>
                          <a:latin typeface="Cambria Math" panose="02040503050406030204" pitchFamily="18" charset="0"/>
                        </a:rPr>
                        <m:t>(</m:t>
                      </m:r>
                      <m:sSub>
                        <m:sSubPr>
                          <m:ctrlPr>
                            <a:rPr kumimoji="1" lang="en-US" altLang="ja-JP" sz="2400" b="0" i="1" smtClean="0">
                              <a:solidFill>
                                <a:srgbClr val="00B050"/>
                              </a:solidFill>
                              <a:latin typeface="Cambria Math" panose="02040503050406030204" pitchFamily="18" charset="0"/>
                            </a:rPr>
                          </m:ctrlPr>
                        </m:sSubPr>
                        <m:e>
                          <m:r>
                            <a:rPr kumimoji="1" lang="en-US" altLang="ja-JP" sz="2400" b="0" i="1" smtClean="0">
                              <a:solidFill>
                                <a:srgbClr val="00B050"/>
                              </a:solidFill>
                              <a:latin typeface="Cambria Math" panose="02040503050406030204" pitchFamily="18" charset="0"/>
                            </a:rPr>
                            <m:t>𝑊</m:t>
                          </m:r>
                        </m:e>
                        <m:sub>
                          <m:r>
                            <a:rPr kumimoji="1" lang="en-US" altLang="ja-JP" sz="2400" b="0" i="1" smtClean="0">
                              <a:solidFill>
                                <a:srgbClr val="00B050"/>
                              </a:solidFill>
                              <a:latin typeface="Cambria Math" panose="02040503050406030204" pitchFamily="18" charset="0"/>
                            </a:rPr>
                            <m:t>2</m:t>
                          </m:r>
                        </m:sub>
                      </m:sSub>
                      <m:r>
                        <a:rPr kumimoji="1" lang="en-US" altLang="ja-JP" sz="2400" b="0" i="1" smtClean="0">
                          <a:solidFill>
                            <a:srgbClr val="00B050"/>
                          </a:solidFill>
                          <a:latin typeface="Cambria Math" panose="02040503050406030204" pitchFamily="18" charset="0"/>
                        </a:rPr>
                        <m:t>, </m:t>
                      </m:r>
                      <m:sSub>
                        <m:sSubPr>
                          <m:ctrlPr>
                            <a:rPr kumimoji="1" lang="en-US" altLang="ja-JP" sz="2400" b="0" i="1" smtClean="0">
                              <a:solidFill>
                                <a:srgbClr val="00B050"/>
                              </a:solidFill>
                              <a:latin typeface="Cambria Math" panose="02040503050406030204" pitchFamily="18" charset="0"/>
                            </a:rPr>
                          </m:ctrlPr>
                        </m:sSubPr>
                        <m:e>
                          <m:r>
                            <a:rPr kumimoji="1" lang="en-US" altLang="ja-JP" sz="2400" b="0" i="1" smtClean="0">
                              <a:solidFill>
                                <a:srgbClr val="00B050"/>
                              </a:solidFill>
                              <a:latin typeface="Cambria Math" panose="02040503050406030204" pitchFamily="18" charset="0"/>
                            </a:rPr>
                            <m:t>𝑊</m:t>
                          </m:r>
                        </m:e>
                        <m:sub>
                          <m:r>
                            <a:rPr kumimoji="1" lang="en-US" altLang="ja-JP" sz="2400" b="0" i="1" smtClean="0">
                              <a:solidFill>
                                <a:srgbClr val="00B050"/>
                              </a:solidFill>
                              <a:latin typeface="Cambria Math" panose="02040503050406030204" pitchFamily="18" charset="0"/>
                            </a:rPr>
                            <m:t>3</m:t>
                          </m:r>
                        </m:sub>
                      </m:sSub>
                      <m:r>
                        <a:rPr kumimoji="1" lang="en-US" altLang="ja-JP" sz="2400" b="0" i="1" smtClean="0">
                          <a:solidFill>
                            <a:srgbClr val="00B050"/>
                          </a:solidFill>
                          <a:latin typeface="Cambria Math" panose="02040503050406030204" pitchFamily="18" charset="0"/>
                        </a:rPr>
                        <m:t>) </m:t>
                      </m:r>
                    </m:oMath>
                  </m:oMathPara>
                </a14:m>
                <a:endParaRPr kumimoji="1" lang="ja-JP" altLang="en-US" sz="2400" dirty="0">
                  <a:solidFill>
                    <a:srgbClr val="00B050"/>
                  </a:solidFill>
                </a:endParaRPr>
              </a:p>
            </p:txBody>
          </p:sp>
        </mc:Choice>
        <mc:Fallback xmlns="">
          <p:sp>
            <p:nvSpPr>
              <p:cNvPr id="111" name="テキスト ボックス 110">
                <a:extLst>
                  <a:ext uri="{FF2B5EF4-FFF2-40B4-BE49-F238E27FC236}">
                    <a16:creationId xmlns:a16="http://schemas.microsoft.com/office/drawing/2014/main" id="{8F4C45AA-6B04-FD6A-8DD1-FF10937FD901}"/>
                  </a:ext>
                </a:extLst>
              </p:cNvPr>
              <p:cNvSpPr txBox="1">
                <a:spLocks noRot="1" noChangeAspect="1" noMove="1" noResize="1" noEditPoints="1" noAdjustHandles="1" noChangeArrowheads="1" noChangeShapeType="1" noTextEdit="1"/>
              </p:cNvSpPr>
              <p:nvPr/>
            </p:nvSpPr>
            <p:spPr>
              <a:xfrm>
                <a:off x="10076352" y="3877624"/>
                <a:ext cx="1938799" cy="369332"/>
              </a:xfrm>
              <a:prstGeom prst="rect">
                <a:avLst/>
              </a:prstGeom>
              <a:blipFill>
                <a:blip r:embed="rId11"/>
                <a:stretch>
                  <a:fillRect l="-3145" r="-1258" b="-37705"/>
                </a:stretch>
              </a:blipFill>
            </p:spPr>
            <p:txBody>
              <a:bodyPr/>
              <a:lstStyle/>
              <a:p>
                <a:r>
                  <a:rPr lang="ja-JP" altLang="en-US">
                    <a:noFill/>
                  </a:rPr>
                  <a:t> </a:t>
                </a:r>
              </a:p>
            </p:txBody>
          </p:sp>
        </mc:Fallback>
      </mc:AlternateContent>
      <p:sp>
        <p:nvSpPr>
          <p:cNvPr id="112" name="テキスト ボックス 111">
            <a:extLst>
              <a:ext uri="{FF2B5EF4-FFF2-40B4-BE49-F238E27FC236}">
                <a16:creationId xmlns:a16="http://schemas.microsoft.com/office/drawing/2014/main" id="{F92C217B-C03F-AAAC-36A7-5D1959FB2F55}"/>
              </a:ext>
            </a:extLst>
          </p:cNvPr>
          <p:cNvSpPr txBox="1"/>
          <p:nvPr/>
        </p:nvSpPr>
        <p:spPr>
          <a:xfrm>
            <a:off x="5164451" y="4297944"/>
            <a:ext cx="3011158" cy="369332"/>
          </a:xfrm>
          <a:prstGeom prst="rect">
            <a:avLst/>
          </a:prstGeom>
          <a:noFill/>
        </p:spPr>
        <p:txBody>
          <a:bodyPr wrap="square" rtlCol="0">
            <a:spAutoFit/>
          </a:bodyPr>
          <a:lstStyle/>
          <a:p>
            <a:pPr algn="ctr"/>
            <a:r>
              <a:rPr kumimoji="1" lang="en-US" altLang="ja-JP" dirty="0"/>
              <a:t>The Most Similar</a:t>
            </a:r>
            <a:endParaRPr kumimoji="1" lang="ja-JP" altLang="en-US" dirty="0"/>
          </a:p>
        </p:txBody>
      </p:sp>
      <mc:AlternateContent xmlns:mc="http://schemas.openxmlformats.org/markup-compatibility/2006" xmlns:a14="http://schemas.microsoft.com/office/drawing/2010/main">
        <mc:Choice Requires="a14">
          <p:sp>
            <p:nvSpPr>
              <p:cNvPr id="113" name="テキスト ボックス 112">
                <a:extLst>
                  <a:ext uri="{FF2B5EF4-FFF2-40B4-BE49-F238E27FC236}">
                    <a16:creationId xmlns:a16="http://schemas.microsoft.com/office/drawing/2014/main" id="{29CC8D98-E7FE-29A5-00B6-FA78E3D581F6}"/>
                  </a:ext>
                </a:extLst>
              </p:cNvPr>
              <p:cNvSpPr txBox="1"/>
              <p:nvPr/>
            </p:nvSpPr>
            <p:spPr>
              <a:xfrm>
                <a:off x="7242478" y="5287073"/>
                <a:ext cx="3011158" cy="646331"/>
              </a:xfrm>
              <a:prstGeom prst="rect">
                <a:avLst/>
              </a:prstGeom>
              <a:noFill/>
            </p:spPr>
            <p:txBody>
              <a:bodyPr wrap="square" rtlCol="0">
                <a:spAutoFit/>
              </a:bodyPr>
              <a:lstStyle/>
              <a:p>
                <a:pPr algn="ctr"/>
                <a:r>
                  <a:rPr kumimoji="1" lang="en-US" altLang="ja-JP" dirty="0"/>
                  <a:t>Neuron To Be Pruned: Neuron 1 (</a:t>
                </a:r>
                <a14:m>
                  <m:oMath xmlns:m="http://schemas.openxmlformats.org/officeDocument/2006/math">
                    <m:sSub>
                      <m:sSubPr>
                        <m:ctrlPr>
                          <a:rPr kumimoji="1" lang="en-US" altLang="ja-JP" b="0" i="1" smtClean="0">
                            <a:solidFill>
                              <a:srgbClr val="FF0000"/>
                            </a:solidFill>
                            <a:latin typeface="Cambria Math" panose="02040503050406030204" pitchFamily="18" charset="0"/>
                          </a:rPr>
                        </m:ctrlPr>
                      </m:sSubPr>
                      <m:e>
                        <m:r>
                          <a:rPr kumimoji="1" lang="en-US" altLang="ja-JP" b="0" i="1" smtClean="0">
                            <a:solidFill>
                              <a:srgbClr val="FF0000"/>
                            </a:solidFill>
                            <a:latin typeface="Cambria Math" panose="02040503050406030204" pitchFamily="18" charset="0"/>
                          </a:rPr>
                          <m:t>𝑊</m:t>
                        </m:r>
                      </m:e>
                      <m:sub>
                        <m:r>
                          <a:rPr kumimoji="1" lang="en-US" altLang="ja-JP" b="0" i="1" smtClean="0">
                            <a:solidFill>
                              <a:srgbClr val="FF0000"/>
                            </a:solidFill>
                            <a:latin typeface="Cambria Math" panose="02040503050406030204" pitchFamily="18" charset="0"/>
                          </a:rPr>
                          <m:t>1</m:t>
                        </m:r>
                      </m:sub>
                    </m:sSub>
                  </m:oMath>
                </a14:m>
                <a:r>
                  <a:rPr kumimoji="1" lang="en-US" altLang="ja-JP" dirty="0"/>
                  <a:t>)</a:t>
                </a:r>
                <a:endParaRPr kumimoji="1" lang="ja-JP" altLang="en-US" dirty="0"/>
              </a:p>
            </p:txBody>
          </p:sp>
        </mc:Choice>
        <mc:Fallback xmlns="">
          <p:sp>
            <p:nvSpPr>
              <p:cNvPr id="113" name="テキスト ボックス 112">
                <a:extLst>
                  <a:ext uri="{FF2B5EF4-FFF2-40B4-BE49-F238E27FC236}">
                    <a16:creationId xmlns:a16="http://schemas.microsoft.com/office/drawing/2014/main" id="{29CC8D98-E7FE-29A5-00B6-FA78E3D581F6}"/>
                  </a:ext>
                </a:extLst>
              </p:cNvPr>
              <p:cNvSpPr txBox="1">
                <a:spLocks noRot="1" noChangeAspect="1" noMove="1" noResize="1" noEditPoints="1" noAdjustHandles="1" noChangeArrowheads="1" noChangeShapeType="1" noTextEdit="1"/>
              </p:cNvSpPr>
              <p:nvPr/>
            </p:nvSpPr>
            <p:spPr>
              <a:xfrm>
                <a:off x="7242478" y="5287073"/>
                <a:ext cx="3011158" cy="646331"/>
              </a:xfrm>
              <a:prstGeom prst="rect">
                <a:avLst/>
              </a:prstGeom>
              <a:blipFill>
                <a:blip r:embed="rId12"/>
                <a:stretch>
                  <a:fillRect t="-4717" b="-14151"/>
                </a:stretch>
              </a:blipFill>
            </p:spPr>
            <p:txBody>
              <a:bodyPr/>
              <a:lstStyle/>
              <a:p>
                <a:r>
                  <a:rPr lang="ja-JP" altLang="en-US">
                    <a:noFill/>
                  </a:rPr>
                  <a:t> </a:t>
                </a:r>
              </a:p>
            </p:txBody>
          </p:sp>
        </mc:Fallback>
      </mc:AlternateContent>
      <p:sp>
        <p:nvSpPr>
          <p:cNvPr id="114" name="矢印: 下 113">
            <a:extLst>
              <a:ext uri="{FF2B5EF4-FFF2-40B4-BE49-F238E27FC236}">
                <a16:creationId xmlns:a16="http://schemas.microsoft.com/office/drawing/2014/main" id="{8483B1A8-5440-1BC7-ACF5-6E4A5E59E038}"/>
              </a:ext>
            </a:extLst>
          </p:cNvPr>
          <p:cNvSpPr/>
          <p:nvPr/>
        </p:nvSpPr>
        <p:spPr>
          <a:xfrm>
            <a:off x="8516967" y="4568162"/>
            <a:ext cx="507302" cy="671806"/>
          </a:xfrm>
          <a:prstGeom prst="downArrow">
            <a:avLst/>
          </a:prstGeom>
          <a:solidFill>
            <a:srgbClr val="0070C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スライド番号プレースホルダー 3">
            <a:extLst>
              <a:ext uri="{FF2B5EF4-FFF2-40B4-BE49-F238E27FC236}">
                <a16:creationId xmlns:a16="http://schemas.microsoft.com/office/drawing/2014/main" id="{B3592722-251C-1504-8E8F-BAE337FDE04D}"/>
              </a:ext>
            </a:extLst>
          </p:cNvPr>
          <p:cNvSpPr>
            <a:spLocks noGrp="1"/>
          </p:cNvSpPr>
          <p:nvPr>
            <p:ph type="sldNum" sz="quarter" idx="12"/>
          </p:nvPr>
        </p:nvSpPr>
        <p:spPr/>
        <p:txBody>
          <a:bodyPr/>
          <a:lstStyle/>
          <a:p>
            <a:fld id="{49AE70B2-8BF9-45C0-BB95-33D1B9D3A854}" type="slidenum">
              <a:rPr lang="zh-CN" altLang="en-US" smtClean="0"/>
              <a:t>22</a:t>
            </a:fld>
            <a:endParaRPr lang="zh-CN" altLang="en-US"/>
          </a:p>
        </p:txBody>
      </p:sp>
      <p:sp>
        <p:nvSpPr>
          <p:cNvPr id="5" name="テキスト ボックス 4">
            <a:extLst>
              <a:ext uri="{FF2B5EF4-FFF2-40B4-BE49-F238E27FC236}">
                <a16:creationId xmlns:a16="http://schemas.microsoft.com/office/drawing/2014/main" id="{155EAB4C-63C7-A7B6-7A57-7D3B80354FFD}"/>
              </a:ext>
            </a:extLst>
          </p:cNvPr>
          <p:cNvSpPr txBox="1"/>
          <p:nvPr/>
        </p:nvSpPr>
        <p:spPr>
          <a:xfrm>
            <a:off x="3054848" y="5839221"/>
            <a:ext cx="605536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Arial"/>
                <a:ea typeface="微软雅黑"/>
                <a:cs typeface="+mn-cs"/>
              </a:rPr>
              <a:t>Fig. </a:t>
            </a:r>
            <a:r>
              <a:rPr kumimoji="1" lang="en-US" altLang="ja-JP" dirty="0">
                <a:solidFill>
                  <a:prstClr val="black"/>
                </a:solidFill>
                <a:latin typeface="Arial"/>
                <a:ea typeface="微软雅黑"/>
              </a:rPr>
              <a:t>11</a:t>
            </a:r>
            <a:r>
              <a:rPr kumimoji="1" lang="en-US" altLang="ja-JP" sz="1800" b="0" i="0" u="none" strike="noStrike" kern="1200" cap="none" spc="0" normalizeH="0" baseline="0" noProof="0" dirty="0">
                <a:ln>
                  <a:noFill/>
                </a:ln>
                <a:solidFill>
                  <a:prstClr val="black"/>
                </a:solidFill>
                <a:effectLst/>
                <a:uLnTx/>
                <a:uFillTx/>
                <a:latin typeface="Arial"/>
                <a:ea typeface="微软雅黑"/>
                <a:cs typeface="+mn-cs"/>
              </a:rPr>
              <a:t> Similarity-Based Neuron Pruning</a:t>
            </a:r>
            <a:endParaRPr kumimoji="1" lang="ja-JP" altLang="en-US" sz="1800" b="0" i="0" u="none" strike="noStrike" kern="1200" cap="none" spc="0" normalizeH="0" baseline="0" noProof="0" dirty="0">
              <a:ln>
                <a:noFill/>
              </a:ln>
              <a:solidFill>
                <a:prstClr val="black"/>
              </a:solidFill>
              <a:effectLst/>
              <a:uLnTx/>
              <a:uFillTx/>
              <a:latin typeface="Arial"/>
              <a:ea typeface="微软雅黑"/>
              <a:cs typeface="+mn-cs"/>
            </a:endParaRPr>
          </a:p>
        </p:txBody>
      </p:sp>
      <p:cxnSp>
        <p:nvCxnSpPr>
          <p:cNvPr id="8" name="直線矢印コネクタ 7">
            <a:extLst>
              <a:ext uri="{FF2B5EF4-FFF2-40B4-BE49-F238E27FC236}">
                <a16:creationId xmlns:a16="http://schemas.microsoft.com/office/drawing/2014/main" id="{BE96107F-5E0A-27E5-5D9C-B4015C4B68AC}"/>
              </a:ext>
            </a:extLst>
          </p:cNvPr>
          <p:cNvCxnSpPr>
            <a:cxnSpLocks/>
            <a:stCxn id="17" idx="2"/>
            <a:endCxn id="55" idx="0"/>
          </p:cNvCxnSpPr>
          <p:nvPr/>
        </p:nvCxnSpPr>
        <p:spPr>
          <a:xfrm flipH="1">
            <a:off x="4313415" y="2938676"/>
            <a:ext cx="1165" cy="514655"/>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17" name="テキスト ボックス 16">
            <a:extLst>
              <a:ext uri="{FF2B5EF4-FFF2-40B4-BE49-F238E27FC236}">
                <a16:creationId xmlns:a16="http://schemas.microsoft.com/office/drawing/2014/main" id="{24DF272A-C4F4-CCDF-C482-EFD824C59B37}"/>
              </a:ext>
            </a:extLst>
          </p:cNvPr>
          <p:cNvSpPr txBox="1"/>
          <p:nvPr/>
        </p:nvSpPr>
        <p:spPr>
          <a:xfrm>
            <a:off x="2809001" y="2569344"/>
            <a:ext cx="3011158" cy="369332"/>
          </a:xfrm>
          <a:prstGeom prst="rect">
            <a:avLst/>
          </a:prstGeom>
          <a:noFill/>
        </p:spPr>
        <p:txBody>
          <a:bodyPr wrap="square" rtlCol="0">
            <a:spAutoFit/>
          </a:bodyPr>
          <a:lstStyle/>
          <a:p>
            <a:pPr algn="ctr"/>
            <a:r>
              <a:rPr kumimoji="1" lang="en-US" altLang="ja-JP" dirty="0"/>
              <a:t>Weights of Neuron 1</a:t>
            </a:r>
            <a:endParaRPr kumimoji="1" lang="ja-JP" altLang="en-US" dirty="0"/>
          </a:p>
        </p:txBody>
      </p:sp>
      <p:cxnSp>
        <p:nvCxnSpPr>
          <p:cNvPr id="21" name="直線矢印コネクタ 20">
            <a:extLst>
              <a:ext uri="{FF2B5EF4-FFF2-40B4-BE49-F238E27FC236}">
                <a16:creationId xmlns:a16="http://schemas.microsoft.com/office/drawing/2014/main" id="{89FC591A-D89E-768A-7944-FC69A011ED8B}"/>
              </a:ext>
            </a:extLst>
          </p:cNvPr>
          <p:cNvCxnSpPr>
            <a:cxnSpLocks/>
          </p:cNvCxnSpPr>
          <p:nvPr/>
        </p:nvCxnSpPr>
        <p:spPr>
          <a:xfrm flipV="1">
            <a:off x="3610515" y="4904631"/>
            <a:ext cx="0" cy="55713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27" name="テキスト ボックス 26">
            <a:extLst>
              <a:ext uri="{FF2B5EF4-FFF2-40B4-BE49-F238E27FC236}">
                <a16:creationId xmlns:a16="http://schemas.microsoft.com/office/drawing/2014/main" id="{8B476538-433C-D941-2E75-DCE5C251B7B5}"/>
              </a:ext>
            </a:extLst>
          </p:cNvPr>
          <p:cNvSpPr txBox="1"/>
          <p:nvPr/>
        </p:nvSpPr>
        <p:spPr>
          <a:xfrm>
            <a:off x="2567933" y="5444109"/>
            <a:ext cx="3011158" cy="369332"/>
          </a:xfrm>
          <a:prstGeom prst="rect">
            <a:avLst/>
          </a:prstGeom>
          <a:noFill/>
        </p:spPr>
        <p:txBody>
          <a:bodyPr wrap="square" rtlCol="0">
            <a:spAutoFit/>
          </a:bodyPr>
          <a:lstStyle/>
          <a:p>
            <a:pPr algn="ctr"/>
            <a:r>
              <a:rPr kumimoji="1" lang="en-US" altLang="ja-JP" dirty="0"/>
              <a:t>Mean Squared Error</a:t>
            </a:r>
            <a:endParaRPr kumimoji="1" lang="ja-JP" altLang="en-US" dirty="0"/>
          </a:p>
        </p:txBody>
      </p:sp>
    </p:spTree>
    <p:custDataLst>
      <p:tags r:id="rId1"/>
    </p:custDataLst>
    <p:extLst>
      <p:ext uri="{BB962C8B-B14F-4D97-AF65-F5344CB8AC3E}">
        <p14:creationId xmlns:p14="http://schemas.microsoft.com/office/powerpoint/2010/main" val="32618945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rotWithShape="1">
          <a:blip r:embed="rId4"/>
          <a:stretch>
            <a:fillRect/>
          </a:stretch>
        </a:blipFill>
        <a:effectLst/>
      </p:bgPr>
    </p:bg>
    <p:spTree>
      <p:nvGrpSpPr>
        <p:cNvPr id="1" name="">
          <a:extLst>
            <a:ext uri="{FF2B5EF4-FFF2-40B4-BE49-F238E27FC236}">
              <a16:creationId xmlns:a16="http://schemas.microsoft.com/office/drawing/2014/main" id="{2C47487C-02F2-C2BD-8CDE-1D1F13F473B0}"/>
            </a:ext>
          </a:extLst>
        </p:cNvPr>
        <p:cNvGrpSpPr/>
        <p:nvPr/>
      </p:nvGrpSpPr>
      <p:grpSpPr>
        <a:xfrm>
          <a:off x="0" y="0"/>
          <a:ext cx="0" cy="0"/>
          <a:chOff x="0" y="0"/>
          <a:chExt cx="0" cy="0"/>
        </a:xfrm>
      </p:grpSpPr>
      <p:sp>
        <p:nvSpPr>
          <p:cNvPr id="23" name="タイトル 4">
            <a:extLst>
              <a:ext uri="{FF2B5EF4-FFF2-40B4-BE49-F238E27FC236}">
                <a16:creationId xmlns:a16="http://schemas.microsoft.com/office/drawing/2014/main" id="{759993B0-FD37-1E1D-B86C-E249940E12E1}"/>
              </a:ext>
            </a:extLst>
          </p:cNvPr>
          <p:cNvSpPr>
            <a:spLocks noGrp="1"/>
          </p:cNvSpPr>
          <p:nvPr>
            <p:ph type="title"/>
          </p:nvPr>
        </p:nvSpPr>
        <p:spPr>
          <a:xfrm>
            <a:off x="608400" y="608400"/>
            <a:ext cx="10969200" cy="705600"/>
          </a:xfrm>
        </p:spPr>
        <p:txBody>
          <a:bodyPr/>
          <a:lstStyle/>
          <a:p>
            <a:r>
              <a:rPr lang="en-US" altLang="ja-JP" dirty="0"/>
              <a:t>Configuration Phase (Inference)(</a:t>
            </a:r>
            <a:r>
              <a:rPr lang="en-US" altLang="ja-JP" dirty="0" err="1"/>
              <a:t>cnt</a:t>
            </a:r>
            <a:r>
              <a:rPr lang="en-US" altLang="ja-JP" dirty="0"/>
              <a:t>.)</a:t>
            </a:r>
            <a:endParaRPr lang="ja-JP" altLang="en-US" dirty="0"/>
          </a:p>
        </p:txBody>
      </p:sp>
      <p:pic>
        <p:nvPicPr>
          <p:cNvPr id="24" name="图片 3" descr="logo-4">
            <a:extLst>
              <a:ext uri="{FF2B5EF4-FFF2-40B4-BE49-F238E27FC236}">
                <a16:creationId xmlns:a16="http://schemas.microsoft.com/office/drawing/2014/main" id="{71469F79-AB6D-C2D9-E193-4E3FEB0C5BBC}"/>
              </a:ext>
            </a:extLst>
          </p:cNvPr>
          <p:cNvPicPr>
            <a:picLocks noChangeAspect="1"/>
          </p:cNvPicPr>
          <p:nvPr/>
        </p:nvPicPr>
        <p:blipFill>
          <a:blip r:embed="rId5"/>
          <a:stretch>
            <a:fillRect/>
          </a:stretch>
        </p:blipFill>
        <p:spPr>
          <a:xfrm>
            <a:off x="10354310" y="6334125"/>
            <a:ext cx="1603375" cy="387350"/>
          </a:xfrm>
          <a:prstGeom prst="rect">
            <a:avLst/>
          </a:prstGeom>
        </p:spPr>
      </p:pic>
      <p:sp>
        <p:nvSpPr>
          <p:cNvPr id="4" name="楕円 3">
            <a:extLst>
              <a:ext uri="{FF2B5EF4-FFF2-40B4-BE49-F238E27FC236}">
                <a16:creationId xmlns:a16="http://schemas.microsoft.com/office/drawing/2014/main" id="{3B1301D9-3957-0C39-85BC-122A0A2F986A}"/>
              </a:ext>
            </a:extLst>
          </p:cNvPr>
          <p:cNvSpPr/>
          <p:nvPr/>
        </p:nvSpPr>
        <p:spPr>
          <a:xfrm>
            <a:off x="5071195" y="3363942"/>
            <a:ext cx="466531" cy="466531"/>
          </a:xfrm>
          <a:prstGeom prst="ellipse">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楕円 4">
            <a:extLst>
              <a:ext uri="{FF2B5EF4-FFF2-40B4-BE49-F238E27FC236}">
                <a16:creationId xmlns:a16="http://schemas.microsoft.com/office/drawing/2014/main" id="{393F3617-8400-4E6D-3359-CBE618779326}"/>
              </a:ext>
            </a:extLst>
          </p:cNvPr>
          <p:cNvSpPr/>
          <p:nvPr/>
        </p:nvSpPr>
        <p:spPr>
          <a:xfrm>
            <a:off x="5071195" y="4004645"/>
            <a:ext cx="466531" cy="466531"/>
          </a:xfrm>
          <a:prstGeom prst="ellipse">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楕円 5">
            <a:extLst>
              <a:ext uri="{FF2B5EF4-FFF2-40B4-BE49-F238E27FC236}">
                <a16:creationId xmlns:a16="http://schemas.microsoft.com/office/drawing/2014/main" id="{A703E9B9-912A-D90B-6879-911CA724B1C9}"/>
              </a:ext>
            </a:extLst>
          </p:cNvPr>
          <p:cNvSpPr/>
          <p:nvPr/>
        </p:nvSpPr>
        <p:spPr>
          <a:xfrm>
            <a:off x="5815496" y="3007890"/>
            <a:ext cx="466531" cy="466531"/>
          </a:xfrm>
          <a:prstGeom prst="ellipse">
            <a:avLst/>
          </a:prstGeom>
          <a:noFill/>
          <a:ln w="28575">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楕円 7">
            <a:extLst>
              <a:ext uri="{FF2B5EF4-FFF2-40B4-BE49-F238E27FC236}">
                <a16:creationId xmlns:a16="http://schemas.microsoft.com/office/drawing/2014/main" id="{40F0D117-875E-2F9C-8119-C334D7E07539}"/>
              </a:ext>
            </a:extLst>
          </p:cNvPr>
          <p:cNvSpPr/>
          <p:nvPr/>
        </p:nvSpPr>
        <p:spPr>
          <a:xfrm>
            <a:off x="5815496" y="3622900"/>
            <a:ext cx="466531" cy="466531"/>
          </a:xfrm>
          <a:prstGeom prst="ellipse">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楕円 9">
            <a:extLst>
              <a:ext uri="{FF2B5EF4-FFF2-40B4-BE49-F238E27FC236}">
                <a16:creationId xmlns:a16="http://schemas.microsoft.com/office/drawing/2014/main" id="{6A80DF43-CCB6-DA0C-A2CC-CE4622E2301B}"/>
              </a:ext>
            </a:extLst>
          </p:cNvPr>
          <p:cNvSpPr/>
          <p:nvPr/>
        </p:nvSpPr>
        <p:spPr>
          <a:xfrm>
            <a:off x="5815496" y="4324054"/>
            <a:ext cx="466531" cy="466531"/>
          </a:xfrm>
          <a:prstGeom prst="ellipse">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7" name="直線矢印コネクタ 16">
            <a:extLst>
              <a:ext uri="{FF2B5EF4-FFF2-40B4-BE49-F238E27FC236}">
                <a16:creationId xmlns:a16="http://schemas.microsoft.com/office/drawing/2014/main" id="{AC928CB5-E86D-0DBC-3C27-3EAD2F23146F}"/>
              </a:ext>
            </a:extLst>
          </p:cNvPr>
          <p:cNvCxnSpPr>
            <a:stCxn id="4" idx="6"/>
            <a:endCxn id="6" idx="2"/>
          </p:cNvCxnSpPr>
          <p:nvPr/>
        </p:nvCxnSpPr>
        <p:spPr>
          <a:xfrm flipV="1">
            <a:off x="5537726" y="3241156"/>
            <a:ext cx="277770" cy="35605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線矢印コネクタ 19">
            <a:extLst>
              <a:ext uri="{FF2B5EF4-FFF2-40B4-BE49-F238E27FC236}">
                <a16:creationId xmlns:a16="http://schemas.microsoft.com/office/drawing/2014/main" id="{2660DF0B-6ECF-6EC9-EA51-5F4198456DE1}"/>
              </a:ext>
            </a:extLst>
          </p:cNvPr>
          <p:cNvCxnSpPr>
            <a:cxnSpLocks/>
            <a:stCxn id="4" idx="6"/>
            <a:endCxn id="8" idx="2"/>
          </p:cNvCxnSpPr>
          <p:nvPr/>
        </p:nvCxnSpPr>
        <p:spPr>
          <a:xfrm>
            <a:off x="5537726" y="3597208"/>
            <a:ext cx="277770" cy="25895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線矢印コネクタ 20">
            <a:extLst>
              <a:ext uri="{FF2B5EF4-FFF2-40B4-BE49-F238E27FC236}">
                <a16:creationId xmlns:a16="http://schemas.microsoft.com/office/drawing/2014/main" id="{853DBCD0-C27C-5BD2-CD60-91C65545ECFB}"/>
              </a:ext>
            </a:extLst>
          </p:cNvPr>
          <p:cNvCxnSpPr>
            <a:cxnSpLocks/>
            <a:stCxn id="4" idx="6"/>
            <a:endCxn id="10" idx="2"/>
          </p:cNvCxnSpPr>
          <p:nvPr/>
        </p:nvCxnSpPr>
        <p:spPr>
          <a:xfrm>
            <a:off x="5537726" y="3597208"/>
            <a:ext cx="277770" cy="96011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線矢印コネクタ 21">
            <a:extLst>
              <a:ext uri="{FF2B5EF4-FFF2-40B4-BE49-F238E27FC236}">
                <a16:creationId xmlns:a16="http://schemas.microsoft.com/office/drawing/2014/main" id="{07DC65B6-147D-BA9F-7806-6D329BE10B18}"/>
              </a:ext>
            </a:extLst>
          </p:cNvPr>
          <p:cNvCxnSpPr>
            <a:cxnSpLocks/>
            <a:stCxn id="5" idx="6"/>
            <a:endCxn id="6" idx="2"/>
          </p:cNvCxnSpPr>
          <p:nvPr/>
        </p:nvCxnSpPr>
        <p:spPr>
          <a:xfrm flipV="1">
            <a:off x="5537726" y="3241156"/>
            <a:ext cx="277770" cy="99675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線矢印コネクタ 24">
            <a:extLst>
              <a:ext uri="{FF2B5EF4-FFF2-40B4-BE49-F238E27FC236}">
                <a16:creationId xmlns:a16="http://schemas.microsoft.com/office/drawing/2014/main" id="{421DD715-2BA7-5AF0-E924-09CD7DA2BC13}"/>
              </a:ext>
            </a:extLst>
          </p:cNvPr>
          <p:cNvCxnSpPr>
            <a:cxnSpLocks/>
            <a:stCxn id="5" idx="6"/>
            <a:endCxn id="8" idx="2"/>
          </p:cNvCxnSpPr>
          <p:nvPr/>
        </p:nvCxnSpPr>
        <p:spPr>
          <a:xfrm flipV="1">
            <a:off x="5537726" y="3856166"/>
            <a:ext cx="277770" cy="38174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線矢印コネクタ 25">
            <a:extLst>
              <a:ext uri="{FF2B5EF4-FFF2-40B4-BE49-F238E27FC236}">
                <a16:creationId xmlns:a16="http://schemas.microsoft.com/office/drawing/2014/main" id="{40AB302D-9FBB-EB7D-694A-547DF8EEB6C4}"/>
              </a:ext>
            </a:extLst>
          </p:cNvPr>
          <p:cNvCxnSpPr>
            <a:cxnSpLocks/>
            <a:stCxn id="5" idx="6"/>
            <a:endCxn id="10" idx="2"/>
          </p:cNvCxnSpPr>
          <p:nvPr/>
        </p:nvCxnSpPr>
        <p:spPr>
          <a:xfrm>
            <a:off x="5537726" y="4237911"/>
            <a:ext cx="277770" cy="31940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線コネクタ 31">
            <a:extLst>
              <a:ext uri="{FF2B5EF4-FFF2-40B4-BE49-F238E27FC236}">
                <a16:creationId xmlns:a16="http://schemas.microsoft.com/office/drawing/2014/main" id="{027676CF-8B4C-4254-CA6A-6ECB5BCD1615}"/>
              </a:ext>
            </a:extLst>
          </p:cNvPr>
          <p:cNvCxnSpPr>
            <a:cxnSpLocks/>
          </p:cNvCxnSpPr>
          <p:nvPr/>
        </p:nvCxnSpPr>
        <p:spPr>
          <a:xfrm>
            <a:off x="6292431" y="3857788"/>
            <a:ext cx="110316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33" name="直線コネクタ 32">
            <a:extLst>
              <a:ext uri="{FF2B5EF4-FFF2-40B4-BE49-F238E27FC236}">
                <a16:creationId xmlns:a16="http://schemas.microsoft.com/office/drawing/2014/main" id="{D7D169F9-C171-A7EA-8E5F-FD6FEC1C1F09}"/>
              </a:ext>
            </a:extLst>
          </p:cNvPr>
          <p:cNvCxnSpPr>
            <a:cxnSpLocks/>
          </p:cNvCxnSpPr>
          <p:nvPr/>
        </p:nvCxnSpPr>
        <p:spPr>
          <a:xfrm flipV="1">
            <a:off x="6402238" y="3597208"/>
            <a:ext cx="0" cy="260580"/>
          </a:xfrm>
          <a:prstGeom prst="line">
            <a:avLst/>
          </a:prstGeom>
          <a:ln w="19050"/>
        </p:spPr>
        <p:style>
          <a:lnRef idx="1">
            <a:schemeClr val="dk1"/>
          </a:lnRef>
          <a:fillRef idx="0">
            <a:schemeClr val="dk1"/>
          </a:fillRef>
          <a:effectRef idx="0">
            <a:schemeClr val="dk1"/>
          </a:effectRef>
          <a:fontRef idx="minor">
            <a:schemeClr val="tx1"/>
          </a:fontRef>
        </p:style>
      </p:cxnSp>
      <p:cxnSp>
        <p:nvCxnSpPr>
          <p:cNvPr id="34" name="直線コネクタ 33">
            <a:extLst>
              <a:ext uri="{FF2B5EF4-FFF2-40B4-BE49-F238E27FC236}">
                <a16:creationId xmlns:a16="http://schemas.microsoft.com/office/drawing/2014/main" id="{FA994139-1975-8250-D60C-8609EFFCA21D}"/>
              </a:ext>
            </a:extLst>
          </p:cNvPr>
          <p:cNvCxnSpPr>
            <a:cxnSpLocks/>
          </p:cNvCxnSpPr>
          <p:nvPr/>
        </p:nvCxnSpPr>
        <p:spPr>
          <a:xfrm flipV="1">
            <a:off x="6974515" y="3595586"/>
            <a:ext cx="0" cy="260580"/>
          </a:xfrm>
          <a:prstGeom prst="line">
            <a:avLst/>
          </a:prstGeom>
          <a:ln w="19050"/>
        </p:spPr>
        <p:style>
          <a:lnRef idx="1">
            <a:schemeClr val="dk1"/>
          </a:lnRef>
          <a:fillRef idx="0">
            <a:schemeClr val="dk1"/>
          </a:fillRef>
          <a:effectRef idx="0">
            <a:schemeClr val="dk1"/>
          </a:effectRef>
          <a:fontRef idx="minor">
            <a:schemeClr val="tx1"/>
          </a:fontRef>
        </p:style>
      </p:cxnSp>
      <p:cxnSp>
        <p:nvCxnSpPr>
          <p:cNvPr id="35" name="直線コネクタ 34">
            <a:extLst>
              <a:ext uri="{FF2B5EF4-FFF2-40B4-BE49-F238E27FC236}">
                <a16:creationId xmlns:a16="http://schemas.microsoft.com/office/drawing/2014/main" id="{F51EEDFA-AF55-1D4C-5F39-584BE2B6C652}"/>
              </a:ext>
            </a:extLst>
          </p:cNvPr>
          <p:cNvCxnSpPr>
            <a:cxnSpLocks/>
          </p:cNvCxnSpPr>
          <p:nvPr/>
        </p:nvCxnSpPr>
        <p:spPr>
          <a:xfrm flipV="1">
            <a:off x="7149237" y="3597208"/>
            <a:ext cx="0" cy="260580"/>
          </a:xfrm>
          <a:prstGeom prst="line">
            <a:avLst/>
          </a:prstGeom>
          <a:ln w="19050"/>
        </p:spPr>
        <p:style>
          <a:lnRef idx="1">
            <a:schemeClr val="dk1"/>
          </a:lnRef>
          <a:fillRef idx="0">
            <a:schemeClr val="dk1"/>
          </a:fillRef>
          <a:effectRef idx="0">
            <a:schemeClr val="dk1"/>
          </a:effectRef>
          <a:fontRef idx="minor">
            <a:schemeClr val="tx1"/>
          </a:fontRef>
        </p:style>
      </p:cxnSp>
      <p:cxnSp>
        <p:nvCxnSpPr>
          <p:cNvPr id="36" name="直線コネクタ 35">
            <a:extLst>
              <a:ext uri="{FF2B5EF4-FFF2-40B4-BE49-F238E27FC236}">
                <a16:creationId xmlns:a16="http://schemas.microsoft.com/office/drawing/2014/main" id="{E1E96F27-5CBD-727A-233D-929C09CE7327}"/>
              </a:ext>
            </a:extLst>
          </p:cNvPr>
          <p:cNvCxnSpPr>
            <a:cxnSpLocks/>
          </p:cNvCxnSpPr>
          <p:nvPr/>
        </p:nvCxnSpPr>
        <p:spPr>
          <a:xfrm>
            <a:off x="6292431" y="4557320"/>
            <a:ext cx="110316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37" name="直線コネクタ 36">
            <a:extLst>
              <a:ext uri="{FF2B5EF4-FFF2-40B4-BE49-F238E27FC236}">
                <a16:creationId xmlns:a16="http://schemas.microsoft.com/office/drawing/2014/main" id="{74EE89A6-9675-F1FA-A9EF-CC8F31672BF8}"/>
              </a:ext>
            </a:extLst>
          </p:cNvPr>
          <p:cNvCxnSpPr>
            <a:cxnSpLocks/>
          </p:cNvCxnSpPr>
          <p:nvPr/>
        </p:nvCxnSpPr>
        <p:spPr>
          <a:xfrm flipV="1">
            <a:off x="6601291" y="4296740"/>
            <a:ext cx="0" cy="260580"/>
          </a:xfrm>
          <a:prstGeom prst="line">
            <a:avLst/>
          </a:prstGeom>
          <a:ln w="19050"/>
        </p:spPr>
        <p:style>
          <a:lnRef idx="1">
            <a:schemeClr val="dk1"/>
          </a:lnRef>
          <a:fillRef idx="0">
            <a:schemeClr val="dk1"/>
          </a:fillRef>
          <a:effectRef idx="0">
            <a:schemeClr val="dk1"/>
          </a:effectRef>
          <a:fontRef idx="minor">
            <a:schemeClr val="tx1"/>
          </a:fontRef>
        </p:style>
      </p:cxnSp>
      <p:cxnSp>
        <p:nvCxnSpPr>
          <p:cNvPr id="38" name="直線コネクタ 37">
            <a:extLst>
              <a:ext uri="{FF2B5EF4-FFF2-40B4-BE49-F238E27FC236}">
                <a16:creationId xmlns:a16="http://schemas.microsoft.com/office/drawing/2014/main" id="{654AC633-DF0C-D416-5664-9E177E8FFAFA}"/>
              </a:ext>
            </a:extLst>
          </p:cNvPr>
          <p:cNvCxnSpPr>
            <a:cxnSpLocks/>
          </p:cNvCxnSpPr>
          <p:nvPr/>
        </p:nvCxnSpPr>
        <p:spPr>
          <a:xfrm flipV="1">
            <a:off x="6787903" y="4296740"/>
            <a:ext cx="0" cy="260580"/>
          </a:xfrm>
          <a:prstGeom prst="line">
            <a:avLst/>
          </a:prstGeom>
          <a:ln w="19050"/>
        </p:spPr>
        <p:style>
          <a:lnRef idx="1">
            <a:schemeClr val="dk1"/>
          </a:lnRef>
          <a:fillRef idx="0">
            <a:schemeClr val="dk1"/>
          </a:fillRef>
          <a:effectRef idx="0">
            <a:schemeClr val="dk1"/>
          </a:effectRef>
          <a:fontRef idx="minor">
            <a:schemeClr val="tx1"/>
          </a:fontRef>
        </p:style>
      </p:cxnSp>
      <p:sp>
        <p:nvSpPr>
          <p:cNvPr id="39" name="正方形/長方形 38">
            <a:extLst>
              <a:ext uri="{FF2B5EF4-FFF2-40B4-BE49-F238E27FC236}">
                <a16:creationId xmlns:a16="http://schemas.microsoft.com/office/drawing/2014/main" id="{1A1FF18C-E3A2-9D42-11E5-7773D882DB33}"/>
              </a:ext>
            </a:extLst>
          </p:cNvPr>
          <p:cNvSpPr/>
          <p:nvPr/>
        </p:nvSpPr>
        <p:spPr>
          <a:xfrm>
            <a:off x="6814605" y="3429000"/>
            <a:ext cx="586524" cy="1261466"/>
          </a:xfrm>
          <a:prstGeom prst="rect">
            <a:avLst/>
          </a:prstGeom>
          <a:noFill/>
          <a:ln w="19050">
            <a:solidFill>
              <a:srgbClr val="0070C0"/>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40" name="直線コネクタ 39">
            <a:extLst>
              <a:ext uri="{FF2B5EF4-FFF2-40B4-BE49-F238E27FC236}">
                <a16:creationId xmlns:a16="http://schemas.microsoft.com/office/drawing/2014/main" id="{3687646E-0271-2CD7-0F31-DB4FEFF4E139}"/>
              </a:ext>
            </a:extLst>
          </p:cNvPr>
          <p:cNvCxnSpPr>
            <a:cxnSpLocks/>
          </p:cNvCxnSpPr>
          <p:nvPr/>
        </p:nvCxnSpPr>
        <p:spPr>
          <a:xfrm>
            <a:off x="3968035" y="3622900"/>
            <a:ext cx="110316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41" name="直線コネクタ 40">
            <a:extLst>
              <a:ext uri="{FF2B5EF4-FFF2-40B4-BE49-F238E27FC236}">
                <a16:creationId xmlns:a16="http://schemas.microsoft.com/office/drawing/2014/main" id="{BB15B3C5-BD79-8E17-0E86-1F5115FE5EE1}"/>
              </a:ext>
            </a:extLst>
          </p:cNvPr>
          <p:cNvCxnSpPr>
            <a:cxnSpLocks/>
          </p:cNvCxnSpPr>
          <p:nvPr/>
        </p:nvCxnSpPr>
        <p:spPr>
          <a:xfrm flipV="1">
            <a:off x="4077842" y="3362320"/>
            <a:ext cx="0" cy="260580"/>
          </a:xfrm>
          <a:prstGeom prst="line">
            <a:avLst/>
          </a:prstGeom>
          <a:ln w="19050"/>
        </p:spPr>
        <p:style>
          <a:lnRef idx="1">
            <a:schemeClr val="dk1"/>
          </a:lnRef>
          <a:fillRef idx="0">
            <a:schemeClr val="dk1"/>
          </a:fillRef>
          <a:effectRef idx="0">
            <a:schemeClr val="dk1"/>
          </a:effectRef>
          <a:fontRef idx="minor">
            <a:schemeClr val="tx1"/>
          </a:fontRef>
        </p:style>
      </p:cxnSp>
      <p:cxnSp>
        <p:nvCxnSpPr>
          <p:cNvPr id="42" name="直線コネクタ 41">
            <a:extLst>
              <a:ext uri="{FF2B5EF4-FFF2-40B4-BE49-F238E27FC236}">
                <a16:creationId xmlns:a16="http://schemas.microsoft.com/office/drawing/2014/main" id="{667324ED-E961-B865-ABBB-D9FDCF31F258}"/>
              </a:ext>
            </a:extLst>
          </p:cNvPr>
          <p:cNvCxnSpPr>
            <a:cxnSpLocks/>
          </p:cNvCxnSpPr>
          <p:nvPr/>
        </p:nvCxnSpPr>
        <p:spPr>
          <a:xfrm flipV="1">
            <a:off x="4276895" y="3362320"/>
            <a:ext cx="0" cy="260580"/>
          </a:xfrm>
          <a:prstGeom prst="line">
            <a:avLst/>
          </a:prstGeom>
          <a:ln w="19050"/>
        </p:spPr>
        <p:style>
          <a:lnRef idx="1">
            <a:schemeClr val="dk1"/>
          </a:lnRef>
          <a:fillRef idx="0">
            <a:schemeClr val="dk1"/>
          </a:fillRef>
          <a:effectRef idx="0">
            <a:schemeClr val="dk1"/>
          </a:effectRef>
          <a:fontRef idx="minor">
            <a:schemeClr val="tx1"/>
          </a:fontRef>
        </p:style>
      </p:cxnSp>
      <p:cxnSp>
        <p:nvCxnSpPr>
          <p:cNvPr id="43" name="直線コネクタ 42">
            <a:extLst>
              <a:ext uri="{FF2B5EF4-FFF2-40B4-BE49-F238E27FC236}">
                <a16:creationId xmlns:a16="http://schemas.microsoft.com/office/drawing/2014/main" id="{A03C9FB0-8773-FA59-63E4-E045AD21EB99}"/>
              </a:ext>
            </a:extLst>
          </p:cNvPr>
          <p:cNvCxnSpPr>
            <a:cxnSpLocks/>
          </p:cNvCxnSpPr>
          <p:nvPr/>
        </p:nvCxnSpPr>
        <p:spPr>
          <a:xfrm flipV="1">
            <a:off x="4463507" y="3362320"/>
            <a:ext cx="0" cy="260580"/>
          </a:xfrm>
          <a:prstGeom prst="line">
            <a:avLst/>
          </a:prstGeom>
          <a:ln w="19050"/>
        </p:spPr>
        <p:style>
          <a:lnRef idx="1">
            <a:schemeClr val="dk1"/>
          </a:lnRef>
          <a:fillRef idx="0">
            <a:schemeClr val="dk1"/>
          </a:fillRef>
          <a:effectRef idx="0">
            <a:schemeClr val="dk1"/>
          </a:effectRef>
          <a:fontRef idx="minor">
            <a:schemeClr val="tx1"/>
          </a:fontRef>
        </p:style>
      </p:cxnSp>
      <p:cxnSp>
        <p:nvCxnSpPr>
          <p:cNvPr id="44" name="直線コネクタ 43">
            <a:extLst>
              <a:ext uri="{FF2B5EF4-FFF2-40B4-BE49-F238E27FC236}">
                <a16:creationId xmlns:a16="http://schemas.microsoft.com/office/drawing/2014/main" id="{68445B3B-6408-B868-1B62-D57761D724ED}"/>
              </a:ext>
            </a:extLst>
          </p:cNvPr>
          <p:cNvCxnSpPr>
            <a:cxnSpLocks/>
          </p:cNvCxnSpPr>
          <p:nvPr/>
        </p:nvCxnSpPr>
        <p:spPr>
          <a:xfrm flipV="1">
            <a:off x="4831385" y="3362320"/>
            <a:ext cx="0" cy="260580"/>
          </a:xfrm>
          <a:prstGeom prst="line">
            <a:avLst/>
          </a:prstGeom>
          <a:ln w="19050"/>
        </p:spPr>
        <p:style>
          <a:lnRef idx="1">
            <a:schemeClr val="dk1"/>
          </a:lnRef>
          <a:fillRef idx="0">
            <a:schemeClr val="dk1"/>
          </a:fillRef>
          <a:effectRef idx="0">
            <a:schemeClr val="dk1"/>
          </a:effectRef>
          <a:fontRef idx="minor">
            <a:schemeClr val="tx1"/>
          </a:fontRef>
        </p:style>
      </p:cxnSp>
      <p:cxnSp>
        <p:nvCxnSpPr>
          <p:cNvPr id="45" name="直線コネクタ 44">
            <a:extLst>
              <a:ext uri="{FF2B5EF4-FFF2-40B4-BE49-F238E27FC236}">
                <a16:creationId xmlns:a16="http://schemas.microsoft.com/office/drawing/2014/main" id="{3FFA8792-4D90-C79B-ACC7-2DF6BFBFF20F}"/>
              </a:ext>
            </a:extLst>
          </p:cNvPr>
          <p:cNvCxnSpPr>
            <a:cxnSpLocks/>
          </p:cNvCxnSpPr>
          <p:nvPr/>
        </p:nvCxnSpPr>
        <p:spPr>
          <a:xfrm>
            <a:off x="3968035" y="4237911"/>
            <a:ext cx="110316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46" name="直線コネクタ 45">
            <a:extLst>
              <a:ext uri="{FF2B5EF4-FFF2-40B4-BE49-F238E27FC236}">
                <a16:creationId xmlns:a16="http://schemas.microsoft.com/office/drawing/2014/main" id="{45DC394E-130E-2BAA-A732-EFB248D1C075}"/>
              </a:ext>
            </a:extLst>
          </p:cNvPr>
          <p:cNvCxnSpPr>
            <a:cxnSpLocks/>
          </p:cNvCxnSpPr>
          <p:nvPr/>
        </p:nvCxnSpPr>
        <p:spPr>
          <a:xfrm flipV="1">
            <a:off x="4077842" y="3977331"/>
            <a:ext cx="0" cy="260580"/>
          </a:xfrm>
          <a:prstGeom prst="line">
            <a:avLst/>
          </a:prstGeom>
          <a:ln w="19050"/>
        </p:spPr>
        <p:style>
          <a:lnRef idx="1">
            <a:schemeClr val="dk1"/>
          </a:lnRef>
          <a:fillRef idx="0">
            <a:schemeClr val="dk1"/>
          </a:fillRef>
          <a:effectRef idx="0">
            <a:schemeClr val="dk1"/>
          </a:effectRef>
          <a:fontRef idx="minor">
            <a:schemeClr val="tx1"/>
          </a:fontRef>
        </p:style>
      </p:cxnSp>
      <p:cxnSp>
        <p:nvCxnSpPr>
          <p:cNvPr id="47" name="直線コネクタ 46">
            <a:extLst>
              <a:ext uri="{FF2B5EF4-FFF2-40B4-BE49-F238E27FC236}">
                <a16:creationId xmlns:a16="http://schemas.microsoft.com/office/drawing/2014/main" id="{AB9DD807-C55C-1B4A-B486-651757B845D7}"/>
              </a:ext>
            </a:extLst>
          </p:cNvPr>
          <p:cNvCxnSpPr>
            <a:cxnSpLocks/>
          </p:cNvCxnSpPr>
          <p:nvPr/>
        </p:nvCxnSpPr>
        <p:spPr>
          <a:xfrm flipV="1">
            <a:off x="4463507" y="3977331"/>
            <a:ext cx="0" cy="260580"/>
          </a:xfrm>
          <a:prstGeom prst="line">
            <a:avLst/>
          </a:prstGeom>
          <a:ln w="19050"/>
        </p:spPr>
        <p:style>
          <a:lnRef idx="1">
            <a:schemeClr val="dk1"/>
          </a:lnRef>
          <a:fillRef idx="0">
            <a:schemeClr val="dk1"/>
          </a:fillRef>
          <a:effectRef idx="0">
            <a:schemeClr val="dk1"/>
          </a:effectRef>
          <a:fontRef idx="minor">
            <a:schemeClr val="tx1"/>
          </a:fontRef>
        </p:style>
      </p:cxnSp>
      <p:cxnSp>
        <p:nvCxnSpPr>
          <p:cNvPr id="48" name="直線コネクタ 47">
            <a:extLst>
              <a:ext uri="{FF2B5EF4-FFF2-40B4-BE49-F238E27FC236}">
                <a16:creationId xmlns:a16="http://schemas.microsoft.com/office/drawing/2014/main" id="{8C3248D9-6154-B8F6-37F5-1391BBFD2FDE}"/>
              </a:ext>
            </a:extLst>
          </p:cNvPr>
          <p:cNvCxnSpPr>
            <a:cxnSpLocks/>
          </p:cNvCxnSpPr>
          <p:nvPr/>
        </p:nvCxnSpPr>
        <p:spPr>
          <a:xfrm flipV="1">
            <a:off x="4831385" y="3977331"/>
            <a:ext cx="0" cy="260580"/>
          </a:xfrm>
          <a:prstGeom prst="line">
            <a:avLst/>
          </a:prstGeom>
          <a:ln w="19050"/>
        </p:spPr>
        <p:style>
          <a:lnRef idx="1">
            <a:schemeClr val="dk1"/>
          </a:lnRef>
          <a:fillRef idx="0">
            <a:schemeClr val="dk1"/>
          </a:fillRef>
          <a:effectRef idx="0">
            <a:schemeClr val="dk1"/>
          </a:effectRef>
          <a:fontRef idx="minor">
            <a:schemeClr val="tx1"/>
          </a:fontRef>
        </p:style>
      </p:cxnSp>
      <p:sp>
        <p:nvSpPr>
          <p:cNvPr id="49" name="正方形/長方形 48">
            <a:extLst>
              <a:ext uri="{FF2B5EF4-FFF2-40B4-BE49-F238E27FC236}">
                <a16:creationId xmlns:a16="http://schemas.microsoft.com/office/drawing/2014/main" id="{0D78DCE5-FBEC-E435-A53D-64B717A6C804}"/>
              </a:ext>
            </a:extLst>
          </p:cNvPr>
          <p:cNvSpPr/>
          <p:nvPr/>
        </p:nvSpPr>
        <p:spPr>
          <a:xfrm>
            <a:off x="4457968" y="2921520"/>
            <a:ext cx="586524" cy="1768946"/>
          </a:xfrm>
          <a:prstGeom prst="rect">
            <a:avLst/>
          </a:prstGeom>
          <a:noFill/>
          <a:ln w="19050">
            <a:solidFill>
              <a:srgbClr val="0070C0"/>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0" name="コネクタ: カギ線 49">
            <a:extLst>
              <a:ext uri="{FF2B5EF4-FFF2-40B4-BE49-F238E27FC236}">
                <a16:creationId xmlns:a16="http://schemas.microsoft.com/office/drawing/2014/main" id="{32A4D5D0-B1B0-8105-9705-78C65A85F374}"/>
              </a:ext>
            </a:extLst>
          </p:cNvPr>
          <p:cNvCxnSpPr>
            <a:cxnSpLocks/>
            <a:stCxn id="49" idx="2"/>
            <a:endCxn id="39" idx="2"/>
          </p:cNvCxnSpPr>
          <p:nvPr/>
        </p:nvCxnSpPr>
        <p:spPr>
          <a:xfrm rot="16200000" flipH="1">
            <a:off x="5929548" y="3512147"/>
            <a:ext cx="12700" cy="2356637"/>
          </a:xfrm>
          <a:prstGeom prst="bentConnector3">
            <a:avLst>
              <a:gd name="adj1" fmla="val 1800000"/>
            </a:avLst>
          </a:prstGeom>
          <a:ln>
            <a:solidFill>
              <a:srgbClr val="0070C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2" name="テキスト ボックス 51">
            <a:extLst>
              <a:ext uri="{FF2B5EF4-FFF2-40B4-BE49-F238E27FC236}">
                <a16:creationId xmlns:a16="http://schemas.microsoft.com/office/drawing/2014/main" id="{2F6D1181-A8C4-E1C0-3B30-16160AB87228}"/>
              </a:ext>
            </a:extLst>
          </p:cNvPr>
          <p:cNvSpPr txBox="1"/>
          <p:nvPr/>
        </p:nvSpPr>
        <p:spPr>
          <a:xfrm>
            <a:off x="4619442" y="4876728"/>
            <a:ext cx="2637276" cy="369332"/>
          </a:xfrm>
          <a:prstGeom prst="rect">
            <a:avLst/>
          </a:prstGeom>
          <a:noFill/>
        </p:spPr>
        <p:txBody>
          <a:bodyPr wrap="square" rtlCol="0">
            <a:spAutoFit/>
          </a:bodyPr>
          <a:lstStyle/>
          <a:p>
            <a:pPr algn="ctr"/>
            <a:r>
              <a:rPr kumimoji="1" lang="en-US" altLang="ja-JP" dirty="0"/>
              <a:t>Reduce Timesteps</a:t>
            </a:r>
            <a:endParaRPr kumimoji="1" lang="ja-JP" altLang="en-US" dirty="0"/>
          </a:p>
        </p:txBody>
      </p:sp>
      <p:sp>
        <p:nvSpPr>
          <p:cNvPr id="53" name="テキスト ボックス 52">
            <a:extLst>
              <a:ext uri="{FF2B5EF4-FFF2-40B4-BE49-F238E27FC236}">
                <a16:creationId xmlns:a16="http://schemas.microsoft.com/office/drawing/2014/main" id="{8B64A0D1-646C-3E13-DA42-A069440CD1AE}"/>
              </a:ext>
            </a:extLst>
          </p:cNvPr>
          <p:cNvSpPr txBox="1"/>
          <p:nvPr/>
        </p:nvSpPr>
        <p:spPr>
          <a:xfrm>
            <a:off x="3847595" y="2040729"/>
            <a:ext cx="3935802" cy="369332"/>
          </a:xfrm>
          <a:prstGeom prst="rect">
            <a:avLst/>
          </a:prstGeom>
          <a:noFill/>
        </p:spPr>
        <p:txBody>
          <a:bodyPr wrap="square" rtlCol="0">
            <a:spAutoFit/>
          </a:bodyPr>
          <a:lstStyle/>
          <a:p>
            <a:pPr algn="ctr"/>
            <a:r>
              <a:rPr kumimoji="1" lang="en-US" altLang="ja-JP" dirty="0"/>
              <a:t>Adjust Timesteps &amp; Prune Neuron</a:t>
            </a:r>
            <a:endParaRPr kumimoji="1" lang="ja-JP" altLang="en-US" dirty="0"/>
          </a:p>
        </p:txBody>
      </p:sp>
      <p:sp>
        <p:nvSpPr>
          <p:cNvPr id="2" name="スライド番号プレースホルダー 1">
            <a:extLst>
              <a:ext uri="{FF2B5EF4-FFF2-40B4-BE49-F238E27FC236}">
                <a16:creationId xmlns:a16="http://schemas.microsoft.com/office/drawing/2014/main" id="{D73D2A2A-D063-4C3F-5BF7-BCC0CC1716D4}"/>
              </a:ext>
            </a:extLst>
          </p:cNvPr>
          <p:cNvSpPr>
            <a:spLocks noGrp="1"/>
          </p:cNvSpPr>
          <p:nvPr>
            <p:ph type="sldNum" sz="quarter" idx="12"/>
          </p:nvPr>
        </p:nvSpPr>
        <p:spPr/>
        <p:txBody>
          <a:bodyPr/>
          <a:lstStyle/>
          <a:p>
            <a:fld id="{49AE70B2-8BF9-45C0-BB95-33D1B9D3A854}" type="slidenum">
              <a:rPr lang="zh-CN" altLang="en-US" smtClean="0"/>
              <a:t>23</a:t>
            </a:fld>
            <a:endParaRPr lang="zh-CN" altLang="en-US"/>
          </a:p>
        </p:txBody>
      </p:sp>
      <p:sp>
        <p:nvSpPr>
          <p:cNvPr id="3" name="テキスト ボックス 2">
            <a:extLst>
              <a:ext uri="{FF2B5EF4-FFF2-40B4-BE49-F238E27FC236}">
                <a16:creationId xmlns:a16="http://schemas.microsoft.com/office/drawing/2014/main" id="{A3101089-3A61-CF32-316C-821D82F9593A}"/>
              </a:ext>
            </a:extLst>
          </p:cNvPr>
          <p:cNvSpPr txBox="1"/>
          <p:nvPr/>
        </p:nvSpPr>
        <p:spPr>
          <a:xfrm>
            <a:off x="3065320" y="5383646"/>
            <a:ext cx="605536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Arial"/>
                <a:ea typeface="微软雅黑"/>
                <a:cs typeface="+mn-cs"/>
              </a:rPr>
              <a:t>Fig. </a:t>
            </a:r>
            <a:r>
              <a:rPr kumimoji="1" lang="en-US" altLang="ja-JP" dirty="0">
                <a:solidFill>
                  <a:prstClr val="black"/>
                </a:solidFill>
                <a:latin typeface="Arial"/>
                <a:ea typeface="微软雅黑"/>
              </a:rPr>
              <a:t>12</a:t>
            </a:r>
            <a:r>
              <a:rPr kumimoji="1" lang="en-US" altLang="ja-JP" sz="1800" b="0" i="0" u="none" strike="noStrike" kern="1200" cap="none" spc="0" normalizeH="0" baseline="0" noProof="0" dirty="0">
                <a:ln>
                  <a:noFill/>
                </a:ln>
                <a:solidFill>
                  <a:prstClr val="black"/>
                </a:solidFill>
                <a:effectLst/>
                <a:uLnTx/>
                <a:uFillTx/>
                <a:latin typeface="Arial"/>
                <a:ea typeface="微软雅黑"/>
                <a:cs typeface="+mn-cs"/>
              </a:rPr>
              <a:t> Timestep Reduction and Pruning </a:t>
            </a:r>
            <a:endParaRPr kumimoji="1" lang="ja-JP" altLang="en-US" sz="1800" b="0" i="0" u="none" strike="noStrike" kern="1200" cap="none" spc="0" normalizeH="0" baseline="0" noProof="0" dirty="0">
              <a:ln>
                <a:noFill/>
              </a:ln>
              <a:solidFill>
                <a:prstClr val="black"/>
              </a:solidFill>
              <a:effectLst/>
              <a:uLnTx/>
              <a:uFillTx/>
              <a:latin typeface="Arial"/>
              <a:ea typeface="微软雅黑"/>
              <a:cs typeface="+mn-cs"/>
            </a:endParaRPr>
          </a:p>
        </p:txBody>
      </p:sp>
      <p:sp>
        <p:nvSpPr>
          <p:cNvPr id="7" name="正方形/長方形 6">
            <a:extLst>
              <a:ext uri="{FF2B5EF4-FFF2-40B4-BE49-F238E27FC236}">
                <a16:creationId xmlns:a16="http://schemas.microsoft.com/office/drawing/2014/main" id="{A943F833-583C-9CD7-4508-BFA8B8F1517D}"/>
              </a:ext>
            </a:extLst>
          </p:cNvPr>
          <p:cNvSpPr/>
          <p:nvPr/>
        </p:nvSpPr>
        <p:spPr>
          <a:xfrm>
            <a:off x="5761550" y="2910376"/>
            <a:ext cx="586524" cy="643725"/>
          </a:xfrm>
          <a:prstGeom prst="rect">
            <a:avLst/>
          </a:prstGeom>
          <a:noFill/>
          <a:ln w="19050">
            <a:solidFill>
              <a:srgbClr val="0070C0"/>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3D393912-9497-6E33-1B80-B915E069E8E6}"/>
              </a:ext>
            </a:extLst>
          </p:cNvPr>
          <p:cNvSpPr txBox="1"/>
          <p:nvPr/>
        </p:nvSpPr>
        <p:spPr>
          <a:xfrm>
            <a:off x="6048761" y="2499195"/>
            <a:ext cx="2637276" cy="369332"/>
          </a:xfrm>
          <a:prstGeom prst="rect">
            <a:avLst/>
          </a:prstGeom>
          <a:noFill/>
        </p:spPr>
        <p:txBody>
          <a:bodyPr wrap="square" rtlCol="0">
            <a:spAutoFit/>
          </a:bodyPr>
          <a:lstStyle/>
          <a:p>
            <a:pPr algn="ctr"/>
            <a:r>
              <a:rPr kumimoji="1" lang="en-US" altLang="ja-JP" dirty="0"/>
              <a:t>Prune</a:t>
            </a:r>
            <a:endParaRPr kumimoji="1" lang="ja-JP" altLang="en-US" dirty="0"/>
          </a:p>
        </p:txBody>
      </p:sp>
      <p:cxnSp>
        <p:nvCxnSpPr>
          <p:cNvPr id="12" name="直線コネクタ 11">
            <a:extLst>
              <a:ext uri="{FF2B5EF4-FFF2-40B4-BE49-F238E27FC236}">
                <a16:creationId xmlns:a16="http://schemas.microsoft.com/office/drawing/2014/main" id="{DABF9ADB-AED1-1653-6817-182DE8BB19E4}"/>
              </a:ext>
            </a:extLst>
          </p:cNvPr>
          <p:cNvCxnSpPr>
            <a:cxnSpLocks/>
          </p:cNvCxnSpPr>
          <p:nvPr/>
        </p:nvCxnSpPr>
        <p:spPr>
          <a:xfrm flipV="1">
            <a:off x="6348074" y="2707398"/>
            <a:ext cx="534056" cy="209601"/>
          </a:xfrm>
          <a:prstGeom prst="line">
            <a:avLst/>
          </a:prstGeom>
          <a:ln w="12700"/>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34472576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rotWithShape="1">
          <a:blip r:embed="rId4"/>
          <a:stretch>
            <a:fillRect/>
          </a:stretch>
        </a:blipFill>
        <a:effectLst/>
      </p:bgPr>
    </p:bg>
    <p:spTree>
      <p:nvGrpSpPr>
        <p:cNvPr id="1" name="">
          <a:extLst>
            <a:ext uri="{FF2B5EF4-FFF2-40B4-BE49-F238E27FC236}">
              <a16:creationId xmlns:a16="http://schemas.microsoft.com/office/drawing/2014/main" id="{8FD43EE6-7886-F256-3792-5F44493A00C9}"/>
            </a:ext>
          </a:extLst>
        </p:cNvPr>
        <p:cNvGrpSpPr/>
        <p:nvPr/>
      </p:nvGrpSpPr>
      <p:grpSpPr>
        <a:xfrm>
          <a:off x="0" y="0"/>
          <a:ext cx="0" cy="0"/>
          <a:chOff x="0" y="0"/>
          <a:chExt cx="0" cy="0"/>
        </a:xfrm>
      </p:grpSpPr>
      <p:sp>
        <p:nvSpPr>
          <p:cNvPr id="5" name="タイトル 4">
            <a:extLst>
              <a:ext uri="{FF2B5EF4-FFF2-40B4-BE49-F238E27FC236}">
                <a16:creationId xmlns:a16="http://schemas.microsoft.com/office/drawing/2014/main" id="{80EA0878-F362-2D73-D0D6-CF1CBAA759B3}"/>
              </a:ext>
            </a:extLst>
          </p:cNvPr>
          <p:cNvSpPr>
            <a:spLocks noGrp="1"/>
          </p:cNvSpPr>
          <p:nvPr>
            <p:ph type="title"/>
          </p:nvPr>
        </p:nvSpPr>
        <p:spPr/>
        <p:txBody>
          <a:bodyPr/>
          <a:lstStyle/>
          <a:p>
            <a:r>
              <a:rPr lang="en-US" altLang="ja-JP" dirty="0"/>
              <a:t>Outline</a:t>
            </a:r>
            <a:endParaRPr lang="ja-JP" altLang="en-US" dirty="0"/>
          </a:p>
        </p:txBody>
      </p:sp>
      <p:sp>
        <p:nvSpPr>
          <p:cNvPr id="6" name="コンテンツ プレースホルダー 5">
            <a:extLst>
              <a:ext uri="{FF2B5EF4-FFF2-40B4-BE49-F238E27FC236}">
                <a16:creationId xmlns:a16="http://schemas.microsoft.com/office/drawing/2014/main" id="{FE175769-4236-916E-2268-5A17BFEBC97E}"/>
              </a:ext>
            </a:extLst>
          </p:cNvPr>
          <p:cNvSpPr>
            <a:spLocks noGrp="1"/>
          </p:cNvSpPr>
          <p:nvPr>
            <p:ph idx="1"/>
          </p:nvPr>
        </p:nvSpPr>
        <p:spPr/>
        <p:txBody>
          <a:bodyPr>
            <a:normAutofit/>
          </a:bodyPr>
          <a:lstStyle/>
          <a:p>
            <a:r>
              <a:rPr lang="en-US" altLang="ja-JP" sz="2800" dirty="0">
                <a:solidFill>
                  <a:schemeClr val="bg1">
                    <a:lumMod val="75000"/>
                  </a:schemeClr>
                </a:solidFill>
              </a:rPr>
              <a:t>Introduction</a:t>
            </a:r>
          </a:p>
          <a:p>
            <a:r>
              <a:rPr lang="en-US" altLang="ja-JP" sz="2600" dirty="0">
                <a:solidFill>
                  <a:schemeClr val="bg1">
                    <a:lumMod val="75000"/>
                  </a:schemeClr>
                </a:solidFill>
              </a:rPr>
              <a:t>Proposed Framework</a:t>
            </a:r>
          </a:p>
          <a:p>
            <a:r>
              <a:rPr lang="en-US" altLang="ja-JP" sz="2800" dirty="0"/>
              <a:t>Evaluation</a:t>
            </a:r>
          </a:p>
          <a:p>
            <a:r>
              <a:rPr lang="en-US" altLang="ja-JP" sz="2800" dirty="0">
                <a:solidFill>
                  <a:schemeClr val="bg1">
                    <a:lumMod val="75000"/>
                  </a:schemeClr>
                </a:solidFill>
              </a:rPr>
              <a:t>Conclusion</a:t>
            </a:r>
            <a:endParaRPr lang="ja-JP" altLang="en-US" sz="2800" dirty="0">
              <a:solidFill>
                <a:schemeClr val="bg1">
                  <a:lumMod val="75000"/>
                </a:schemeClr>
              </a:solidFill>
            </a:endParaRPr>
          </a:p>
        </p:txBody>
      </p:sp>
      <p:pic>
        <p:nvPicPr>
          <p:cNvPr id="4" name="图片 3" descr="logo-4">
            <a:extLst>
              <a:ext uri="{FF2B5EF4-FFF2-40B4-BE49-F238E27FC236}">
                <a16:creationId xmlns:a16="http://schemas.microsoft.com/office/drawing/2014/main" id="{B6529CE1-E3C5-8DC3-98A1-849CF5BD7DB3}"/>
              </a:ext>
            </a:extLst>
          </p:cNvPr>
          <p:cNvPicPr>
            <a:picLocks noChangeAspect="1"/>
          </p:cNvPicPr>
          <p:nvPr/>
        </p:nvPicPr>
        <p:blipFill>
          <a:blip r:embed="rId5"/>
          <a:stretch>
            <a:fillRect/>
          </a:stretch>
        </p:blipFill>
        <p:spPr>
          <a:xfrm>
            <a:off x="10354310" y="6334125"/>
            <a:ext cx="1603375" cy="387350"/>
          </a:xfrm>
          <a:prstGeom prst="rect">
            <a:avLst/>
          </a:prstGeom>
        </p:spPr>
      </p:pic>
      <p:sp>
        <p:nvSpPr>
          <p:cNvPr id="2" name="スライド番号プレースホルダー 1">
            <a:extLst>
              <a:ext uri="{FF2B5EF4-FFF2-40B4-BE49-F238E27FC236}">
                <a16:creationId xmlns:a16="http://schemas.microsoft.com/office/drawing/2014/main" id="{188E7A13-E92A-1F0E-A2AF-D79492F28DA8}"/>
              </a:ext>
            </a:extLst>
          </p:cNvPr>
          <p:cNvSpPr>
            <a:spLocks noGrp="1"/>
          </p:cNvSpPr>
          <p:nvPr>
            <p:ph type="sldNum" sz="quarter" idx="12"/>
          </p:nvPr>
        </p:nvSpPr>
        <p:spPr/>
        <p:txBody>
          <a:bodyPr/>
          <a:lstStyle/>
          <a:p>
            <a:fld id="{49AE70B2-8BF9-45C0-BB95-33D1B9D3A854}" type="slidenum">
              <a:rPr lang="zh-CN" altLang="en-US" smtClean="0"/>
              <a:t>24</a:t>
            </a:fld>
            <a:endParaRPr lang="zh-CN" altLang="en-US"/>
          </a:p>
        </p:txBody>
      </p:sp>
    </p:spTree>
    <p:custDataLst>
      <p:tags r:id="rId1"/>
    </p:custDataLst>
    <p:extLst>
      <p:ext uri="{BB962C8B-B14F-4D97-AF65-F5344CB8AC3E}">
        <p14:creationId xmlns:p14="http://schemas.microsoft.com/office/powerpoint/2010/main" val="27052337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rotWithShape="1">
          <a:blip r:embed="rId4"/>
          <a:stretch>
            <a:fillRect/>
          </a:stretch>
        </a:blipFill>
        <a:effectLst/>
      </p:bgPr>
    </p:bg>
    <p:spTree>
      <p:nvGrpSpPr>
        <p:cNvPr id="1" name="">
          <a:extLst>
            <a:ext uri="{FF2B5EF4-FFF2-40B4-BE49-F238E27FC236}">
              <a16:creationId xmlns:a16="http://schemas.microsoft.com/office/drawing/2014/main" id="{0E84039F-E1F7-EBC9-6F0E-1BC46D0D8ECF}"/>
            </a:ext>
          </a:extLst>
        </p:cNvPr>
        <p:cNvGrpSpPr/>
        <p:nvPr/>
      </p:nvGrpSpPr>
      <p:grpSpPr>
        <a:xfrm>
          <a:off x="0" y="0"/>
          <a:ext cx="0" cy="0"/>
          <a:chOff x="0" y="0"/>
          <a:chExt cx="0" cy="0"/>
        </a:xfrm>
      </p:grpSpPr>
      <p:sp>
        <p:nvSpPr>
          <p:cNvPr id="23" name="タイトル 4">
            <a:extLst>
              <a:ext uri="{FF2B5EF4-FFF2-40B4-BE49-F238E27FC236}">
                <a16:creationId xmlns:a16="http://schemas.microsoft.com/office/drawing/2014/main" id="{8FB0E49D-8334-1E06-7BBF-9F321A93F8E3}"/>
              </a:ext>
            </a:extLst>
          </p:cNvPr>
          <p:cNvSpPr>
            <a:spLocks noGrp="1"/>
          </p:cNvSpPr>
          <p:nvPr>
            <p:ph type="title"/>
          </p:nvPr>
        </p:nvSpPr>
        <p:spPr/>
        <p:txBody>
          <a:bodyPr/>
          <a:lstStyle/>
          <a:p>
            <a:r>
              <a:rPr lang="en-US" altLang="ja-JP" dirty="0"/>
              <a:t>Evaluation Setup</a:t>
            </a:r>
            <a:endParaRPr lang="ja-JP" altLang="en-US" dirty="0"/>
          </a:p>
        </p:txBody>
      </p:sp>
      <p:sp>
        <p:nvSpPr>
          <p:cNvPr id="4" name="コンテンツ プレースホルダー 3">
            <a:extLst>
              <a:ext uri="{FF2B5EF4-FFF2-40B4-BE49-F238E27FC236}">
                <a16:creationId xmlns:a16="http://schemas.microsoft.com/office/drawing/2014/main" id="{AD9B2071-F731-DFB9-49E0-99B3EE936F98}"/>
              </a:ext>
            </a:extLst>
          </p:cNvPr>
          <p:cNvSpPr>
            <a:spLocks noGrp="1"/>
          </p:cNvSpPr>
          <p:nvPr>
            <p:ph idx="1"/>
          </p:nvPr>
        </p:nvSpPr>
        <p:spPr/>
        <p:txBody>
          <a:bodyPr>
            <a:normAutofit/>
          </a:bodyPr>
          <a:lstStyle/>
          <a:p>
            <a:r>
              <a:rPr lang="en-US" altLang="ja-JP" sz="2400" dirty="0">
                <a:solidFill>
                  <a:prstClr val="black"/>
                </a:solidFill>
                <a:latin typeface="Arial"/>
                <a:ea typeface="微软雅黑"/>
              </a:rPr>
              <a:t>Implemented in: Python and </a:t>
            </a:r>
            <a:r>
              <a:rPr lang="en-US" altLang="ja-JP" sz="2400" dirty="0" err="1">
                <a:solidFill>
                  <a:prstClr val="black"/>
                </a:solidFill>
                <a:latin typeface="Arial"/>
                <a:ea typeface="微软雅黑"/>
              </a:rPr>
              <a:t>BindsNet</a:t>
            </a:r>
            <a:r>
              <a:rPr lang="en-US" altLang="ja-JP" sz="2400" dirty="0">
                <a:solidFill>
                  <a:prstClr val="black"/>
                </a:solidFill>
                <a:latin typeface="Arial"/>
                <a:ea typeface="微软雅黑"/>
              </a:rPr>
              <a:t> [10] Library</a:t>
            </a:r>
          </a:p>
          <a:p>
            <a:r>
              <a:rPr lang="en-US" altLang="ja-JP" sz="2400" dirty="0">
                <a:solidFill>
                  <a:prstClr val="black"/>
                </a:solidFill>
                <a:latin typeface="Arial"/>
                <a:ea typeface="微软雅黑"/>
              </a:rPr>
              <a:t>Device: Raspberry Pi 5</a:t>
            </a:r>
          </a:p>
          <a:p>
            <a:r>
              <a:rPr lang="en-US" altLang="ja-JP" sz="2400" dirty="0">
                <a:solidFill>
                  <a:prstClr val="black"/>
                </a:solidFill>
                <a:latin typeface="Arial"/>
                <a:ea typeface="微软雅黑"/>
              </a:rPr>
              <a:t>Model Architecture: Single Layer Feedforward with Lateral Inhibitory Signal</a:t>
            </a:r>
          </a:p>
          <a:p>
            <a:r>
              <a:rPr lang="en-US" altLang="ja-JP" sz="2400" dirty="0">
                <a:solidFill>
                  <a:prstClr val="black"/>
                </a:solidFill>
                <a:latin typeface="Arial"/>
                <a:ea typeface="微软雅黑"/>
              </a:rPr>
              <a:t>Training Method: Spike-Timing-Dependent-Plasticity [8]</a:t>
            </a:r>
          </a:p>
          <a:p>
            <a:r>
              <a:rPr lang="en-US" altLang="ja-JP" sz="2400" dirty="0">
                <a:solidFill>
                  <a:prstClr val="black"/>
                </a:solidFill>
                <a:latin typeface="Arial"/>
                <a:ea typeface="微软雅黑"/>
              </a:rPr>
              <a:t>Weather Condition: Open-Sourced Quartz-Solar-Forecast [11]</a:t>
            </a:r>
          </a:p>
          <a:p>
            <a:r>
              <a:rPr lang="en-US" altLang="ja-JP" sz="2400" dirty="0">
                <a:solidFill>
                  <a:prstClr val="black"/>
                </a:solidFill>
              </a:rPr>
              <a:t>Battery Simulation: Battery-Dataset-Preprocessing-Code-Library [12]</a:t>
            </a:r>
          </a:p>
          <a:p>
            <a:r>
              <a:rPr lang="en-US" altLang="ja-JP" sz="2400" dirty="0">
                <a:solidFill>
                  <a:prstClr val="black"/>
                </a:solidFill>
              </a:rPr>
              <a:t>Evaluation: Single model &amp; Ensemble Learning [13]</a:t>
            </a:r>
          </a:p>
        </p:txBody>
      </p:sp>
      <p:pic>
        <p:nvPicPr>
          <p:cNvPr id="24" name="图片 3" descr="logo-4">
            <a:extLst>
              <a:ext uri="{FF2B5EF4-FFF2-40B4-BE49-F238E27FC236}">
                <a16:creationId xmlns:a16="http://schemas.microsoft.com/office/drawing/2014/main" id="{7B280238-F184-BFB8-1FE2-1B55BDCC3238}"/>
              </a:ext>
            </a:extLst>
          </p:cNvPr>
          <p:cNvPicPr>
            <a:picLocks noChangeAspect="1"/>
          </p:cNvPicPr>
          <p:nvPr/>
        </p:nvPicPr>
        <p:blipFill>
          <a:blip r:embed="rId5"/>
          <a:stretch>
            <a:fillRect/>
          </a:stretch>
        </p:blipFill>
        <p:spPr>
          <a:xfrm>
            <a:off x="10354310" y="6334125"/>
            <a:ext cx="1603375" cy="387350"/>
          </a:xfrm>
          <a:prstGeom prst="rect">
            <a:avLst/>
          </a:prstGeom>
        </p:spPr>
      </p:pic>
      <p:sp>
        <p:nvSpPr>
          <p:cNvPr id="2" name="スライド番号プレースホルダー 1">
            <a:extLst>
              <a:ext uri="{FF2B5EF4-FFF2-40B4-BE49-F238E27FC236}">
                <a16:creationId xmlns:a16="http://schemas.microsoft.com/office/drawing/2014/main" id="{78C67AF4-E746-CCA1-4B69-548E42A10855}"/>
              </a:ext>
            </a:extLst>
          </p:cNvPr>
          <p:cNvSpPr>
            <a:spLocks noGrp="1"/>
          </p:cNvSpPr>
          <p:nvPr>
            <p:ph type="sldNum" sz="quarter" idx="12"/>
          </p:nvPr>
        </p:nvSpPr>
        <p:spPr/>
        <p:txBody>
          <a:bodyPr/>
          <a:lstStyle/>
          <a:p>
            <a:fld id="{49AE70B2-8BF9-45C0-BB95-33D1B9D3A854}" type="slidenum">
              <a:rPr lang="zh-CN" altLang="en-US" smtClean="0"/>
              <a:t>25</a:t>
            </a:fld>
            <a:endParaRPr lang="zh-CN" altLang="en-US"/>
          </a:p>
        </p:txBody>
      </p:sp>
    </p:spTree>
    <p:custDataLst>
      <p:tags r:id="rId1"/>
    </p:custDataLst>
    <p:extLst>
      <p:ext uri="{BB962C8B-B14F-4D97-AF65-F5344CB8AC3E}">
        <p14:creationId xmlns:p14="http://schemas.microsoft.com/office/powerpoint/2010/main" val="21472738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rotWithShape="1">
          <a:blip r:embed="rId4"/>
          <a:stretch>
            <a:fillRect/>
          </a:stretch>
        </a:blipFill>
        <a:effectLst/>
      </p:bgPr>
    </p:bg>
    <p:spTree>
      <p:nvGrpSpPr>
        <p:cNvPr id="1" name="">
          <a:extLst>
            <a:ext uri="{FF2B5EF4-FFF2-40B4-BE49-F238E27FC236}">
              <a16:creationId xmlns:a16="http://schemas.microsoft.com/office/drawing/2014/main" id="{0F0DAEAC-D1B8-1FE9-AB03-87B39B01E11F}"/>
            </a:ext>
          </a:extLst>
        </p:cNvPr>
        <p:cNvGrpSpPr/>
        <p:nvPr/>
      </p:nvGrpSpPr>
      <p:grpSpPr>
        <a:xfrm>
          <a:off x="0" y="0"/>
          <a:ext cx="0" cy="0"/>
          <a:chOff x="0" y="0"/>
          <a:chExt cx="0" cy="0"/>
        </a:xfrm>
      </p:grpSpPr>
      <p:pic>
        <p:nvPicPr>
          <p:cNvPr id="24" name="图片 3" descr="logo-4">
            <a:extLst>
              <a:ext uri="{FF2B5EF4-FFF2-40B4-BE49-F238E27FC236}">
                <a16:creationId xmlns:a16="http://schemas.microsoft.com/office/drawing/2014/main" id="{48EEE326-8460-CA87-D152-016310AA2BB3}"/>
              </a:ext>
            </a:extLst>
          </p:cNvPr>
          <p:cNvPicPr>
            <a:picLocks noChangeAspect="1"/>
          </p:cNvPicPr>
          <p:nvPr/>
        </p:nvPicPr>
        <p:blipFill>
          <a:blip r:embed="rId5"/>
          <a:stretch>
            <a:fillRect/>
          </a:stretch>
        </p:blipFill>
        <p:spPr>
          <a:xfrm>
            <a:off x="10354310" y="6334125"/>
            <a:ext cx="1603375" cy="387350"/>
          </a:xfrm>
          <a:prstGeom prst="rect">
            <a:avLst/>
          </a:prstGeom>
        </p:spPr>
      </p:pic>
      <p:sp>
        <p:nvSpPr>
          <p:cNvPr id="2" name="タイトル 1">
            <a:extLst>
              <a:ext uri="{FF2B5EF4-FFF2-40B4-BE49-F238E27FC236}">
                <a16:creationId xmlns:a16="http://schemas.microsoft.com/office/drawing/2014/main" id="{CD02A838-BA0C-B32D-C494-04BE26FF3551}"/>
              </a:ext>
            </a:extLst>
          </p:cNvPr>
          <p:cNvSpPr>
            <a:spLocks noGrp="1"/>
          </p:cNvSpPr>
          <p:nvPr>
            <p:ph type="title"/>
          </p:nvPr>
        </p:nvSpPr>
        <p:spPr/>
        <p:txBody>
          <a:bodyPr/>
          <a:lstStyle/>
          <a:p>
            <a:pPr algn="ctr"/>
            <a:r>
              <a:rPr lang="en-US" altLang="ja-JP" dirty="0"/>
              <a:t>Single 700-neuron Model Training</a:t>
            </a:r>
            <a:endParaRPr lang="ja-JP" altLang="en-US" dirty="0"/>
          </a:p>
        </p:txBody>
      </p:sp>
      <p:sp>
        <p:nvSpPr>
          <p:cNvPr id="19" name="スライド番号プレースホルダー 18">
            <a:extLst>
              <a:ext uri="{FF2B5EF4-FFF2-40B4-BE49-F238E27FC236}">
                <a16:creationId xmlns:a16="http://schemas.microsoft.com/office/drawing/2014/main" id="{CA91FB21-4045-D1E7-D41E-D7E83DEEE12F}"/>
              </a:ext>
            </a:extLst>
          </p:cNvPr>
          <p:cNvSpPr>
            <a:spLocks noGrp="1"/>
          </p:cNvSpPr>
          <p:nvPr>
            <p:ph type="sldNum" sz="quarter" idx="12"/>
          </p:nvPr>
        </p:nvSpPr>
        <p:spPr/>
        <p:txBody>
          <a:bodyPr/>
          <a:lstStyle/>
          <a:p>
            <a:fld id="{49AE70B2-8BF9-45C0-BB95-33D1B9D3A854}" type="slidenum">
              <a:rPr lang="zh-CN" altLang="en-US" smtClean="0"/>
              <a:t>26</a:t>
            </a:fld>
            <a:endParaRPr lang="zh-CN" altLang="en-US"/>
          </a:p>
        </p:txBody>
      </p:sp>
      <p:pic>
        <p:nvPicPr>
          <p:cNvPr id="22" name="図 21">
            <a:extLst>
              <a:ext uri="{FF2B5EF4-FFF2-40B4-BE49-F238E27FC236}">
                <a16:creationId xmlns:a16="http://schemas.microsoft.com/office/drawing/2014/main" id="{D2A62749-4131-7893-99C9-0515A6EEB3B3}"/>
              </a:ext>
            </a:extLst>
          </p:cNvPr>
          <p:cNvPicPr>
            <a:picLocks noChangeAspect="1"/>
          </p:cNvPicPr>
          <p:nvPr/>
        </p:nvPicPr>
        <p:blipFill>
          <a:blip r:embed="rId6" cstate="print">
            <a:extLst>
              <a:ext uri="{28A0092B-C50C-407E-A947-70E740481C1C}">
                <a14:useLocalDpi xmlns:a14="http://schemas.microsoft.com/office/drawing/2010/main" val="0"/>
              </a:ext>
            </a:extLst>
          </a:blip>
          <a:srcRect t="5577"/>
          <a:stretch>
            <a:fillRect/>
          </a:stretch>
        </p:blipFill>
        <p:spPr>
          <a:xfrm>
            <a:off x="2265680" y="1250152"/>
            <a:ext cx="7498079" cy="5138578"/>
          </a:xfrm>
          <a:prstGeom prst="rect">
            <a:avLst/>
          </a:prstGeom>
        </p:spPr>
      </p:pic>
    </p:spTree>
    <p:custDataLst>
      <p:tags r:id="rId1"/>
    </p:custDataLst>
    <p:extLst>
      <p:ext uri="{BB962C8B-B14F-4D97-AF65-F5344CB8AC3E}">
        <p14:creationId xmlns:p14="http://schemas.microsoft.com/office/powerpoint/2010/main" val="30148471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rotWithShape="1">
          <a:blip r:embed="rId4"/>
          <a:stretch>
            <a:fillRect/>
          </a:stretch>
        </a:blipFill>
        <a:effectLst/>
      </p:bgPr>
    </p:bg>
    <p:spTree>
      <p:nvGrpSpPr>
        <p:cNvPr id="1" name="">
          <a:extLst>
            <a:ext uri="{FF2B5EF4-FFF2-40B4-BE49-F238E27FC236}">
              <a16:creationId xmlns:a16="http://schemas.microsoft.com/office/drawing/2014/main" id="{FB08079B-590D-2D1A-A57A-4D43DBBC7A08}"/>
            </a:ext>
          </a:extLst>
        </p:cNvPr>
        <p:cNvGrpSpPr/>
        <p:nvPr/>
      </p:nvGrpSpPr>
      <p:grpSpPr>
        <a:xfrm>
          <a:off x="0" y="0"/>
          <a:ext cx="0" cy="0"/>
          <a:chOff x="0" y="0"/>
          <a:chExt cx="0" cy="0"/>
        </a:xfrm>
      </p:grpSpPr>
      <p:pic>
        <p:nvPicPr>
          <p:cNvPr id="24" name="图片 3" descr="logo-4">
            <a:extLst>
              <a:ext uri="{FF2B5EF4-FFF2-40B4-BE49-F238E27FC236}">
                <a16:creationId xmlns:a16="http://schemas.microsoft.com/office/drawing/2014/main" id="{A592F51A-23E6-D109-4767-DDDB1A7CD9C4}"/>
              </a:ext>
            </a:extLst>
          </p:cNvPr>
          <p:cNvPicPr>
            <a:picLocks noChangeAspect="1"/>
          </p:cNvPicPr>
          <p:nvPr/>
        </p:nvPicPr>
        <p:blipFill>
          <a:blip r:embed="rId5"/>
          <a:stretch>
            <a:fillRect/>
          </a:stretch>
        </p:blipFill>
        <p:spPr>
          <a:xfrm>
            <a:off x="10354310" y="6334125"/>
            <a:ext cx="1603375" cy="387350"/>
          </a:xfrm>
          <a:prstGeom prst="rect">
            <a:avLst/>
          </a:prstGeom>
        </p:spPr>
      </p:pic>
      <p:pic>
        <p:nvPicPr>
          <p:cNvPr id="5" name="図 4">
            <a:extLst>
              <a:ext uri="{FF2B5EF4-FFF2-40B4-BE49-F238E27FC236}">
                <a16:creationId xmlns:a16="http://schemas.microsoft.com/office/drawing/2014/main" id="{97A6B432-01FD-262C-77FA-9159328754A7}"/>
              </a:ext>
            </a:extLst>
          </p:cNvPr>
          <p:cNvPicPr>
            <a:picLocks noChangeAspect="1"/>
          </p:cNvPicPr>
          <p:nvPr/>
        </p:nvPicPr>
        <p:blipFill>
          <a:blip r:embed="rId6" cstate="print">
            <a:extLst>
              <a:ext uri="{28A0092B-C50C-407E-A947-70E740481C1C}">
                <a14:useLocalDpi xmlns:a14="http://schemas.microsoft.com/office/drawing/2010/main" val="0"/>
              </a:ext>
            </a:extLst>
          </a:blip>
          <a:srcRect t="5354"/>
          <a:stretch>
            <a:fillRect/>
          </a:stretch>
        </p:blipFill>
        <p:spPr>
          <a:xfrm>
            <a:off x="2113286" y="1128921"/>
            <a:ext cx="7873994" cy="5285550"/>
          </a:xfrm>
          <a:prstGeom prst="rect">
            <a:avLst/>
          </a:prstGeom>
        </p:spPr>
      </p:pic>
      <p:sp>
        <p:nvSpPr>
          <p:cNvPr id="2" name="タイトル 1">
            <a:extLst>
              <a:ext uri="{FF2B5EF4-FFF2-40B4-BE49-F238E27FC236}">
                <a16:creationId xmlns:a16="http://schemas.microsoft.com/office/drawing/2014/main" id="{7722BE15-9B3C-6C53-977C-13765B1C23A7}"/>
              </a:ext>
            </a:extLst>
          </p:cNvPr>
          <p:cNvSpPr>
            <a:spLocks noGrp="1"/>
          </p:cNvSpPr>
          <p:nvPr>
            <p:ph type="title"/>
          </p:nvPr>
        </p:nvSpPr>
        <p:spPr/>
        <p:txBody>
          <a:bodyPr/>
          <a:lstStyle/>
          <a:p>
            <a:pPr algn="ctr"/>
            <a:r>
              <a:rPr lang="en-US" altLang="ja-JP" dirty="0"/>
              <a:t>Single 700-neuron Model Inference</a:t>
            </a:r>
            <a:endParaRPr lang="ja-JP" altLang="en-US" dirty="0"/>
          </a:p>
        </p:txBody>
      </p:sp>
      <p:sp>
        <p:nvSpPr>
          <p:cNvPr id="6" name="スライド番号プレースホルダー 5">
            <a:extLst>
              <a:ext uri="{FF2B5EF4-FFF2-40B4-BE49-F238E27FC236}">
                <a16:creationId xmlns:a16="http://schemas.microsoft.com/office/drawing/2014/main" id="{6D00E7BC-94D5-C4B5-BFC1-AA9B7AEBA443}"/>
              </a:ext>
            </a:extLst>
          </p:cNvPr>
          <p:cNvSpPr>
            <a:spLocks noGrp="1"/>
          </p:cNvSpPr>
          <p:nvPr>
            <p:ph type="sldNum" sz="quarter" idx="12"/>
          </p:nvPr>
        </p:nvSpPr>
        <p:spPr/>
        <p:txBody>
          <a:bodyPr/>
          <a:lstStyle/>
          <a:p>
            <a:fld id="{49AE70B2-8BF9-45C0-BB95-33D1B9D3A854}" type="slidenum">
              <a:rPr lang="zh-CN" altLang="en-US" smtClean="0"/>
              <a:t>27</a:t>
            </a:fld>
            <a:endParaRPr lang="zh-CN" altLang="en-US"/>
          </a:p>
        </p:txBody>
      </p:sp>
    </p:spTree>
    <p:custDataLst>
      <p:tags r:id="rId1"/>
    </p:custDataLst>
    <p:extLst>
      <p:ext uri="{BB962C8B-B14F-4D97-AF65-F5344CB8AC3E}">
        <p14:creationId xmlns:p14="http://schemas.microsoft.com/office/powerpoint/2010/main" val="30023128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rotWithShape="1">
          <a:blip r:embed="rId4"/>
          <a:stretch>
            <a:fillRect/>
          </a:stretch>
        </a:blipFill>
        <a:effectLst/>
      </p:bgPr>
    </p:bg>
    <p:spTree>
      <p:nvGrpSpPr>
        <p:cNvPr id="1" name="">
          <a:extLst>
            <a:ext uri="{FF2B5EF4-FFF2-40B4-BE49-F238E27FC236}">
              <a16:creationId xmlns:a16="http://schemas.microsoft.com/office/drawing/2014/main" id="{4CDD43EB-FEDF-9C39-7236-6BAF3FFCB49C}"/>
            </a:ext>
          </a:extLst>
        </p:cNvPr>
        <p:cNvGrpSpPr/>
        <p:nvPr/>
      </p:nvGrpSpPr>
      <p:grpSpPr>
        <a:xfrm>
          <a:off x="0" y="0"/>
          <a:ext cx="0" cy="0"/>
          <a:chOff x="0" y="0"/>
          <a:chExt cx="0" cy="0"/>
        </a:xfrm>
      </p:grpSpPr>
      <p:sp>
        <p:nvSpPr>
          <p:cNvPr id="23" name="タイトル 4">
            <a:extLst>
              <a:ext uri="{FF2B5EF4-FFF2-40B4-BE49-F238E27FC236}">
                <a16:creationId xmlns:a16="http://schemas.microsoft.com/office/drawing/2014/main" id="{D75BEE3C-CAD2-F40D-103A-E6529AA946EA}"/>
              </a:ext>
            </a:extLst>
          </p:cNvPr>
          <p:cNvSpPr>
            <a:spLocks noGrp="1"/>
          </p:cNvSpPr>
          <p:nvPr>
            <p:ph type="title"/>
          </p:nvPr>
        </p:nvSpPr>
        <p:spPr/>
        <p:txBody>
          <a:bodyPr/>
          <a:lstStyle/>
          <a:p>
            <a:r>
              <a:rPr lang="en-US" altLang="ja-JP" dirty="0"/>
              <a:t>Ensemble Learning</a:t>
            </a:r>
            <a:endParaRPr lang="ja-JP" altLang="en-US" dirty="0"/>
          </a:p>
        </p:txBody>
      </p:sp>
      <p:sp>
        <p:nvSpPr>
          <p:cNvPr id="4" name="コンテンツ プレースホルダー 3">
            <a:extLst>
              <a:ext uri="{FF2B5EF4-FFF2-40B4-BE49-F238E27FC236}">
                <a16:creationId xmlns:a16="http://schemas.microsoft.com/office/drawing/2014/main" id="{B40FB878-542E-CD28-B8AB-FC882E7AC23E}"/>
              </a:ext>
            </a:extLst>
          </p:cNvPr>
          <p:cNvSpPr>
            <a:spLocks noGrp="1"/>
          </p:cNvSpPr>
          <p:nvPr>
            <p:ph idx="1"/>
          </p:nvPr>
        </p:nvSpPr>
        <p:spPr/>
        <p:txBody>
          <a:bodyPr/>
          <a:lstStyle/>
          <a:p>
            <a:pPr marL="0" indent="0">
              <a:buNone/>
            </a:pPr>
            <a:r>
              <a:rPr lang="en-US" altLang="ja-JP" sz="2400" dirty="0">
                <a:solidFill>
                  <a:prstClr val="black"/>
                </a:solidFill>
                <a:latin typeface="Arial"/>
                <a:ea typeface="微软雅黑"/>
              </a:rPr>
              <a:t>Evaluation Setup: 70-neuron * 10 nodes</a:t>
            </a:r>
          </a:p>
        </p:txBody>
      </p:sp>
      <p:pic>
        <p:nvPicPr>
          <p:cNvPr id="24" name="图片 3" descr="logo-4">
            <a:extLst>
              <a:ext uri="{FF2B5EF4-FFF2-40B4-BE49-F238E27FC236}">
                <a16:creationId xmlns:a16="http://schemas.microsoft.com/office/drawing/2014/main" id="{A631044B-4AEC-2D92-2D75-C5925E495E89}"/>
              </a:ext>
            </a:extLst>
          </p:cNvPr>
          <p:cNvPicPr>
            <a:picLocks noChangeAspect="1"/>
          </p:cNvPicPr>
          <p:nvPr/>
        </p:nvPicPr>
        <p:blipFill>
          <a:blip r:embed="rId5"/>
          <a:stretch>
            <a:fillRect/>
          </a:stretch>
        </p:blipFill>
        <p:spPr>
          <a:xfrm>
            <a:off x="10354310" y="6334125"/>
            <a:ext cx="1603375" cy="387350"/>
          </a:xfrm>
          <a:prstGeom prst="rect">
            <a:avLst/>
          </a:prstGeom>
        </p:spPr>
      </p:pic>
      <p:sp>
        <p:nvSpPr>
          <p:cNvPr id="113" name="正方形/長方形 112">
            <a:extLst>
              <a:ext uri="{FF2B5EF4-FFF2-40B4-BE49-F238E27FC236}">
                <a16:creationId xmlns:a16="http://schemas.microsoft.com/office/drawing/2014/main" id="{432A1B9F-33D5-F815-EA5E-F6899DE1DA19}"/>
              </a:ext>
            </a:extLst>
          </p:cNvPr>
          <p:cNvSpPr/>
          <p:nvPr/>
        </p:nvSpPr>
        <p:spPr>
          <a:xfrm>
            <a:off x="1229398" y="2059969"/>
            <a:ext cx="590071" cy="760912"/>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noFill/>
            </a:endParaRPr>
          </a:p>
        </p:txBody>
      </p:sp>
      <p:sp>
        <p:nvSpPr>
          <p:cNvPr id="114" name="正方形/長方形 113">
            <a:extLst>
              <a:ext uri="{FF2B5EF4-FFF2-40B4-BE49-F238E27FC236}">
                <a16:creationId xmlns:a16="http://schemas.microsoft.com/office/drawing/2014/main" id="{E2B25A3D-2BE6-A802-204F-8B455FE1B573}"/>
              </a:ext>
            </a:extLst>
          </p:cNvPr>
          <p:cNvSpPr/>
          <p:nvPr/>
        </p:nvSpPr>
        <p:spPr>
          <a:xfrm>
            <a:off x="1063476" y="2151409"/>
            <a:ext cx="590071" cy="760912"/>
          </a:xfrm>
          <a:prstGeom prst="rect">
            <a:avLst/>
          </a:prstGeom>
          <a:solidFill>
            <a:srgbClr val="FFFFFF"/>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noFill/>
            </a:endParaRPr>
          </a:p>
        </p:txBody>
      </p:sp>
      <p:sp>
        <p:nvSpPr>
          <p:cNvPr id="115" name="正方形/長方形 114">
            <a:extLst>
              <a:ext uri="{FF2B5EF4-FFF2-40B4-BE49-F238E27FC236}">
                <a16:creationId xmlns:a16="http://schemas.microsoft.com/office/drawing/2014/main" id="{E34119FE-5059-A33A-2792-904237A071FA}"/>
              </a:ext>
            </a:extLst>
          </p:cNvPr>
          <p:cNvSpPr/>
          <p:nvPr/>
        </p:nvSpPr>
        <p:spPr>
          <a:xfrm>
            <a:off x="1229398" y="3360550"/>
            <a:ext cx="590071" cy="760912"/>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noFill/>
            </a:endParaRPr>
          </a:p>
        </p:txBody>
      </p:sp>
      <p:sp>
        <p:nvSpPr>
          <p:cNvPr id="116" name="正方形/長方形 115">
            <a:extLst>
              <a:ext uri="{FF2B5EF4-FFF2-40B4-BE49-F238E27FC236}">
                <a16:creationId xmlns:a16="http://schemas.microsoft.com/office/drawing/2014/main" id="{3312B96E-C820-792B-E4A6-EF1F43C994F2}"/>
              </a:ext>
            </a:extLst>
          </p:cNvPr>
          <p:cNvSpPr/>
          <p:nvPr/>
        </p:nvSpPr>
        <p:spPr>
          <a:xfrm>
            <a:off x="1063476" y="3451990"/>
            <a:ext cx="590071" cy="760912"/>
          </a:xfrm>
          <a:prstGeom prst="rect">
            <a:avLst/>
          </a:prstGeom>
          <a:solidFill>
            <a:srgbClr val="FFFFFF"/>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noFill/>
            </a:endParaRPr>
          </a:p>
        </p:txBody>
      </p:sp>
      <p:sp>
        <p:nvSpPr>
          <p:cNvPr id="117" name="正方形/長方形 116">
            <a:extLst>
              <a:ext uri="{FF2B5EF4-FFF2-40B4-BE49-F238E27FC236}">
                <a16:creationId xmlns:a16="http://schemas.microsoft.com/office/drawing/2014/main" id="{9F098F37-400C-043C-78B6-B1C2C1FF9971}"/>
              </a:ext>
            </a:extLst>
          </p:cNvPr>
          <p:cNvSpPr/>
          <p:nvPr/>
        </p:nvSpPr>
        <p:spPr>
          <a:xfrm>
            <a:off x="1111713" y="4996012"/>
            <a:ext cx="590071" cy="760912"/>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noFill/>
            </a:endParaRPr>
          </a:p>
        </p:txBody>
      </p:sp>
      <p:sp>
        <p:nvSpPr>
          <p:cNvPr id="118" name="正方形/長方形 117">
            <a:extLst>
              <a:ext uri="{FF2B5EF4-FFF2-40B4-BE49-F238E27FC236}">
                <a16:creationId xmlns:a16="http://schemas.microsoft.com/office/drawing/2014/main" id="{996AA424-9C88-B333-E261-71329F70D6F9}"/>
              </a:ext>
            </a:extLst>
          </p:cNvPr>
          <p:cNvSpPr/>
          <p:nvPr/>
        </p:nvSpPr>
        <p:spPr>
          <a:xfrm>
            <a:off x="945791" y="5087452"/>
            <a:ext cx="590071" cy="760912"/>
          </a:xfrm>
          <a:prstGeom prst="rect">
            <a:avLst/>
          </a:prstGeom>
          <a:solidFill>
            <a:srgbClr val="FFFFFF"/>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noFill/>
            </a:endParaRPr>
          </a:p>
        </p:txBody>
      </p:sp>
      <p:sp>
        <p:nvSpPr>
          <p:cNvPr id="119" name="矢印: 下 118">
            <a:extLst>
              <a:ext uri="{FF2B5EF4-FFF2-40B4-BE49-F238E27FC236}">
                <a16:creationId xmlns:a16="http://schemas.microsoft.com/office/drawing/2014/main" id="{6E2E43D6-E87A-D334-411B-765DBA1E6419}"/>
              </a:ext>
            </a:extLst>
          </p:cNvPr>
          <p:cNvSpPr/>
          <p:nvPr/>
        </p:nvSpPr>
        <p:spPr>
          <a:xfrm rot="16200000">
            <a:off x="2042977" y="2195804"/>
            <a:ext cx="507302" cy="671806"/>
          </a:xfrm>
          <a:prstGeom prst="downArrow">
            <a:avLst/>
          </a:prstGeom>
          <a:solidFill>
            <a:srgbClr val="0070C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0" name="矢印: 下 119">
            <a:extLst>
              <a:ext uri="{FF2B5EF4-FFF2-40B4-BE49-F238E27FC236}">
                <a16:creationId xmlns:a16="http://schemas.microsoft.com/office/drawing/2014/main" id="{5085BB25-F032-4D67-8C3E-CEC6B59BC249}"/>
              </a:ext>
            </a:extLst>
          </p:cNvPr>
          <p:cNvSpPr/>
          <p:nvPr/>
        </p:nvSpPr>
        <p:spPr>
          <a:xfrm rot="16200000">
            <a:off x="2035862" y="3431242"/>
            <a:ext cx="507302" cy="671806"/>
          </a:xfrm>
          <a:prstGeom prst="downArrow">
            <a:avLst/>
          </a:prstGeom>
          <a:solidFill>
            <a:srgbClr val="0070C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1" name="矢印: 下 120">
            <a:extLst>
              <a:ext uri="{FF2B5EF4-FFF2-40B4-BE49-F238E27FC236}">
                <a16:creationId xmlns:a16="http://schemas.microsoft.com/office/drawing/2014/main" id="{1ACD808B-53BE-A547-5571-C2671394F5B2}"/>
              </a:ext>
            </a:extLst>
          </p:cNvPr>
          <p:cNvSpPr/>
          <p:nvPr/>
        </p:nvSpPr>
        <p:spPr>
          <a:xfrm rot="16200000">
            <a:off x="2006920" y="5059723"/>
            <a:ext cx="507302" cy="671806"/>
          </a:xfrm>
          <a:prstGeom prst="downArrow">
            <a:avLst/>
          </a:prstGeom>
          <a:solidFill>
            <a:srgbClr val="0070C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2" name="楕円 121">
            <a:extLst>
              <a:ext uri="{FF2B5EF4-FFF2-40B4-BE49-F238E27FC236}">
                <a16:creationId xmlns:a16="http://schemas.microsoft.com/office/drawing/2014/main" id="{2377B944-B18C-CE31-BB2D-7DDE09D11428}"/>
              </a:ext>
            </a:extLst>
          </p:cNvPr>
          <p:cNvSpPr/>
          <p:nvPr/>
        </p:nvSpPr>
        <p:spPr>
          <a:xfrm>
            <a:off x="2817780" y="2354350"/>
            <a:ext cx="466531" cy="466531"/>
          </a:xfrm>
          <a:prstGeom prst="ellipse">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4" name="楕円 123">
            <a:extLst>
              <a:ext uri="{FF2B5EF4-FFF2-40B4-BE49-F238E27FC236}">
                <a16:creationId xmlns:a16="http://schemas.microsoft.com/office/drawing/2014/main" id="{46FC6CFF-E7DC-DC1A-4D1A-B01B43E48EC8}"/>
              </a:ext>
            </a:extLst>
          </p:cNvPr>
          <p:cNvSpPr/>
          <p:nvPr/>
        </p:nvSpPr>
        <p:spPr>
          <a:xfrm>
            <a:off x="3557677" y="2036237"/>
            <a:ext cx="466531" cy="466531"/>
          </a:xfrm>
          <a:prstGeom prst="ellipse">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5" name="楕円 124">
            <a:extLst>
              <a:ext uri="{FF2B5EF4-FFF2-40B4-BE49-F238E27FC236}">
                <a16:creationId xmlns:a16="http://schemas.microsoft.com/office/drawing/2014/main" id="{E437E77D-BFE4-F974-B103-98567460FA8C}"/>
              </a:ext>
            </a:extLst>
          </p:cNvPr>
          <p:cNvSpPr/>
          <p:nvPr/>
        </p:nvSpPr>
        <p:spPr>
          <a:xfrm>
            <a:off x="3557677" y="2666049"/>
            <a:ext cx="466531" cy="466531"/>
          </a:xfrm>
          <a:prstGeom prst="ellipse">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27" name="直線矢印コネクタ 126">
            <a:extLst>
              <a:ext uri="{FF2B5EF4-FFF2-40B4-BE49-F238E27FC236}">
                <a16:creationId xmlns:a16="http://schemas.microsoft.com/office/drawing/2014/main" id="{3F95790A-A697-AF35-B466-FAFC68375F34}"/>
              </a:ext>
            </a:extLst>
          </p:cNvPr>
          <p:cNvCxnSpPr>
            <a:stCxn id="122" idx="6"/>
            <a:endCxn id="124" idx="2"/>
          </p:cNvCxnSpPr>
          <p:nvPr/>
        </p:nvCxnSpPr>
        <p:spPr>
          <a:xfrm flipV="1">
            <a:off x="3284311" y="2269503"/>
            <a:ext cx="273366" cy="31811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8" name="直線矢印コネクタ 127">
            <a:extLst>
              <a:ext uri="{FF2B5EF4-FFF2-40B4-BE49-F238E27FC236}">
                <a16:creationId xmlns:a16="http://schemas.microsoft.com/office/drawing/2014/main" id="{2730083B-DBFA-4901-68C4-5C23AE1D1ECB}"/>
              </a:ext>
            </a:extLst>
          </p:cNvPr>
          <p:cNvCxnSpPr>
            <a:cxnSpLocks/>
            <a:stCxn id="122" idx="6"/>
            <a:endCxn id="125" idx="2"/>
          </p:cNvCxnSpPr>
          <p:nvPr/>
        </p:nvCxnSpPr>
        <p:spPr>
          <a:xfrm>
            <a:off x="3284311" y="2587616"/>
            <a:ext cx="273366" cy="31169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3" name="楕円 142">
            <a:extLst>
              <a:ext uri="{FF2B5EF4-FFF2-40B4-BE49-F238E27FC236}">
                <a16:creationId xmlns:a16="http://schemas.microsoft.com/office/drawing/2014/main" id="{07204AB2-2F48-66F9-B016-A39F6E238207}"/>
              </a:ext>
            </a:extLst>
          </p:cNvPr>
          <p:cNvSpPr/>
          <p:nvPr/>
        </p:nvSpPr>
        <p:spPr>
          <a:xfrm>
            <a:off x="2817780" y="3667937"/>
            <a:ext cx="466531" cy="466531"/>
          </a:xfrm>
          <a:prstGeom prst="ellipse">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4" name="楕円 143">
            <a:extLst>
              <a:ext uri="{FF2B5EF4-FFF2-40B4-BE49-F238E27FC236}">
                <a16:creationId xmlns:a16="http://schemas.microsoft.com/office/drawing/2014/main" id="{4F515A08-70FC-D6AE-8DBA-CFD1BB553DA3}"/>
              </a:ext>
            </a:extLst>
          </p:cNvPr>
          <p:cNvSpPr/>
          <p:nvPr/>
        </p:nvSpPr>
        <p:spPr>
          <a:xfrm>
            <a:off x="3557677" y="3349824"/>
            <a:ext cx="466531" cy="466531"/>
          </a:xfrm>
          <a:prstGeom prst="ellipse">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5" name="楕円 144">
            <a:extLst>
              <a:ext uri="{FF2B5EF4-FFF2-40B4-BE49-F238E27FC236}">
                <a16:creationId xmlns:a16="http://schemas.microsoft.com/office/drawing/2014/main" id="{147A017A-6EC6-9F32-71C3-C63824BA88D1}"/>
              </a:ext>
            </a:extLst>
          </p:cNvPr>
          <p:cNvSpPr/>
          <p:nvPr/>
        </p:nvSpPr>
        <p:spPr>
          <a:xfrm>
            <a:off x="3557677" y="3979636"/>
            <a:ext cx="466531" cy="466531"/>
          </a:xfrm>
          <a:prstGeom prst="ellipse">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46" name="直線矢印コネクタ 145">
            <a:extLst>
              <a:ext uri="{FF2B5EF4-FFF2-40B4-BE49-F238E27FC236}">
                <a16:creationId xmlns:a16="http://schemas.microsoft.com/office/drawing/2014/main" id="{884C3F47-1482-CCA1-C307-712FB95F1464}"/>
              </a:ext>
            </a:extLst>
          </p:cNvPr>
          <p:cNvCxnSpPr>
            <a:stCxn id="143" idx="6"/>
            <a:endCxn id="144" idx="2"/>
          </p:cNvCxnSpPr>
          <p:nvPr/>
        </p:nvCxnSpPr>
        <p:spPr>
          <a:xfrm flipV="1">
            <a:off x="3284311" y="3583090"/>
            <a:ext cx="273366" cy="31811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7" name="直線矢印コネクタ 146">
            <a:extLst>
              <a:ext uri="{FF2B5EF4-FFF2-40B4-BE49-F238E27FC236}">
                <a16:creationId xmlns:a16="http://schemas.microsoft.com/office/drawing/2014/main" id="{591877D7-F7C3-E3BA-347B-1365E8A3E86A}"/>
              </a:ext>
            </a:extLst>
          </p:cNvPr>
          <p:cNvCxnSpPr>
            <a:cxnSpLocks/>
            <a:stCxn id="143" idx="6"/>
            <a:endCxn id="145" idx="2"/>
          </p:cNvCxnSpPr>
          <p:nvPr/>
        </p:nvCxnSpPr>
        <p:spPr>
          <a:xfrm>
            <a:off x="3284311" y="3901203"/>
            <a:ext cx="273366" cy="31169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8" name="楕円 147">
            <a:extLst>
              <a:ext uri="{FF2B5EF4-FFF2-40B4-BE49-F238E27FC236}">
                <a16:creationId xmlns:a16="http://schemas.microsoft.com/office/drawing/2014/main" id="{9119C663-D166-3DF7-D1D7-087125687B2E}"/>
              </a:ext>
            </a:extLst>
          </p:cNvPr>
          <p:cNvSpPr/>
          <p:nvPr/>
        </p:nvSpPr>
        <p:spPr>
          <a:xfrm>
            <a:off x="2793734" y="5185881"/>
            <a:ext cx="466531" cy="466531"/>
          </a:xfrm>
          <a:prstGeom prst="ellipse">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9" name="楕円 148">
            <a:extLst>
              <a:ext uri="{FF2B5EF4-FFF2-40B4-BE49-F238E27FC236}">
                <a16:creationId xmlns:a16="http://schemas.microsoft.com/office/drawing/2014/main" id="{AB5626C6-DA11-7A3A-593D-ED4B9AAC8F62}"/>
              </a:ext>
            </a:extLst>
          </p:cNvPr>
          <p:cNvSpPr/>
          <p:nvPr/>
        </p:nvSpPr>
        <p:spPr>
          <a:xfrm>
            <a:off x="3533631" y="4867768"/>
            <a:ext cx="466531" cy="466531"/>
          </a:xfrm>
          <a:prstGeom prst="ellipse">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0" name="楕円 149">
            <a:extLst>
              <a:ext uri="{FF2B5EF4-FFF2-40B4-BE49-F238E27FC236}">
                <a16:creationId xmlns:a16="http://schemas.microsoft.com/office/drawing/2014/main" id="{67A29751-22C7-B714-9349-F229AA934AF9}"/>
              </a:ext>
            </a:extLst>
          </p:cNvPr>
          <p:cNvSpPr/>
          <p:nvPr/>
        </p:nvSpPr>
        <p:spPr>
          <a:xfrm>
            <a:off x="3533631" y="5497580"/>
            <a:ext cx="466531" cy="466531"/>
          </a:xfrm>
          <a:prstGeom prst="ellipse">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51" name="直線矢印コネクタ 150">
            <a:extLst>
              <a:ext uri="{FF2B5EF4-FFF2-40B4-BE49-F238E27FC236}">
                <a16:creationId xmlns:a16="http://schemas.microsoft.com/office/drawing/2014/main" id="{041B585C-F259-3C66-4B20-91DDAD2DB934}"/>
              </a:ext>
            </a:extLst>
          </p:cNvPr>
          <p:cNvCxnSpPr>
            <a:stCxn id="148" idx="6"/>
            <a:endCxn id="149" idx="2"/>
          </p:cNvCxnSpPr>
          <p:nvPr/>
        </p:nvCxnSpPr>
        <p:spPr>
          <a:xfrm flipV="1">
            <a:off x="3260265" y="5101034"/>
            <a:ext cx="273366" cy="31811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2" name="直線矢印コネクタ 151">
            <a:extLst>
              <a:ext uri="{FF2B5EF4-FFF2-40B4-BE49-F238E27FC236}">
                <a16:creationId xmlns:a16="http://schemas.microsoft.com/office/drawing/2014/main" id="{C55B7416-1AC1-BF23-A6F3-5BDD392CD697}"/>
              </a:ext>
            </a:extLst>
          </p:cNvPr>
          <p:cNvCxnSpPr>
            <a:cxnSpLocks/>
            <a:stCxn id="148" idx="6"/>
            <a:endCxn id="150" idx="2"/>
          </p:cNvCxnSpPr>
          <p:nvPr/>
        </p:nvCxnSpPr>
        <p:spPr>
          <a:xfrm>
            <a:off x="3260265" y="5419147"/>
            <a:ext cx="273366" cy="31169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3" name="正方形/長方形 152">
            <a:extLst>
              <a:ext uri="{FF2B5EF4-FFF2-40B4-BE49-F238E27FC236}">
                <a16:creationId xmlns:a16="http://schemas.microsoft.com/office/drawing/2014/main" id="{C1B525D5-D2BC-24A0-D692-253D267D01D1}"/>
              </a:ext>
            </a:extLst>
          </p:cNvPr>
          <p:cNvSpPr/>
          <p:nvPr/>
        </p:nvSpPr>
        <p:spPr>
          <a:xfrm>
            <a:off x="2706285" y="1985355"/>
            <a:ext cx="1520482" cy="1207988"/>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noFill/>
            </a:endParaRPr>
          </a:p>
        </p:txBody>
      </p:sp>
      <p:sp>
        <p:nvSpPr>
          <p:cNvPr id="154" name="正方形/長方形 153">
            <a:extLst>
              <a:ext uri="{FF2B5EF4-FFF2-40B4-BE49-F238E27FC236}">
                <a16:creationId xmlns:a16="http://schemas.microsoft.com/office/drawing/2014/main" id="{DDD3F3A7-08BB-DF4E-E49D-51689D19ACA4}"/>
              </a:ext>
            </a:extLst>
          </p:cNvPr>
          <p:cNvSpPr/>
          <p:nvPr/>
        </p:nvSpPr>
        <p:spPr>
          <a:xfrm>
            <a:off x="2693943" y="3278191"/>
            <a:ext cx="1520482" cy="1207988"/>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noFill/>
            </a:endParaRPr>
          </a:p>
        </p:txBody>
      </p:sp>
      <p:sp>
        <p:nvSpPr>
          <p:cNvPr id="155" name="正方形/長方形 154">
            <a:extLst>
              <a:ext uri="{FF2B5EF4-FFF2-40B4-BE49-F238E27FC236}">
                <a16:creationId xmlns:a16="http://schemas.microsoft.com/office/drawing/2014/main" id="{84B6AB59-F7D5-593D-D7E0-97887A546918}"/>
              </a:ext>
            </a:extLst>
          </p:cNvPr>
          <p:cNvSpPr/>
          <p:nvPr/>
        </p:nvSpPr>
        <p:spPr>
          <a:xfrm>
            <a:off x="2706285" y="4817181"/>
            <a:ext cx="1520482" cy="1207988"/>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noFill/>
            </a:endParaRPr>
          </a:p>
        </p:txBody>
      </p:sp>
      <p:sp>
        <p:nvSpPr>
          <p:cNvPr id="156" name="テキスト ボックス 155">
            <a:extLst>
              <a:ext uri="{FF2B5EF4-FFF2-40B4-BE49-F238E27FC236}">
                <a16:creationId xmlns:a16="http://schemas.microsoft.com/office/drawing/2014/main" id="{52ED9E30-1DBA-75DB-5BE0-0F9C2ADFC4B2}"/>
              </a:ext>
            </a:extLst>
          </p:cNvPr>
          <p:cNvSpPr txBox="1"/>
          <p:nvPr/>
        </p:nvSpPr>
        <p:spPr>
          <a:xfrm>
            <a:off x="693710" y="2856316"/>
            <a:ext cx="1569167" cy="369332"/>
          </a:xfrm>
          <a:prstGeom prst="rect">
            <a:avLst/>
          </a:prstGeom>
          <a:noFill/>
        </p:spPr>
        <p:txBody>
          <a:bodyPr wrap="square" rtlCol="0">
            <a:spAutoFit/>
          </a:bodyPr>
          <a:lstStyle/>
          <a:p>
            <a:pPr algn="ctr"/>
            <a:r>
              <a:rPr kumimoji="1" lang="en-US" altLang="ja-JP" dirty="0"/>
              <a:t>Local Data 1</a:t>
            </a:r>
            <a:endParaRPr kumimoji="1" lang="ja-JP" altLang="en-US" dirty="0"/>
          </a:p>
        </p:txBody>
      </p:sp>
      <p:sp>
        <p:nvSpPr>
          <p:cNvPr id="158" name="テキスト ボックス 157">
            <a:extLst>
              <a:ext uri="{FF2B5EF4-FFF2-40B4-BE49-F238E27FC236}">
                <a16:creationId xmlns:a16="http://schemas.microsoft.com/office/drawing/2014/main" id="{F7CEE1A2-F4C5-0BE4-FF84-4E99F69F3C64}"/>
              </a:ext>
            </a:extLst>
          </p:cNvPr>
          <p:cNvSpPr txBox="1"/>
          <p:nvPr/>
        </p:nvSpPr>
        <p:spPr>
          <a:xfrm>
            <a:off x="628608" y="4204636"/>
            <a:ext cx="1569167" cy="369332"/>
          </a:xfrm>
          <a:prstGeom prst="rect">
            <a:avLst/>
          </a:prstGeom>
          <a:noFill/>
        </p:spPr>
        <p:txBody>
          <a:bodyPr wrap="square" rtlCol="0">
            <a:spAutoFit/>
          </a:bodyPr>
          <a:lstStyle/>
          <a:p>
            <a:pPr algn="ctr"/>
            <a:r>
              <a:rPr kumimoji="1" lang="en-US" altLang="ja-JP" dirty="0"/>
              <a:t>Local Data 2</a:t>
            </a:r>
            <a:endParaRPr kumimoji="1" lang="ja-JP" altLang="en-US" dirty="0"/>
          </a:p>
        </p:txBody>
      </p:sp>
      <p:sp>
        <p:nvSpPr>
          <p:cNvPr id="159" name="テキスト ボックス 158">
            <a:extLst>
              <a:ext uri="{FF2B5EF4-FFF2-40B4-BE49-F238E27FC236}">
                <a16:creationId xmlns:a16="http://schemas.microsoft.com/office/drawing/2014/main" id="{4E9D3AC9-4087-EA49-4FDB-8E74273E03F7}"/>
              </a:ext>
            </a:extLst>
          </p:cNvPr>
          <p:cNvSpPr txBox="1"/>
          <p:nvPr/>
        </p:nvSpPr>
        <p:spPr>
          <a:xfrm>
            <a:off x="573927" y="5883516"/>
            <a:ext cx="1569167" cy="369332"/>
          </a:xfrm>
          <a:prstGeom prst="rect">
            <a:avLst/>
          </a:prstGeom>
          <a:noFill/>
        </p:spPr>
        <p:txBody>
          <a:bodyPr wrap="square" rtlCol="0">
            <a:spAutoFit/>
          </a:bodyPr>
          <a:lstStyle/>
          <a:p>
            <a:pPr algn="ctr"/>
            <a:r>
              <a:rPr kumimoji="1" lang="en-US" altLang="ja-JP" dirty="0"/>
              <a:t>Local Data N</a:t>
            </a:r>
            <a:endParaRPr kumimoji="1" lang="ja-JP" altLang="en-US" dirty="0"/>
          </a:p>
        </p:txBody>
      </p:sp>
      <p:cxnSp>
        <p:nvCxnSpPr>
          <p:cNvPr id="161" name="直線矢印コネクタ 160">
            <a:extLst>
              <a:ext uri="{FF2B5EF4-FFF2-40B4-BE49-F238E27FC236}">
                <a16:creationId xmlns:a16="http://schemas.microsoft.com/office/drawing/2014/main" id="{A5A83CA6-00D8-4317-0CD1-3511C107F671}"/>
              </a:ext>
            </a:extLst>
          </p:cNvPr>
          <p:cNvCxnSpPr>
            <a:cxnSpLocks/>
            <a:stCxn id="153" idx="3"/>
            <a:endCxn id="163" idx="1"/>
          </p:cNvCxnSpPr>
          <p:nvPr/>
        </p:nvCxnSpPr>
        <p:spPr>
          <a:xfrm>
            <a:off x="4226767" y="2589349"/>
            <a:ext cx="3027134" cy="131971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63" name="正方形/長方形 162">
            <a:extLst>
              <a:ext uri="{FF2B5EF4-FFF2-40B4-BE49-F238E27FC236}">
                <a16:creationId xmlns:a16="http://schemas.microsoft.com/office/drawing/2014/main" id="{3DEB3F95-CD4E-F4B1-2FA5-836EB7FA4C41}"/>
              </a:ext>
            </a:extLst>
          </p:cNvPr>
          <p:cNvSpPr/>
          <p:nvPr/>
        </p:nvSpPr>
        <p:spPr>
          <a:xfrm>
            <a:off x="7253901" y="2334245"/>
            <a:ext cx="3217300" cy="3149645"/>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noFill/>
            </a:endParaRPr>
          </a:p>
        </p:txBody>
      </p:sp>
      <p:cxnSp>
        <p:nvCxnSpPr>
          <p:cNvPr id="165" name="直線矢印コネクタ 164">
            <a:extLst>
              <a:ext uri="{FF2B5EF4-FFF2-40B4-BE49-F238E27FC236}">
                <a16:creationId xmlns:a16="http://schemas.microsoft.com/office/drawing/2014/main" id="{F0D3ADEB-A408-D86F-8C92-58BABB845917}"/>
              </a:ext>
            </a:extLst>
          </p:cNvPr>
          <p:cNvCxnSpPr>
            <a:cxnSpLocks/>
            <a:stCxn id="154" idx="3"/>
            <a:endCxn id="163" idx="1"/>
          </p:cNvCxnSpPr>
          <p:nvPr/>
        </p:nvCxnSpPr>
        <p:spPr>
          <a:xfrm>
            <a:off x="4214425" y="3882185"/>
            <a:ext cx="3039476" cy="2688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0" name="直線矢印コネクタ 169">
            <a:extLst>
              <a:ext uri="{FF2B5EF4-FFF2-40B4-BE49-F238E27FC236}">
                <a16:creationId xmlns:a16="http://schemas.microsoft.com/office/drawing/2014/main" id="{B00710A9-11BE-08FD-6854-E9FADAF3AD38}"/>
              </a:ext>
            </a:extLst>
          </p:cNvPr>
          <p:cNvCxnSpPr>
            <a:cxnSpLocks/>
            <a:stCxn id="155" idx="3"/>
            <a:endCxn id="163" idx="1"/>
          </p:cNvCxnSpPr>
          <p:nvPr/>
        </p:nvCxnSpPr>
        <p:spPr>
          <a:xfrm flipV="1">
            <a:off x="4226767" y="3909068"/>
            <a:ext cx="3027134" cy="151210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73" name="テキスト ボックス 172">
            <a:extLst>
              <a:ext uri="{FF2B5EF4-FFF2-40B4-BE49-F238E27FC236}">
                <a16:creationId xmlns:a16="http://schemas.microsoft.com/office/drawing/2014/main" id="{474935A6-6E3E-6C14-0001-9D7DC2265B9F}"/>
              </a:ext>
            </a:extLst>
          </p:cNvPr>
          <p:cNvSpPr txBox="1"/>
          <p:nvPr/>
        </p:nvSpPr>
        <p:spPr>
          <a:xfrm>
            <a:off x="5988098" y="2954856"/>
            <a:ext cx="1569167" cy="646331"/>
          </a:xfrm>
          <a:prstGeom prst="rect">
            <a:avLst/>
          </a:prstGeom>
          <a:noFill/>
        </p:spPr>
        <p:txBody>
          <a:bodyPr wrap="square" rtlCol="0">
            <a:spAutoFit/>
          </a:bodyPr>
          <a:lstStyle/>
          <a:p>
            <a:pPr algn="ctr"/>
            <a:r>
              <a:rPr kumimoji="1" lang="en-US" altLang="ja-JP" dirty="0"/>
              <a:t>Merge</a:t>
            </a:r>
          </a:p>
          <a:p>
            <a:pPr algn="ctr"/>
            <a:r>
              <a:rPr kumimoji="1" lang="en-US" altLang="ja-JP" dirty="0"/>
              <a:t>Nodes</a:t>
            </a:r>
            <a:endParaRPr kumimoji="1" lang="ja-JP" altLang="en-US" dirty="0"/>
          </a:p>
        </p:txBody>
      </p:sp>
      <p:sp>
        <p:nvSpPr>
          <p:cNvPr id="174" name="楕円 173">
            <a:extLst>
              <a:ext uri="{FF2B5EF4-FFF2-40B4-BE49-F238E27FC236}">
                <a16:creationId xmlns:a16="http://schemas.microsoft.com/office/drawing/2014/main" id="{2C9EEDF5-2038-D604-6103-1BA9613B662E}"/>
              </a:ext>
            </a:extLst>
          </p:cNvPr>
          <p:cNvSpPr/>
          <p:nvPr/>
        </p:nvSpPr>
        <p:spPr>
          <a:xfrm>
            <a:off x="7529579" y="3662360"/>
            <a:ext cx="466531" cy="466531"/>
          </a:xfrm>
          <a:prstGeom prst="ellipse">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5" name="楕円 174">
            <a:extLst>
              <a:ext uri="{FF2B5EF4-FFF2-40B4-BE49-F238E27FC236}">
                <a16:creationId xmlns:a16="http://schemas.microsoft.com/office/drawing/2014/main" id="{26B5201E-B9E9-07F7-EE5C-A9F30803DC09}"/>
              </a:ext>
            </a:extLst>
          </p:cNvPr>
          <p:cNvSpPr/>
          <p:nvPr/>
        </p:nvSpPr>
        <p:spPr>
          <a:xfrm>
            <a:off x="8725384" y="2389785"/>
            <a:ext cx="466531" cy="466531"/>
          </a:xfrm>
          <a:prstGeom prst="ellipse">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6" name="楕円 175">
            <a:extLst>
              <a:ext uri="{FF2B5EF4-FFF2-40B4-BE49-F238E27FC236}">
                <a16:creationId xmlns:a16="http://schemas.microsoft.com/office/drawing/2014/main" id="{1F1DF075-5C28-2B15-2F25-6DBF61F6E021}"/>
              </a:ext>
            </a:extLst>
          </p:cNvPr>
          <p:cNvSpPr/>
          <p:nvPr/>
        </p:nvSpPr>
        <p:spPr>
          <a:xfrm>
            <a:off x="8725384" y="2899314"/>
            <a:ext cx="466531" cy="466531"/>
          </a:xfrm>
          <a:prstGeom prst="ellipse">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77" name="直線矢印コネクタ 176">
            <a:extLst>
              <a:ext uri="{FF2B5EF4-FFF2-40B4-BE49-F238E27FC236}">
                <a16:creationId xmlns:a16="http://schemas.microsoft.com/office/drawing/2014/main" id="{07FBB1E9-AA22-7059-3B93-81787B229179}"/>
              </a:ext>
            </a:extLst>
          </p:cNvPr>
          <p:cNvCxnSpPr>
            <a:stCxn id="174" idx="6"/>
            <a:endCxn id="175" idx="2"/>
          </p:cNvCxnSpPr>
          <p:nvPr/>
        </p:nvCxnSpPr>
        <p:spPr>
          <a:xfrm flipV="1">
            <a:off x="7996110" y="2623051"/>
            <a:ext cx="729274" cy="127257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8" name="直線矢印コネクタ 177">
            <a:extLst>
              <a:ext uri="{FF2B5EF4-FFF2-40B4-BE49-F238E27FC236}">
                <a16:creationId xmlns:a16="http://schemas.microsoft.com/office/drawing/2014/main" id="{88ACDA73-8EFE-4A72-C5D6-D8DBB109DC87}"/>
              </a:ext>
            </a:extLst>
          </p:cNvPr>
          <p:cNvCxnSpPr>
            <a:cxnSpLocks/>
            <a:stCxn id="174" idx="6"/>
            <a:endCxn id="176" idx="2"/>
          </p:cNvCxnSpPr>
          <p:nvPr/>
        </p:nvCxnSpPr>
        <p:spPr>
          <a:xfrm flipV="1">
            <a:off x="7996110" y="3132580"/>
            <a:ext cx="729274" cy="76304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0" name="楕円 179">
            <a:extLst>
              <a:ext uri="{FF2B5EF4-FFF2-40B4-BE49-F238E27FC236}">
                <a16:creationId xmlns:a16="http://schemas.microsoft.com/office/drawing/2014/main" id="{6695457D-DD6F-95AE-58A9-CD571E95ABE0}"/>
              </a:ext>
            </a:extLst>
          </p:cNvPr>
          <p:cNvSpPr/>
          <p:nvPr/>
        </p:nvSpPr>
        <p:spPr>
          <a:xfrm>
            <a:off x="8725384" y="3407987"/>
            <a:ext cx="466531" cy="466531"/>
          </a:xfrm>
          <a:prstGeom prst="ellipse">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1" name="楕円 180">
            <a:extLst>
              <a:ext uri="{FF2B5EF4-FFF2-40B4-BE49-F238E27FC236}">
                <a16:creationId xmlns:a16="http://schemas.microsoft.com/office/drawing/2014/main" id="{221D61BC-C589-8E65-B63F-FB061F170C16}"/>
              </a:ext>
            </a:extLst>
          </p:cNvPr>
          <p:cNvSpPr/>
          <p:nvPr/>
        </p:nvSpPr>
        <p:spPr>
          <a:xfrm>
            <a:off x="8725383" y="3937265"/>
            <a:ext cx="466531" cy="466531"/>
          </a:xfrm>
          <a:prstGeom prst="ellipse">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4" name="楕円 183">
            <a:extLst>
              <a:ext uri="{FF2B5EF4-FFF2-40B4-BE49-F238E27FC236}">
                <a16:creationId xmlns:a16="http://schemas.microsoft.com/office/drawing/2014/main" id="{E3B8211E-77C4-2336-00B4-E1CD552AF7B3}"/>
              </a:ext>
            </a:extLst>
          </p:cNvPr>
          <p:cNvSpPr/>
          <p:nvPr/>
        </p:nvSpPr>
        <p:spPr>
          <a:xfrm>
            <a:off x="8728991" y="4445937"/>
            <a:ext cx="466531" cy="466531"/>
          </a:xfrm>
          <a:prstGeom prst="ellipse">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5" name="楕円 184">
            <a:extLst>
              <a:ext uri="{FF2B5EF4-FFF2-40B4-BE49-F238E27FC236}">
                <a16:creationId xmlns:a16="http://schemas.microsoft.com/office/drawing/2014/main" id="{2DFD3CD0-06C4-85E3-7407-F8081B94F8F9}"/>
              </a:ext>
            </a:extLst>
          </p:cNvPr>
          <p:cNvSpPr/>
          <p:nvPr/>
        </p:nvSpPr>
        <p:spPr>
          <a:xfrm>
            <a:off x="8738321" y="4947462"/>
            <a:ext cx="466531" cy="466531"/>
          </a:xfrm>
          <a:prstGeom prst="ellipse">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88" name="直線矢印コネクタ 187">
            <a:extLst>
              <a:ext uri="{FF2B5EF4-FFF2-40B4-BE49-F238E27FC236}">
                <a16:creationId xmlns:a16="http://schemas.microsoft.com/office/drawing/2014/main" id="{0F7F4087-ADFE-322D-11DC-E9312093F0F0}"/>
              </a:ext>
            </a:extLst>
          </p:cNvPr>
          <p:cNvCxnSpPr>
            <a:cxnSpLocks/>
            <a:stCxn id="174" idx="6"/>
            <a:endCxn id="180" idx="2"/>
          </p:cNvCxnSpPr>
          <p:nvPr/>
        </p:nvCxnSpPr>
        <p:spPr>
          <a:xfrm flipV="1">
            <a:off x="7996110" y="3641253"/>
            <a:ext cx="729274" cy="25437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1" name="直線矢印コネクタ 190">
            <a:extLst>
              <a:ext uri="{FF2B5EF4-FFF2-40B4-BE49-F238E27FC236}">
                <a16:creationId xmlns:a16="http://schemas.microsoft.com/office/drawing/2014/main" id="{4F6737BC-8573-4839-72E3-4527E1808D65}"/>
              </a:ext>
            </a:extLst>
          </p:cNvPr>
          <p:cNvCxnSpPr>
            <a:cxnSpLocks/>
            <a:stCxn id="174" idx="6"/>
            <a:endCxn id="181" idx="2"/>
          </p:cNvCxnSpPr>
          <p:nvPr/>
        </p:nvCxnSpPr>
        <p:spPr>
          <a:xfrm>
            <a:off x="7996110" y="3895626"/>
            <a:ext cx="729273" cy="27490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4" name="直線矢印コネクタ 193">
            <a:extLst>
              <a:ext uri="{FF2B5EF4-FFF2-40B4-BE49-F238E27FC236}">
                <a16:creationId xmlns:a16="http://schemas.microsoft.com/office/drawing/2014/main" id="{6FE9576F-5086-D0A5-4A4B-5576A16BDF18}"/>
              </a:ext>
            </a:extLst>
          </p:cNvPr>
          <p:cNvCxnSpPr>
            <a:cxnSpLocks/>
            <a:stCxn id="174" idx="6"/>
            <a:endCxn id="184" idx="2"/>
          </p:cNvCxnSpPr>
          <p:nvPr/>
        </p:nvCxnSpPr>
        <p:spPr>
          <a:xfrm>
            <a:off x="7996110" y="3895626"/>
            <a:ext cx="732881" cy="78357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7" name="直線矢印コネクタ 196">
            <a:extLst>
              <a:ext uri="{FF2B5EF4-FFF2-40B4-BE49-F238E27FC236}">
                <a16:creationId xmlns:a16="http://schemas.microsoft.com/office/drawing/2014/main" id="{70831BB8-362E-B183-0EBA-1CB7DC651FF5}"/>
              </a:ext>
            </a:extLst>
          </p:cNvPr>
          <p:cNvCxnSpPr>
            <a:cxnSpLocks/>
            <a:stCxn id="174" idx="6"/>
            <a:endCxn id="185" idx="2"/>
          </p:cNvCxnSpPr>
          <p:nvPr/>
        </p:nvCxnSpPr>
        <p:spPr>
          <a:xfrm>
            <a:off x="7996110" y="3895626"/>
            <a:ext cx="742211" cy="128510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0" name="テキスト ボックス 199">
            <a:extLst>
              <a:ext uri="{FF2B5EF4-FFF2-40B4-BE49-F238E27FC236}">
                <a16:creationId xmlns:a16="http://schemas.microsoft.com/office/drawing/2014/main" id="{DAC35465-D38A-432F-518B-DAE55FABAE1B}"/>
              </a:ext>
            </a:extLst>
          </p:cNvPr>
          <p:cNvSpPr txBox="1"/>
          <p:nvPr/>
        </p:nvSpPr>
        <p:spPr>
          <a:xfrm>
            <a:off x="3885591" y="1951712"/>
            <a:ext cx="1569167" cy="369332"/>
          </a:xfrm>
          <a:prstGeom prst="rect">
            <a:avLst/>
          </a:prstGeom>
          <a:noFill/>
        </p:spPr>
        <p:txBody>
          <a:bodyPr wrap="square" rtlCol="0">
            <a:spAutoFit/>
          </a:bodyPr>
          <a:lstStyle/>
          <a:p>
            <a:pPr algn="ctr"/>
            <a:r>
              <a:rPr kumimoji="1" lang="en-US" altLang="ja-JP" dirty="0"/>
              <a:t>Node 1</a:t>
            </a:r>
            <a:endParaRPr kumimoji="1" lang="ja-JP" altLang="en-US" dirty="0"/>
          </a:p>
        </p:txBody>
      </p:sp>
      <p:sp>
        <p:nvSpPr>
          <p:cNvPr id="201" name="テキスト ボックス 200">
            <a:extLst>
              <a:ext uri="{FF2B5EF4-FFF2-40B4-BE49-F238E27FC236}">
                <a16:creationId xmlns:a16="http://schemas.microsoft.com/office/drawing/2014/main" id="{A476BBA1-99AA-0E43-466E-B3CB56BA75E8}"/>
              </a:ext>
            </a:extLst>
          </p:cNvPr>
          <p:cNvSpPr txBox="1"/>
          <p:nvPr/>
        </p:nvSpPr>
        <p:spPr>
          <a:xfrm>
            <a:off x="3868686" y="3231855"/>
            <a:ext cx="1569167" cy="369332"/>
          </a:xfrm>
          <a:prstGeom prst="rect">
            <a:avLst/>
          </a:prstGeom>
          <a:noFill/>
        </p:spPr>
        <p:txBody>
          <a:bodyPr wrap="square" rtlCol="0">
            <a:spAutoFit/>
          </a:bodyPr>
          <a:lstStyle/>
          <a:p>
            <a:pPr algn="ctr"/>
            <a:r>
              <a:rPr kumimoji="1" lang="en-US" altLang="ja-JP" dirty="0"/>
              <a:t>Node 2</a:t>
            </a:r>
            <a:endParaRPr kumimoji="1" lang="ja-JP" altLang="en-US" dirty="0"/>
          </a:p>
        </p:txBody>
      </p:sp>
      <p:sp>
        <p:nvSpPr>
          <p:cNvPr id="202" name="テキスト ボックス 201">
            <a:extLst>
              <a:ext uri="{FF2B5EF4-FFF2-40B4-BE49-F238E27FC236}">
                <a16:creationId xmlns:a16="http://schemas.microsoft.com/office/drawing/2014/main" id="{703EB835-2D74-FF46-AB89-DB444E4EC816}"/>
              </a:ext>
            </a:extLst>
          </p:cNvPr>
          <p:cNvSpPr txBox="1"/>
          <p:nvPr/>
        </p:nvSpPr>
        <p:spPr>
          <a:xfrm>
            <a:off x="3868686" y="4755569"/>
            <a:ext cx="1569167" cy="369332"/>
          </a:xfrm>
          <a:prstGeom prst="rect">
            <a:avLst/>
          </a:prstGeom>
          <a:noFill/>
        </p:spPr>
        <p:txBody>
          <a:bodyPr wrap="square" rtlCol="0">
            <a:spAutoFit/>
          </a:bodyPr>
          <a:lstStyle/>
          <a:p>
            <a:pPr algn="ctr"/>
            <a:r>
              <a:rPr kumimoji="1" lang="en-US" altLang="ja-JP" dirty="0"/>
              <a:t>Node N</a:t>
            </a:r>
            <a:endParaRPr kumimoji="1" lang="ja-JP" altLang="en-US" dirty="0"/>
          </a:p>
        </p:txBody>
      </p:sp>
      <p:sp>
        <p:nvSpPr>
          <p:cNvPr id="2" name="テキスト ボックス 1">
            <a:extLst>
              <a:ext uri="{FF2B5EF4-FFF2-40B4-BE49-F238E27FC236}">
                <a16:creationId xmlns:a16="http://schemas.microsoft.com/office/drawing/2014/main" id="{B21912A3-F032-3F82-F569-71B06BA4970F}"/>
              </a:ext>
            </a:extLst>
          </p:cNvPr>
          <p:cNvSpPr txBox="1"/>
          <p:nvPr/>
        </p:nvSpPr>
        <p:spPr>
          <a:xfrm>
            <a:off x="10447278" y="2332685"/>
            <a:ext cx="1569167" cy="369332"/>
          </a:xfrm>
          <a:prstGeom prst="rect">
            <a:avLst/>
          </a:prstGeom>
          <a:noFill/>
        </p:spPr>
        <p:txBody>
          <a:bodyPr wrap="square" rtlCol="0">
            <a:spAutoFit/>
          </a:bodyPr>
          <a:lstStyle/>
          <a:p>
            <a:pPr algn="ctr"/>
            <a:r>
              <a:rPr kumimoji="1" lang="en-US" altLang="ja-JP" dirty="0"/>
              <a:t>Merged Node</a:t>
            </a:r>
            <a:endParaRPr kumimoji="1" lang="ja-JP" altLang="en-US" dirty="0"/>
          </a:p>
        </p:txBody>
      </p:sp>
      <p:sp>
        <p:nvSpPr>
          <p:cNvPr id="3" name="スライド番号プレースホルダー 2">
            <a:extLst>
              <a:ext uri="{FF2B5EF4-FFF2-40B4-BE49-F238E27FC236}">
                <a16:creationId xmlns:a16="http://schemas.microsoft.com/office/drawing/2014/main" id="{60F92142-11F5-5F06-E86E-283402351061}"/>
              </a:ext>
            </a:extLst>
          </p:cNvPr>
          <p:cNvSpPr>
            <a:spLocks noGrp="1"/>
          </p:cNvSpPr>
          <p:nvPr>
            <p:ph type="sldNum" sz="quarter" idx="12"/>
          </p:nvPr>
        </p:nvSpPr>
        <p:spPr/>
        <p:txBody>
          <a:bodyPr/>
          <a:lstStyle/>
          <a:p>
            <a:fld id="{49AE70B2-8BF9-45C0-BB95-33D1B9D3A854}" type="slidenum">
              <a:rPr lang="zh-CN" altLang="en-US" smtClean="0"/>
              <a:t>28</a:t>
            </a:fld>
            <a:endParaRPr lang="zh-CN" altLang="en-US"/>
          </a:p>
        </p:txBody>
      </p:sp>
      <p:sp>
        <p:nvSpPr>
          <p:cNvPr id="5" name="テキスト ボックス 4">
            <a:extLst>
              <a:ext uri="{FF2B5EF4-FFF2-40B4-BE49-F238E27FC236}">
                <a16:creationId xmlns:a16="http://schemas.microsoft.com/office/drawing/2014/main" id="{55D367C2-F1D2-4038-ECF7-3D2F15228108}"/>
              </a:ext>
            </a:extLst>
          </p:cNvPr>
          <p:cNvSpPr txBox="1"/>
          <p:nvPr/>
        </p:nvSpPr>
        <p:spPr>
          <a:xfrm>
            <a:off x="3065320" y="6076154"/>
            <a:ext cx="605536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Arial"/>
                <a:ea typeface="微软雅黑"/>
                <a:cs typeface="+mn-cs"/>
              </a:rPr>
              <a:t>Fig. </a:t>
            </a:r>
            <a:r>
              <a:rPr kumimoji="1" lang="en-US" altLang="ja-JP" dirty="0">
                <a:solidFill>
                  <a:prstClr val="black"/>
                </a:solidFill>
                <a:latin typeface="Arial"/>
                <a:ea typeface="微软雅黑"/>
              </a:rPr>
              <a:t>13</a:t>
            </a:r>
            <a:r>
              <a:rPr kumimoji="1" lang="en-US" altLang="ja-JP" sz="1800" b="0" i="0" u="none" strike="noStrike" kern="1200" cap="none" spc="0" normalizeH="0" baseline="0" noProof="0" dirty="0">
                <a:ln>
                  <a:noFill/>
                </a:ln>
                <a:solidFill>
                  <a:prstClr val="black"/>
                </a:solidFill>
                <a:effectLst/>
                <a:uLnTx/>
                <a:uFillTx/>
                <a:latin typeface="Arial"/>
                <a:ea typeface="微软雅黑"/>
                <a:cs typeface="+mn-cs"/>
              </a:rPr>
              <a:t> Ensemble Learning Architecture</a:t>
            </a:r>
            <a:endParaRPr kumimoji="1" lang="ja-JP" altLang="en-US" sz="1800" b="0" i="0" u="none" strike="noStrike" kern="1200" cap="none" spc="0" normalizeH="0" baseline="0" noProof="0" dirty="0">
              <a:ln>
                <a:noFill/>
              </a:ln>
              <a:solidFill>
                <a:prstClr val="black"/>
              </a:solidFill>
              <a:effectLst/>
              <a:uLnTx/>
              <a:uFillTx/>
              <a:latin typeface="Arial"/>
              <a:ea typeface="微软雅黑"/>
              <a:cs typeface="+mn-cs"/>
            </a:endParaRPr>
          </a:p>
        </p:txBody>
      </p:sp>
    </p:spTree>
    <p:custDataLst>
      <p:tags r:id="rId1"/>
    </p:custDataLst>
    <p:extLst>
      <p:ext uri="{BB962C8B-B14F-4D97-AF65-F5344CB8AC3E}">
        <p14:creationId xmlns:p14="http://schemas.microsoft.com/office/powerpoint/2010/main" val="10832282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rotWithShape="1">
          <a:blip r:embed="rId4"/>
          <a:stretch>
            <a:fillRect/>
          </a:stretch>
        </a:blipFill>
        <a:effectLst/>
      </p:bgPr>
    </p:bg>
    <p:spTree>
      <p:nvGrpSpPr>
        <p:cNvPr id="1" name="">
          <a:extLst>
            <a:ext uri="{FF2B5EF4-FFF2-40B4-BE49-F238E27FC236}">
              <a16:creationId xmlns:a16="http://schemas.microsoft.com/office/drawing/2014/main" id="{C37975B8-C372-2E90-677A-9BB1B23D71E4}"/>
            </a:ext>
          </a:extLst>
        </p:cNvPr>
        <p:cNvGrpSpPr/>
        <p:nvPr/>
      </p:nvGrpSpPr>
      <p:grpSpPr>
        <a:xfrm>
          <a:off x="0" y="0"/>
          <a:ext cx="0" cy="0"/>
          <a:chOff x="0" y="0"/>
          <a:chExt cx="0" cy="0"/>
        </a:xfrm>
      </p:grpSpPr>
      <p:pic>
        <p:nvPicPr>
          <p:cNvPr id="24" name="图片 3" descr="logo-4">
            <a:extLst>
              <a:ext uri="{FF2B5EF4-FFF2-40B4-BE49-F238E27FC236}">
                <a16:creationId xmlns:a16="http://schemas.microsoft.com/office/drawing/2014/main" id="{63DB7EBE-CEB3-3071-0773-2AB59F45EF98}"/>
              </a:ext>
            </a:extLst>
          </p:cNvPr>
          <p:cNvPicPr>
            <a:picLocks noChangeAspect="1"/>
          </p:cNvPicPr>
          <p:nvPr/>
        </p:nvPicPr>
        <p:blipFill>
          <a:blip r:embed="rId5"/>
          <a:stretch>
            <a:fillRect/>
          </a:stretch>
        </p:blipFill>
        <p:spPr>
          <a:xfrm>
            <a:off x="10354310" y="6334125"/>
            <a:ext cx="1603375" cy="387350"/>
          </a:xfrm>
          <a:prstGeom prst="rect">
            <a:avLst/>
          </a:prstGeom>
        </p:spPr>
      </p:pic>
      <p:pic>
        <p:nvPicPr>
          <p:cNvPr id="5" name="図 4">
            <a:extLst>
              <a:ext uri="{FF2B5EF4-FFF2-40B4-BE49-F238E27FC236}">
                <a16:creationId xmlns:a16="http://schemas.microsoft.com/office/drawing/2014/main" id="{41EAC6F4-BF31-08E6-349C-5366303BC48F}"/>
              </a:ext>
            </a:extLst>
          </p:cNvPr>
          <p:cNvPicPr>
            <a:picLocks noChangeAspect="1"/>
          </p:cNvPicPr>
          <p:nvPr/>
        </p:nvPicPr>
        <p:blipFill>
          <a:blip r:embed="rId6" cstate="print">
            <a:extLst>
              <a:ext uri="{28A0092B-C50C-407E-A947-70E740481C1C}">
                <a14:useLocalDpi xmlns:a14="http://schemas.microsoft.com/office/drawing/2010/main" val="0"/>
              </a:ext>
            </a:extLst>
          </a:blip>
          <a:srcRect t="5096"/>
          <a:stretch>
            <a:fillRect/>
          </a:stretch>
        </p:blipFill>
        <p:spPr>
          <a:xfrm>
            <a:off x="2178872" y="1084220"/>
            <a:ext cx="7726656" cy="5310865"/>
          </a:xfrm>
          <a:prstGeom prst="rect">
            <a:avLst/>
          </a:prstGeom>
        </p:spPr>
      </p:pic>
      <p:sp>
        <p:nvSpPr>
          <p:cNvPr id="2" name="タイトル 1">
            <a:extLst>
              <a:ext uri="{FF2B5EF4-FFF2-40B4-BE49-F238E27FC236}">
                <a16:creationId xmlns:a16="http://schemas.microsoft.com/office/drawing/2014/main" id="{B7866EBC-55EC-5A49-07B6-7F4F8BB2F321}"/>
              </a:ext>
            </a:extLst>
          </p:cNvPr>
          <p:cNvSpPr>
            <a:spLocks noGrp="1"/>
          </p:cNvSpPr>
          <p:nvPr>
            <p:ph type="title"/>
          </p:nvPr>
        </p:nvSpPr>
        <p:spPr/>
        <p:txBody>
          <a:bodyPr/>
          <a:lstStyle/>
          <a:p>
            <a:r>
              <a:rPr lang="en-US" altLang="ja-JP" dirty="0"/>
              <a:t>Ensemble Learning: Single Node Training</a:t>
            </a:r>
            <a:endParaRPr lang="ja-JP" altLang="en-US" dirty="0"/>
          </a:p>
        </p:txBody>
      </p:sp>
      <p:sp>
        <p:nvSpPr>
          <p:cNvPr id="6" name="スライド番号プレースホルダー 5">
            <a:extLst>
              <a:ext uri="{FF2B5EF4-FFF2-40B4-BE49-F238E27FC236}">
                <a16:creationId xmlns:a16="http://schemas.microsoft.com/office/drawing/2014/main" id="{A70E437A-C2FB-C2A9-78D2-3C56D095139A}"/>
              </a:ext>
            </a:extLst>
          </p:cNvPr>
          <p:cNvSpPr>
            <a:spLocks noGrp="1"/>
          </p:cNvSpPr>
          <p:nvPr>
            <p:ph type="sldNum" sz="quarter" idx="12"/>
          </p:nvPr>
        </p:nvSpPr>
        <p:spPr/>
        <p:txBody>
          <a:bodyPr/>
          <a:lstStyle/>
          <a:p>
            <a:fld id="{49AE70B2-8BF9-45C0-BB95-33D1B9D3A854}" type="slidenum">
              <a:rPr lang="zh-CN" altLang="en-US" smtClean="0"/>
              <a:t>29</a:t>
            </a:fld>
            <a:endParaRPr lang="zh-CN" altLang="en-US"/>
          </a:p>
        </p:txBody>
      </p:sp>
    </p:spTree>
    <p:custDataLst>
      <p:tags r:id="rId1"/>
    </p:custDataLst>
    <p:extLst>
      <p:ext uri="{BB962C8B-B14F-4D97-AF65-F5344CB8AC3E}">
        <p14:creationId xmlns:p14="http://schemas.microsoft.com/office/powerpoint/2010/main" val="40612260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rotWithShape="1">
          <a:blip r:embed="rId4"/>
          <a:stretch>
            <a:fillRect/>
          </a:stretch>
        </a:blipFill>
        <a:effectLst/>
      </p:bgPr>
    </p:bg>
    <p:spTree>
      <p:nvGrpSpPr>
        <p:cNvPr id="1" name="">
          <a:extLst>
            <a:ext uri="{FF2B5EF4-FFF2-40B4-BE49-F238E27FC236}">
              <a16:creationId xmlns:a16="http://schemas.microsoft.com/office/drawing/2014/main" id="{1CA89897-F488-6B3A-3D6F-A386AA199174}"/>
            </a:ext>
          </a:extLst>
        </p:cNvPr>
        <p:cNvGrpSpPr/>
        <p:nvPr/>
      </p:nvGrpSpPr>
      <p:grpSpPr>
        <a:xfrm>
          <a:off x="0" y="0"/>
          <a:ext cx="0" cy="0"/>
          <a:chOff x="0" y="0"/>
          <a:chExt cx="0" cy="0"/>
        </a:xfrm>
      </p:grpSpPr>
      <p:pic>
        <p:nvPicPr>
          <p:cNvPr id="24" name="图片 3" descr="logo-4">
            <a:extLst>
              <a:ext uri="{FF2B5EF4-FFF2-40B4-BE49-F238E27FC236}">
                <a16:creationId xmlns:a16="http://schemas.microsoft.com/office/drawing/2014/main" id="{32A2F4C1-8A5F-1A1F-C2EF-6F6AA5164AA4}"/>
              </a:ext>
            </a:extLst>
          </p:cNvPr>
          <p:cNvPicPr>
            <a:picLocks noChangeAspect="1"/>
          </p:cNvPicPr>
          <p:nvPr/>
        </p:nvPicPr>
        <p:blipFill>
          <a:blip r:embed="rId5"/>
          <a:stretch>
            <a:fillRect/>
          </a:stretch>
        </p:blipFill>
        <p:spPr>
          <a:xfrm>
            <a:off x="10354310" y="6334125"/>
            <a:ext cx="1603375" cy="387350"/>
          </a:xfrm>
          <a:prstGeom prst="rect">
            <a:avLst/>
          </a:prstGeom>
        </p:spPr>
      </p:pic>
      <p:pic>
        <p:nvPicPr>
          <p:cNvPr id="5" name="図 4">
            <a:extLst>
              <a:ext uri="{FF2B5EF4-FFF2-40B4-BE49-F238E27FC236}">
                <a16:creationId xmlns:a16="http://schemas.microsoft.com/office/drawing/2014/main" id="{BE208384-3FF7-DE24-A034-6431F3962A59}"/>
              </a:ext>
            </a:extLst>
          </p:cNvPr>
          <p:cNvPicPr>
            <a:picLocks noChangeAspect="1"/>
          </p:cNvPicPr>
          <p:nvPr/>
        </p:nvPicPr>
        <p:blipFill>
          <a:blip r:embed="rId6" cstate="print">
            <a:extLst>
              <a:ext uri="{28A0092B-C50C-407E-A947-70E740481C1C}">
                <a14:useLocalDpi xmlns:a14="http://schemas.microsoft.com/office/drawing/2010/main" val="0"/>
              </a:ext>
            </a:extLst>
          </a:blip>
          <a:srcRect t="7457"/>
          <a:stretch>
            <a:fillRect/>
          </a:stretch>
        </p:blipFill>
        <p:spPr>
          <a:xfrm>
            <a:off x="-3000" y="1581102"/>
            <a:ext cx="12192000" cy="4485921"/>
          </a:xfrm>
          <a:prstGeom prst="rect">
            <a:avLst/>
          </a:prstGeom>
        </p:spPr>
      </p:pic>
      <p:sp>
        <p:nvSpPr>
          <p:cNvPr id="2" name="タイトル 1">
            <a:extLst>
              <a:ext uri="{FF2B5EF4-FFF2-40B4-BE49-F238E27FC236}">
                <a16:creationId xmlns:a16="http://schemas.microsoft.com/office/drawing/2014/main" id="{D35497E0-84C5-19D3-4AC5-D964CDFCE933}"/>
              </a:ext>
            </a:extLst>
          </p:cNvPr>
          <p:cNvSpPr>
            <a:spLocks noGrp="1"/>
          </p:cNvSpPr>
          <p:nvPr>
            <p:ph type="title"/>
          </p:nvPr>
        </p:nvSpPr>
        <p:spPr/>
        <p:txBody>
          <a:bodyPr/>
          <a:lstStyle/>
          <a:p>
            <a:pPr algn="ctr"/>
            <a:r>
              <a:rPr lang="en-US" altLang="ja-JP" dirty="0"/>
              <a:t>Ensemble Learning: Merged Node</a:t>
            </a:r>
            <a:endParaRPr lang="ja-JP" altLang="en-US" dirty="0"/>
          </a:p>
        </p:txBody>
      </p:sp>
      <p:sp>
        <p:nvSpPr>
          <p:cNvPr id="6" name="スライド番号プレースホルダー 5">
            <a:extLst>
              <a:ext uri="{FF2B5EF4-FFF2-40B4-BE49-F238E27FC236}">
                <a16:creationId xmlns:a16="http://schemas.microsoft.com/office/drawing/2014/main" id="{C27DFF99-D5ED-8A9A-DE78-69EB79160E28}"/>
              </a:ext>
            </a:extLst>
          </p:cNvPr>
          <p:cNvSpPr>
            <a:spLocks noGrp="1"/>
          </p:cNvSpPr>
          <p:nvPr>
            <p:ph type="sldNum" sz="quarter" idx="12"/>
          </p:nvPr>
        </p:nvSpPr>
        <p:spPr/>
        <p:txBody>
          <a:bodyPr/>
          <a:lstStyle/>
          <a:p>
            <a:fld id="{49AE70B2-8BF9-45C0-BB95-33D1B9D3A854}" type="slidenum">
              <a:rPr lang="zh-CN" altLang="en-US" smtClean="0"/>
              <a:t>30</a:t>
            </a:fld>
            <a:endParaRPr lang="zh-CN" altLang="en-US"/>
          </a:p>
        </p:txBody>
      </p:sp>
    </p:spTree>
    <p:custDataLst>
      <p:tags r:id="rId1"/>
    </p:custDataLst>
    <p:extLst>
      <p:ext uri="{BB962C8B-B14F-4D97-AF65-F5344CB8AC3E}">
        <p14:creationId xmlns:p14="http://schemas.microsoft.com/office/powerpoint/2010/main" val="32140245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rotWithShape="1">
          <a:blip r:embed="rId4"/>
          <a:stretch>
            <a:fillRect/>
          </a:stretch>
        </a:blipFill>
        <a:effectLst/>
      </p:bgPr>
    </p:bg>
    <p:spTree>
      <p:nvGrpSpPr>
        <p:cNvPr id="1" name="">
          <a:extLst>
            <a:ext uri="{FF2B5EF4-FFF2-40B4-BE49-F238E27FC236}">
              <a16:creationId xmlns:a16="http://schemas.microsoft.com/office/drawing/2014/main" id="{FCD25C4E-EB5F-7507-0E37-07B8F661E582}"/>
            </a:ext>
          </a:extLst>
        </p:cNvPr>
        <p:cNvGrpSpPr/>
        <p:nvPr/>
      </p:nvGrpSpPr>
      <p:grpSpPr>
        <a:xfrm>
          <a:off x="0" y="0"/>
          <a:ext cx="0" cy="0"/>
          <a:chOff x="0" y="0"/>
          <a:chExt cx="0" cy="0"/>
        </a:xfrm>
      </p:grpSpPr>
      <p:sp>
        <p:nvSpPr>
          <p:cNvPr id="5" name="タイトル 4">
            <a:extLst>
              <a:ext uri="{FF2B5EF4-FFF2-40B4-BE49-F238E27FC236}">
                <a16:creationId xmlns:a16="http://schemas.microsoft.com/office/drawing/2014/main" id="{8A838D0F-950A-CDD0-94EF-56702E791F1E}"/>
              </a:ext>
            </a:extLst>
          </p:cNvPr>
          <p:cNvSpPr>
            <a:spLocks noGrp="1"/>
          </p:cNvSpPr>
          <p:nvPr>
            <p:ph type="title"/>
          </p:nvPr>
        </p:nvSpPr>
        <p:spPr/>
        <p:txBody>
          <a:bodyPr/>
          <a:lstStyle/>
          <a:p>
            <a:r>
              <a:rPr lang="en-US" altLang="ja-JP" dirty="0"/>
              <a:t>Outline</a:t>
            </a:r>
            <a:endParaRPr lang="ja-JP" altLang="en-US" dirty="0"/>
          </a:p>
        </p:txBody>
      </p:sp>
      <p:sp>
        <p:nvSpPr>
          <p:cNvPr id="6" name="コンテンツ プレースホルダー 5">
            <a:extLst>
              <a:ext uri="{FF2B5EF4-FFF2-40B4-BE49-F238E27FC236}">
                <a16:creationId xmlns:a16="http://schemas.microsoft.com/office/drawing/2014/main" id="{63753EF8-41ED-3D45-7A74-A6CB18D4A3D4}"/>
              </a:ext>
            </a:extLst>
          </p:cNvPr>
          <p:cNvSpPr>
            <a:spLocks noGrp="1"/>
          </p:cNvSpPr>
          <p:nvPr>
            <p:ph idx="1"/>
          </p:nvPr>
        </p:nvSpPr>
        <p:spPr/>
        <p:txBody>
          <a:bodyPr>
            <a:normAutofit/>
          </a:bodyPr>
          <a:lstStyle/>
          <a:p>
            <a:r>
              <a:rPr lang="en-US" altLang="ja-JP" sz="2800" dirty="0">
                <a:solidFill>
                  <a:schemeClr val="bg1">
                    <a:lumMod val="75000"/>
                  </a:schemeClr>
                </a:solidFill>
              </a:rPr>
              <a:t>Introduction</a:t>
            </a:r>
          </a:p>
          <a:p>
            <a:r>
              <a:rPr lang="en-US" altLang="ja-JP" sz="2600" dirty="0">
                <a:solidFill>
                  <a:schemeClr val="bg1">
                    <a:lumMod val="75000"/>
                  </a:schemeClr>
                </a:solidFill>
              </a:rPr>
              <a:t>Proposed Framework</a:t>
            </a:r>
          </a:p>
          <a:p>
            <a:r>
              <a:rPr lang="en-US" altLang="ja-JP" sz="2600" dirty="0">
                <a:solidFill>
                  <a:schemeClr val="bg1">
                    <a:lumMod val="75000"/>
                  </a:schemeClr>
                </a:solidFill>
              </a:rPr>
              <a:t>Evaluation</a:t>
            </a:r>
          </a:p>
          <a:p>
            <a:pPr>
              <a:lnSpc>
                <a:spcPct val="140000"/>
              </a:lnSpc>
            </a:pPr>
            <a:r>
              <a:rPr lang="en-US" altLang="ja-JP" sz="2800" dirty="0"/>
              <a:t>Conclusion</a:t>
            </a:r>
            <a:endParaRPr lang="ja-JP" altLang="en-US" sz="2800" dirty="0"/>
          </a:p>
        </p:txBody>
      </p:sp>
      <p:pic>
        <p:nvPicPr>
          <p:cNvPr id="4" name="图片 3" descr="logo-4">
            <a:extLst>
              <a:ext uri="{FF2B5EF4-FFF2-40B4-BE49-F238E27FC236}">
                <a16:creationId xmlns:a16="http://schemas.microsoft.com/office/drawing/2014/main" id="{DE483150-ACEA-501E-931D-030E2C6873FF}"/>
              </a:ext>
            </a:extLst>
          </p:cNvPr>
          <p:cNvPicPr>
            <a:picLocks noChangeAspect="1"/>
          </p:cNvPicPr>
          <p:nvPr/>
        </p:nvPicPr>
        <p:blipFill>
          <a:blip r:embed="rId5"/>
          <a:stretch>
            <a:fillRect/>
          </a:stretch>
        </p:blipFill>
        <p:spPr>
          <a:xfrm>
            <a:off x="10354310" y="6334125"/>
            <a:ext cx="1603375" cy="387350"/>
          </a:xfrm>
          <a:prstGeom prst="rect">
            <a:avLst/>
          </a:prstGeom>
        </p:spPr>
      </p:pic>
      <p:sp>
        <p:nvSpPr>
          <p:cNvPr id="2" name="スライド番号プレースホルダー 1">
            <a:extLst>
              <a:ext uri="{FF2B5EF4-FFF2-40B4-BE49-F238E27FC236}">
                <a16:creationId xmlns:a16="http://schemas.microsoft.com/office/drawing/2014/main" id="{15FC8849-7AD7-7E18-85D9-57C7C9B04D51}"/>
              </a:ext>
            </a:extLst>
          </p:cNvPr>
          <p:cNvSpPr>
            <a:spLocks noGrp="1"/>
          </p:cNvSpPr>
          <p:nvPr>
            <p:ph type="sldNum" sz="quarter" idx="12"/>
          </p:nvPr>
        </p:nvSpPr>
        <p:spPr/>
        <p:txBody>
          <a:bodyPr/>
          <a:lstStyle/>
          <a:p>
            <a:fld id="{49AE70B2-8BF9-45C0-BB95-33D1B9D3A854}" type="slidenum">
              <a:rPr lang="zh-CN" altLang="en-US" smtClean="0"/>
              <a:t>31</a:t>
            </a:fld>
            <a:endParaRPr lang="zh-CN" altLang="en-US"/>
          </a:p>
        </p:txBody>
      </p:sp>
    </p:spTree>
    <p:custDataLst>
      <p:tags r:id="rId1"/>
    </p:custDataLst>
    <p:extLst>
      <p:ext uri="{BB962C8B-B14F-4D97-AF65-F5344CB8AC3E}">
        <p14:creationId xmlns:p14="http://schemas.microsoft.com/office/powerpoint/2010/main" val="18023896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rotWithShape="1">
          <a:blip r:embed="rId4"/>
          <a:stretch>
            <a:fillRect/>
          </a:stretch>
        </a:blipFill>
        <a:effectLst/>
      </p:bgPr>
    </p:bg>
    <p:spTree>
      <p:nvGrpSpPr>
        <p:cNvPr id="1" name="">
          <a:extLst>
            <a:ext uri="{FF2B5EF4-FFF2-40B4-BE49-F238E27FC236}">
              <a16:creationId xmlns:a16="http://schemas.microsoft.com/office/drawing/2014/main" id="{A3F7A42F-FD0D-A492-52AA-D58F843E0465}"/>
            </a:ext>
          </a:extLst>
        </p:cNvPr>
        <p:cNvGrpSpPr/>
        <p:nvPr/>
      </p:nvGrpSpPr>
      <p:grpSpPr>
        <a:xfrm>
          <a:off x="0" y="0"/>
          <a:ext cx="0" cy="0"/>
          <a:chOff x="0" y="0"/>
          <a:chExt cx="0" cy="0"/>
        </a:xfrm>
      </p:grpSpPr>
      <p:sp>
        <p:nvSpPr>
          <p:cNvPr id="23" name="タイトル 4">
            <a:extLst>
              <a:ext uri="{FF2B5EF4-FFF2-40B4-BE49-F238E27FC236}">
                <a16:creationId xmlns:a16="http://schemas.microsoft.com/office/drawing/2014/main" id="{C7097B10-8E11-E82D-4BC8-AC3B0DB890CC}"/>
              </a:ext>
            </a:extLst>
          </p:cNvPr>
          <p:cNvSpPr>
            <a:spLocks noGrp="1"/>
          </p:cNvSpPr>
          <p:nvPr>
            <p:ph type="title"/>
          </p:nvPr>
        </p:nvSpPr>
        <p:spPr/>
        <p:txBody>
          <a:bodyPr/>
          <a:lstStyle/>
          <a:p>
            <a:r>
              <a:rPr lang="en-US" altLang="ja-JP" dirty="0"/>
              <a:t>Conclusion</a:t>
            </a:r>
            <a:endParaRPr lang="ja-JP" altLang="en-US" dirty="0"/>
          </a:p>
        </p:txBody>
      </p:sp>
      <p:sp>
        <p:nvSpPr>
          <p:cNvPr id="4" name="コンテンツ プレースホルダー 3">
            <a:extLst>
              <a:ext uri="{FF2B5EF4-FFF2-40B4-BE49-F238E27FC236}">
                <a16:creationId xmlns:a16="http://schemas.microsoft.com/office/drawing/2014/main" id="{15AE03E4-F3F8-1818-DDD9-18712056A02A}"/>
              </a:ext>
            </a:extLst>
          </p:cNvPr>
          <p:cNvSpPr>
            <a:spLocks noGrp="1"/>
          </p:cNvSpPr>
          <p:nvPr>
            <p:ph idx="1"/>
          </p:nvPr>
        </p:nvSpPr>
        <p:spPr/>
        <p:txBody>
          <a:bodyPr>
            <a:normAutofit lnSpcReduction="10000"/>
          </a:bodyPr>
          <a:lstStyle/>
          <a:p>
            <a:r>
              <a:rPr lang="en-US" altLang="ja-JP" sz="2400" dirty="0">
                <a:solidFill>
                  <a:prstClr val="black"/>
                </a:solidFill>
              </a:rPr>
              <a:t>GreenMorph framework offers </a:t>
            </a:r>
            <a:r>
              <a:rPr lang="en-US" altLang="ja-JP" sz="2400" u="sng" dirty="0">
                <a:solidFill>
                  <a:prstClr val="black"/>
                </a:solidFill>
              </a:rPr>
              <a:t>best AI performance under fluctuating energy supply</a:t>
            </a:r>
            <a:r>
              <a:rPr lang="en-US" altLang="ja-JP" sz="2400" dirty="0">
                <a:solidFill>
                  <a:prstClr val="black"/>
                </a:solidFill>
              </a:rPr>
              <a:t>.</a:t>
            </a:r>
          </a:p>
          <a:p>
            <a:pPr marL="0" indent="0">
              <a:buNone/>
            </a:pPr>
            <a:endParaRPr lang="en-US" altLang="ja-JP" sz="2400" dirty="0">
              <a:solidFill>
                <a:prstClr val="black"/>
              </a:solidFill>
            </a:endParaRPr>
          </a:p>
          <a:p>
            <a:r>
              <a:rPr lang="en-US" altLang="ja-JP" sz="2400" dirty="0">
                <a:solidFill>
                  <a:prstClr val="black"/>
                </a:solidFill>
              </a:rPr>
              <a:t>The framework dynamically reduces SNN energy consumption up to</a:t>
            </a:r>
          </a:p>
          <a:p>
            <a:pPr marL="0" indent="0">
              <a:buNone/>
            </a:pPr>
            <a:r>
              <a:rPr lang="en-US" altLang="ja-JP" sz="2400" dirty="0">
                <a:solidFill>
                  <a:prstClr val="black"/>
                </a:solidFill>
              </a:rPr>
              <a:t>  </a:t>
            </a:r>
            <a:r>
              <a:rPr lang="en-US" altLang="ja-JP" sz="2400" u="sng" dirty="0">
                <a:solidFill>
                  <a:prstClr val="black"/>
                </a:solidFill>
              </a:rPr>
              <a:t>85.13%</a:t>
            </a:r>
            <a:r>
              <a:rPr lang="en-US" altLang="ja-JP" sz="2400" dirty="0">
                <a:solidFill>
                  <a:prstClr val="black"/>
                </a:solidFill>
              </a:rPr>
              <a:t> with 1.5% accuracy loss.</a:t>
            </a:r>
          </a:p>
          <a:p>
            <a:pPr marL="0" indent="0">
              <a:buNone/>
            </a:pPr>
            <a:endParaRPr lang="en-US" altLang="ja-JP" sz="2400" dirty="0">
              <a:solidFill>
                <a:prstClr val="black"/>
              </a:solidFill>
            </a:endParaRPr>
          </a:p>
          <a:p>
            <a:r>
              <a:rPr lang="en-US" altLang="ja-JP" sz="2400" dirty="0">
                <a:solidFill>
                  <a:prstClr val="black"/>
                </a:solidFill>
              </a:rPr>
              <a:t>Future work will expand the parameter adjustment to hardware</a:t>
            </a:r>
          </a:p>
          <a:p>
            <a:pPr marL="0" indent="0">
              <a:buNone/>
            </a:pPr>
            <a:r>
              <a:rPr lang="en-US" altLang="ja-JP" sz="2400" dirty="0">
                <a:solidFill>
                  <a:prstClr val="black"/>
                </a:solidFill>
              </a:rPr>
              <a:t>  for further energy reduction.</a:t>
            </a:r>
          </a:p>
          <a:p>
            <a:pPr marL="0" indent="0">
              <a:buNone/>
            </a:pPr>
            <a:endParaRPr lang="en-US" altLang="ja-JP" sz="2400" dirty="0">
              <a:solidFill>
                <a:prstClr val="black"/>
              </a:solidFill>
            </a:endParaRPr>
          </a:p>
          <a:p>
            <a:pPr marL="0" indent="0">
              <a:buNone/>
            </a:pPr>
            <a:endParaRPr lang="en-US" altLang="ja-JP" sz="2400" dirty="0">
              <a:solidFill>
                <a:prstClr val="black"/>
              </a:solidFill>
            </a:endParaRPr>
          </a:p>
          <a:p>
            <a:endParaRPr lang="en-US" altLang="ja-JP" sz="2400" dirty="0">
              <a:solidFill>
                <a:prstClr val="black"/>
              </a:solidFill>
            </a:endParaRPr>
          </a:p>
        </p:txBody>
      </p:sp>
      <p:pic>
        <p:nvPicPr>
          <p:cNvPr id="24" name="图片 3" descr="logo-4">
            <a:extLst>
              <a:ext uri="{FF2B5EF4-FFF2-40B4-BE49-F238E27FC236}">
                <a16:creationId xmlns:a16="http://schemas.microsoft.com/office/drawing/2014/main" id="{CA48B995-E501-58F9-2D90-AE0D6AB5AF7E}"/>
              </a:ext>
            </a:extLst>
          </p:cNvPr>
          <p:cNvPicPr>
            <a:picLocks noChangeAspect="1"/>
          </p:cNvPicPr>
          <p:nvPr/>
        </p:nvPicPr>
        <p:blipFill>
          <a:blip r:embed="rId5"/>
          <a:stretch>
            <a:fillRect/>
          </a:stretch>
        </p:blipFill>
        <p:spPr>
          <a:xfrm>
            <a:off x="10354310" y="6334125"/>
            <a:ext cx="1603375" cy="387350"/>
          </a:xfrm>
          <a:prstGeom prst="rect">
            <a:avLst/>
          </a:prstGeom>
        </p:spPr>
      </p:pic>
      <p:sp>
        <p:nvSpPr>
          <p:cNvPr id="2" name="スライド番号プレースホルダー 1">
            <a:extLst>
              <a:ext uri="{FF2B5EF4-FFF2-40B4-BE49-F238E27FC236}">
                <a16:creationId xmlns:a16="http://schemas.microsoft.com/office/drawing/2014/main" id="{2A91B3D0-B96B-51C8-2663-B8E3347E403D}"/>
              </a:ext>
            </a:extLst>
          </p:cNvPr>
          <p:cNvSpPr>
            <a:spLocks noGrp="1"/>
          </p:cNvSpPr>
          <p:nvPr>
            <p:ph type="sldNum" sz="quarter" idx="12"/>
          </p:nvPr>
        </p:nvSpPr>
        <p:spPr/>
        <p:txBody>
          <a:bodyPr/>
          <a:lstStyle/>
          <a:p>
            <a:fld id="{49AE70B2-8BF9-45C0-BB95-33D1B9D3A854}" type="slidenum">
              <a:rPr lang="zh-CN" altLang="en-US" smtClean="0"/>
              <a:t>32</a:t>
            </a:fld>
            <a:endParaRPr lang="zh-CN" altLang="en-US"/>
          </a:p>
        </p:txBody>
      </p:sp>
    </p:spTree>
    <p:custDataLst>
      <p:tags r:id="rId1"/>
    </p:custDataLst>
    <p:extLst>
      <p:ext uri="{BB962C8B-B14F-4D97-AF65-F5344CB8AC3E}">
        <p14:creationId xmlns:p14="http://schemas.microsoft.com/office/powerpoint/2010/main" val="42413519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rotWithShape="1">
          <a:blip r:embed="rId4"/>
          <a:stretch>
            <a:fillRect/>
          </a:stretch>
        </a:blipFill>
        <a:effectLst/>
      </p:bgPr>
    </p:bg>
    <p:spTree>
      <p:nvGrpSpPr>
        <p:cNvPr id="1" name="">
          <a:extLst>
            <a:ext uri="{FF2B5EF4-FFF2-40B4-BE49-F238E27FC236}">
              <a16:creationId xmlns:a16="http://schemas.microsoft.com/office/drawing/2014/main" id="{56F293D9-82C3-9605-6BCA-BE9FF42B8171}"/>
            </a:ext>
          </a:extLst>
        </p:cNvPr>
        <p:cNvGrpSpPr/>
        <p:nvPr/>
      </p:nvGrpSpPr>
      <p:grpSpPr>
        <a:xfrm>
          <a:off x="0" y="0"/>
          <a:ext cx="0" cy="0"/>
          <a:chOff x="0" y="0"/>
          <a:chExt cx="0" cy="0"/>
        </a:xfrm>
      </p:grpSpPr>
      <p:sp>
        <p:nvSpPr>
          <p:cNvPr id="23" name="タイトル 4">
            <a:extLst>
              <a:ext uri="{FF2B5EF4-FFF2-40B4-BE49-F238E27FC236}">
                <a16:creationId xmlns:a16="http://schemas.microsoft.com/office/drawing/2014/main" id="{5F0B4691-416E-6026-2E3B-253892D5A602}"/>
              </a:ext>
            </a:extLst>
          </p:cNvPr>
          <p:cNvSpPr>
            <a:spLocks noGrp="1"/>
          </p:cNvSpPr>
          <p:nvPr>
            <p:ph type="title"/>
          </p:nvPr>
        </p:nvSpPr>
        <p:spPr/>
        <p:txBody>
          <a:bodyPr/>
          <a:lstStyle/>
          <a:p>
            <a:r>
              <a:rPr lang="en-US" altLang="ja-JP" dirty="0"/>
              <a:t>Reference</a:t>
            </a:r>
            <a:endParaRPr lang="ja-JP" altLang="en-US" dirty="0"/>
          </a:p>
        </p:txBody>
      </p:sp>
      <p:sp>
        <p:nvSpPr>
          <p:cNvPr id="4" name="コンテンツ プレースホルダー 3">
            <a:extLst>
              <a:ext uri="{FF2B5EF4-FFF2-40B4-BE49-F238E27FC236}">
                <a16:creationId xmlns:a16="http://schemas.microsoft.com/office/drawing/2014/main" id="{975281FC-C8FA-60F6-611A-B2B28433041B}"/>
              </a:ext>
            </a:extLst>
          </p:cNvPr>
          <p:cNvSpPr>
            <a:spLocks noGrp="1"/>
          </p:cNvSpPr>
          <p:nvPr>
            <p:ph idx="1"/>
          </p:nvPr>
        </p:nvSpPr>
        <p:spPr/>
        <p:txBody>
          <a:bodyPr>
            <a:noAutofit/>
          </a:bodyPr>
          <a:lstStyle/>
          <a:p>
            <a:pPr marL="0" indent="0">
              <a:buNone/>
            </a:pPr>
            <a:r>
              <a:rPr lang="en-US" altLang="ja-JP" dirty="0">
                <a:solidFill>
                  <a:prstClr val="black"/>
                </a:solidFill>
              </a:rPr>
              <a:t>[1] "Edge AI revenue will reach USD157bn by 2030 globally, STL Partners predicts in brand new forecast," STL Partners, Jan. 29, 2025. [Online]. Available: </a:t>
            </a:r>
            <a:r>
              <a:rPr lang="en-US" altLang="ja-JP" dirty="0">
                <a:hlinkClick r:id="rId5"/>
              </a:rPr>
              <a:t>https://stlpartners.com/press/edge-ai-revenue-to-reach-usd157bn-2030/</a:t>
            </a:r>
            <a:endParaRPr lang="en-US" altLang="ja-JP" dirty="0">
              <a:solidFill>
                <a:prstClr val="black"/>
              </a:solidFill>
            </a:endParaRPr>
          </a:p>
          <a:p>
            <a:pPr marL="0" indent="0">
              <a:buNone/>
            </a:pPr>
            <a:r>
              <a:rPr lang="en-US" altLang="ja-JP" dirty="0">
                <a:solidFill>
                  <a:prstClr val="black"/>
                </a:solidFill>
              </a:rPr>
              <a:t>[2] A. </a:t>
            </a:r>
            <a:r>
              <a:rPr lang="en-US" altLang="ja-JP" dirty="0" err="1">
                <a:solidFill>
                  <a:prstClr val="black"/>
                </a:solidFill>
              </a:rPr>
              <a:t>Bamisile</a:t>
            </a:r>
            <a:r>
              <a:rPr lang="en-US" altLang="ja-JP" dirty="0">
                <a:solidFill>
                  <a:prstClr val="black"/>
                </a:solidFill>
              </a:rPr>
              <a:t> et al., "The environmental factors affecting solar photovoltaic output," Renewable and Sustainable Energy Reviews, vol. 208, Art. no. 115073, Jan. 2025, </a:t>
            </a:r>
            <a:r>
              <a:rPr lang="en-US" altLang="ja-JP" dirty="0" err="1">
                <a:solidFill>
                  <a:prstClr val="black"/>
                </a:solidFill>
              </a:rPr>
              <a:t>doi</a:t>
            </a:r>
            <a:r>
              <a:rPr lang="en-US" altLang="ja-JP" dirty="0">
                <a:solidFill>
                  <a:prstClr val="black"/>
                </a:solidFill>
              </a:rPr>
              <a:t>: 10.1016/j.rser.2024.115073. [Online]. Available: </a:t>
            </a:r>
            <a:r>
              <a:rPr lang="en-US" altLang="ja-JP" dirty="0">
                <a:solidFill>
                  <a:prstClr val="black"/>
                </a:solidFill>
                <a:hlinkClick r:id="rId6"/>
              </a:rPr>
              <a:t>https://www.sciencedirect.com/science/article/pii/S1364032124007998</a:t>
            </a:r>
            <a:r>
              <a:rPr lang="en-US" altLang="ja-JP" dirty="0">
                <a:solidFill>
                  <a:prstClr val="black"/>
                </a:solidFill>
              </a:rPr>
              <a:t> </a:t>
            </a:r>
          </a:p>
          <a:p>
            <a:pPr marL="0" indent="0">
              <a:buNone/>
            </a:pPr>
            <a:r>
              <a:rPr lang="en-US" altLang="ja-JP" dirty="0">
                <a:solidFill>
                  <a:prstClr val="black"/>
                </a:solidFill>
              </a:rPr>
              <a:t>[3] M. </a:t>
            </a:r>
            <a:r>
              <a:rPr lang="en-US" altLang="ja-JP" dirty="0" err="1">
                <a:solidFill>
                  <a:prstClr val="black"/>
                </a:solidFill>
              </a:rPr>
              <a:t>Ligorati</a:t>
            </a:r>
            <a:r>
              <a:rPr lang="en-US" altLang="ja-JP" dirty="0">
                <a:solidFill>
                  <a:prstClr val="black"/>
                </a:solidFill>
              </a:rPr>
              <a:t>, J. Geyer‐</a:t>
            </a:r>
            <a:r>
              <a:rPr lang="en-US" altLang="ja-JP" dirty="0" err="1">
                <a:solidFill>
                  <a:prstClr val="black"/>
                </a:solidFill>
              </a:rPr>
              <a:t>Klingeberg</a:t>
            </a:r>
            <a:r>
              <a:rPr lang="en-US" altLang="ja-JP" dirty="0">
                <a:solidFill>
                  <a:prstClr val="black"/>
                </a:solidFill>
              </a:rPr>
              <a:t>, T. E. Günther, and A. W. Rathgeber, "Degradation of lithium-ion batteries: A meta-analysis," Chemical Engineering Journal, vol. 506, Art. no. 158947, 2026, </a:t>
            </a:r>
            <a:r>
              <a:rPr lang="en-US" altLang="ja-JP" dirty="0" err="1">
                <a:solidFill>
                  <a:prstClr val="black"/>
                </a:solidFill>
              </a:rPr>
              <a:t>doi</a:t>
            </a:r>
            <a:r>
              <a:rPr lang="en-US" altLang="ja-JP" dirty="0">
                <a:solidFill>
                  <a:prstClr val="black"/>
                </a:solidFill>
              </a:rPr>
              <a:t>: 10.1016/j.cej.2026.158947. [Online]. Available: </a:t>
            </a:r>
            <a:r>
              <a:rPr lang="en-US" altLang="ja-JP" dirty="0">
                <a:solidFill>
                  <a:prstClr val="black"/>
                </a:solidFill>
                <a:hlinkClick r:id="rId7"/>
              </a:rPr>
              <a:t>https://www.sciencedirect.com/science/article/pii/S138589472601987X</a:t>
            </a:r>
            <a:r>
              <a:rPr lang="en-US" altLang="ja-JP" dirty="0">
                <a:solidFill>
                  <a:prstClr val="black"/>
                </a:solidFill>
              </a:rPr>
              <a:t>.</a:t>
            </a:r>
          </a:p>
        </p:txBody>
      </p:sp>
      <p:pic>
        <p:nvPicPr>
          <p:cNvPr id="24" name="图片 3" descr="logo-4">
            <a:extLst>
              <a:ext uri="{FF2B5EF4-FFF2-40B4-BE49-F238E27FC236}">
                <a16:creationId xmlns:a16="http://schemas.microsoft.com/office/drawing/2014/main" id="{0AE991AF-91E8-508E-2476-0BB6225985BF}"/>
              </a:ext>
            </a:extLst>
          </p:cNvPr>
          <p:cNvPicPr>
            <a:picLocks noChangeAspect="1"/>
          </p:cNvPicPr>
          <p:nvPr/>
        </p:nvPicPr>
        <p:blipFill>
          <a:blip r:embed="rId8"/>
          <a:stretch>
            <a:fillRect/>
          </a:stretch>
        </p:blipFill>
        <p:spPr>
          <a:xfrm>
            <a:off x="10354310" y="6334125"/>
            <a:ext cx="1603375" cy="387350"/>
          </a:xfrm>
          <a:prstGeom prst="rect">
            <a:avLst/>
          </a:prstGeom>
        </p:spPr>
      </p:pic>
      <p:sp>
        <p:nvSpPr>
          <p:cNvPr id="2" name="スライド番号プレースホルダー 1">
            <a:extLst>
              <a:ext uri="{FF2B5EF4-FFF2-40B4-BE49-F238E27FC236}">
                <a16:creationId xmlns:a16="http://schemas.microsoft.com/office/drawing/2014/main" id="{66E9446D-C347-4A96-7F5E-5CE16543927B}"/>
              </a:ext>
            </a:extLst>
          </p:cNvPr>
          <p:cNvSpPr>
            <a:spLocks noGrp="1"/>
          </p:cNvSpPr>
          <p:nvPr>
            <p:ph type="sldNum" sz="quarter" idx="12"/>
          </p:nvPr>
        </p:nvSpPr>
        <p:spPr/>
        <p:txBody>
          <a:bodyPr/>
          <a:lstStyle/>
          <a:p>
            <a:fld id="{49AE70B2-8BF9-45C0-BB95-33D1B9D3A854}" type="slidenum">
              <a:rPr lang="zh-CN" altLang="en-US" smtClean="0"/>
              <a:t>33</a:t>
            </a:fld>
            <a:endParaRPr lang="zh-CN" altLang="en-US"/>
          </a:p>
        </p:txBody>
      </p:sp>
    </p:spTree>
    <p:custDataLst>
      <p:tags r:id="rId1"/>
    </p:custDataLst>
    <p:extLst>
      <p:ext uri="{BB962C8B-B14F-4D97-AF65-F5344CB8AC3E}">
        <p14:creationId xmlns:p14="http://schemas.microsoft.com/office/powerpoint/2010/main" val="418275608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a:extLst>
            <a:ext uri="{FF2B5EF4-FFF2-40B4-BE49-F238E27FC236}">
              <a16:creationId xmlns:a16="http://schemas.microsoft.com/office/drawing/2014/main" id="{3AA188ED-FE3B-2C2E-17AF-546DD1A1B417}"/>
            </a:ext>
          </a:extLst>
        </p:cNvPr>
        <p:cNvGrpSpPr/>
        <p:nvPr/>
      </p:nvGrpSpPr>
      <p:grpSpPr>
        <a:xfrm>
          <a:off x="0" y="0"/>
          <a:ext cx="0" cy="0"/>
          <a:chOff x="0" y="0"/>
          <a:chExt cx="0" cy="0"/>
        </a:xfrm>
      </p:grpSpPr>
      <p:sp>
        <p:nvSpPr>
          <p:cNvPr id="23" name="タイトル 4">
            <a:extLst>
              <a:ext uri="{FF2B5EF4-FFF2-40B4-BE49-F238E27FC236}">
                <a16:creationId xmlns:a16="http://schemas.microsoft.com/office/drawing/2014/main" id="{AE4105A2-F5D7-6ED2-EB68-8E9CF3680CB6}"/>
              </a:ext>
            </a:extLst>
          </p:cNvPr>
          <p:cNvSpPr>
            <a:spLocks noGrp="1"/>
          </p:cNvSpPr>
          <p:nvPr>
            <p:ph type="title"/>
          </p:nvPr>
        </p:nvSpPr>
        <p:spPr/>
        <p:txBody>
          <a:bodyPr/>
          <a:lstStyle/>
          <a:p>
            <a:r>
              <a:rPr lang="en-US" altLang="ja-JP" dirty="0"/>
              <a:t>Reference</a:t>
            </a:r>
            <a:endParaRPr lang="ja-JP" altLang="en-US" dirty="0"/>
          </a:p>
        </p:txBody>
      </p:sp>
      <p:sp>
        <p:nvSpPr>
          <p:cNvPr id="4" name="コンテンツ プレースホルダー 3">
            <a:extLst>
              <a:ext uri="{FF2B5EF4-FFF2-40B4-BE49-F238E27FC236}">
                <a16:creationId xmlns:a16="http://schemas.microsoft.com/office/drawing/2014/main" id="{F56C7585-9115-60FE-EFFE-3A949C387438}"/>
              </a:ext>
            </a:extLst>
          </p:cNvPr>
          <p:cNvSpPr>
            <a:spLocks noGrp="1"/>
          </p:cNvSpPr>
          <p:nvPr>
            <p:ph idx="1"/>
          </p:nvPr>
        </p:nvSpPr>
        <p:spPr/>
        <p:txBody>
          <a:bodyPr>
            <a:normAutofit lnSpcReduction="10000"/>
          </a:bodyPr>
          <a:lstStyle/>
          <a:p>
            <a:pPr marL="0" indent="0">
              <a:buNone/>
            </a:pPr>
            <a:r>
              <a:rPr lang="en-US" altLang="ja-JP" dirty="0">
                <a:solidFill>
                  <a:prstClr val="black"/>
                </a:solidFill>
              </a:rPr>
              <a:t>[4] D. Blalock et al., “What is the state of neural network pruning?”</a:t>
            </a:r>
            <a:br>
              <a:rPr lang="en-US" altLang="ja-JP" dirty="0">
                <a:solidFill>
                  <a:prstClr val="black"/>
                </a:solidFill>
              </a:rPr>
            </a:br>
            <a:r>
              <a:rPr lang="en-US" altLang="ja-JP" dirty="0">
                <a:solidFill>
                  <a:prstClr val="black"/>
                </a:solidFill>
              </a:rPr>
              <a:t>Proceedings of machine learning and systems, vol. 2, pp. 129–146, 2020</a:t>
            </a:r>
          </a:p>
          <a:p>
            <a:pPr marL="0" indent="0">
              <a:buNone/>
            </a:pPr>
            <a:r>
              <a:rPr lang="en-US" altLang="ja-JP" dirty="0">
                <a:solidFill>
                  <a:prstClr val="black"/>
                </a:solidFill>
              </a:rPr>
              <a:t>[5] T. </a:t>
            </a:r>
            <a:r>
              <a:rPr lang="en-US" altLang="ja-JP" dirty="0" err="1">
                <a:solidFill>
                  <a:prstClr val="black"/>
                </a:solidFill>
              </a:rPr>
              <a:t>Kolpe</a:t>
            </a:r>
            <a:r>
              <a:rPr lang="en-US" altLang="ja-JP" dirty="0">
                <a:solidFill>
                  <a:prstClr val="black"/>
                </a:solidFill>
              </a:rPr>
              <a:t> et al., “Enabling Improved Power Management in Multicore</a:t>
            </a:r>
            <a:br>
              <a:rPr lang="en-US" altLang="ja-JP" dirty="0">
                <a:solidFill>
                  <a:prstClr val="black"/>
                </a:solidFill>
              </a:rPr>
            </a:br>
            <a:r>
              <a:rPr lang="en-US" altLang="ja-JP" dirty="0">
                <a:solidFill>
                  <a:prstClr val="black"/>
                </a:solidFill>
              </a:rPr>
              <a:t>Processors through Clustered DVFS,” in 2011 Design, Automation &amp;</a:t>
            </a:r>
            <a:br>
              <a:rPr lang="en-US" altLang="ja-JP" dirty="0">
                <a:solidFill>
                  <a:prstClr val="black"/>
                </a:solidFill>
              </a:rPr>
            </a:br>
            <a:r>
              <a:rPr lang="en-US" altLang="ja-JP" dirty="0">
                <a:solidFill>
                  <a:prstClr val="black"/>
                </a:solidFill>
              </a:rPr>
              <a:t>Test in Europe. IEEE, 2011, pp. 1–6</a:t>
            </a:r>
          </a:p>
          <a:p>
            <a:pPr marL="0" indent="0">
              <a:buNone/>
            </a:pPr>
            <a:r>
              <a:rPr lang="en-US" altLang="ja-JP" dirty="0">
                <a:solidFill>
                  <a:prstClr val="black"/>
                </a:solidFill>
              </a:rPr>
              <a:t>[6] M. Nagel et al., “A white paper on neural network quantization,” </a:t>
            </a:r>
            <a:r>
              <a:rPr lang="en-US" altLang="ja-JP" dirty="0" err="1">
                <a:solidFill>
                  <a:prstClr val="black"/>
                </a:solidFill>
              </a:rPr>
              <a:t>arXiv</a:t>
            </a:r>
            <a:r>
              <a:rPr lang="en-US" altLang="ja-JP" dirty="0">
                <a:solidFill>
                  <a:prstClr val="black"/>
                </a:solidFill>
              </a:rPr>
              <a:t> preprint arXiv:2106.08295, 2021</a:t>
            </a:r>
          </a:p>
          <a:p>
            <a:pPr marL="0" indent="0">
              <a:buNone/>
            </a:pPr>
            <a:r>
              <a:rPr lang="en-US" altLang="ja-JP" dirty="0">
                <a:solidFill>
                  <a:prstClr val="black"/>
                </a:solidFill>
              </a:rPr>
              <a:t>[7] A. B. Abdallah and K. N. Dang, “Neuromorphic computing principles</a:t>
            </a:r>
            <a:br>
              <a:rPr lang="en-US" altLang="ja-JP" dirty="0">
                <a:solidFill>
                  <a:prstClr val="black"/>
                </a:solidFill>
              </a:rPr>
            </a:br>
            <a:r>
              <a:rPr lang="en-US" altLang="ja-JP" dirty="0">
                <a:solidFill>
                  <a:prstClr val="black"/>
                </a:solidFill>
              </a:rPr>
              <a:t>and organization,” 2022</a:t>
            </a:r>
          </a:p>
          <a:p>
            <a:pPr marL="0" indent="0">
              <a:buNone/>
            </a:pPr>
            <a:r>
              <a:rPr lang="en-US" altLang="ja-JP" dirty="0">
                <a:solidFill>
                  <a:prstClr val="black"/>
                </a:solidFill>
              </a:rPr>
              <a:t>[8] P. U. Diehl and M. Cook, “Unsupervised learning of digit recognition</a:t>
            </a:r>
            <a:br>
              <a:rPr lang="en-US" altLang="ja-JP" dirty="0">
                <a:solidFill>
                  <a:prstClr val="black"/>
                </a:solidFill>
              </a:rPr>
            </a:br>
            <a:r>
              <a:rPr lang="en-US" altLang="ja-JP" dirty="0">
                <a:solidFill>
                  <a:prstClr val="black"/>
                </a:solidFill>
              </a:rPr>
              <a:t>using spike-timing-dependent plasticity,” Frontiers in computational</a:t>
            </a:r>
            <a:br>
              <a:rPr lang="en-US" altLang="ja-JP" dirty="0">
                <a:solidFill>
                  <a:prstClr val="black"/>
                </a:solidFill>
              </a:rPr>
            </a:br>
            <a:r>
              <a:rPr lang="en-US" altLang="ja-JP" dirty="0">
                <a:solidFill>
                  <a:prstClr val="black"/>
                </a:solidFill>
              </a:rPr>
              <a:t>neuroscience, vol. 9, p. 99, 201</a:t>
            </a:r>
          </a:p>
        </p:txBody>
      </p:sp>
      <p:pic>
        <p:nvPicPr>
          <p:cNvPr id="24" name="图片 3" descr="logo-4">
            <a:extLst>
              <a:ext uri="{FF2B5EF4-FFF2-40B4-BE49-F238E27FC236}">
                <a16:creationId xmlns:a16="http://schemas.microsoft.com/office/drawing/2014/main" id="{3711BA3D-E344-7F1B-AE94-694C6DC11E70}"/>
              </a:ext>
            </a:extLst>
          </p:cNvPr>
          <p:cNvPicPr>
            <a:picLocks noChangeAspect="1"/>
          </p:cNvPicPr>
          <p:nvPr/>
        </p:nvPicPr>
        <p:blipFill>
          <a:blip r:embed="rId4"/>
          <a:stretch>
            <a:fillRect/>
          </a:stretch>
        </p:blipFill>
        <p:spPr>
          <a:xfrm>
            <a:off x="10354310" y="6334125"/>
            <a:ext cx="1603375" cy="387350"/>
          </a:xfrm>
          <a:prstGeom prst="rect">
            <a:avLst/>
          </a:prstGeom>
        </p:spPr>
      </p:pic>
      <p:sp>
        <p:nvSpPr>
          <p:cNvPr id="2" name="スライド番号プレースホルダー 1">
            <a:extLst>
              <a:ext uri="{FF2B5EF4-FFF2-40B4-BE49-F238E27FC236}">
                <a16:creationId xmlns:a16="http://schemas.microsoft.com/office/drawing/2014/main" id="{02A20017-9D45-8B8B-DE64-B96AB8CC30A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AE70B2-8BF9-45C0-BB95-33D1B9D3A854}" type="slidenum">
              <a:rPr kumimoji="0" lang="zh-CN" altLang="en-US" sz="1000" b="0" i="0" u="none" strike="noStrike" kern="1200" cap="none" spc="0" normalizeH="0" baseline="0" noProof="0" smtClean="0">
                <a:ln>
                  <a:noFill/>
                </a:ln>
                <a:solidFill>
                  <a:prstClr val="black">
                    <a:tint val="75000"/>
                  </a:prstClr>
                </a:solidFill>
                <a:effectLst/>
                <a:uLnTx/>
                <a:uFillTx/>
                <a:latin typeface="Arial"/>
                <a:ea typeface="微软雅黑"/>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zh-CN" altLang="en-US" sz="1000" b="0" i="0" u="none" strike="noStrike" kern="1200" cap="none" spc="0" normalizeH="0" baseline="0" noProof="0">
              <a:ln>
                <a:noFill/>
              </a:ln>
              <a:solidFill>
                <a:prstClr val="black">
                  <a:tint val="75000"/>
                </a:prstClr>
              </a:solidFill>
              <a:effectLst/>
              <a:uLnTx/>
              <a:uFillTx/>
              <a:latin typeface="Arial"/>
              <a:ea typeface="微软雅黑"/>
              <a:cs typeface="+mn-cs"/>
            </a:endParaRPr>
          </a:p>
        </p:txBody>
      </p:sp>
    </p:spTree>
    <p:custDataLst>
      <p:tags r:id="rId1"/>
    </p:custDataLst>
    <p:extLst>
      <p:ext uri="{BB962C8B-B14F-4D97-AF65-F5344CB8AC3E}">
        <p14:creationId xmlns:p14="http://schemas.microsoft.com/office/powerpoint/2010/main" val="152850067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a:extLst>
            <a:ext uri="{FF2B5EF4-FFF2-40B4-BE49-F238E27FC236}">
              <a16:creationId xmlns:a16="http://schemas.microsoft.com/office/drawing/2014/main" id="{DEAC4CBE-D68F-2839-7E15-D631C925B7D1}"/>
            </a:ext>
          </a:extLst>
        </p:cNvPr>
        <p:cNvGrpSpPr/>
        <p:nvPr/>
      </p:nvGrpSpPr>
      <p:grpSpPr>
        <a:xfrm>
          <a:off x="0" y="0"/>
          <a:ext cx="0" cy="0"/>
          <a:chOff x="0" y="0"/>
          <a:chExt cx="0" cy="0"/>
        </a:xfrm>
      </p:grpSpPr>
      <p:sp>
        <p:nvSpPr>
          <p:cNvPr id="23" name="タイトル 4">
            <a:extLst>
              <a:ext uri="{FF2B5EF4-FFF2-40B4-BE49-F238E27FC236}">
                <a16:creationId xmlns:a16="http://schemas.microsoft.com/office/drawing/2014/main" id="{C6B52156-4FFA-5F3A-B57A-BFC40C26A0BE}"/>
              </a:ext>
            </a:extLst>
          </p:cNvPr>
          <p:cNvSpPr>
            <a:spLocks noGrp="1"/>
          </p:cNvSpPr>
          <p:nvPr>
            <p:ph type="title"/>
          </p:nvPr>
        </p:nvSpPr>
        <p:spPr/>
        <p:txBody>
          <a:bodyPr/>
          <a:lstStyle/>
          <a:p>
            <a:r>
              <a:rPr lang="en-US" altLang="ja-JP" dirty="0"/>
              <a:t>Reference</a:t>
            </a:r>
            <a:endParaRPr lang="ja-JP" altLang="en-US" dirty="0"/>
          </a:p>
        </p:txBody>
      </p:sp>
      <p:sp>
        <p:nvSpPr>
          <p:cNvPr id="4" name="コンテンツ プレースホルダー 3">
            <a:extLst>
              <a:ext uri="{FF2B5EF4-FFF2-40B4-BE49-F238E27FC236}">
                <a16:creationId xmlns:a16="http://schemas.microsoft.com/office/drawing/2014/main" id="{38138C97-D96C-2BE4-6148-62C04881597F}"/>
              </a:ext>
            </a:extLst>
          </p:cNvPr>
          <p:cNvSpPr>
            <a:spLocks noGrp="1"/>
          </p:cNvSpPr>
          <p:nvPr>
            <p:ph idx="1"/>
          </p:nvPr>
        </p:nvSpPr>
        <p:spPr/>
        <p:txBody>
          <a:bodyPr>
            <a:normAutofit/>
          </a:bodyPr>
          <a:lstStyle/>
          <a:p>
            <a:pPr marL="0" indent="0">
              <a:buNone/>
            </a:pPr>
            <a:r>
              <a:rPr lang="en-US" altLang="ja-JP" dirty="0">
                <a:solidFill>
                  <a:prstClr val="black"/>
                </a:solidFill>
              </a:rPr>
              <a:t>[9] Z. Yan, Z. Bai, and W.-F. Wong, “Reconsidering the energy efficiency of spiking neural networks,” </a:t>
            </a:r>
            <a:r>
              <a:rPr lang="en-US" altLang="ja-JP" dirty="0" err="1">
                <a:solidFill>
                  <a:prstClr val="black"/>
                </a:solidFill>
              </a:rPr>
              <a:t>arXiv</a:t>
            </a:r>
            <a:r>
              <a:rPr lang="en-US" altLang="ja-JP" dirty="0">
                <a:solidFill>
                  <a:prstClr val="black"/>
                </a:solidFill>
              </a:rPr>
              <a:t> preprint arXiv:2409.08290, 2024</a:t>
            </a:r>
          </a:p>
          <a:p>
            <a:pPr marL="0" indent="0">
              <a:buNone/>
            </a:pPr>
            <a:r>
              <a:rPr lang="en-US" altLang="ja-JP" dirty="0">
                <a:solidFill>
                  <a:prstClr val="black"/>
                </a:solidFill>
              </a:rPr>
              <a:t>[10] H. Hazan et al., “</a:t>
            </a:r>
            <a:r>
              <a:rPr lang="en-US" altLang="ja-JP" dirty="0" err="1">
                <a:solidFill>
                  <a:prstClr val="black"/>
                </a:solidFill>
              </a:rPr>
              <a:t>Bindsnet</a:t>
            </a:r>
            <a:r>
              <a:rPr lang="en-US" altLang="ja-JP" dirty="0">
                <a:solidFill>
                  <a:prstClr val="black"/>
                </a:solidFill>
              </a:rPr>
              <a:t>: A machine learning-oriented spiking neural networks library in python,” Frontiers in neuroinformatics, vol. 12, p. 89, 2018</a:t>
            </a:r>
          </a:p>
          <a:p>
            <a:pPr marL="0" indent="0">
              <a:buNone/>
            </a:pPr>
            <a:r>
              <a:rPr lang="en-US" altLang="ja-JP" dirty="0">
                <a:solidFill>
                  <a:prstClr val="black"/>
                </a:solidFill>
              </a:rPr>
              <a:t>[11] P. </a:t>
            </a:r>
            <a:r>
              <a:rPr lang="en-US" altLang="ja-JP" dirty="0" err="1">
                <a:solidFill>
                  <a:prstClr val="black"/>
                </a:solidFill>
              </a:rPr>
              <a:t>Dudfield</a:t>
            </a:r>
            <a:r>
              <a:rPr lang="en-US" altLang="ja-JP" dirty="0">
                <a:solidFill>
                  <a:prstClr val="black"/>
                </a:solidFill>
              </a:rPr>
              <a:t> et al., “open-source-quartz-solar-forecast,” Mar. 2025. [Online]. Available: </a:t>
            </a:r>
            <a:r>
              <a:rPr lang="en-US" altLang="ja-JP" dirty="0">
                <a:solidFill>
                  <a:prstClr val="black"/>
                </a:solidFill>
                <a:hlinkClick r:id="rId4"/>
              </a:rPr>
              <a:t>https://github.com/openclimatefix/open-source-quartz-solar-forecast</a:t>
            </a:r>
            <a:endParaRPr lang="en-US" altLang="ja-JP" dirty="0">
              <a:solidFill>
                <a:prstClr val="black"/>
              </a:solidFill>
            </a:endParaRPr>
          </a:p>
          <a:p>
            <a:pPr marL="0" indent="0">
              <a:buNone/>
            </a:pPr>
            <a:r>
              <a:rPr lang="en-US" altLang="ja-JP" dirty="0">
                <a:solidFill>
                  <a:prstClr val="black"/>
                </a:solidFill>
              </a:rPr>
              <a:t>[12] F. Wang et al., “Physics-Informed Neural Network for Lithium-Ion Battery Degradation Stable Modeling and Prognosis,” Nature Communications, vol. 15, no. 1, p. 4332, 20</a:t>
            </a:r>
          </a:p>
          <a:p>
            <a:pPr marL="0" indent="0">
              <a:buNone/>
            </a:pPr>
            <a:r>
              <a:rPr lang="en-US" altLang="ja-JP" dirty="0">
                <a:solidFill>
                  <a:prstClr val="black"/>
                </a:solidFill>
              </a:rPr>
              <a:t>[13] H. Yuga and K. N. Dang, “</a:t>
            </a:r>
            <a:r>
              <a:rPr lang="en-US" altLang="ja-JP" dirty="0" err="1">
                <a:solidFill>
                  <a:prstClr val="black"/>
                </a:solidFill>
              </a:rPr>
              <a:t>EnsembleSTDP</a:t>
            </a:r>
            <a:r>
              <a:rPr lang="en-US" altLang="ja-JP" dirty="0">
                <a:solidFill>
                  <a:prstClr val="black"/>
                </a:solidFill>
              </a:rPr>
              <a:t>: Distributed in-situ spike timing dependent plasticity learning in spiking neural networks,” in 2024 IEEE 17th International Symposium on Embedded Multicore/Many-core Systems-on-Chip (</a:t>
            </a:r>
            <a:r>
              <a:rPr lang="en-US" altLang="ja-JP" dirty="0" err="1">
                <a:solidFill>
                  <a:prstClr val="black"/>
                </a:solidFill>
              </a:rPr>
              <a:t>MCSoC</a:t>
            </a:r>
            <a:r>
              <a:rPr lang="en-US" altLang="ja-JP" dirty="0">
                <a:solidFill>
                  <a:prstClr val="black"/>
                </a:solidFill>
              </a:rPr>
              <a:t>). IEEE, 2024, pp. 434–440</a:t>
            </a:r>
          </a:p>
        </p:txBody>
      </p:sp>
      <p:pic>
        <p:nvPicPr>
          <p:cNvPr id="24" name="图片 3" descr="logo-4">
            <a:extLst>
              <a:ext uri="{FF2B5EF4-FFF2-40B4-BE49-F238E27FC236}">
                <a16:creationId xmlns:a16="http://schemas.microsoft.com/office/drawing/2014/main" id="{F5C1C412-FC93-CEB8-F053-C18E6B2F1264}"/>
              </a:ext>
            </a:extLst>
          </p:cNvPr>
          <p:cNvPicPr>
            <a:picLocks noChangeAspect="1"/>
          </p:cNvPicPr>
          <p:nvPr/>
        </p:nvPicPr>
        <p:blipFill>
          <a:blip r:embed="rId5"/>
          <a:stretch>
            <a:fillRect/>
          </a:stretch>
        </p:blipFill>
        <p:spPr>
          <a:xfrm>
            <a:off x="10354310" y="6334125"/>
            <a:ext cx="1603375" cy="387350"/>
          </a:xfrm>
          <a:prstGeom prst="rect">
            <a:avLst/>
          </a:prstGeom>
        </p:spPr>
      </p:pic>
      <p:sp>
        <p:nvSpPr>
          <p:cNvPr id="2" name="スライド番号プレースホルダー 1">
            <a:extLst>
              <a:ext uri="{FF2B5EF4-FFF2-40B4-BE49-F238E27FC236}">
                <a16:creationId xmlns:a16="http://schemas.microsoft.com/office/drawing/2014/main" id="{DA9522FF-D7FD-D0E0-3473-6EAFF8E0B18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AE70B2-8BF9-45C0-BB95-33D1B9D3A854}" type="slidenum">
              <a:rPr kumimoji="0" lang="zh-CN" altLang="en-US" sz="1000" b="0" i="0" u="none" strike="noStrike" kern="1200" cap="none" spc="0" normalizeH="0" baseline="0" noProof="0" smtClean="0">
                <a:ln>
                  <a:noFill/>
                </a:ln>
                <a:solidFill>
                  <a:prstClr val="black">
                    <a:tint val="75000"/>
                  </a:prstClr>
                </a:solidFill>
                <a:effectLst/>
                <a:uLnTx/>
                <a:uFillTx/>
                <a:latin typeface="Arial"/>
                <a:ea typeface="微软雅黑"/>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zh-CN" altLang="en-US" sz="1000" b="0" i="0" u="none" strike="noStrike" kern="1200" cap="none" spc="0" normalizeH="0" baseline="0" noProof="0">
              <a:ln>
                <a:noFill/>
              </a:ln>
              <a:solidFill>
                <a:prstClr val="black">
                  <a:tint val="75000"/>
                </a:prstClr>
              </a:solidFill>
              <a:effectLst/>
              <a:uLnTx/>
              <a:uFillTx/>
              <a:latin typeface="Arial"/>
              <a:ea typeface="微软雅黑"/>
              <a:cs typeface="+mn-cs"/>
            </a:endParaRPr>
          </a:p>
        </p:txBody>
      </p:sp>
    </p:spTree>
    <p:custDataLst>
      <p:tags r:id="rId1"/>
    </p:custDataLst>
    <p:extLst>
      <p:ext uri="{BB962C8B-B14F-4D97-AF65-F5344CB8AC3E}">
        <p14:creationId xmlns:p14="http://schemas.microsoft.com/office/powerpoint/2010/main" val="234743753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a:extLst>
            <a:ext uri="{FF2B5EF4-FFF2-40B4-BE49-F238E27FC236}">
              <a16:creationId xmlns:a16="http://schemas.microsoft.com/office/drawing/2014/main" id="{D94A9507-52B6-63FC-B606-7B2DF2D4FD40}"/>
            </a:ext>
          </a:extLst>
        </p:cNvPr>
        <p:cNvGrpSpPr/>
        <p:nvPr/>
      </p:nvGrpSpPr>
      <p:grpSpPr>
        <a:xfrm>
          <a:off x="0" y="0"/>
          <a:ext cx="0" cy="0"/>
          <a:chOff x="0" y="0"/>
          <a:chExt cx="0" cy="0"/>
        </a:xfrm>
      </p:grpSpPr>
      <p:pic>
        <p:nvPicPr>
          <p:cNvPr id="24" name="图片 3" descr="logo-4">
            <a:extLst>
              <a:ext uri="{FF2B5EF4-FFF2-40B4-BE49-F238E27FC236}">
                <a16:creationId xmlns:a16="http://schemas.microsoft.com/office/drawing/2014/main" id="{E81BFCDA-D403-E769-DEAD-179875AE2A46}"/>
              </a:ext>
            </a:extLst>
          </p:cNvPr>
          <p:cNvPicPr>
            <a:picLocks noChangeAspect="1"/>
          </p:cNvPicPr>
          <p:nvPr/>
        </p:nvPicPr>
        <p:blipFill>
          <a:blip r:embed="rId4"/>
          <a:stretch>
            <a:fillRect/>
          </a:stretch>
        </p:blipFill>
        <p:spPr>
          <a:xfrm>
            <a:off x="10354310" y="6334125"/>
            <a:ext cx="1603375" cy="387350"/>
          </a:xfrm>
          <a:prstGeom prst="rect">
            <a:avLst/>
          </a:prstGeom>
        </p:spPr>
      </p:pic>
      <p:sp>
        <p:nvSpPr>
          <p:cNvPr id="7" name="テキスト ボックス 6">
            <a:extLst>
              <a:ext uri="{FF2B5EF4-FFF2-40B4-BE49-F238E27FC236}">
                <a16:creationId xmlns:a16="http://schemas.microsoft.com/office/drawing/2014/main" id="{B9D097F3-84BE-B286-3631-73C96F977CF5}"/>
              </a:ext>
            </a:extLst>
          </p:cNvPr>
          <p:cNvSpPr txBox="1"/>
          <p:nvPr/>
        </p:nvSpPr>
        <p:spPr>
          <a:xfrm>
            <a:off x="741783" y="2827176"/>
            <a:ext cx="10708433" cy="1015663"/>
          </a:xfrm>
          <a:prstGeom prst="rect">
            <a:avLst/>
          </a:prstGeom>
          <a:noFill/>
        </p:spPr>
        <p:txBody>
          <a:bodyPr wrap="square" rtlCol="0">
            <a:spAutoFit/>
          </a:bodyPr>
          <a:lstStyle/>
          <a:p>
            <a:pPr algn="ctr"/>
            <a:r>
              <a:rPr kumimoji="1" lang="en-US" altLang="ja-JP" sz="6000" dirty="0"/>
              <a:t>Thank you for your attention!</a:t>
            </a:r>
            <a:endParaRPr kumimoji="1" lang="ja-JP" altLang="en-US" sz="6000" dirty="0"/>
          </a:p>
        </p:txBody>
      </p:sp>
      <p:sp>
        <p:nvSpPr>
          <p:cNvPr id="2" name="スライド番号プレースホルダー 1">
            <a:extLst>
              <a:ext uri="{FF2B5EF4-FFF2-40B4-BE49-F238E27FC236}">
                <a16:creationId xmlns:a16="http://schemas.microsoft.com/office/drawing/2014/main" id="{A89341B2-991A-C251-6EC1-17214D97D5D6}"/>
              </a:ext>
            </a:extLst>
          </p:cNvPr>
          <p:cNvSpPr>
            <a:spLocks noGrp="1"/>
          </p:cNvSpPr>
          <p:nvPr>
            <p:ph type="sldNum" sz="quarter" idx="12"/>
          </p:nvPr>
        </p:nvSpPr>
        <p:spPr/>
        <p:txBody>
          <a:bodyPr/>
          <a:lstStyle/>
          <a:p>
            <a:fld id="{49AE70B2-8BF9-45C0-BB95-33D1B9D3A854}" type="slidenum">
              <a:rPr lang="zh-CN" altLang="en-US" smtClean="0"/>
              <a:t>36</a:t>
            </a:fld>
            <a:endParaRPr lang="zh-CN" altLang="en-US"/>
          </a:p>
        </p:txBody>
      </p:sp>
    </p:spTree>
    <p:custDataLst>
      <p:tags r:id="rId1"/>
    </p:custDataLst>
    <p:extLst>
      <p:ext uri="{BB962C8B-B14F-4D97-AF65-F5344CB8AC3E}">
        <p14:creationId xmlns:p14="http://schemas.microsoft.com/office/powerpoint/2010/main" val="26556853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4.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65.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66.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7.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8.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9.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0.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1.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2.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3.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4.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5.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6.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7.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8.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9.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80.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81.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82.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83.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84.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85.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86.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87.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88.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89.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90.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91.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92.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93.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94.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95.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96.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97.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98.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99.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00.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3993</TotalTime>
  <Words>3598</Words>
  <Application>Microsoft Office PowerPoint</Application>
  <PresentationFormat>ワイド画面</PresentationFormat>
  <Paragraphs>579</Paragraphs>
  <Slides>36</Slides>
  <Notes>33</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36</vt:i4>
      </vt:variant>
    </vt:vector>
  </HeadingPairs>
  <TitlesOfParts>
    <vt:vector size="42" baseType="lpstr">
      <vt:lpstr>微软雅黑</vt:lpstr>
      <vt:lpstr>Arial</vt:lpstr>
      <vt:lpstr>Wingdings</vt:lpstr>
      <vt:lpstr>游ゴシック</vt:lpstr>
      <vt:lpstr>Cambria Math</vt:lpstr>
      <vt:lpstr>WPS</vt:lpstr>
      <vt:lpstr> </vt:lpstr>
      <vt:lpstr>Outline</vt:lpstr>
      <vt:lpstr>Outline</vt:lpstr>
      <vt:lpstr>Introduction</vt:lpstr>
      <vt:lpstr>Introduction (cnt.)</vt:lpstr>
      <vt:lpstr>Introduction (cnt.)</vt:lpstr>
      <vt:lpstr>Introduction (cnt.)</vt:lpstr>
      <vt:lpstr>Introduction (cnt.)</vt:lpstr>
      <vt:lpstr>Introduction (cnt.)</vt:lpstr>
      <vt:lpstr>Outline</vt:lpstr>
      <vt:lpstr>Overview</vt:lpstr>
      <vt:lpstr>Overview</vt:lpstr>
      <vt:lpstr>Preparation Phase (Energy Estimation)</vt:lpstr>
      <vt:lpstr>Preparation Phase (For Training)</vt:lpstr>
      <vt:lpstr>Preparation Phase (For Inference)</vt:lpstr>
      <vt:lpstr>Overview</vt:lpstr>
      <vt:lpstr>Configuration Phase</vt:lpstr>
      <vt:lpstr>Configuration Phase (Training)</vt:lpstr>
      <vt:lpstr>Configuration Phase (Training)(cnt.)</vt:lpstr>
      <vt:lpstr>Overview</vt:lpstr>
      <vt:lpstr>Configuration Phase (Inference)</vt:lpstr>
      <vt:lpstr>Configuration Phase (Inference)(cnt.)</vt:lpstr>
      <vt:lpstr>Configuration Phase (Inference)(cnt.)</vt:lpstr>
      <vt:lpstr>Outline</vt:lpstr>
      <vt:lpstr>Evaluation Setup</vt:lpstr>
      <vt:lpstr>Single 700-neuron Model Training</vt:lpstr>
      <vt:lpstr>Single 700-neuron Model Inference</vt:lpstr>
      <vt:lpstr>Ensemble Learning</vt:lpstr>
      <vt:lpstr>Ensemble Learning: Single Node Training</vt:lpstr>
      <vt:lpstr>Ensemble Learning: Merged Node</vt:lpstr>
      <vt:lpstr>Outline</vt:lpstr>
      <vt:lpstr>Conclusion</vt:lpstr>
      <vt:lpstr>Reference</vt:lpstr>
      <vt:lpstr>Reference</vt:lpstr>
      <vt:lpstr>Reference</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Yuga Hanyu</cp:lastModifiedBy>
  <cp:revision>200</cp:revision>
  <dcterms:created xsi:type="dcterms:W3CDTF">2019-06-19T02:08:00Z</dcterms:created>
  <dcterms:modified xsi:type="dcterms:W3CDTF">2026-05-23T22:30:43Z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2052-12.1.0.25865</vt:lpwstr>
  </property>
  <property fmtid="{D5CDD505-2E9C-101B-9397-08002B2CF9AE}" pid="3" name="ICV">
    <vt:lpwstr>0F464A0B1EE34B95AE696E8CD00B0C51_11</vt:lpwstr>
  </property>
</Properties>
</file>