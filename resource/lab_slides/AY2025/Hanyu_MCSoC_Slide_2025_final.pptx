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2.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55" r:id="rId2"/>
  </p:sldMasterIdLst>
  <p:notesMasterIdLst>
    <p:notesMasterId r:id="rId36"/>
  </p:notesMasterIdLst>
  <p:sldIdLst>
    <p:sldId id="316" r:id="rId3"/>
    <p:sldId id="317" r:id="rId4"/>
    <p:sldId id="318" r:id="rId5"/>
    <p:sldId id="300" r:id="rId6"/>
    <p:sldId id="258" r:id="rId7"/>
    <p:sldId id="325" r:id="rId8"/>
    <p:sldId id="301" r:id="rId9"/>
    <p:sldId id="320" r:id="rId10"/>
    <p:sldId id="322" r:id="rId11"/>
    <p:sldId id="335" r:id="rId12"/>
    <p:sldId id="337" r:id="rId13"/>
    <p:sldId id="262" r:id="rId14"/>
    <p:sldId id="326" r:id="rId15"/>
    <p:sldId id="261" r:id="rId16"/>
    <p:sldId id="288" r:id="rId17"/>
    <p:sldId id="327" r:id="rId18"/>
    <p:sldId id="304" r:id="rId19"/>
    <p:sldId id="328" r:id="rId20"/>
    <p:sldId id="270" r:id="rId21"/>
    <p:sldId id="329" r:id="rId22"/>
    <p:sldId id="330" r:id="rId23"/>
    <p:sldId id="331" r:id="rId24"/>
    <p:sldId id="332" r:id="rId25"/>
    <p:sldId id="333" r:id="rId26"/>
    <p:sldId id="334" r:id="rId27"/>
    <p:sldId id="323" r:id="rId28"/>
    <p:sldId id="305" r:id="rId29"/>
    <p:sldId id="324" r:id="rId30"/>
    <p:sldId id="312" r:id="rId31"/>
    <p:sldId id="336" r:id="rId32"/>
    <p:sldId id="315" r:id="rId33"/>
    <p:sldId id="299" r:id="rId34"/>
    <p:sldId id="267" r:id="rId35"/>
  </p:sldIdLst>
  <p:sldSz cx="12192000" cy="6858000"/>
  <p:notesSz cx="6858000" cy="9144000"/>
  <p:defaultText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D93119A-4007-0D49-AE3B-5B296C484EA9}">
          <p14:sldIdLst>
            <p14:sldId id="316"/>
            <p14:sldId id="317"/>
            <p14:sldId id="318"/>
          </p14:sldIdLst>
        </p14:section>
        <p14:section name="Introduction" id="{B08E2A12-A78C-3748-B461-DA7484171881}">
          <p14:sldIdLst>
            <p14:sldId id="300"/>
            <p14:sldId id="258"/>
            <p14:sldId id="325"/>
            <p14:sldId id="301"/>
            <p14:sldId id="320"/>
          </p14:sldIdLst>
        </p14:section>
        <p14:section name="Proposed Method" id="{9577C961-F353-1B4F-A834-7210E86D9539}">
          <p14:sldIdLst>
            <p14:sldId id="322"/>
            <p14:sldId id="335"/>
            <p14:sldId id="337"/>
            <p14:sldId id="262"/>
            <p14:sldId id="326"/>
            <p14:sldId id="261"/>
            <p14:sldId id="288"/>
            <p14:sldId id="327"/>
            <p14:sldId id="304"/>
            <p14:sldId id="328"/>
            <p14:sldId id="270"/>
            <p14:sldId id="329"/>
            <p14:sldId id="330"/>
            <p14:sldId id="331"/>
            <p14:sldId id="332"/>
            <p14:sldId id="333"/>
            <p14:sldId id="334"/>
          </p14:sldIdLst>
        </p14:section>
        <p14:section name="Research Progress" id="{A338D4B0-DE9D-9D42-8911-A2C5774D9096}">
          <p14:sldIdLst>
            <p14:sldId id="323"/>
            <p14:sldId id="305"/>
            <p14:sldId id="324"/>
            <p14:sldId id="312"/>
            <p14:sldId id="336"/>
            <p14:sldId id="315"/>
            <p14:sldId id="299"/>
          </p14:sldIdLst>
        </p14:section>
        <p14:section name="Thank you slide" id="{22E1BAC5-F840-C146-A295-9E1A30F18532}">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64"/>
    <p:restoredTop sz="83639" autoAdjust="0"/>
  </p:normalViewPr>
  <p:slideViewPr>
    <p:cSldViewPr snapToGrid="0">
      <p:cViewPr varScale="1">
        <p:scale>
          <a:sx n="63" d="100"/>
          <a:sy n="63" d="100"/>
        </p:scale>
        <p:origin x="72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ga Hanyu" userId="f18bd86c1b9e4fc5" providerId="LiveId" clId="{A0664C27-1A62-4E0F-A6BA-6BAB6FFE7FFA}"/>
    <pc:docChg chg="undo custSel addSld delSld modSld sldOrd modMainMaster modSection">
      <pc:chgData name="Yuga Hanyu" userId="f18bd86c1b9e4fc5" providerId="LiveId" clId="{A0664C27-1A62-4E0F-A6BA-6BAB6FFE7FFA}" dt="2024-06-27T23:33:23.952" v="1589"/>
      <pc:docMkLst>
        <pc:docMk/>
      </pc:docMkLst>
      <pc:sldChg chg="modSp mod">
        <pc:chgData name="Yuga Hanyu" userId="f18bd86c1b9e4fc5" providerId="LiveId" clId="{A0664C27-1A62-4E0F-A6BA-6BAB6FFE7FFA}" dt="2024-06-27T04:21:46.652" v="0" actId="768"/>
        <pc:sldMkLst>
          <pc:docMk/>
          <pc:sldMk cId="2459526573" sldId="256"/>
        </pc:sldMkLst>
      </pc:sldChg>
      <pc:sldChg chg="modSp mod">
        <pc:chgData name="Yuga Hanyu" userId="f18bd86c1b9e4fc5" providerId="LiveId" clId="{A0664C27-1A62-4E0F-A6BA-6BAB6FFE7FFA}" dt="2024-06-27T04:27:31.368" v="93" actId="20577"/>
        <pc:sldMkLst>
          <pc:docMk/>
          <pc:sldMk cId="639326225" sldId="258"/>
        </pc:sldMkLst>
      </pc:sldChg>
      <pc:sldChg chg="delSp modSp mod">
        <pc:chgData name="Yuga Hanyu" userId="f18bd86c1b9e4fc5" providerId="LiveId" clId="{A0664C27-1A62-4E0F-A6BA-6BAB6FFE7FFA}" dt="2024-06-27T05:13:32.903" v="667" actId="20577"/>
        <pc:sldMkLst>
          <pc:docMk/>
          <pc:sldMk cId="3149281318" sldId="261"/>
        </pc:sldMkLst>
      </pc:sldChg>
      <pc:sldChg chg="addSp modSp mod modAnim">
        <pc:chgData name="Yuga Hanyu" userId="f18bd86c1b9e4fc5" providerId="LiveId" clId="{A0664C27-1A62-4E0F-A6BA-6BAB6FFE7FFA}" dt="2024-06-27T23:25:46.908" v="1566"/>
        <pc:sldMkLst>
          <pc:docMk/>
          <pc:sldMk cId="4196662661" sldId="262"/>
        </pc:sldMkLst>
      </pc:sldChg>
      <pc:sldChg chg="del">
        <pc:chgData name="Yuga Hanyu" userId="f18bd86c1b9e4fc5" providerId="LiveId" clId="{A0664C27-1A62-4E0F-A6BA-6BAB6FFE7FFA}" dt="2024-06-27T05:05:46.377" v="650" actId="47"/>
        <pc:sldMkLst>
          <pc:docMk/>
          <pc:sldMk cId="2428874557" sldId="264"/>
        </pc:sldMkLst>
      </pc:sldChg>
      <pc:sldChg chg="modSp mod">
        <pc:chgData name="Yuga Hanyu" userId="f18bd86c1b9e4fc5" providerId="LiveId" clId="{A0664C27-1A62-4E0F-A6BA-6BAB6FFE7FFA}" dt="2024-06-27T23:30:26.316" v="1583" actId="20577"/>
        <pc:sldMkLst>
          <pc:docMk/>
          <pc:sldMk cId="2782757723" sldId="266"/>
        </pc:sldMkLst>
      </pc:sldChg>
      <pc:sldChg chg="modSp mod">
        <pc:chgData name="Yuga Hanyu" userId="f18bd86c1b9e4fc5" providerId="LiveId" clId="{A0664C27-1A62-4E0F-A6BA-6BAB6FFE7FFA}" dt="2024-06-27T05:40:16.439" v="1277" actId="20577"/>
        <pc:sldMkLst>
          <pc:docMk/>
          <pc:sldMk cId="2643257192" sldId="268"/>
        </pc:sldMkLst>
      </pc:sldChg>
      <pc:sldChg chg="modSp mod">
        <pc:chgData name="Yuga Hanyu" userId="f18bd86c1b9e4fc5" providerId="LiveId" clId="{A0664C27-1A62-4E0F-A6BA-6BAB6FFE7FFA}" dt="2024-06-27T05:42:18.108" v="1424" actId="20577"/>
        <pc:sldMkLst>
          <pc:docMk/>
          <pc:sldMk cId="2704097318" sldId="269"/>
        </pc:sldMkLst>
      </pc:sldChg>
      <pc:sldChg chg="del">
        <pc:chgData name="Yuga Hanyu" userId="f18bd86c1b9e4fc5" providerId="LiveId" clId="{A0664C27-1A62-4E0F-A6BA-6BAB6FFE7FFA}" dt="2024-06-27T05:05:56.471" v="651" actId="47"/>
        <pc:sldMkLst>
          <pc:docMk/>
          <pc:sldMk cId="2645817157" sldId="271"/>
        </pc:sldMkLst>
      </pc:sldChg>
      <pc:sldChg chg="add del">
        <pc:chgData name="Yuga Hanyu" userId="f18bd86c1b9e4fc5" providerId="LiveId" clId="{A0664C27-1A62-4E0F-A6BA-6BAB6FFE7FFA}" dt="2024-06-27T23:33:03.561" v="1586"/>
        <pc:sldMkLst>
          <pc:docMk/>
          <pc:sldMk cId="901679864" sldId="279"/>
        </pc:sldMkLst>
      </pc:sldChg>
      <pc:sldChg chg="add del">
        <pc:chgData name="Yuga Hanyu" userId="f18bd86c1b9e4fc5" providerId="LiveId" clId="{A0664C27-1A62-4E0F-A6BA-6BAB6FFE7FFA}" dt="2024-06-27T23:33:10.968" v="1587"/>
        <pc:sldMkLst>
          <pc:docMk/>
          <pc:sldMk cId="745603062" sldId="281"/>
        </pc:sldMkLst>
      </pc:sldChg>
      <pc:sldChg chg="add del">
        <pc:chgData name="Yuga Hanyu" userId="f18bd86c1b9e4fc5" providerId="LiveId" clId="{A0664C27-1A62-4E0F-A6BA-6BAB6FFE7FFA}" dt="2024-06-27T23:33:17.234" v="1588"/>
        <pc:sldMkLst>
          <pc:docMk/>
          <pc:sldMk cId="2112560260" sldId="282"/>
        </pc:sldMkLst>
      </pc:sldChg>
      <pc:sldChg chg="add del">
        <pc:chgData name="Yuga Hanyu" userId="f18bd86c1b9e4fc5" providerId="LiveId" clId="{A0664C27-1A62-4E0F-A6BA-6BAB6FFE7FFA}" dt="2024-06-27T23:33:23.952" v="1589"/>
        <pc:sldMkLst>
          <pc:docMk/>
          <pc:sldMk cId="3046287947" sldId="283"/>
        </pc:sldMkLst>
      </pc:sldChg>
      <pc:sldChg chg="modSp mod">
        <pc:chgData name="Yuga Hanyu" userId="f18bd86c1b9e4fc5" providerId="LiveId" clId="{A0664C27-1A62-4E0F-A6BA-6BAB6FFE7FFA}" dt="2024-06-27T23:27:10.601" v="1579" actId="20577"/>
        <pc:sldMkLst>
          <pc:docMk/>
          <pc:sldMk cId="1258968761" sldId="289"/>
        </pc:sldMkLst>
      </pc:sldChg>
      <pc:sldChg chg="modSp del mod">
        <pc:chgData name="Yuga Hanyu" userId="f18bd86c1b9e4fc5" providerId="LiveId" clId="{A0664C27-1A62-4E0F-A6BA-6BAB6FFE7FFA}" dt="2024-06-27T05:17:16.961" v="764" actId="47"/>
        <pc:sldMkLst>
          <pc:docMk/>
          <pc:sldMk cId="2025358460" sldId="290"/>
        </pc:sldMkLst>
      </pc:sldChg>
      <pc:sldChg chg="modSp mod ord">
        <pc:chgData name="Yuga Hanyu" userId="f18bd86c1b9e4fc5" providerId="LiveId" clId="{A0664C27-1A62-4E0F-A6BA-6BAB6FFE7FFA}" dt="2024-06-27T05:17:08.037" v="763" actId="20577"/>
        <pc:sldMkLst>
          <pc:docMk/>
          <pc:sldMk cId="2529387008" sldId="291"/>
        </pc:sldMkLst>
      </pc:sldChg>
      <pc:sldChg chg="del">
        <pc:chgData name="Yuga Hanyu" userId="f18bd86c1b9e4fc5" providerId="LiveId" clId="{A0664C27-1A62-4E0F-A6BA-6BAB6FFE7FFA}" dt="2024-06-27T05:17:20.165" v="765" actId="47"/>
        <pc:sldMkLst>
          <pc:docMk/>
          <pc:sldMk cId="3927080702" sldId="292"/>
        </pc:sldMkLst>
      </pc:sldChg>
      <pc:sldChg chg="del">
        <pc:chgData name="Yuga Hanyu" userId="f18bd86c1b9e4fc5" providerId="LiveId" clId="{A0664C27-1A62-4E0F-A6BA-6BAB6FFE7FFA}" dt="2024-06-27T05:17:21.588" v="766" actId="47"/>
        <pc:sldMkLst>
          <pc:docMk/>
          <pc:sldMk cId="2729317545" sldId="293"/>
        </pc:sldMkLst>
      </pc:sldChg>
      <pc:sldChg chg="modSp new mod">
        <pc:chgData name="Yuga Hanyu" userId="f18bd86c1b9e4fc5" providerId="LiveId" clId="{A0664C27-1A62-4E0F-A6BA-6BAB6FFE7FFA}" dt="2024-06-27T04:46:24.857" v="369" actId="20577"/>
        <pc:sldMkLst>
          <pc:docMk/>
          <pc:sldMk cId="1307088404" sldId="294"/>
        </pc:sldMkLst>
      </pc:sldChg>
      <pc:sldChg chg="addSp delSp modSp new mod">
        <pc:chgData name="Yuga Hanyu" userId="f18bd86c1b9e4fc5" providerId="LiveId" clId="{A0664C27-1A62-4E0F-A6BA-6BAB6FFE7FFA}" dt="2024-06-27T05:46:31.320" v="1540" actId="27107"/>
        <pc:sldMkLst>
          <pc:docMk/>
          <pc:sldMk cId="3090820302" sldId="295"/>
        </pc:sldMkLst>
      </pc:sldChg>
      <pc:sldChg chg="new del">
        <pc:chgData name="Yuga Hanyu" userId="f18bd86c1b9e4fc5" providerId="LiveId" clId="{A0664C27-1A62-4E0F-A6BA-6BAB6FFE7FFA}" dt="2024-06-27T05:12:50.791" v="657" actId="47"/>
        <pc:sldMkLst>
          <pc:docMk/>
          <pc:sldMk cId="1152059759" sldId="296"/>
        </pc:sldMkLst>
      </pc:sldChg>
      <pc:sldChg chg="addSp delSp modSp new mod">
        <pc:chgData name="Yuga Hanyu" userId="f18bd86c1b9e4fc5" providerId="LiveId" clId="{A0664C27-1A62-4E0F-A6BA-6BAB6FFE7FFA}" dt="2024-06-27T05:28:32.130" v="931" actId="122"/>
        <pc:sldMkLst>
          <pc:docMk/>
          <pc:sldMk cId="2927270242" sldId="296"/>
        </pc:sldMkLst>
      </pc:sldChg>
      <pc:sldChg chg="modSp add mod">
        <pc:chgData name="Yuga Hanyu" userId="f18bd86c1b9e4fc5" providerId="LiveId" clId="{A0664C27-1A62-4E0F-A6BA-6BAB6FFE7FFA}" dt="2024-06-27T05:29:20.442" v="935" actId="122"/>
        <pc:sldMkLst>
          <pc:docMk/>
          <pc:sldMk cId="2867075943" sldId="297"/>
        </pc:sldMkLst>
      </pc:sldChg>
      <pc:sldChg chg="addSp delSp modSp add mod">
        <pc:chgData name="Yuga Hanyu" userId="f18bd86c1b9e4fc5" providerId="LiveId" clId="{A0664C27-1A62-4E0F-A6BA-6BAB6FFE7FFA}" dt="2024-06-27T05:37:18.461" v="1055" actId="20577"/>
        <pc:sldMkLst>
          <pc:docMk/>
          <pc:sldMk cId="1462770398" sldId="298"/>
        </pc:sldMkLst>
      </pc:sldChg>
      <pc:sldChg chg="add del">
        <pc:chgData name="Yuga Hanyu" userId="f18bd86c1b9e4fc5" providerId="LiveId" clId="{A0664C27-1A62-4E0F-A6BA-6BAB6FFE7FFA}" dt="2024-06-27T23:32:56.686" v="1585" actId="47"/>
        <pc:sldMkLst>
          <pc:docMk/>
          <pc:sldMk cId="3190987169" sldId="299"/>
        </pc:sldMkLst>
      </pc:sldChg>
      <pc:sldMasterChg chg="modSp mod delSldLayout modSldLayout">
        <pc:chgData name="Yuga Hanyu" userId="f18bd86c1b9e4fc5" providerId="LiveId" clId="{A0664C27-1A62-4E0F-A6BA-6BAB6FFE7FFA}" dt="2024-06-27T04:24:15.391" v="11" actId="1076"/>
        <pc:sldMasterMkLst>
          <pc:docMk/>
          <pc:sldMasterMk cId="780099175" sldId="2147483648"/>
        </pc:sldMasterMkLst>
        <pc:sldLayoutChg chg="del">
          <pc:chgData name="Yuga Hanyu" userId="f18bd86c1b9e4fc5" providerId="LiveId" clId="{A0664C27-1A62-4E0F-A6BA-6BAB6FFE7FFA}" dt="2024-06-27T04:23:45.311" v="8" actId="2696"/>
          <pc:sldLayoutMkLst>
            <pc:docMk/>
            <pc:sldMasterMk cId="780099175" sldId="2147483648"/>
            <pc:sldLayoutMk cId="1757098121" sldId="2147483651"/>
          </pc:sldLayoutMkLst>
        </pc:sldLayoutChg>
        <pc:sldLayoutChg chg="del">
          <pc:chgData name="Yuga Hanyu" userId="f18bd86c1b9e4fc5" providerId="LiveId" clId="{A0664C27-1A62-4E0F-A6BA-6BAB6FFE7FFA}" dt="2024-06-27T04:23:46.774" v="9" actId="2696"/>
          <pc:sldLayoutMkLst>
            <pc:docMk/>
            <pc:sldMasterMk cId="780099175" sldId="2147483648"/>
            <pc:sldLayoutMk cId="703225964" sldId="2147483652"/>
          </pc:sldLayoutMkLst>
        </pc:sldLayoutChg>
        <pc:sldLayoutChg chg="del">
          <pc:chgData name="Yuga Hanyu" userId="f18bd86c1b9e4fc5" providerId="LiveId" clId="{A0664C27-1A62-4E0F-A6BA-6BAB6FFE7FFA}" dt="2024-06-27T04:23:37.371" v="7" actId="2696"/>
          <pc:sldLayoutMkLst>
            <pc:docMk/>
            <pc:sldMasterMk cId="780099175" sldId="2147483648"/>
            <pc:sldLayoutMk cId="652023783" sldId="2147483653"/>
          </pc:sldLayoutMkLst>
        </pc:sldLayoutChg>
        <pc:sldLayoutChg chg="modSp mod">
          <pc:chgData name="Yuga Hanyu" userId="f18bd86c1b9e4fc5" providerId="LiveId" clId="{A0664C27-1A62-4E0F-A6BA-6BAB6FFE7FFA}" dt="2024-06-27T04:24:15.391" v="11" actId="1076"/>
          <pc:sldLayoutMkLst>
            <pc:docMk/>
            <pc:sldMasterMk cId="780099175" sldId="2147483648"/>
            <pc:sldLayoutMk cId="3881199857" sldId="2147483654"/>
          </pc:sldLayoutMkLst>
        </pc:sldLayoutChg>
        <pc:sldLayoutChg chg="del">
          <pc:chgData name="Yuga Hanyu" userId="f18bd86c1b9e4fc5" providerId="LiveId" clId="{A0664C27-1A62-4E0F-A6BA-6BAB6FFE7FFA}" dt="2024-06-27T04:23:27.082" v="6" actId="2696"/>
          <pc:sldLayoutMkLst>
            <pc:docMk/>
            <pc:sldMasterMk cId="780099175" sldId="2147483648"/>
            <pc:sldLayoutMk cId="3880971868" sldId="2147483655"/>
          </pc:sldLayoutMkLst>
        </pc:sldLayoutChg>
        <pc:sldLayoutChg chg="del">
          <pc:chgData name="Yuga Hanyu" userId="f18bd86c1b9e4fc5" providerId="LiveId" clId="{A0664C27-1A62-4E0F-A6BA-6BAB6FFE7FFA}" dt="2024-06-27T04:23:26.728" v="5" actId="2696"/>
          <pc:sldLayoutMkLst>
            <pc:docMk/>
            <pc:sldMasterMk cId="780099175" sldId="2147483648"/>
            <pc:sldLayoutMk cId="955245849" sldId="2147483656"/>
          </pc:sldLayoutMkLst>
        </pc:sldLayoutChg>
        <pc:sldLayoutChg chg="del">
          <pc:chgData name="Yuga Hanyu" userId="f18bd86c1b9e4fc5" providerId="LiveId" clId="{A0664C27-1A62-4E0F-A6BA-6BAB6FFE7FFA}" dt="2024-06-27T04:23:26.222" v="4" actId="2696"/>
          <pc:sldLayoutMkLst>
            <pc:docMk/>
            <pc:sldMasterMk cId="780099175" sldId="2147483648"/>
            <pc:sldLayoutMk cId="2797350362" sldId="2147483657"/>
          </pc:sldLayoutMkLst>
        </pc:sldLayoutChg>
        <pc:sldLayoutChg chg="del">
          <pc:chgData name="Yuga Hanyu" userId="f18bd86c1b9e4fc5" providerId="LiveId" clId="{A0664C27-1A62-4E0F-A6BA-6BAB6FFE7FFA}" dt="2024-06-27T04:23:25.565" v="3" actId="2696"/>
          <pc:sldLayoutMkLst>
            <pc:docMk/>
            <pc:sldMasterMk cId="780099175" sldId="2147483648"/>
            <pc:sldLayoutMk cId="3138759558" sldId="2147483658"/>
          </pc:sldLayoutMkLst>
        </pc:sldLayoutChg>
        <pc:sldLayoutChg chg="del">
          <pc:chgData name="Yuga Hanyu" userId="f18bd86c1b9e4fc5" providerId="LiveId" clId="{A0664C27-1A62-4E0F-A6BA-6BAB6FFE7FFA}" dt="2024-06-27T04:23:24.111" v="2" actId="2696"/>
          <pc:sldLayoutMkLst>
            <pc:docMk/>
            <pc:sldMasterMk cId="780099175" sldId="2147483648"/>
            <pc:sldLayoutMk cId="1675481288" sldId="2147483659"/>
          </pc:sldLayoutMkLst>
        </pc:sldLayoutChg>
      </pc:sldMasterChg>
    </pc:docChg>
  </pc:docChgLst>
  <pc:docChgLst>
    <pc:chgData name="Yuga Hanyu" userId="f18bd86c1b9e4fc5" providerId="LiveId" clId="{AEA1B380-7176-4D70-82CF-E1FAA2CA390C}"/>
    <pc:docChg chg="undo redo custSel addSld delSld modSld modMainMaster modSection">
      <pc:chgData name="Yuga Hanyu" userId="f18bd86c1b9e4fc5" providerId="LiveId" clId="{AEA1B380-7176-4D70-82CF-E1FAA2CA390C}" dt="2024-06-09T05:16:12.600" v="4025" actId="27918"/>
      <pc:docMkLst>
        <pc:docMk/>
      </pc:docMkLst>
      <pc:sldChg chg="modSp mod">
        <pc:chgData name="Yuga Hanyu" userId="f18bd86c1b9e4fc5" providerId="LiveId" clId="{AEA1B380-7176-4D70-82CF-E1FAA2CA390C}" dt="2024-05-30T14:08:24.118" v="3460" actId="20577"/>
        <pc:sldMkLst>
          <pc:docMk/>
          <pc:sldMk cId="2459526573" sldId="256"/>
        </pc:sldMkLst>
      </pc:sldChg>
      <pc:sldChg chg="delSp modSp mod">
        <pc:chgData name="Yuga Hanyu" userId="f18bd86c1b9e4fc5" providerId="LiveId" clId="{AEA1B380-7176-4D70-82CF-E1FAA2CA390C}" dt="2024-05-30T14:05:03.427" v="3452" actId="478"/>
        <pc:sldMkLst>
          <pc:docMk/>
          <pc:sldMk cId="356374844" sldId="257"/>
        </pc:sldMkLst>
      </pc:sldChg>
      <pc:sldChg chg="modSp mod">
        <pc:chgData name="Yuga Hanyu" userId="f18bd86c1b9e4fc5" providerId="LiveId" clId="{AEA1B380-7176-4D70-82CF-E1FAA2CA390C}" dt="2024-05-30T09:44:39.349" v="2288" actId="20577"/>
        <pc:sldMkLst>
          <pc:docMk/>
          <pc:sldMk cId="639326225" sldId="258"/>
        </pc:sldMkLst>
      </pc:sldChg>
      <pc:sldChg chg="modSp mod">
        <pc:chgData name="Yuga Hanyu" userId="f18bd86c1b9e4fc5" providerId="LiveId" clId="{AEA1B380-7176-4D70-82CF-E1FAA2CA390C}" dt="2024-05-30T09:44:28.231" v="2285" actId="20577"/>
        <pc:sldMkLst>
          <pc:docMk/>
          <pc:sldMk cId="2687399143" sldId="259"/>
        </pc:sldMkLst>
      </pc:sldChg>
      <pc:sldChg chg="modSp mod">
        <pc:chgData name="Yuga Hanyu" userId="f18bd86c1b9e4fc5" providerId="LiveId" clId="{AEA1B380-7176-4D70-82CF-E1FAA2CA390C}" dt="2024-05-30T09:45:02.228" v="2291" actId="20577"/>
        <pc:sldMkLst>
          <pc:docMk/>
          <pc:sldMk cId="3407576278" sldId="260"/>
        </pc:sldMkLst>
      </pc:sldChg>
      <pc:sldChg chg="modSp mod">
        <pc:chgData name="Yuga Hanyu" userId="f18bd86c1b9e4fc5" providerId="LiveId" clId="{AEA1B380-7176-4D70-82CF-E1FAA2CA390C}" dt="2024-05-30T09:45:46.641" v="2297" actId="20577"/>
        <pc:sldMkLst>
          <pc:docMk/>
          <pc:sldMk cId="3149281318" sldId="261"/>
        </pc:sldMkLst>
      </pc:sldChg>
      <pc:sldChg chg="delSp modSp mod">
        <pc:chgData name="Yuga Hanyu" userId="f18bd86c1b9e4fc5" providerId="LiveId" clId="{AEA1B380-7176-4D70-82CF-E1FAA2CA390C}" dt="2024-05-30T14:09:21.012" v="3461" actId="478"/>
        <pc:sldMkLst>
          <pc:docMk/>
          <pc:sldMk cId="4196662661" sldId="262"/>
        </pc:sldMkLst>
      </pc:sldChg>
      <pc:sldChg chg="modSp mod">
        <pc:chgData name="Yuga Hanyu" userId="f18bd86c1b9e4fc5" providerId="LiveId" clId="{AEA1B380-7176-4D70-82CF-E1FAA2CA390C}" dt="2024-05-30T09:55:13.249" v="2432" actId="20577"/>
        <pc:sldMkLst>
          <pc:docMk/>
          <pc:sldMk cId="1584410376" sldId="263"/>
        </pc:sldMkLst>
      </pc:sldChg>
      <pc:sldChg chg="modSp mod">
        <pc:chgData name="Yuga Hanyu" userId="f18bd86c1b9e4fc5" providerId="LiveId" clId="{AEA1B380-7176-4D70-82CF-E1FAA2CA390C}" dt="2024-05-30T09:55:32.129" v="2458" actId="20577"/>
        <pc:sldMkLst>
          <pc:docMk/>
          <pc:sldMk cId="2428874557" sldId="264"/>
        </pc:sldMkLst>
      </pc:sldChg>
      <pc:sldChg chg="modSp mod">
        <pc:chgData name="Yuga Hanyu" userId="f18bd86c1b9e4fc5" providerId="LiveId" clId="{AEA1B380-7176-4D70-82CF-E1FAA2CA390C}" dt="2024-05-30T13:40:56.676" v="2673" actId="20577"/>
        <pc:sldMkLst>
          <pc:docMk/>
          <pc:sldMk cId="713638303" sldId="265"/>
        </pc:sldMkLst>
      </pc:sldChg>
      <pc:sldChg chg="addSp delSp modSp mod">
        <pc:chgData name="Yuga Hanyu" userId="f18bd86c1b9e4fc5" providerId="LiveId" clId="{AEA1B380-7176-4D70-82CF-E1FAA2CA390C}" dt="2024-05-30T14:49:25.174" v="3876" actId="478"/>
        <pc:sldMkLst>
          <pc:docMk/>
          <pc:sldMk cId="2782757723" sldId="266"/>
        </pc:sldMkLst>
      </pc:sldChg>
      <pc:sldChg chg="modSp mod">
        <pc:chgData name="Yuga Hanyu" userId="f18bd86c1b9e4fc5" providerId="LiveId" clId="{AEA1B380-7176-4D70-82CF-E1FAA2CA390C}" dt="2024-05-30T13:41:54.368" v="2782" actId="20577"/>
        <pc:sldMkLst>
          <pc:docMk/>
          <pc:sldMk cId="896228523" sldId="267"/>
        </pc:sldMkLst>
      </pc:sldChg>
      <pc:sldChg chg="modSp mod">
        <pc:chgData name="Yuga Hanyu" userId="f18bd86c1b9e4fc5" providerId="LiveId" clId="{AEA1B380-7176-4D70-82CF-E1FAA2CA390C}" dt="2024-05-30T14:02:35.400" v="3352" actId="20577"/>
        <pc:sldMkLst>
          <pc:docMk/>
          <pc:sldMk cId="2643257192" sldId="268"/>
        </pc:sldMkLst>
      </pc:sldChg>
      <pc:sldChg chg="modSp mod">
        <pc:chgData name="Yuga Hanyu" userId="f18bd86c1b9e4fc5" providerId="LiveId" clId="{AEA1B380-7176-4D70-82CF-E1FAA2CA390C}" dt="2024-05-30T14:36:04.084" v="3861" actId="20577"/>
        <pc:sldMkLst>
          <pc:docMk/>
          <pc:sldMk cId="2704097318" sldId="269"/>
        </pc:sldMkLst>
      </pc:sldChg>
      <pc:sldChg chg="modSp mod">
        <pc:chgData name="Yuga Hanyu" userId="f18bd86c1b9e4fc5" providerId="LiveId" clId="{AEA1B380-7176-4D70-82CF-E1FAA2CA390C}" dt="2024-05-30T09:45:56.204" v="2300" actId="20577"/>
        <pc:sldMkLst>
          <pc:docMk/>
          <pc:sldMk cId="3679623919" sldId="270"/>
        </pc:sldMkLst>
      </pc:sldChg>
      <pc:sldChg chg="addSp delSp modSp mod">
        <pc:chgData name="Yuga Hanyu" userId="f18bd86c1b9e4fc5" providerId="LiveId" clId="{AEA1B380-7176-4D70-82CF-E1FAA2CA390C}" dt="2024-05-30T14:14:24.018" v="3467" actId="478"/>
        <pc:sldMkLst>
          <pc:docMk/>
          <pc:sldMk cId="2645817157" sldId="271"/>
        </pc:sldMkLst>
      </pc:sldChg>
      <pc:sldChg chg="addSp delSp modSp new mod">
        <pc:chgData name="Yuga Hanyu" userId="f18bd86c1b9e4fc5" providerId="LiveId" clId="{AEA1B380-7176-4D70-82CF-E1FAA2CA390C}" dt="2024-06-03T02:42:21.736" v="3878" actId="27918"/>
        <pc:sldMkLst>
          <pc:docMk/>
          <pc:sldMk cId="979709078" sldId="272"/>
        </pc:sldMkLst>
      </pc:sldChg>
      <pc:sldChg chg="addSp delSp modSp new del mod">
        <pc:chgData name="Yuga Hanyu" userId="f18bd86c1b9e4fc5" providerId="LiveId" clId="{AEA1B380-7176-4D70-82CF-E1FAA2CA390C}" dt="2024-05-30T03:26:55.859" v="179" actId="47"/>
        <pc:sldMkLst>
          <pc:docMk/>
          <pc:sldMk cId="3712491855" sldId="272"/>
        </pc:sldMkLst>
      </pc:sldChg>
      <pc:sldChg chg="delSp new del mod">
        <pc:chgData name="Yuga Hanyu" userId="f18bd86c1b9e4fc5" providerId="LiveId" clId="{AEA1B380-7176-4D70-82CF-E1FAA2CA390C}" dt="2024-05-30T03:09:21.956" v="118" actId="47"/>
        <pc:sldMkLst>
          <pc:docMk/>
          <pc:sldMk cId="3304438266" sldId="273"/>
        </pc:sldMkLst>
      </pc:sldChg>
      <pc:sldChg chg="addSp delSp modSp new del mod">
        <pc:chgData name="Yuga Hanyu" userId="f18bd86c1b9e4fc5" providerId="LiveId" clId="{AEA1B380-7176-4D70-82CF-E1FAA2CA390C}" dt="2024-05-30T03:54:53.385" v="377" actId="47"/>
        <pc:sldMkLst>
          <pc:docMk/>
          <pc:sldMk cId="4064029016" sldId="273"/>
        </pc:sldMkLst>
      </pc:sldChg>
      <pc:sldChg chg="addSp delSp modSp add del mod">
        <pc:chgData name="Yuga Hanyu" userId="f18bd86c1b9e4fc5" providerId="LiveId" clId="{AEA1B380-7176-4D70-82CF-E1FAA2CA390C}" dt="2024-05-30T09:56:13.865" v="2486" actId="47"/>
        <pc:sldMkLst>
          <pc:docMk/>
          <pc:sldMk cId="1651760344" sldId="274"/>
        </pc:sldMkLst>
      </pc:sldChg>
      <pc:sldChg chg="modSp new del mod">
        <pc:chgData name="Yuga Hanyu" userId="f18bd86c1b9e4fc5" providerId="LiveId" clId="{AEA1B380-7176-4D70-82CF-E1FAA2CA390C}" dt="2024-05-30T09:56:18.865" v="2488" actId="47"/>
        <pc:sldMkLst>
          <pc:docMk/>
          <pc:sldMk cId="2779388788" sldId="275"/>
        </pc:sldMkLst>
      </pc:sldChg>
      <pc:sldChg chg="new del">
        <pc:chgData name="Yuga Hanyu" userId="f18bd86c1b9e4fc5" providerId="LiveId" clId="{AEA1B380-7176-4D70-82CF-E1FAA2CA390C}" dt="2024-05-30T06:20:40.014" v="1673" actId="47"/>
        <pc:sldMkLst>
          <pc:docMk/>
          <pc:sldMk cId="2087649631" sldId="276"/>
        </pc:sldMkLst>
      </pc:sldChg>
      <pc:sldChg chg="add del">
        <pc:chgData name="Yuga Hanyu" userId="f18bd86c1b9e4fc5" providerId="LiveId" clId="{AEA1B380-7176-4D70-82CF-E1FAA2CA390C}" dt="2024-05-30T09:56:16.678" v="2487" actId="47"/>
        <pc:sldMkLst>
          <pc:docMk/>
          <pc:sldMk cId="633207837" sldId="277"/>
        </pc:sldMkLst>
      </pc:sldChg>
      <pc:sldChg chg="new del">
        <pc:chgData name="Yuga Hanyu" userId="f18bd86c1b9e4fc5" providerId="LiveId" clId="{AEA1B380-7176-4D70-82CF-E1FAA2CA390C}" dt="2024-05-30T06:22:29.643" v="1676" actId="47"/>
        <pc:sldMkLst>
          <pc:docMk/>
          <pc:sldMk cId="551745432" sldId="278"/>
        </pc:sldMkLst>
      </pc:sldChg>
      <pc:sldChg chg="addSp delSp modSp add mod">
        <pc:chgData name="Yuga Hanyu" userId="f18bd86c1b9e4fc5" providerId="LiveId" clId="{AEA1B380-7176-4D70-82CF-E1FAA2CA390C}" dt="2024-05-30T09:46:45.846" v="2307" actId="20577"/>
        <pc:sldMkLst>
          <pc:docMk/>
          <pc:sldMk cId="901679864" sldId="279"/>
        </pc:sldMkLst>
      </pc:sldChg>
      <pc:sldChg chg="new del">
        <pc:chgData name="Yuga Hanyu" userId="f18bd86c1b9e4fc5" providerId="LiveId" clId="{AEA1B380-7176-4D70-82CF-E1FAA2CA390C}" dt="2024-05-30T06:23:52.695" v="1741" actId="47"/>
        <pc:sldMkLst>
          <pc:docMk/>
          <pc:sldMk cId="685356731" sldId="280"/>
        </pc:sldMkLst>
      </pc:sldChg>
      <pc:sldChg chg="addSp delSp modSp add mod">
        <pc:chgData name="Yuga Hanyu" userId="f18bd86c1b9e4fc5" providerId="LiveId" clId="{AEA1B380-7176-4D70-82CF-E1FAA2CA390C}" dt="2024-05-30T14:12:06.885" v="3463" actId="27636"/>
        <pc:sldMkLst>
          <pc:docMk/>
          <pc:sldMk cId="745603062" sldId="281"/>
        </pc:sldMkLst>
      </pc:sldChg>
      <pc:sldChg chg="modSp add mod">
        <pc:chgData name="Yuga Hanyu" userId="f18bd86c1b9e4fc5" providerId="LiveId" clId="{AEA1B380-7176-4D70-82CF-E1FAA2CA390C}" dt="2024-05-30T14:25:40.308" v="3786" actId="20577"/>
        <pc:sldMkLst>
          <pc:docMk/>
          <pc:sldMk cId="2112560260" sldId="282"/>
        </pc:sldMkLst>
      </pc:sldChg>
      <pc:sldChg chg="modSp add mod">
        <pc:chgData name="Yuga Hanyu" userId="f18bd86c1b9e4fc5" providerId="LiveId" clId="{AEA1B380-7176-4D70-82CF-E1FAA2CA390C}" dt="2024-05-30T14:26:08.882" v="3794" actId="27636"/>
        <pc:sldMkLst>
          <pc:docMk/>
          <pc:sldMk cId="3046287947" sldId="283"/>
        </pc:sldMkLst>
      </pc:sldChg>
      <pc:sldChg chg="addSp delSp modSp new mod">
        <pc:chgData name="Yuga Hanyu" userId="f18bd86c1b9e4fc5" providerId="LiveId" clId="{AEA1B380-7176-4D70-82CF-E1FAA2CA390C}" dt="2024-05-30T14:23:49.393" v="3683" actId="122"/>
        <pc:sldMkLst>
          <pc:docMk/>
          <pc:sldMk cId="1597418614" sldId="284"/>
        </pc:sldMkLst>
      </pc:sldChg>
      <pc:sldChg chg="addSp delSp modSp add mod">
        <pc:chgData name="Yuga Hanyu" userId="f18bd86c1b9e4fc5" providerId="LiveId" clId="{AEA1B380-7176-4D70-82CF-E1FAA2CA390C}" dt="2024-05-30T14:28:06.619" v="3849" actId="20577"/>
        <pc:sldMkLst>
          <pc:docMk/>
          <pc:sldMk cId="877221307" sldId="285"/>
        </pc:sldMkLst>
      </pc:sldChg>
      <pc:sldChg chg="addSp delSp modSp new mod">
        <pc:chgData name="Yuga Hanyu" userId="f18bd86c1b9e4fc5" providerId="LiveId" clId="{AEA1B380-7176-4D70-82CF-E1FAA2CA390C}" dt="2024-06-09T05:16:12.600" v="4025" actId="27918"/>
        <pc:sldMkLst>
          <pc:docMk/>
          <pc:sldMk cId="1071653102" sldId="286"/>
        </pc:sldMkLst>
      </pc:sldChg>
      <pc:sldMasterChg chg="addSp modSp mod">
        <pc:chgData name="Yuga Hanyu" userId="f18bd86c1b9e4fc5" providerId="LiveId" clId="{AEA1B380-7176-4D70-82CF-E1FAA2CA390C}" dt="2024-05-30T09:12:15.393" v="2250" actId="20577"/>
        <pc:sldMasterMkLst>
          <pc:docMk/>
          <pc:sldMasterMk cId="780099175" sldId="2147483648"/>
        </pc:sldMasterMkLst>
      </pc:sldMasterChg>
    </pc:docChg>
  </pc:docChgLst>
  <pc:docChgLst>
    <pc:chgData name="Yuga Hanyu" userId="f18bd86c1b9e4fc5" providerId="LiveId" clId="{702E88F2-3D3C-4C6F-8CB5-2A39AE1104F9}"/>
    <pc:docChg chg="undo redo custSel addSld modSld sldOrd modSection">
      <pc:chgData name="Yuga Hanyu" userId="f18bd86c1b9e4fc5" providerId="LiveId" clId="{702E88F2-3D3C-4C6F-8CB5-2A39AE1104F9}" dt="2024-05-17T02:42:14.161" v="7521" actId="20577"/>
      <pc:docMkLst>
        <pc:docMk/>
      </pc:docMkLst>
      <pc:sldChg chg="modSp mod">
        <pc:chgData name="Yuga Hanyu" userId="f18bd86c1b9e4fc5" providerId="LiveId" clId="{702E88F2-3D3C-4C6F-8CB5-2A39AE1104F9}" dt="2024-05-15T15:17:00.523" v="2819" actId="20577"/>
        <pc:sldMkLst>
          <pc:docMk/>
          <pc:sldMk cId="2459526573" sldId="256"/>
        </pc:sldMkLst>
      </pc:sldChg>
      <pc:sldChg chg="addSp modSp mod">
        <pc:chgData name="Yuga Hanyu" userId="f18bd86c1b9e4fc5" providerId="LiveId" clId="{702E88F2-3D3C-4C6F-8CB5-2A39AE1104F9}" dt="2024-05-17T02:41:06.911" v="7483" actId="11529"/>
        <pc:sldMkLst>
          <pc:docMk/>
          <pc:sldMk cId="356374844" sldId="257"/>
        </pc:sldMkLst>
      </pc:sldChg>
      <pc:sldChg chg="modSp mod modNotesTx">
        <pc:chgData name="Yuga Hanyu" userId="f18bd86c1b9e4fc5" providerId="LiveId" clId="{702E88F2-3D3C-4C6F-8CB5-2A39AE1104F9}" dt="2024-05-15T15:32:58.452" v="3596"/>
        <pc:sldMkLst>
          <pc:docMk/>
          <pc:sldMk cId="639326225" sldId="258"/>
        </pc:sldMkLst>
      </pc:sldChg>
      <pc:sldChg chg="modSp mod ord">
        <pc:chgData name="Yuga Hanyu" userId="f18bd86c1b9e4fc5" providerId="LiveId" clId="{702E88F2-3D3C-4C6F-8CB5-2A39AE1104F9}" dt="2024-05-15T15:42:55.565" v="4272"/>
        <pc:sldMkLst>
          <pc:docMk/>
          <pc:sldMk cId="3407576278" sldId="260"/>
        </pc:sldMkLst>
      </pc:sldChg>
      <pc:sldChg chg="addSp delSp modSp mod modNotesTx">
        <pc:chgData name="Yuga Hanyu" userId="f18bd86c1b9e4fc5" providerId="LiveId" clId="{702E88F2-3D3C-4C6F-8CB5-2A39AE1104F9}" dt="2024-05-15T16:08:00.112" v="4658" actId="20577"/>
        <pc:sldMkLst>
          <pc:docMk/>
          <pc:sldMk cId="3149281318" sldId="261"/>
        </pc:sldMkLst>
      </pc:sldChg>
      <pc:sldChg chg="addSp delSp modSp mod ord modNotesTx">
        <pc:chgData name="Yuga Hanyu" userId="f18bd86c1b9e4fc5" providerId="LiveId" clId="{702E88F2-3D3C-4C6F-8CB5-2A39AE1104F9}" dt="2024-05-17T02:38:42.836" v="7414" actId="20577"/>
        <pc:sldMkLst>
          <pc:docMk/>
          <pc:sldMk cId="4196662661" sldId="262"/>
        </pc:sldMkLst>
      </pc:sldChg>
      <pc:sldChg chg="modSp mod modNotesTx">
        <pc:chgData name="Yuga Hanyu" userId="f18bd86c1b9e4fc5" providerId="LiveId" clId="{702E88F2-3D3C-4C6F-8CB5-2A39AE1104F9}" dt="2024-05-15T16:18:27.525" v="5772" actId="20577"/>
        <pc:sldMkLst>
          <pc:docMk/>
          <pc:sldMk cId="2428874557" sldId="264"/>
        </pc:sldMkLst>
      </pc:sldChg>
      <pc:sldChg chg="addSp modSp mod">
        <pc:chgData name="Yuga Hanyu" userId="f18bd86c1b9e4fc5" providerId="LiveId" clId="{702E88F2-3D3C-4C6F-8CB5-2A39AE1104F9}" dt="2024-05-17T02:42:14.161" v="7521" actId="20577"/>
        <pc:sldMkLst>
          <pc:docMk/>
          <pc:sldMk cId="2782757723" sldId="266"/>
        </pc:sldMkLst>
      </pc:sldChg>
      <pc:sldChg chg="modSp mod modNotesTx">
        <pc:chgData name="Yuga Hanyu" userId="f18bd86c1b9e4fc5" providerId="LiveId" clId="{702E88F2-3D3C-4C6F-8CB5-2A39AE1104F9}" dt="2024-05-16T17:00:18.524" v="6935" actId="20577"/>
        <pc:sldMkLst>
          <pc:docMk/>
          <pc:sldMk cId="2643257192" sldId="268"/>
        </pc:sldMkLst>
      </pc:sldChg>
      <pc:sldChg chg="modSp mod modNotesTx">
        <pc:chgData name="Yuga Hanyu" userId="f18bd86c1b9e4fc5" providerId="LiveId" clId="{702E88F2-3D3C-4C6F-8CB5-2A39AE1104F9}" dt="2024-05-17T00:25:13.642" v="7373" actId="20577"/>
        <pc:sldMkLst>
          <pc:docMk/>
          <pc:sldMk cId="2704097318" sldId="269"/>
        </pc:sldMkLst>
      </pc:sldChg>
      <pc:sldChg chg="addSp delSp modSp new mod modNotesTx">
        <pc:chgData name="Yuga Hanyu" userId="f18bd86c1b9e4fc5" providerId="LiveId" clId="{702E88F2-3D3C-4C6F-8CB5-2A39AE1104F9}" dt="2024-05-15T16:13:13.287" v="5223" actId="27107"/>
        <pc:sldMkLst>
          <pc:docMk/>
          <pc:sldMk cId="3679623919" sldId="270"/>
        </pc:sldMkLst>
      </pc:sldChg>
      <pc:sldChg chg="addSp delSp modSp new mod modNotesTx">
        <pc:chgData name="Yuga Hanyu" userId="f18bd86c1b9e4fc5" providerId="LiveId" clId="{702E88F2-3D3C-4C6F-8CB5-2A39AE1104F9}" dt="2024-05-17T02:40:03.341" v="7470" actId="20577"/>
        <pc:sldMkLst>
          <pc:docMk/>
          <pc:sldMk cId="2645817157" sldId="271"/>
        </pc:sldMkLst>
      </pc:sldChg>
    </pc:docChg>
  </pc:docChgLst>
  <pc:docChgLst>
    <pc:chgData name="Yuga Hanyu" userId="f18bd86c1b9e4fc5" providerId="LiveId" clId="{30D2EAB0-88F8-4899-8C3C-12949B7416EA}"/>
    <pc:docChg chg="undo redo custSel addSld delSld modSld modSection">
      <pc:chgData name="Yuga Hanyu" userId="f18bd86c1b9e4fc5" providerId="LiveId" clId="{30D2EAB0-88F8-4899-8C3C-12949B7416EA}" dt="2024-10-18T06:27:14.673" v="3162" actId="20577"/>
      <pc:docMkLst>
        <pc:docMk/>
      </pc:docMkLst>
      <pc:sldChg chg="modSp mod">
        <pc:chgData name="Yuga Hanyu" userId="f18bd86c1b9e4fc5" providerId="LiveId" clId="{30D2EAB0-88F8-4899-8C3C-12949B7416EA}" dt="2024-10-17T07:28:25.426" v="74" actId="20577"/>
        <pc:sldMkLst>
          <pc:docMk/>
          <pc:sldMk cId="2459526573" sldId="256"/>
        </pc:sldMkLst>
      </pc:sldChg>
      <pc:sldChg chg="modSp mod">
        <pc:chgData name="Yuga Hanyu" userId="f18bd86c1b9e4fc5" providerId="LiveId" clId="{30D2EAB0-88F8-4899-8C3C-12949B7416EA}" dt="2024-10-18T06:26:05.816" v="3161" actId="20577"/>
        <pc:sldMkLst>
          <pc:docMk/>
          <pc:sldMk cId="639326225" sldId="258"/>
        </pc:sldMkLst>
      </pc:sldChg>
      <pc:sldChg chg="modSp mod">
        <pc:chgData name="Yuga Hanyu" userId="f18bd86c1b9e4fc5" providerId="LiveId" clId="{30D2EAB0-88F8-4899-8C3C-12949B7416EA}" dt="2024-10-17T07:47:45.420" v="606" actId="20577"/>
        <pc:sldMkLst>
          <pc:docMk/>
          <pc:sldMk cId="3407576278" sldId="260"/>
        </pc:sldMkLst>
      </pc:sldChg>
      <pc:sldChg chg="addSp delSp modSp mod">
        <pc:chgData name="Yuga Hanyu" userId="f18bd86c1b9e4fc5" providerId="LiveId" clId="{30D2EAB0-88F8-4899-8C3C-12949B7416EA}" dt="2024-10-17T08:08:03.059" v="1166" actId="14100"/>
        <pc:sldMkLst>
          <pc:docMk/>
          <pc:sldMk cId="3149281318" sldId="261"/>
        </pc:sldMkLst>
      </pc:sldChg>
      <pc:sldChg chg="delSp modSp mod delAnim">
        <pc:chgData name="Yuga Hanyu" userId="f18bd86c1b9e4fc5" providerId="LiveId" clId="{30D2EAB0-88F8-4899-8C3C-12949B7416EA}" dt="2024-10-18T06:27:14.673" v="3162" actId="20577"/>
        <pc:sldMkLst>
          <pc:docMk/>
          <pc:sldMk cId="4196662661" sldId="262"/>
        </pc:sldMkLst>
      </pc:sldChg>
      <pc:sldChg chg="addSp delSp modSp mod">
        <pc:chgData name="Yuga Hanyu" userId="f18bd86c1b9e4fc5" providerId="LiveId" clId="{30D2EAB0-88F8-4899-8C3C-12949B7416EA}" dt="2024-10-18T06:23:55.057" v="3152" actId="1076"/>
        <pc:sldMkLst>
          <pc:docMk/>
          <pc:sldMk cId="2782757723" sldId="266"/>
        </pc:sldMkLst>
      </pc:sldChg>
      <pc:sldChg chg="modSp mod">
        <pc:chgData name="Yuga Hanyu" userId="f18bd86c1b9e4fc5" providerId="LiveId" clId="{30D2EAB0-88F8-4899-8C3C-12949B7416EA}" dt="2024-10-18T06:18:04.036" v="3011" actId="20577"/>
        <pc:sldMkLst>
          <pc:docMk/>
          <pc:sldMk cId="2643257192" sldId="268"/>
        </pc:sldMkLst>
      </pc:sldChg>
      <pc:sldChg chg="modSp mod">
        <pc:chgData name="Yuga Hanyu" userId="f18bd86c1b9e4fc5" providerId="LiveId" clId="{30D2EAB0-88F8-4899-8C3C-12949B7416EA}" dt="2024-10-18T06:18:54.937" v="3064" actId="20577"/>
        <pc:sldMkLst>
          <pc:docMk/>
          <pc:sldMk cId="2704097318" sldId="269"/>
        </pc:sldMkLst>
      </pc:sldChg>
      <pc:sldChg chg="addSp delSp modSp mod">
        <pc:chgData name="Yuga Hanyu" userId="f18bd86c1b9e4fc5" providerId="LiveId" clId="{30D2EAB0-88F8-4899-8C3C-12949B7416EA}" dt="2024-10-18T04:22:55.983" v="1749" actId="20577"/>
        <pc:sldMkLst>
          <pc:docMk/>
          <pc:sldMk cId="3679623919" sldId="270"/>
        </pc:sldMkLst>
      </pc:sldChg>
      <pc:sldChg chg="del">
        <pc:chgData name="Yuga Hanyu" userId="f18bd86c1b9e4fc5" providerId="LiveId" clId="{30D2EAB0-88F8-4899-8C3C-12949B7416EA}" dt="2024-10-18T06:24:00.426" v="3153" actId="47"/>
        <pc:sldMkLst>
          <pc:docMk/>
          <pc:sldMk cId="901679864" sldId="279"/>
        </pc:sldMkLst>
      </pc:sldChg>
      <pc:sldChg chg="del">
        <pc:chgData name="Yuga Hanyu" userId="f18bd86c1b9e4fc5" providerId="LiveId" clId="{30D2EAB0-88F8-4899-8C3C-12949B7416EA}" dt="2024-10-18T06:24:03.005" v="3154" actId="47"/>
        <pc:sldMkLst>
          <pc:docMk/>
          <pc:sldMk cId="745603062" sldId="281"/>
        </pc:sldMkLst>
      </pc:sldChg>
      <pc:sldChg chg="add del">
        <pc:chgData name="Yuga Hanyu" userId="f18bd86c1b9e4fc5" providerId="LiveId" clId="{30D2EAB0-88F8-4899-8C3C-12949B7416EA}" dt="2024-10-18T06:24:43.041" v="3158" actId="47"/>
        <pc:sldMkLst>
          <pc:docMk/>
          <pc:sldMk cId="2112560260" sldId="282"/>
        </pc:sldMkLst>
      </pc:sldChg>
      <pc:sldChg chg="del">
        <pc:chgData name="Yuga Hanyu" userId="f18bd86c1b9e4fc5" providerId="LiveId" clId="{30D2EAB0-88F8-4899-8C3C-12949B7416EA}" dt="2024-10-18T06:24:05.094" v="3155" actId="47"/>
        <pc:sldMkLst>
          <pc:docMk/>
          <pc:sldMk cId="3046287947" sldId="283"/>
        </pc:sldMkLst>
      </pc:sldChg>
      <pc:sldChg chg="addSp delSp modSp mod">
        <pc:chgData name="Yuga Hanyu" userId="f18bd86c1b9e4fc5" providerId="LiveId" clId="{30D2EAB0-88F8-4899-8C3C-12949B7416EA}" dt="2024-10-18T04:39:21.049" v="2098" actId="1076"/>
        <pc:sldMkLst>
          <pc:docMk/>
          <pc:sldMk cId="1597418614" sldId="284"/>
        </pc:sldMkLst>
      </pc:sldChg>
      <pc:sldChg chg="addSp delSp modSp mod">
        <pc:chgData name="Yuga Hanyu" userId="f18bd86c1b9e4fc5" providerId="LiveId" clId="{30D2EAB0-88F8-4899-8C3C-12949B7416EA}" dt="2024-10-18T04:44:01.150" v="2202" actId="20577"/>
        <pc:sldMkLst>
          <pc:docMk/>
          <pc:sldMk cId="877221307" sldId="285"/>
        </pc:sldMkLst>
      </pc:sldChg>
      <pc:sldChg chg="addSp delSp modSp mod">
        <pc:chgData name="Yuga Hanyu" userId="f18bd86c1b9e4fc5" providerId="LiveId" clId="{30D2EAB0-88F8-4899-8C3C-12949B7416EA}" dt="2024-10-18T04:08:54.865" v="1507" actId="20577"/>
        <pc:sldMkLst>
          <pc:docMk/>
          <pc:sldMk cId="1194178405" sldId="288"/>
        </pc:sldMkLst>
      </pc:sldChg>
      <pc:sldChg chg="addSp delSp modSp mod">
        <pc:chgData name="Yuga Hanyu" userId="f18bd86c1b9e4fc5" providerId="LiveId" clId="{30D2EAB0-88F8-4899-8C3C-12949B7416EA}" dt="2024-10-18T04:37:05.242" v="2034" actId="20577"/>
        <pc:sldMkLst>
          <pc:docMk/>
          <pc:sldMk cId="1258968761" sldId="289"/>
        </pc:sldMkLst>
      </pc:sldChg>
      <pc:sldChg chg="modSp mod">
        <pc:chgData name="Yuga Hanyu" userId="f18bd86c1b9e4fc5" providerId="LiveId" clId="{30D2EAB0-88F8-4899-8C3C-12949B7416EA}" dt="2024-10-18T04:46:36.009" v="2328" actId="20577"/>
        <pc:sldMkLst>
          <pc:docMk/>
          <pc:sldMk cId="2529387008" sldId="291"/>
        </pc:sldMkLst>
      </pc:sldChg>
      <pc:sldChg chg="del">
        <pc:chgData name="Yuga Hanyu" userId="f18bd86c1b9e4fc5" providerId="LiveId" clId="{30D2EAB0-88F8-4899-8C3C-12949B7416EA}" dt="2024-10-18T04:44:10.635" v="2203" actId="47"/>
        <pc:sldMkLst>
          <pc:docMk/>
          <pc:sldMk cId="1307088404" sldId="294"/>
        </pc:sldMkLst>
      </pc:sldChg>
      <pc:sldChg chg="del">
        <pc:chgData name="Yuga Hanyu" userId="f18bd86c1b9e4fc5" providerId="LiveId" clId="{30D2EAB0-88F8-4899-8C3C-12949B7416EA}" dt="2024-10-18T04:44:12.862" v="2204" actId="47"/>
        <pc:sldMkLst>
          <pc:docMk/>
          <pc:sldMk cId="3090820302" sldId="295"/>
        </pc:sldMkLst>
      </pc:sldChg>
      <pc:sldChg chg="addSp delSp modSp mod">
        <pc:chgData name="Yuga Hanyu" userId="f18bd86c1b9e4fc5" providerId="LiveId" clId="{30D2EAB0-88F8-4899-8C3C-12949B7416EA}" dt="2024-10-18T04:50:40.605" v="2507" actId="20577"/>
        <pc:sldMkLst>
          <pc:docMk/>
          <pc:sldMk cId="2927270242" sldId="296"/>
        </pc:sldMkLst>
      </pc:sldChg>
      <pc:sldChg chg="addSp delSp modSp mod">
        <pc:chgData name="Yuga Hanyu" userId="f18bd86c1b9e4fc5" providerId="LiveId" clId="{30D2EAB0-88F8-4899-8C3C-12949B7416EA}" dt="2024-10-18T04:59:32.089" v="2733" actId="5793"/>
        <pc:sldMkLst>
          <pc:docMk/>
          <pc:sldMk cId="2867075943" sldId="297"/>
        </pc:sldMkLst>
      </pc:sldChg>
      <pc:sldChg chg="del">
        <pc:chgData name="Yuga Hanyu" userId="f18bd86c1b9e4fc5" providerId="LiveId" clId="{30D2EAB0-88F8-4899-8C3C-12949B7416EA}" dt="2024-10-18T04:59:39.650" v="2734" actId="47"/>
        <pc:sldMkLst>
          <pc:docMk/>
          <pc:sldMk cId="1462770398" sldId="298"/>
        </pc:sldMkLst>
      </pc:sldChg>
    </pc:docChg>
  </pc:docChgLst>
  <pc:docChgLst>
    <pc:chgData name="Yuga Hanyu" userId="f18bd86c1b9e4fc5" providerId="LiveId" clId="{C18B9861-11F0-4C79-B584-9C9C40E8F774}"/>
    <pc:docChg chg="modSld">
      <pc:chgData name="Yuga Hanyu" userId="f18bd86c1b9e4fc5" providerId="LiveId" clId="{C18B9861-11F0-4C79-B584-9C9C40E8F774}" dt="2024-06-18T07:02:24.427" v="46" actId="27918"/>
      <pc:docMkLst>
        <pc:docMk/>
      </pc:docMkLst>
      <pc:sldChg chg="modSp mod">
        <pc:chgData name="Yuga Hanyu" userId="f18bd86c1b9e4fc5" providerId="LiveId" clId="{C18B9861-11F0-4C79-B584-9C9C40E8F774}" dt="2024-06-14T18:32:19.957" v="28" actId="27918"/>
        <pc:sldMkLst>
          <pc:docMk/>
          <pc:sldMk cId="2025358460" sldId="290"/>
        </pc:sldMkLst>
      </pc:sldChg>
      <pc:sldChg chg="modSp mod">
        <pc:chgData name="Yuga Hanyu" userId="f18bd86c1b9e4fc5" providerId="LiveId" clId="{C18B9861-11F0-4C79-B584-9C9C40E8F774}" dt="2024-06-18T07:02:24.427" v="46" actId="27918"/>
        <pc:sldMkLst>
          <pc:docMk/>
          <pc:sldMk cId="3927080702" sldId="292"/>
        </pc:sldMkLst>
      </pc:sldChg>
      <pc:sldChg chg="modSp mod">
        <pc:chgData name="Yuga Hanyu" userId="f18bd86c1b9e4fc5" providerId="LiveId" clId="{C18B9861-11F0-4C79-B584-9C9C40E8F774}" dt="2024-06-14T18:33:38.630" v="36" actId="27918"/>
        <pc:sldMkLst>
          <pc:docMk/>
          <pc:sldMk cId="2729317545" sldId="293"/>
        </pc:sldMkLst>
      </pc:sldChg>
    </pc:docChg>
  </pc:docChgLst>
  <pc:docChgLst>
    <pc:chgData name="Yuga Hanyu" userId="f18bd86c1b9e4fc5" providerId="LiveId" clId="{E5E3F1B9-74A0-4F90-9133-03CFF7612F0F}"/>
    <pc:docChg chg="undo redo custSel addSld delSld modSld modSection">
      <pc:chgData name="Yuga Hanyu" userId="f18bd86c1b9e4fc5" providerId="LiveId" clId="{E5E3F1B9-74A0-4F90-9133-03CFF7612F0F}" dt="2024-06-13T10:14:19.837" v="2780" actId="14100"/>
      <pc:docMkLst>
        <pc:docMk/>
      </pc:docMkLst>
      <pc:sldChg chg="modSp mod">
        <pc:chgData name="Yuga Hanyu" userId="f18bd86c1b9e4fc5" providerId="LiveId" clId="{E5E3F1B9-74A0-4F90-9133-03CFF7612F0F}" dt="2024-06-13T04:57:18.091" v="73" actId="20577"/>
        <pc:sldMkLst>
          <pc:docMk/>
          <pc:sldMk cId="639326225" sldId="258"/>
        </pc:sldMkLst>
      </pc:sldChg>
      <pc:sldChg chg="addSp delSp modSp mod">
        <pc:chgData name="Yuga Hanyu" userId="f18bd86c1b9e4fc5" providerId="LiveId" clId="{E5E3F1B9-74A0-4F90-9133-03CFF7612F0F}" dt="2024-06-13T06:31:17.579" v="346" actId="22"/>
        <pc:sldMkLst>
          <pc:docMk/>
          <pc:sldMk cId="3149281318" sldId="261"/>
        </pc:sldMkLst>
      </pc:sldChg>
      <pc:sldChg chg="addSp delSp modSp mod addAnim delAnim modAnim">
        <pc:chgData name="Yuga Hanyu" userId="f18bd86c1b9e4fc5" providerId="LiveId" clId="{E5E3F1B9-74A0-4F90-9133-03CFF7612F0F}" dt="2024-06-13T06:06:19.610" v="319"/>
        <pc:sldMkLst>
          <pc:docMk/>
          <pc:sldMk cId="4196662661" sldId="262"/>
        </pc:sldMkLst>
      </pc:sldChg>
      <pc:sldChg chg="modSp mod">
        <pc:chgData name="Yuga Hanyu" userId="f18bd86c1b9e4fc5" providerId="LiveId" clId="{E5E3F1B9-74A0-4F90-9133-03CFF7612F0F}" dt="2024-06-13T08:29:25.506" v="2383" actId="20577"/>
        <pc:sldMkLst>
          <pc:docMk/>
          <pc:sldMk cId="2782757723" sldId="266"/>
        </pc:sldMkLst>
      </pc:sldChg>
      <pc:sldChg chg="modSp mod">
        <pc:chgData name="Yuga Hanyu" userId="f18bd86c1b9e4fc5" providerId="LiveId" clId="{E5E3F1B9-74A0-4F90-9133-03CFF7612F0F}" dt="2024-06-13T08:26:14.275" v="2134" actId="20577"/>
        <pc:sldMkLst>
          <pc:docMk/>
          <pc:sldMk cId="2643257192" sldId="268"/>
        </pc:sldMkLst>
      </pc:sldChg>
      <pc:sldChg chg="modSp mod">
        <pc:chgData name="Yuga Hanyu" userId="f18bd86c1b9e4fc5" providerId="LiveId" clId="{E5E3F1B9-74A0-4F90-9133-03CFF7612F0F}" dt="2024-06-13T08:27:11.647" v="2242" actId="20577"/>
        <pc:sldMkLst>
          <pc:docMk/>
          <pc:sldMk cId="2704097318" sldId="269"/>
        </pc:sldMkLst>
      </pc:sldChg>
      <pc:sldChg chg="modSp mod">
        <pc:chgData name="Yuga Hanyu" userId="f18bd86c1b9e4fc5" providerId="LiveId" clId="{E5E3F1B9-74A0-4F90-9133-03CFF7612F0F}" dt="2024-06-13T06:31:37.011" v="355" actId="20577"/>
        <pc:sldMkLst>
          <pc:docMk/>
          <pc:sldMk cId="3679623919" sldId="270"/>
        </pc:sldMkLst>
      </pc:sldChg>
      <pc:sldChg chg="addSp delSp modSp mod">
        <pc:chgData name="Yuga Hanyu" userId="f18bd86c1b9e4fc5" providerId="LiveId" clId="{E5E3F1B9-74A0-4F90-9133-03CFF7612F0F}" dt="2024-06-13T07:35:05.795" v="1637" actId="478"/>
        <pc:sldMkLst>
          <pc:docMk/>
          <pc:sldMk cId="2645817157" sldId="271"/>
        </pc:sldMkLst>
      </pc:sldChg>
      <pc:sldChg chg="del">
        <pc:chgData name="Yuga Hanyu" userId="f18bd86c1b9e4fc5" providerId="LiveId" clId="{E5E3F1B9-74A0-4F90-9133-03CFF7612F0F}" dt="2024-06-13T07:35:31.846" v="1638" actId="47"/>
        <pc:sldMkLst>
          <pc:docMk/>
          <pc:sldMk cId="979709078" sldId="272"/>
        </pc:sldMkLst>
      </pc:sldChg>
      <pc:sldChg chg="modSp mod">
        <pc:chgData name="Yuga Hanyu" userId="f18bd86c1b9e4fc5" providerId="LiveId" clId="{E5E3F1B9-74A0-4F90-9133-03CFF7612F0F}" dt="2024-06-13T07:26:06.228" v="1347" actId="255"/>
        <pc:sldMkLst>
          <pc:docMk/>
          <pc:sldMk cId="901679864" sldId="279"/>
        </pc:sldMkLst>
      </pc:sldChg>
      <pc:sldChg chg="modSp mod">
        <pc:chgData name="Yuga Hanyu" userId="f18bd86c1b9e4fc5" providerId="LiveId" clId="{E5E3F1B9-74A0-4F90-9133-03CFF7612F0F}" dt="2024-06-13T07:04:12.015" v="1105" actId="255"/>
        <pc:sldMkLst>
          <pc:docMk/>
          <pc:sldMk cId="745603062" sldId="281"/>
        </pc:sldMkLst>
      </pc:sldChg>
      <pc:sldChg chg="modSp mod">
        <pc:chgData name="Yuga Hanyu" userId="f18bd86c1b9e4fc5" providerId="LiveId" clId="{E5E3F1B9-74A0-4F90-9133-03CFF7612F0F}" dt="2024-06-13T07:25:38.240" v="1342" actId="27636"/>
        <pc:sldMkLst>
          <pc:docMk/>
          <pc:sldMk cId="2112560260" sldId="282"/>
        </pc:sldMkLst>
      </pc:sldChg>
      <pc:sldChg chg="addSp delSp modSp mod">
        <pc:chgData name="Yuga Hanyu" userId="f18bd86c1b9e4fc5" providerId="LiveId" clId="{E5E3F1B9-74A0-4F90-9133-03CFF7612F0F}" dt="2024-06-13T07:28:04.505" v="1365" actId="11529"/>
        <pc:sldMkLst>
          <pc:docMk/>
          <pc:sldMk cId="3046287947" sldId="283"/>
        </pc:sldMkLst>
      </pc:sldChg>
      <pc:sldChg chg="modSp mod">
        <pc:chgData name="Yuga Hanyu" userId="f18bd86c1b9e4fc5" providerId="LiveId" clId="{E5E3F1B9-74A0-4F90-9133-03CFF7612F0F}" dt="2024-06-13T07:30:09.981" v="1460" actId="20577"/>
        <pc:sldMkLst>
          <pc:docMk/>
          <pc:sldMk cId="1597418614" sldId="284"/>
        </pc:sldMkLst>
      </pc:sldChg>
      <pc:sldChg chg="modSp mod">
        <pc:chgData name="Yuga Hanyu" userId="f18bd86c1b9e4fc5" providerId="LiveId" clId="{E5E3F1B9-74A0-4F90-9133-03CFF7612F0F}" dt="2024-06-13T07:31:11.500" v="1549" actId="20577"/>
        <pc:sldMkLst>
          <pc:docMk/>
          <pc:sldMk cId="877221307" sldId="285"/>
        </pc:sldMkLst>
      </pc:sldChg>
      <pc:sldChg chg="addSp modSp del mod">
        <pc:chgData name="Yuga Hanyu" userId="f18bd86c1b9e4fc5" providerId="LiveId" clId="{E5E3F1B9-74A0-4F90-9133-03CFF7612F0F}" dt="2024-06-13T08:16:13.983" v="1715" actId="47"/>
        <pc:sldMkLst>
          <pc:docMk/>
          <pc:sldMk cId="1071653102" sldId="286"/>
        </pc:sldMkLst>
      </pc:sldChg>
      <pc:sldChg chg="addSp delSp modSp new del mod">
        <pc:chgData name="Yuga Hanyu" userId="f18bd86c1b9e4fc5" providerId="LiveId" clId="{E5E3F1B9-74A0-4F90-9133-03CFF7612F0F}" dt="2024-06-13T08:21:20.938" v="1865" actId="47"/>
        <pc:sldMkLst>
          <pc:docMk/>
          <pc:sldMk cId="2583888521" sldId="287"/>
        </pc:sldMkLst>
      </pc:sldChg>
      <pc:sldChg chg="new del">
        <pc:chgData name="Yuga Hanyu" userId="f18bd86c1b9e4fc5" providerId="LiveId" clId="{E5E3F1B9-74A0-4F90-9133-03CFF7612F0F}" dt="2024-06-09T05:28:08.509" v="2" actId="47"/>
        <pc:sldMkLst>
          <pc:docMk/>
          <pc:sldMk cId="2690591008" sldId="287"/>
        </pc:sldMkLst>
      </pc:sldChg>
      <pc:sldChg chg="addSp delSp modSp add mod">
        <pc:chgData name="Yuga Hanyu" userId="f18bd86c1b9e4fc5" providerId="LiveId" clId="{E5E3F1B9-74A0-4F90-9133-03CFF7612F0F}" dt="2024-06-13T06:51:05.286" v="581" actId="1076"/>
        <pc:sldMkLst>
          <pc:docMk/>
          <pc:sldMk cId="1194178405" sldId="288"/>
        </pc:sldMkLst>
      </pc:sldChg>
      <pc:sldChg chg="addSp modSp add del mod">
        <pc:chgData name="Yuga Hanyu" userId="f18bd86c1b9e4fc5" providerId="LiveId" clId="{E5E3F1B9-74A0-4F90-9133-03CFF7612F0F}" dt="2024-06-09T05:31:04.573" v="9" actId="47"/>
        <pc:sldMkLst>
          <pc:docMk/>
          <pc:sldMk cId="1608337409" sldId="288"/>
        </pc:sldMkLst>
      </pc:sldChg>
      <pc:sldChg chg="modSp new del mod">
        <pc:chgData name="Yuga Hanyu" userId="f18bd86c1b9e4fc5" providerId="LiveId" clId="{E5E3F1B9-74A0-4F90-9133-03CFF7612F0F}" dt="2024-06-13T06:31:04.012" v="344" actId="47"/>
        <pc:sldMkLst>
          <pc:docMk/>
          <pc:sldMk cId="1780098881" sldId="288"/>
        </pc:sldMkLst>
      </pc:sldChg>
      <pc:sldChg chg="modSp new mod">
        <pc:chgData name="Yuga Hanyu" userId="f18bd86c1b9e4fc5" providerId="LiveId" clId="{E5E3F1B9-74A0-4F90-9133-03CFF7612F0F}" dt="2024-06-13T06:54:24.052" v="747" actId="20577"/>
        <pc:sldMkLst>
          <pc:docMk/>
          <pc:sldMk cId="1258968761" sldId="289"/>
        </pc:sldMkLst>
      </pc:sldChg>
      <pc:sldChg chg="addSp delSp modSp add mod">
        <pc:chgData name="Yuga Hanyu" userId="f18bd86c1b9e4fc5" providerId="LiveId" clId="{E5E3F1B9-74A0-4F90-9133-03CFF7612F0F}" dt="2024-06-13T09:55:40.094" v="2732" actId="208"/>
        <pc:sldMkLst>
          <pc:docMk/>
          <pc:sldMk cId="2025358460" sldId="290"/>
        </pc:sldMkLst>
      </pc:sldChg>
      <pc:sldChg chg="modSp add mod">
        <pc:chgData name="Yuga Hanyu" userId="f18bd86c1b9e4fc5" providerId="LiveId" clId="{E5E3F1B9-74A0-4F90-9133-03CFF7612F0F}" dt="2024-06-13T08:17:15.467" v="1774" actId="20577"/>
        <pc:sldMkLst>
          <pc:docMk/>
          <pc:sldMk cId="2529387008" sldId="291"/>
        </pc:sldMkLst>
      </pc:sldChg>
      <pc:sldChg chg="add del">
        <pc:chgData name="Yuga Hanyu" userId="f18bd86c1b9e4fc5" providerId="LiveId" clId="{E5E3F1B9-74A0-4F90-9133-03CFF7612F0F}" dt="2024-06-13T08:16:20.578" v="1717"/>
        <pc:sldMkLst>
          <pc:docMk/>
          <pc:sldMk cId="3043005012" sldId="291"/>
        </pc:sldMkLst>
      </pc:sldChg>
      <pc:sldChg chg="addSp delSp modSp add mod">
        <pc:chgData name="Yuga Hanyu" userId="f18bd86c1b9e4fc5" providerId="LiveId" clId="{E5E3F1B9-74A0-4F90-9133-03CFF7612F0F}" dt="2024-06-13T09:57:14.522" v="2736" actId="1076"/>
        <pc:sldMkLst>
          <pc:docMk/>
          <pc:sldMk cId="3927080702" sldId="292"/>
        </pc:sldMkLst>
      </pc:sldChg>
      <pc:sldChg chg="addSp delSp modSp add mod">
        <pc:chgData name="Yuga Hanyu" userId="f18bd86c1b9e4fc5" providerId="LiveId" clId="{E5E3F1B9-74A0-4F90-9133-03CFF7612F0F}" dt="2024-06-13T10:14:19.837" v="2780" actId="14100"/>
        <pc:sldMkLst>
          <pc:docMk/>
          <pc:sldMk cId="2729317545" sldId="293"/>
        </pc:sldMkLst>
      </pc:sldChg>
    </pc:docChg>
  </pc:docChgLst>
  <pc:docChgLst>
    <pc:chgData name="Yuga Hanyu" userId="f18bd86c1b9e4fc5" providerId="LiveId" clId="{0E66FA31-8BF9-47E4-A823-5AB615B6B52D}"/>
    <pc:docChg chg="undo custSel addSld delSld modSld addMainMaster delMainMaster modMainMaster modSection">
      <pc:chgData name="Yuga Hanyu" userId="f18bd86c1b9e4fc5" providerId="LiveId" clId="{0E66FA31-8BF9-47E4-A823-5AB615B6B52D}" dt="2025-01-30T09:27:15.662" v="4277" actId="20577"/>
      <pc:docMkLst>
        <pc:docMk/>
      </pc:docMkLst>
      <pc:sldChg chg="modSp mod">
        <pc:chgData name="Yuga Hanyu" userId="f18bd86c1b9e4fc5" providerId="LiveId" clId="{0E66FA31-8BF9-47E4-A823-5AB615B6B52D}" dt="2025-01-30T05:02:43.450" v="242" actId="20577"/>
        <pc:sldMkLst>
          <pc:docMk/>
          <pc:sldMk cId="639326225" sldId="258"/>
        </pc:sldMkLst>
      </pc:sldChg>
      <pc:sldChg chg="delSp modSp mod">
        <pc:chgData name="Yuga Hanyu" userId="f18bd86c1b9e4fc5" providerId="LiveId" clId="{0E66FA31-8BF9-47E4-A823-5AB615B6B52D}" dt="2025-01-30T09:26:37.966" v="4271" actId="1076"/>
        <pc:sldMkLst>
          <pc:docMk/>
          <pc:sldMk cId="2782757723" sldId="266"/>
        </pc:sldMkLst>
      </pc:sldChg>
      <pc:sldChg chg="modSp mod">
        <pc:chgData name="Yuga Hanyu" userId="f18bd86c1b9e4fc5" providerId="LiveId" clId="{0E66FA31-8BF9-47E4-A823-5AB615B6B52D}" dt="2025-01-30T04:56:16.796" v="218" actId="20577"/>
        <pc:sldMkLst>
          <pc:docMk/>
          <pc:sldMk cId="2643257192" sldId="268"/>
        </pc:sldMkLst>
      </pc:sldChg>
      <pc:sldChg chg="modSp mod">
        <pc:chgData name="Yuga Hanyu" userId="f18bd86c1b9e4fc5" providerId="LiveId" clId="{0E66FA31-8BF9-47E4-A823-5AB615B6B52D}" dt="2025-01-30T09:25:16.107" v="4239" actId="6549"/>
        <pc:sldMkLst>
          <pc:docMk/>
          <pc:sldMk cId="2704097318" sldId="269"/>
        </pc:sldMkLst>
      </pc:sldChg>
      <pc:sldChg chg="modSp mod">
        <pc:chgData name="Yuga Hanyu" userId="f18bd86c1b9e4fc5" providerId="LiveId" clId="{0E66FA31-8BF9-47E4-A823-5AB615B6B52D}" dt="2025-01-30T06:53:08.318" v="1880" actId="20577"/>
        <pc:sldMkLst>
          <pc:docMk/>
          <pc:sldMk cId="3679623919" sldId="270"/>
        </pc:sldMkLst>
      </pc:sldChg>
      <pc:sldChg chg="modSp mod">
        <pc:chgData name="Yuga Hanyu" userId="f18bd86c1b9e4fc5" providerId="LiveId" clId="{0E66FA31-8BF9-47E4-A823-5AB615B6B52D}" dt="2025-01-30T06:53:33.435" v="1886" actId="20577"/>
        <pc:sldMkLst>
          <pc:docMk/>
          <pc:sldMk cId="1597418614" sldId="284"/>
        </pc:sldMkLst>
      </pc:sldChg>
      <pc:sldChg chg="modSp mod">
        <pc:chgData name="Yuga Hanyu" userId="f18bd86c1b9e4fc5" providerId="LiveId" clId="{0E66FA31-8BF9-47E4-A823-5AB615B6B52D}" dt="2025-01-30T06:53:42.735" v="1892" actId="20577"/>
        <pc:sldMkLst>
          <pc:docMk/>
          <pc:sldMk cId="877221307" sldId="285"/>
        </pc:sldMkLst>
      </pc:sldChg>
      <pc:sldChg chg="modSp mod">
        <pc:chgData name="Yuga Hanyu" userId="f18bd86c1b9e4fc5" providerId="LiveId" clId="{0E66FA31-8BF9-47E4-A823-5AB615B6B52D}" dt="2025-01-30T06:53:00.691" v="1872" actId="20577"/>
        <pc:sldMkLst>
          <pc:docMk/>
          <pc:sldMk cId="1258968761" sldId="289"/>
        </pc:sldMkLst>
      </pc:sldChg>
      <pc:sldChg chg="modSp mod">
        <pc:chgData name="Yuga Hanyu" userId="f18bd86c1b9e4fc5" providerId="LiveId" clId="{0E66FA31-8BF9-47E4-A823-5AB615B6B52D}" dt="2025-01-30T06:51:13.964" v="1827" actId="20577"/>
        <pc:sldMkLst>
          <pc:docMk/>
          <pc:sldMk cId="2529387008" sldId="291"/>
        </pc:sldMkLst>
      </pc:sldChg>
      <pc:sldChg chg="del">
        <pc:chgData name="Yuga Hanyu" userId="f18bd86c1b9e4fc5" providerId="LiveId" clId="{0E66FA31-8BF9-47E4-A823-5AB615B6B52D}" dt="2025-01-30T05:11:48.365" v="454" actId="47"/>
        <pc:sldMkLst>
          <pc:docMk/>
          <pc:sldMk cId="2927270242" sldId="296"/>
        </pc:sldMkLst>
      </pc:sldChg>
      <pc:sldChg chg="del">
        <pc:chgData name="Yuga Hanyu" userId="f18bd86c1b9e4fc5" providerId="LiveId" clId="{0E66FA31-8BF9-47E4-A823-5AB615B6B52D}" dt="2025-01-30T04:24:49.772" v="25" actId="47"/>
        <pc:sldMkLst>
          <pc:docMk/>
          <pc:sldMk cId="2867075943" sldId="297"/>
        </pc:sldMkLst>
      </pc:sldChg>
      <pc:sldChg chg="del">
        <pc:chgData name="Yuga Hanyu" userId="f18bd86c1b9e4fc5" providerId="LiveId" clId="{0E66FA31-8BF9-47E4-A823-5AB615B6B52D}" dt="2025-01-30T04:25:15.695" v="26" actId="47"/>
        <pc:sldMkLst>
          <pc:docMk/>
          <pc:sldMk cId="1178232423" sldId="298"/>
        </pc:sldMkLst>
      </pc:sldChg>
      <pc:sldChg chg="del">
        <pc:chgData name="Yuga Hanyu" userId="f18bd86c1b9e4fc5" providerId="LiveId" clId="{0E66FA31-8BF9-47E4-A823-5AB615B6B52D}" dt="2025-01-30T04:25:16.602" v="27" actId="47"/>
        <pc:sldMkLst>
          <pc:docMk/>
          <pc:sldMk cId="3873683899" sldId="299"/>
        </pc:sldMkLst>
      </pc:sldChg>
      <pc:sldChg chg="del">
        <pc:chgData name="Yuga Hanyu" userId="f18bd86c1b9e4fc5" providerId="LiveId" clId="{0E66FA31-8BF9-47E4-A823-5AB615B6B52D}" dt="2025-01-30T04:25:18.248" v="28" actId="47"/>
        <pc:sldMkLst>
          <pc:docMk/>
          <pc:sldMk cId="3850101787" sldId="300"/>
        </pc:sldMkLst>
      </pc:sldChg>
      <pc:sldChg chg="del">
        <pc:chgData name="Yuga Hanyu" userId="f18bd86c1b9e4fc5" providerId="LiveId" clId="{0E66FA31-8BF9-47E4-A823-5AB615B6B52D}" dt="2025-01-30T04:25:18.708" v="29" actId="47"/>
        <pc:sldMkLst>
          <pc:docMk/>
          <pc:sldMk cId="545146949" sldId="301"/>
        </pc:sldMkLst>
      </pc:sldChg>
      <pc:sldChg chg="modSp del mod">
        <pc:chgData name="Yuga Hanyu" userId="f18bd86c1b9e4fc5" providerId="LiveId" clId="{0E66FA31-8BF9-47E4-A823-5AB615B6B52D}" dt="2025-01-30T05:17:37.472" v="516" actId="47"/>
        <pc:sldMkLst>
          <pc:docMk/>
          <pc:sldMk cId="2806279094" sldId="302"/>
        </pc:sldMkLst>
      </pc:sldChg>
      <pc:sldChg chg="modSp mod">
        <pc:chgData name="Yuga Hanyu" userId="f18bd86c1b9e4fc5" providerId="LiveId" clId="{0E66FA31-8BF9-47E4-A823-5AB615B6B52D}" dt="2025-01-30T06:53:48.108" v="1896" actId="20577"/>
        <pc:sldMkLst>
          <pc:docMk/>
          <pc:sldMk cId="4293810146" sldId="303"/>
        </pc:sldMkLst>
      </pc:sldChg>
      <pc:sldChg chg="addSp delSp modSp mod">
        <pc:chgData name="Yuga Hanyu" userId="f18bd86c1b9e4fc5" providerId="LiveId" clId="{0E66FA31-8BF9-47E4-A823-5AB615B6B52D}" dt="2025-01-30T06:53:57.828" v="1902" actId="20577"/>
        <pc:sldMkLst>
          <pc:docMk/>
          <pc:sldMk cId="1906002226" sldId="304"/>
        </pc:sldMkLst>
      </pc:sldChg>
      <pc:sldChg chg="del">
        <pc:chgData name="Yuga Hanyu" userId="f18bd86c1b9e4fc5" providerId="LiveId" clId="{0E66FA31-8BF9-47E4-A823-5AB615B6B52D}" dt="2025-01-30T04:25:19.322" v="30" actId="47"/>
        <pc:sldMkLst>
          <pc:docMk/>
          <pc:sldMk cId="553147957" sldId="305"/>
        </pc:sldMkLst>
      </pc:sldChg>
      <pc:sldChg chg="addSp delSp modSp new mod">
        <pc:chgData name="Yuga Hanyu" userId="f18bd86c1b9e4fc5" providerId="LiveId" clId="{0E66FA31-8BF9-47E4-A823-5AB615B6B52D}" dt="2025-01-30T08:46:30.966" v="2704" actId="122"/>
        <pc:sldMkLst>
          <pc:docMk/>
          <pc:sldMk cId="1602175283" sldId="305"/>
        </pc:sldMkLst>
      </pc:sldChg>
      <pc:sldChg chg="new del">
        <pc:chgData name="Yuga Hanyu" userId="f18bd86c1b9e4fc5" providerId="LiveId" clId="{0E66FA31-8BF9-47E4-A823-5AB615B6B52D}" dt="2025-01-30T05:15:38.210" v="472" actId="47"/>
        <pc:sldMkLst>
          <pc:docMk/>
          <pc:sldMk cId="2816043585" sldId="305"/>
        </pc:sldMkLst>
      </pc:sldChg>
      <pc:sldChg chg="modSp new del mod">
        <pc:chgData name="Yuga Hanyu" userId="f18bd86c1b9e4fc5" providerId="LiveId" clId="{0E66FA31-8BF9-47E4-A823-5AB615B6B52D}" dt="2025-01-30T05:19:33.684" v="526" actId="47"/>
        <pc:sldMkLst>
          <pc:docMk/>
          <pc:sldMk cId="3024414648" sldId="305"/>
        </pc:sldMkLst>
      </pc:sldChg>
      <pc:sldChg chg="addSp delSp modSp add mod">
        <pc:chgData name="Yuga Hanyu" userId="f18bd86c1b9e4fc5" providerId="LiveId" clId="{0E66FA31-8BF9-47E4-A823-5AB615B6B52D}" dt="2025-01-30T08:46:23.814" v="2703" actId="122"/>
        <pc:sldMkLst>
          <pc:docMk/>
          <pc:sldMk cId="3246396025" sldId="306"/>
        </pc:sldMkLst>
      </pc:sldChg>
      <pc:sldChg chg="modSp add mod">
        <pc:chgData name="Yuga Hanyu" userId="f18bd86c1b9e4fc5" providerId="LiveId" clId="{0E66FA31-8BF9-47E4-A823-5AB615B6B52D}" dt="2025-01-30T08:46:16.558" v="2702" actId="122"/>
        <pc:sldMkLst>
          <pc:docMk/>
          <pc:sldMk cId="3989206009" sldId="307"/>
        </pc:sldMkLst>
      </pc:sldChg>
      <pc:sldChg chg="addSp delSp modSp add mod">
        <pc:chgData name="Yuga Hanyu" userId="f18bd86c1b9e4fc5" providerId="LiveId" clId="{0E66FA31-8BF9-47E4-A823-5AB615B6B52D}" dt="2025-01-30T08:46:08.626" v="2701" actId="122"/>
        <pc:sldMkLst>
          <pc:docMk/>
          <pc:sldMk cId="480242477" sldId="308"/>
        </pc:sldMkLst>
      </pc:sldChg>
      <pc:sldChg chg="modSp add mod">
        <pc:chgData name="Yuga Hanyu" userId="f18bd86c1b9e4fc5" providerId="LiveId" clId="{0E66FA31-8BF9-47E4-A823-5AB615B6B52D}" dt="2025-01-30T08:46:01.616" v="2700" actId="1076"/>
        <pc:sldMkLst>
          <pc:docMk/>
          <pc:sldMk cId="3469841091" sldId="309"/>
        </pc:sldMkLst>
      </pc:sldChg>
      <pc:sldChg chg="addSp delSp modSp add mod">
        <pc:chgData name="Yuga Hanyu" userId="f18bd86c1b9e4fc5" providerId="LiveId" clId="{0E66FA31-8BF9-47E4-A823-5AB615B6B52D}" dt="2025-01-30T08:45:49.964" v="2698" actId="122"/>
        <pc:sldMkLst>
          <pc:docMk/>
          <pc:sldMk cId="2002469330" sldId="310"/>
        </pc:sldMkLst>
      </pc:sldChg>
      <pc:sldChg chg="addSp delSp modSp add mod">
        <pc:chgData name="Yuga Hanyu" userId="f18bd86c1b9e4fc5" providerId="LiveId" clId="{0E66FA31-8BF9-47E4-A823-5AB615B6B52D}" dt="2025-01-30T08:48:54.435" v="2796" actId="20577"/>
        <pc:sldMkLst>
          <pc:docMk/>
          <pc:sldMk cId="1608972214" sldId="311"/>
        </pc:sldMkLst>
      </pc:sldChg>
      <pc:sldChg chg="delSp modSp add mod">
        <pc:chgData name="Yuga Hanyu" userId="f18bd86c1b9e4fc5" providerId="LiveId" clId="{0E66FA31-8BF9-47E4-A823-5AB615B6B52D}" dt="2025-01-30T09:27:03.775" v="4273" actId="20577"/>
        <pc:sldMkLst>
          <pc:docMk/>
          <pc:sldMk cId="2918878312" sldId="312"/>
        </pc:sldMkLst>
      </pc:sldChg>
      <pc:sldChg chg="modSp add del mod">
        <pc:chgData name="Yuga Hanyu" userId="f18bd86c1b9e4fc5" providerId="LiveId" clId="{0E66FA31-8BF9-47E4-A823-5AB615B6B52D}" dt="2025-01-30T09:09:53.966" v="3451" actId="47"/>
        <pc:sldMkLst>
          <pc:docMk/>
          <pc:sldMk cId="225407005" sldId="313"/>
        </pc:sldMkLst>
      </pc:sldChg>
      <pc:sldChg chg="modSp add mod">
        <pc:chgData name="Yuga Hanyu" userId="f18bd86c1b9e4fc5" providerId="LiveId" clId="{0E66FA31-8BF9-47E4-A823-5AB615B6B52D}" dt="2025-01-30T09:27:09.334" v="4275" actId="20577"/>
        <pc:sldMkLst>
          <pc:docMk/>
          <pc:sldMk cId="1506206993" sldId="313"/>
        </pc:sldMkLst>
      </pc:sldChg>
      <pc:sldChg chg="modSp add mod">
        <pc:chgData name="Yuga Hanyu" userId="f18bd86c1b9e4fc5" providerId="LiveId" clId="{0E66FA31-8BF9-47E4-A823-5AB615B6B52D}" dt="2025-01-30T09:27:15.662" v="4277" actId="20577"/>
        <pc:sldMkLst>
          <pc:docMk/>
          <pc:sldMk cId="649538065" sldId="314"/>
        </pc:sldMkLst>
      </pc:sldChg>
      <pc:sldChg chg="delSp modSp add mod">
        <pc:chgData name="Yuga Hanyu" userId="f18bd86c1b9e4fc5" providerId="LiveId" clId="{0E66FA31-8BF9-47E4-A823-5AB615B6B52D}" dt="2025-01-30T09:23:43.360" v="4196" actId="1076"/>
        <pc:sldMkLst>
          <pc:docMk/>
          <pc:sldMk cId="953002827" sldId="315"/>
        </pc:sldMkLst>
      </pc:sldChg>
      <pc:sldMasterChg chg="modSldLayout">
        <pc:chgData name="Yuga Hanyu" userId="f18bd86c1b9e4fc5" providerId="LiveId" clId="{0E66FA31-8BF9-47E4-A823-5AB615B6B52D}" dt="2025-01-30T05:19:16.972" v="525" actId="478"/>
        <pc:sldMasterMkLst>
          <pc:docMk/>
          <pc:sldMasterMk cId="780099175" sldId="2147483648"/>
        </pc:sldMasterMkLst>
        <pc:sldLayoutChg chg="addSp delSp modSp mod">
          <pc:chgData name="Yuga Hanyu" userId="f18bd86c1b9e4fc5" providerId="LiveId" clId="{0E66FA31-8BF9-47E4-A823-5AB615B6B52D}" dt="2025-01-30T05:13:46.157" v="463"/>
          <pc:sldLayoutMkLst>
            <pc:docMk/>
            <pc:sldMasterMk cId="780099175" sldId="2147483648"/>
            <pc:sldLayoutMk cId="3881199857" sldId="2147483654"/>
          </pc:sldLayoutMkLst>
        </pc:sldLayoutChg>
        <pc:sldLayoutChg chg="addSp delSp modSp mod">
          <pc:chgData name="Yuga Hanyu" userId="f18bd86c1b9e4fc5" providerId="LiveId" clId="{0E66FA31-8BF9-47E4-A823-5AB615B6B52D}" dt="2025-01-30T05:19:16.972" v="525" actId="478"/>
          <pc:sldLayoutMkLst>
            <pc:docMk/>
            <pc:sldMasterMk cId="780099175" sldId="2147483648"/>
            <pc:sldLayoutMk cId="1412670314" sldId="2147483655"/>
          </pc:sldLayoutMkLst>
        </pc:sldLayoutChg>
      </pc:sldMasterChg>
      <pc:sldMasterChg chg="new del mod addSldLayout delSldLayout">
        <pc:chgData name="Yuga Hanyu" userId="f18bd86c1b9e4fc5" providerId="LiveId" clId="{0E66FA31-8BF9-47E4-A823-5AB615B6B52D}" dt="2025-01-30T05:12:32.208" v="458" actId="6938"/>
        <pc:sldMasterMkLst>
          <pc:docMk/>
          <pc:sldMasterMk cId="2094924319" sldId="2147483655"/>
        </pc:sldMasterMkLst>
        <pc:sldLayoutChg chg="new del replId">
          <pc:chgData name="Yuga Hanyu" userId="f18bd86c1b9e4fc5" providerId="LiveId" clId="{0E66FA31-8BF9-47E4-A823-5AB615B6B52D}" dt="2025-01-30T05:12:32.208" v="458" actId="6938"/>
          <pc:sldLayoutMkLst>
            <pc:docMk/>
            <pc:sldMasterMk cId="2094924319" sldId="2147483655"/>
            <pc:sldLayoutMk cId="1535730743" sldId="2147483656"/>
          </pc:sldLayoutMkLst>
        </pc:sldLayoutChg>
        <pc:sldLayoutChg chg="new del replId">
          <pc:chgData name="Yuga Hanyu" userId="f18bd86c1b9e4fc5" providerId="LiveId" clId="{0E66FA31-8BF9-47E4-A823-5AB615B6B52D}" dt="2025-01-30T05:12:32.208" v="458" actId="6938"/>
          <pc:sldLayoutMkLst>
            <pc:docMk/>
            <pc:sldMasterMk cId="2094924319" sldId="2147483655"/>
            <pc:sldLayoutMk cId="1202556370" sldId="2147483657"/>
          </pc:sldLayoutMkLst>
        </pc:sldLayoutChg>
        <pc:sldLayoutChg chg="new del replId">
          <pc:chgData name="Yuga Hanyu" userId="f18bd86c1b9e4fc5" providerId="LiveId" clId="{0E66FA31-8BF9-47E4-A823-5AB615B6B52D}" dt="2025-01-30T05:12:32.208" v="458" actId="6938"/>
          <pc:sldLayoutMkLst>
            <pc:docMk/>
            <pc:sldMasterMk cId="2094924319" sldId="2147483655"/>
            <pc:sldLayoutMk cId="153618789" sldId="2147483658"/>
          </pc:sldLayoutMkLst>
        </pc:sldLayoutChg>
        <pc:sldLayoutChg chg="new del replId">
          <pc:chgData name="Yuga Hanyu" userId="f18bd86c1b9e4fc5" providerId="LiveId" clId="{0E66FA31-8BF9-47E4-A823-5AB615B6B52D}" dt="2025-01-30T05:12:32.208" v="458" actId="6938"/>
          <pc:sldLayoutMkLst>
            <pc:docMk/>
            <pc:sldMasterMk cId="2094924319" sldId="2147483655"/>
            <pc:sldLayoutMk cId="1851907463" sldId="2147483659"/>
          </pc:sldLayoutMkLst>
        </pc:sldLayoutChg>
        <pc:sldLayoutChg chg="new del replId">
          <pc:chgData name="Yuga Hanyu" userId="f18bd86c1b9e4fc5" providerId="LiveId" clId="{0E66FA31-8BF9-47E4-A823-5AB615B6B52D}" dt="2025-01-30T05:12:32.208" v="458" actId="6938"/>
          <pc:sldLayoutMkLst>
            <pc:docMk/>
            <pc:sldMasterMk cId="2094924319" sldId="2147483655"/>
            <pc:sldLayoutMk cId="2816032501" sldId="2147483660"/>
          </pc:sldLayoutMkLst>
        </pc:sldLayoutChg>
        <pc:sldLayoutChg chg="new del replId">
          <pc:chgData name="Yuga Hanyu" userId="f18bd86c1b9e4fc5" providerId="LiveId" clId="{0E66FA31-8BF9-47E4-A823-5AB615B6B52D}" dt="2025-01-30T05:12:32.208" v="458" actId="6938"/>
          <pc:sldLayoutMkLst>
            <pc:docMk/>
            <pc:sldMasterMk cId="2094924319" sldId="2147483655"/>
            <pc:sldLayoutMk cId="2640039025" sldId="2147483661"/>
          </pc:sldLayoutMkLst>
        </pc:sldLayoutChg>
        <pc:sldLayoutChg chg="new del replId">
          <pc:chgData name="Yuga Hanyu" userId="f18bd86c1b9e4fc5" providerId="LiveId" clId="{0E66FA31-8BF9-47E4-A823-5AB615B6B52D}" dt="2025-01-30T05:12:32.208" v="458" actId="6938"/>
          <pc:sldLayoutMkLst>
            <pc:docMk/>
            <pc:sldMasterMk cId="2094924319" sldId="2147483655"/>
            <pc:sldLayoutMk cId="415032077" sldId="2147483662"/>
          </pc:sldLayoutMkLst>
        </pc:sldLayoutChg>
        <pc:sldLayoutChg chg="new del replId">
          <pc:chgData name="Yuga Hanyu" userId="f18bd86c1b9e4fc5" providerId="LiveId" clId="{0E66FA31-8BF9-47E4-A823-5AB615B6B52D}" dt="2025-01-30T05:12:32.208" v="458" actId="6938"/>
          <pc:sldLayoutMkLst>
            <pc:docMk/>
            <pc:sldMasterMk cId="2094924319" sldId="2147483655"/>
            <pc:sldLayoutMk cId="1425298940" sldId="2147483663"/>
          </pc:sldLayoutMkLst>
        </pc:sldLayoutChg>
        <pc:sldLayoutChg chg="new del replId">
          <pc:chgData name="Yuga Hanyu" userId="f18bd86c1b9e4fc5" providerId="LiveId" clId="{0E66FA31-8BF9-47E4-A823-5AB615B6B52D}" dt="2025-01-30T05:12:32.208" v="458" actId="6938"/>
          <pc:sldLayoutMkLst>
            <pc:docMk/>
            <pc:sldMasterMk cId="2094924319" sldId="2147483655"/>
            <pc:sldLayoutMk cId="3744808210" sldId="2147483664"/>
          </pc:sldLayoutMkLst>
        </pc:sldLayoutChg>
        <pc:sldLayoutChg chg="new del replId">
          <pc:chgData name="Yuga Hanyu" userId="f18bd86c1b9e4fc5" providerId="LiveId" clId="{0E66FA31-8BF9-47E4-A823-5AB615B6B52D}" dt="2025-01-30T05:12:32.208" v="458" actId="6938"/>
          <pc:sldLayoutMkLst>
            <pc:docMk/>
            <pc:sldMasterMk cId="2094924319" sldId="2147483655"/>
            <pc:sldLayoutMk cId="3229605556" sldId="2147483665"/>
          </pc:sldLayoutMkLst>
        </pc:sldLayoutChg>
        <pc:sldLayoutChg chg="new del replId">
          <pc:chgData name="Yuga Hanyu" userId="f18bd86c1b9e4fc5" providerId="LiveId" clId="{0E66FA31-8BF9-47E4-A823-5AB615B6B52D}" dt="2025-01-30T05:12:32.208" v="458" actId="6938"/>
          <pc:sldLayoutMkLst>
            <pc:docMk/>
            <pc:sldMasterMk cId="2094924319" sldId="2147483655"/>
            <pc:sldLayoutMk cId="3898950758" sldId="2147483666"/>
          </pc:sldLayoutMkLst>
        </pc:sldLayoutChg>
      </pc:sldMasterChg>
    </pc:docChg>
  </pc:docChgLst>
  <pc:docChgLst>
    <pc:chgData name="Yuga Hanyu" userId="f18bd86c1b9e4fc5" providerId="LiveId" clId="{92FD1B42-9583-4BE0-85F7-8A197F53EC03}"/>
    <pc:docChg chg="undo redo custSel addSld modSld">
      <pc:chgData name="Yuga Hanyu" userId="f18bd86c1b9e4fc5" providerId="LiveId" clId="{92FD1B42-9583-4BE0-85F7-8A197F53EC03}" dt="2025-01-20T00:30:14.673" v="2018" actId="20577"/>
      <pc:docMkLst>
        <pc:docMk/>
      </pc:docMkLst>
      <pc:sldChg chg="modSp mod">
        <pc:chgData name="Yuga Hanyu" userId="f18bd86c1b9e4fc5" providerId="LiveId" clId="{92FD1B42-9583-4BE0-85F7-8A197F53EC03}" dt="2025-01-19T09:41:15.452" v="1993" actId="20577"/>
        <pc:sldMkLst>
          <pc:docMk/>
          <pc:sldMk cId="2459526573" sldId="256"/>
        </pc:sldMkLst>
      </pc:sldChg>
      <pc:sldChg chg="modSp mod">
        <pc:chgData name="Yuga Hanyu" userId="f18bd86c1b9e4fc5" providerId="LiveId" clId="{92FD1B42-9583-4BE0-85F7-8A197F53EC03}" dt="2025-01-15T04:51:46.269" v="1581" actId="20577"/>
        <pc:sldMkLst>
          <pc:docMk/>
          <pc:sldMk cId="356374844" sldId="257"/>
        </pc:sldMkLst>
      </pc:sldChg>
      <pc:sldChg chg="modSp mod">
        <pc:chgData name="Yuga Hanyu" userId="f18bd86c1b9e4fc5" providerId="LiveId" clId="{92FD1B42-9583-4BE0-85F7-8A197F53EC03}" dt="2025-01-15T04:51:55.114" v="1593" actId="20577"/>
        <pc:sldMkLst>
          <pc:docMk/>
          <pc:sldMk cId="2687399143" sldId="259"/>
        </pc:sldMkLst>
      </pc:sldChg>
      <pc:sldChg chg="addSp modSp mod">
        <pc:chgData name="Yuga Hanyu" userId="f18bd86c1b9e4fc5" providerId="LiveId" clId="{92FD1B42-9583-4BE0-85F7-8A197F53EC03}" dt="2025-01-15T07:15:11.714" v="1956" actId="20577"/>
        <pc:sldMkLst>
          <pc:docMk/>
          <pc:sldMk cId="2782757723" sldId="266"/>
        </pc:sldMkLst>
      </pc:sldChg>
      <pc:sldChg chg="modSp mod">
        <pc:chgData name="Yuga Hanyu" userId="f18bd86c1b9e4fc5" providerId="LiveId" clId="{92FD1B42-9583-4BE0-85F7-8A197F53EC03}" dt="2025-01-15T04:37:21.057" v="1308" actId="20577"/>
        <pc:sldMkLst>
          <pc:docMk/>
          <pc:sldMk cId="2643257192" sldId="268"/>
        </pc:sldMkLst>
      </pc:sldChg>
      <pc:sldChg chg="modSp mod">
        <pc:chgData name="Yuga Hanyu" userId="f18bd86c1b9e4fc5" providerId="LiveId" clId="{92FD1B42-9583-4BE0-85F7-8A197F53EC03}" dt="2025-01-15T04:38:23.765" v="1410" actId="20577"/>
        <pc:sldMkLst>
          <pc:docMk/>
          <pc:sldMk cId="2704097318" sldId="269"/>
        </pc:sldMkLst>
      </pc:sldChg>
      <pc:sldChg chg="modSp mod">
        <pc:chgData name="Yuga Hanyu" userId="f18bd86c1b9e4fc5" providerId="LiveId" clId="{92FD1B42-9583-4BE0-85F7-8A197F53EC03}" dt="2025-01-15T01:54:47.806" v="39" actId="20577"/>
        <pc:sldMkLst>
          <pc:docMk/>
          <pc:sldMk cId="2529387008" sldId="291"/>
        </pc:sldMkLst>
      </pc:sldChg>
      <pc:sldChg chg="addSp delSp modSp add mod">
        <pc:chgData name="Yuga Hanyu" userId="f18bd86c1b9e4fc5" providerId="LiveId" clId="{92FD1B42-9583-4BE0-85F7-8A197F53EC03}" dt="2025-01-15T02:22:53.912" v="404" actId="20577"/>
        <pc:sldMkLst>
          <pc:docMk/>
          <pc:sldMk cId="1178232423" sldId="298"/>
        </pc:sldMkLst>
      </pc:sldChg>
      <pc:sldChg chg="addSp delSp modSp add mod">
        <pc:chgData name="Yuga Hanyu" userId="f18bd86c1b9e4fc5" providerId="LiveId" clId="{92FD1B42-9583-4BE0-85F7-8A197F53EC03}" dt="2025-01-15T03:52:56.491" v="802"/>
        <pc:sldMkLst>
          <pc:docMk/>
          <pc:sldMk cId="3873683899" sldId="299"/>
        </pc:sldMkLst>
      </pc:sldChg>
      <pc:sldChg chg="addSp delSp modSp add mod">
        <pc:chgData name="Yuga Hanyu" userId="f18bd86c1b9e4fc5" providerId="LiveId" clId="{92FD1B42-9583-4BE0-85F7-8A197F53EC03}" dt="2025-01-15T04:04:13.991" v="840" actId="20577"/>
        <pc:sldMkLst>
          <pc:docMk/>
          <pc:sldMk cId="3850101787" sldId="300"/>
        </pc:sldMkLst>
      </pc:sldChg>
      <pc:sldChg chg="addSp delSp modSp add mod">
        <pc:chgData name="Yuga Hanyu" userId="f18bd86c1b9e4fc5" providerId="LiveId" clId="{92FD1B42-9583-4BE0-85F7-8A197F53EC03}" dt="2025-01-15T04:24:23.898" v="890" actId="20577"/>
        <pc:sldMkLst>
          <pc:docMk/>
          <pc:sldMk cId="545146949" sldId="301"/>
        </pc:sldMkLst>
      </pc:sldChg>
      <pc:sldChg chg="delSp modSp add mod">
        <pc:chgData name="Yuga Hanyu" userId="f18bd86c1b9e4fc5" providerId="LiveId" clId="{92FD1B42-9583-4BE0-85F7-8A197F53EC03}" dt="2025-01-15T04:50:40.604" v="1569" actId="20577"/>
        <pc:sldMkLst>
          <pc:docMk/>
          <pc:sldMk cId="2806279094" sldId="302"/>
        </pc:sldMkLst>
      </pc:sldChg>
      <pc:sldChg chg="addSp delSp modSp add mod">
        <pc:chgData name="Yuga Hanyu" userId="f18bd86c1b9e4fc5" providerId="LiveId" clId="{92FD1B42-9583-4BE0-85F7-8A197F53EC03}" dt="2025-01-19T09:27:11.266" v="1977" actId="14100"/>
        <pc:sldMkLst>
          <pc:docMk/>
          <pc:sldMk cId="4293810146" sldId="303"/>
        </pc:sldMkLst>
      </pc:sldChg>
      <pc:sldChg chg="addSp delSp modSp add mod">
        <pc:chgData name="Yuga Hanyu" userId="f18bd86c1b9e4fc5" providerId="LiveId" clId="{92FD1B42-9583-4BE0-85F7-8A197F53EC03}" dt="2025-01-15T05:09:33.475" v="1819" actId="1076"/>
        <pc:sldMkLst>
          <pc:docMk/>
          <pc:sldMk cId="1906002226" sldId="304"/>
        </pc:sldMkLst>
      </pc:sldChg>
      <pc:sldChg chg="modSp add mod">
        <pc:chgData name="Yuga Hanyu" userId="f18bd86c1b9e4fc5" providerId="LiveId" clId="{92FD1B42-9583-4BE0-85F7-8A197F53EC03}" dt="2025-01-20T00:30:14.673" v="2018" actId="20577"/>
        <pc:sldMkLst>
          <pc:docMk/>
          <pc:sldMk cId="553147957" sldId="305"/>
        </pc:sldMkLst>
      </pc:sldChg>
    </pc:docChg>
  </pc:docChgLst>
  <pc:docChgLst>
    <pc:chgData name="Yuga Hanyu" userId="f18bd86c1b9e4fc5" providerId="LiveId" clId="{827C2509-A069-4543-8CC5-754C28E34BAE}"/>
    <pc:docChg chg="modSld">
      <pc:chgData name="Yuga Hanyu" userId="f18bd86c1b9e4fc5" providerId="LiveId" clId="{827C2509-A069-4543-8CC5-754C28E34BAE}" dt="2025-04-12T13:03:10.508" v="1" actId="20577"/>
      <pc:docMkLst>
        <pc:docMk/>
      </pc:docMkLst>
      <pc:sldChg chg="modSp mod">
        <pc:chgData name="Yuga Hanyu" userId="f18bd86c1b9e4fc5" providerId="LiveId" clId="{827C2509-A069-4543-8CC5-754C28E34BAE}" dt="2025-04-12T13:03:10.508" v="1" actId="20577"/>
        <pc:sldMkLst>
          <pc:docMk/>
          <pc:sldMk cId="2459526573" sldId="256"/>
        </pc:sldMkLst>
      </pc:sldChg>
    </pc:docChg>
  </pc:docChgLst>
  <pc:docChgLst>
    <pc:chgData name="Yuga Hanyu" userId="f18bd86c1b9e4fc5" providerId="LiveId" clId="{52B76CFC-25A8-488B-8E30-8A25EBAD21EE}"/>
    <pc:docChg chg="undo redo custSel addSld delSld modSld sldOrd delMainMaster modMainMaster modSection">
      <pc:chgData name="Yuga Hanyu" userId="f18bd86c1b9e4fc5" providerId="LiveId" clId="{52B76CFC-25A8-488B-8E30-8A25EBAD21EE}" dt="2025-12-08T23:16:40.842" v="6709" actId="33524"/>
      <pc:docMkLst>
        <pc:docMk/>
      </pc:docMkLst>
      <pc:sldChg chg="del">
        <pc:chgData name="Yuga Hanyu" userId="f18bd86c1b9e4fc5" providerId="LiveId" clId="{52B76CFC-25A8-488B-8E30-8A25EBAD21EE}" dt="2025-11-05T01:39:53.494" v="146" actId="47"/>
        <pc:sldMkLst>
          <pc:docMk/>
          <pc:sldMk cId="2459526573" sldId="256"/>
        </pc:sldMkLst>
      </pc:sldChg>
      <pc:sldChg chg="del">
        <pc:chgData name="Yuga Hanyu" userId="f18bd86c1b9e4fc5" providerId="LiveId" clId="{52B76CFC-25A8-488B-8E30-8A25EBAD21EE}" dt="2025-11-05T01:40:47.633" v="150" actId="47"/>
        <pc:sldMkLst>
          <pc:docMk/>
          <pc:sldMk cId="356374844" sldId="257"/>
        </pc:sldMkLst>
      </pc:sldChg>
      <pc:sldChg chg="add del">
        <pc:chgData name="Yuga Hanyu" userId="f18bd86c1b9e4fc5" providerId="LiveId" clId="{52B76CFC-25A8-488B-8E30-8A25EBAD21EE}" dt="2025-11-05T05:21:27.306" v="1970" actId="47"/>
        <pc:sldMkLst>
          <pc:docMk/>
          <pc:sldMk cId="3000913154" sldId="257"/>
        </pc:sldMkLst>
      </pc:sldChg>
      <pc:sldChg chg="addSp delSp modSp add del mod">
        <pc:chgData name="Yuga Hanyu" userId="f18bd86c1b9e4fc5" providerId="LiveId" clId="{52B76CFC-25A8-488B-8E30-8A25EBAD21EE}" dt="2025-11-26T23:33:59.461" v="6708" actId="20577"/>
        <pc:sldMkLst>
          <pc:docMk/>
          <pc:sldMk cId="639326225" sldId="258"/>
        </pc:sldMkLst>
        <pc:spChg chg="mod ord">
          <ac:chgData name="Yuga Hanyu" userId="f18bd86c1b9e4fc5" providerId="LiveId" clId="{52B76CFC-25A8-488B-8E30-8A25EBAD21EE}" dt="2025-11-26T23:33:59.461" v="6708" actId="20577"/>
          <ac:spMkLst>
            <pc:docMk/>
            <pc:sldMk cId="639326225" sldId="258"/>
            <ac:spMk id="3" creationId="{4DBB5005-BADA-8881-86B3-45E57045E61E}"/>
          </ac:spMkLst>
        </pc:spChg>
        <pc:spChg chg="add mod">
          <ac:chgData name="Yuga Hanyu" userId="f18bd86c1b9e4fc5" providerId="LiveId" clId="{52B76CFC-25A8-488B-8E30-8A25EBAD21EE}" dt="2025-11-19T03:20:18.293" v="3936" actId="20577"/>
          <ac:spMkLst>
            <pc:docMk/>
            <pc:sldMk cId="639326225" sldId="258"/>
            <ac:spMk id="4" creationId="{E241DA7E-4DDF-CE13-EBFB-C39DEAA23A32}"/>
          </ac:spMkLst>
        </pc:spChg>
      </pc:sldChg>
      <pc:sldChg chg="del">
        <pc:chgData name="Yuga Hanyu" userId="f18bd86c1b9e4fc5" providerId="LiveId" clId="{52B76CFC-25A8-488B-8E30-8A25EBAD21EE}" dt="2025-11-05T01:40:48.445" v="151" actId="47"/>
        <pc:sldMkLst>
          <pc:docMk/>
          <pc:sldMk cId="2687399143" sldId="259"/>
        </pc:sldMkLst>
      </pc:sldChg>
      <pc:sldChg chg="add del">
        <pc:chgData name="Yuga Hanyu" userId="f18bd86c1b9e4fc5" providerId="LiveId" clId="{52B76CFC-25A8-488B-8E30-8A25EBAD21EE}" dt="2025-11-05T01:44:52.358" v="162" actId="47"/>
        <pc:sldMkLst>
          <pc:docMk/>
          <pc:sldMk cId="3407576278" sldId="260"/>
        </pc:sldMkLst>
      </pc:sldChg>
      <pc:sldChg chg="addSp delSp modSp mod">
        <pc:chgData name="Yuga Hanyu" userId="f18bd86c1b9e4fc5" providerId="LiveId" clId="{52B76CFC-25A8-488B-8E30-8A25EBAD21EE}" dt="2025-11-19T09:06:09.817" v="4951" actId="1076"/>
        <pc:sldMkLst>
          <pc:docMk/>
          <pc:sldMk cId="3149281318" sldId="261"/>
        </pc:sldMkLst>
        <pc:spChg chg="mod">
          <ac:chgData name="Yuga Hanyu" userId="f18bd86c1b9e4fc5" providerId="LiveId" clId="{52B76CFC-25A8-488B-8E30-8A25EBAD21EE}" dt="2025-11-19T08:08:24.790" v="4521" actId="20577"/>
          <ac:spMkLst>
            <pc:docMk/>
            <pc:sldMk cId="3149281318" sldId="261"/>
            <ac:spMk id="2" creationId="{38EC6721-7CD9-2415-D7FE-62030D3CE1A4}"/>
          </ac:spMkLst>
        </pc:spChg>
        <pc:spChg chg="add mod">
          <ac:chgData name="Yuga Hanyu" userId="f18bd86c1b9e4fc5" providerId="LiveId" clId="{52B76CFC-25A8-488B-8E30-8A25EBAD21EE}" dt="2025-11-19T09:05:59.409" v="4950" actId="1076"/>
          <ac:spMkLst>
            <pc:docMk/>
            <pc:sldMk cId="3149281318" sldId="261"/>
            <ac:spMk id="6" creationId="{23E95AF2-1382-BFD5-A3D1-B7C7021EA144}"/>
          </ac:spMkLst>
        </pc:spChg>
        <pc:spChg chg="add mod">
          <ac:chgData name="Yuga Hanyu" userId="f18bd86c1b9e4fc5" providerId="LiveId" clId="{52B76CFC-25A8-488B-8E30-8A25EBAD21EE}" dt="2025-11-19T09:05:59.409" v="4950" actId="1076"/>
          <ac:spMkLst>
            <pc:docMk/>
            <pc:sldMk cId="3149281318" sldId="261"/>
            <ac:spMk id="9" creationId="{B606E931-E017-6F49-5A11-96ED61C6495E}"/>
          </ac:spMkLst>
        </pc:spChg>
        <pc:spChg chg="add mod">
          <ac:chgData name="Yuga Hanyu" userId="f18bd86c1b9e4fc5" providerId="LiveId" clId="{52B76CFC-25A8-488B-8E30-8A25EBAD21EE}" dt="2025-11-19T09:05:59.409" v="4950" actId="1076"/>
          <ac:spMkLst>
            <pc:docMk/>
            <pc:sldMk cId="3149281318" sldId="261"/>
            <ac:spMk id="10" creationId="{7EE34ED4-148A-5DD2-A082-8C7125DA8999}"/>
          </ac:spMkLst>
        </pc:spChg>
        <pc:spChg chg="add mod">
          <ac:chgData name="Yuga Hanyu" userId="f18bd86c1b9e4fc5" providerId="LiveId" clId="{52B76CFC-25A8-488B-8E30-8A25EBAD21EE}" dt="2025-11-19T04:23:11.265" v="4363" actId="1076"/>
          <ac:spMkLst>
            <pc:docMk/>
            <pc:sldMk cId="3149281318" sldId="261"/>
            <ac:spMk id="23" creationId="{9B4D33B7-6723-3EC8-5AA3-3EE1A620B560}"/>
          </ac:spMkLst>
        </pc:spChg>
        <pc:spChg chg="add mod">
          <ac:chgData name="Yuga Hanyu" userId="f18bd86c1b9e4fc5" providerId="LiveId" clId="{52B76CFC-25A8-488B-8E30-8A25EBAD21EE}" dt="2025-11-19T04:26:54.904" v="4479" actId="1076"/>
          <ac:spMkLst>
            <pc:docMk/>
            <pc:sldMk cId="3149281318" sldId="261"/>
            <ac:spMk id="25" creationId="{A23919EE-BD9E-E4C7-352D-E909D8911CFA}"/>
          </ac:spMkLst>
        </pc:spChg>
        <pc:spChg chg="add mod">
          <ac:chgData name="Yuga Hanyu" userId="f18bd86c1b9e4fc5" providerId="LiveId" clId="{52B76CFC-25A8-488B-8E30-8A25EBAD21EE}" dt="2025-11-19T04:27:29.486" v="4481" actId="255"/>
          <ac:spMkLst>
            <pc:docMk/>
            <pc:sldMk cId="3149281318" sldId="261"/>
            <ac:spMk id="26" creationId="{F54906E7-6D4D-49AA-9086-12DEC270D564}"/>
          </ac:spMkLst>
        </pc:spChg>
        <pc:spChg chg="add mod">
          <ac:chgData name="Yuga Hanyu" userId="f18bd86c1b9e4fc5" providerId="LiveId" clId="{52B76CFC-25A8-488B-8E30-8A25EBAD21EE}" dt="2025-11-19T09:06:09.817" v="4951" actId="1076"/>
          <ac:spMkLst>
            <pc:docMk/>
            <pc:sldMk cId="3149281318" sldId="261"/>
            <ac:spMk id="27" creationId="{2563DD37-8310-B3A1-C51D-BA1C245657C7}"/>
          </ac:spMkLst>
        </pc:spChg>
        <pc:grpChg chg="add mod">
          <ac:chgData name="Yuga Hanyu" userId="f18bd86c1b9e4fc5" providerId="LiveId" clId="{52B76CFC-25A8-488B-8E30-8A25EBAD21EE}" dt="2025-11-19T04:23:11.265" v="4363" actId="1076"/>
          <ac:grpSpMkLst>
            <pc:docMk/>
            <pc:sldMk cId="3149281318" sldId="261"/>
            <ac:grpSpMk id="24" creationId="{ED88A930-FF5C-58A4-851D-D55BF908563E}"/>
          </ac:grpSpMkLst>
        </pc:grpChg>
        <pc:graphicFrameChg chg="add mod modGraphic">
          <ac:chgData name="Yuga Hanyu" userId="f18bd86c1b9e4fc5" providerId="LiveId" clId="{52B76CFC-25A8-488B-8E30-8A25EBAD21EE}" dt="2025-11-19T09:05:59.409" v="4950" actId="1076"/>
          <ac:graphicFrameMkLst>
            <pc:docMk/>
            <pc:sldMk cId="3149281318" sldId="261"/>
            <ac:graphicFrameMk id="3" creationId="{9AEA282E-C18B-94B0-549F-D0F8539F2D66}"/>
          </ac:graphicFrameMkLst>
        </pc:graphicFrameChg>
        <pc:graphicFrameChg chg="add mod modGraphic">
          <ac:chgData name="Yuga Hanyu" userId="f18bd86c1b9e4fc5" providerId="LiveId" clId="{52B76CFC-25A8-488B-8E30-8A25EBAD21EE}" dt="2025-11-19T09:05:59.409" v="4950" actId="1076"/>
          <ac:graphicFrameMkLst>
            <pc:docMk/>
            <pc:sldMk cId="3149281318" sldId="261"/>
            <ac:graphicFrameMk id="4" creationId="{EFAC2376-C782-ACF1-93BF-68B96BBEC8F6}"/>
          </ac:graphicFrameMkLst>
        </pc:graphicFrameChg>
        <pc:graphicFrameChg chg="add mod modGraphic">
          <ac:chgData name="Yuga Hanyu" userId="f18bd86c1b9e4fc5" providerId="LiveId" clId="{52B76CFC-25A8-488B-8E30-8A25EBAD21EE}" dt="2025-11-19T09:05:59.409" v="4950" actId="1076"/>
          <ac:graphicFrameMkLst>
            <pc:docMk/>
            <pc:sldMk cId="3149281318" sldId="261"/>
            <ac:graphicFrameMk id="5" creationId="{9D3BC81E-EE9C-0D5D-BCDC-3750ED077702}"/>
          </ac:graphicFrameMkLst>
        </pc:graphicFrameChg>
        <pc:graphicFrameChg chg="add mod">
          <ac:chgData name="Yuga Hanyu" userId="f18bd86c1b9e4fc5" providerId="LiveId" clId="{52B76CFC-25A8-488B-8E30-8A25EBAD21EE}" dt="2025-11-19T04:27:00.255" v="4480" actId="1076"/>
          <ac:graphicFrameMkLst>
            <pc:docMk/>
            <pc:sldMk cId="3149281318" sldId="261"/>
            <ac:graphicFrameMk id="16" creationId="{C427EE45-8CB3-7C42-396F-CAFEEFB0ECCA}"/>
          </ac:graphicFrameMkLst>
        </pc:graphicFrameChg>
        <pc:cxnChg chg="add mod">
          <ac:chgData name="Yuga Hanyu" userId="f18bd86c1b9e4fc5" providerId="LiveId" clId="{52B76CFC-25A8-488B-8E30-8A25EBAD21EE}" dt="2025-11-19T04:22:56.878" v="4361" actId="164"/>
          <ac:cxnSpMkLst>
            <pc:docMk/>
            <pc:sldMk cId="3149281318" sldId="261"/>
            <ac:cxnSpMk id="18" creationId="{338A7FBB-F465-4C24-BF4E-DFB24E8F053A}"/>
          </ac:cxnSpMkLst>
        </pc:cxnChg>
        <pc:cxnChg chg="add mod">
          <ac:chgData name="Yuga Hanyu" userId="f18bd86c1b9e4fc5" providerId="LiveId" clId="{52B76CFC-25A8-488B-8E30-8A25EBAD21EE}" dt="2025-11-19T04:22:56.878" v="4361" actId="164"/>
          <ac:cxnSpMkLst>
            <pc:docMk/>
            <pc:sldMk cId="3149281318" sldId="261"/>
            <ac:cxnSpMk id="19" creationId="{CFC3EC7D-F16D-7B24-05EF-CEC7EBFA1CC8}"/>
          </ac:cxnSpMkLst>
        </pc:cxnChg>
        <pc:cxnChg chg="add mod">
          <ac:chgData name="Yuga Hanyu" userId="f18bd86c1b9e4fc5" providerId="LiveId" clId="{52B76CFC-25A8-488B-8E30-8A25EBAD21EE}" dt="2025-11-19T04:22:56.878" v="4361" actId="164"/>
          <ac:cxnSpMkLst>
            <pc:docMk/>
            <pc:sldMk cId="3149281318" sldId="261"/>
            <ac:cxnSpMk id="22" creationId="{4E396584-DB7B-DB9F-1F02-24CD28630940}"/>
          </ac:cxnSpMkLst>
        </pc:cxnChg>
      </pc:sldChg>
      <pc:sldChg chg="addSp delSp modSp mod delAnim modAnim">
        <pc:chgData name="Yuga Hanyu" userId="f18bd86c1b9e4fc5" providerId="LiveId" clId="{52B76CFC-25A8-488B-8E30-8A25EBAD21EE}" dt="2025-11-26T22:54:51.052" v="6418" actId="20577"/>
        <pc:sldMkLst>
          <pc:docMk/>
          <pc:sldMk cId="4196662661" sldId="262"/>
        </pc:sldMkLst>
        <pc:spChg chg="mod">
          <ac:chgData name="Yuga Hanyu" userId="f18bd86c1b9e4fc5" providerId="LiveId" clId="{52B76CFC-25A8-488B-8E30-8A25EBAD21EE}" dt="2025-11-20T00:49:06.110" v="5944" actId="20577"/>
          <ac:spMkLst>
            <pc:docMk/>
            <pc:sldMk cId="4196662661" sldId="262"/>
            <ac:spMk id="2" creationId="{38EC6721-7CD9-2415-D7FE-62030D3CE1A4}"/>
          </ac:spMkLst>
        </pc:spChg>
        <pc:spChg chg="mod">
          <ac:chgData name="Yuga Hanyu" userId="f18bd86c1b9e4fc5" providerId="LiveId" clId="{52B76CFC-25A8-488B-8E30-8A25EBAD21EE}" dt="2025-11-19T04:05:55.911" v="4226" actId="1076"/>
          <ac:spMkLst>
            <pc:docMk/>
            <pc:sldMk cId="4196662661" sldId="262"/>
            <ac:spMk id="3" creationId="{0BC69262-202B-CB47-63EC-89D39D443A76}"/>
          </ac:spMkLst>
        </pc:spChg>
        <pc:spChg chg="add mod">
          <ac:chgData name="Yuga Hanyu" userId="f18bd86c1b9e4fc5" providerId="LiveId" clId="{52B76CFC-25A8-488B-8E30-8A25EBAD21EE}" dt="2025-11-19T04:06:06.517" v="4227" actId="1076"/>
          <ac:spMkLst>
            <pc:docMk/>
            <pc:sldMk cId="4196662661" sldId="262"/>
            <ac:spMk id="25" creationId="{FB4859BE-1E52-7ECD-A310-3C98519714CF}"/>
          </ac:spMkLst>
        </pc:spChg>
        <pc:spChg chg="add mod">
          <ac:chgData name="Yuga Hanyu" userId="f18bd86c1b9e4fc5" providerId="LiveId" clId="{52B76CFC-25A8-488B-8E30-8A25EBAD21EE}" dt="2025-11-19T04:06:06.517" v="4227" actId="1076"/>
          <ac:spMkLst>
            <pc:docMk/>
            <pc:sldMk cId="4196662661" sldId="262"/>
            <ac:spMk id="27" creationId="{2BB077D2-BD05-5F08-1C95-4EBA82B6FBB5}"/>
          </ac:spMkLst>
        </pc:spChg>
        <pc:spChg chg="add mod">
          <ac:chgData name="Yuga Hanyu" userId="f18bd86c1b9e4fc5" providerId="LiveId" clId="{52B76CFC-25A8-488B-8E30-8A25EBAD21EE}" dt="2025-11-19T04:06:06.517" v="4227" actId="1076"/>
          <ac:spMkLst>
            <pc:docMk/>
            <pc:sldMk cId="4196662661" sldId="262"/>
            <ac:spMk id="40" creationId="{D53054B6-33A4-0229-6D0B-9DF9C848ECA3}"/>
          </ac:spMkLst>
        </pc:spChg>
        <pc:spChg chg="add mod">
          <ac:chgData name="Yuga Hanyu" userId="f18bd86c1b9e4fc5" providerId="LiveId" clId="{52B76CFC-25A8-488B-8E30-8A25EBAD21EE}" dt="2025-11-19T04:06:06.517" v="4227" actId="1076"/>
          <ac:spMkLst>
            <pc:docMk/>
            <pc:sldMk cId="4196662661" sldId="262"/>
            <ac:spMk id="43" creationId="{92DAFE4F-FA78-9679-7CE8-B733B1C45C8E}"/>
          </ac:spMkLst>
        </pc:spChg>
        <pc:spChg chg="mod">
          <ac:chgData name="Yuga Hanyu" userId="f18bd86c1b9e4fc5" providerId="LiveId" clId="{52B76CFC-25A8-488B-8E30-8A25EBAD21EE}" dt="2025-11-19T09:33:14.775" v="5315" actId="1076"/>
          <ac:spMkLst>
            <pc:docMk/>
            <pc:sldMk cId="4196662661" sldId="262"/>
            <ac:spMk id="44" creationId="{3E398E32-1CDD-C82E-12A8-56560339A866}"/>
          </ac:spMkLst>
        </pc:spChg>
        <pc:spChg chg="add mod">
          <ac:chgData name="Yuga Hanyu" userId="f18bd86c1b9e4fc5" providerId="LiveId" clId="{52B76CFC-25A8-488B-8E30-8A25EBAD21EE}" dt="2025-11-19T04:06:06.517" v="4227" actId="1076"/>
          <ac:spMkLst>
            <pc:docMk/>
            <pc:sldMk cId="4196662661" sldId="262"/>
            <ac:spMk id="46" creationId="{CA310201-5E23-23F6-2F6F-20DF6751FB17}"/>
          </ac:spMkLst>
        </pc:spChg>
        <pc:spChg chg="add mod">
          <ac:chgData name="Yuga Hanyu" userId="f18bd86c1b9e4fc5" providerId="LiveId" clId="{52B76CFC-25A8-488B-8E30-8A25EBAD21EE}" dt="2025-11-19T04:06:06.517" v="4227" actId="1076"/>
          <ac:spMkLst>
            <pc:docMk/>
            <pc:sldMk cId="4196662661" sldId="262"/>
            <ac:spMk id="48" creationId="{CE1B5345-970B-A4A9-A83C-A40CDB3F7670}"/>
          </ac:spMkLst>
        </pc:spChg>
        <pc:spChg chg="add mod">
          <ac:chgData name="Yuga Hanyu" userId="f18bd86c1b9e4fc5" providerId="LiveId" clId="{52B76CFC-25A8-488B-8E30-8A25EBAD21EE}" dt="2025-11-19T04:06:06.517" v="4227" actId="1076"/>
          <ac:spMkLst>
            <pc:docMk/>
            <pc:sldMk cId="4196662661" sldId="262"/>
            <ac:spMk id="61" creationId="{3EE480FB-96AB-C015-3B12-E8FABE4B957F}"/>
          </ac:spMkLst>
        </pc:spChg>
        <pc:spChg chg="add mod">
          <ac:chgData name="Yuga Hanyu" userId="f18bd86c1b9e4fc5" providerId="LiveId" clId="{52B76CFC-25A8-488B-8E30-8A25EBAD21EE}" dt="2025-11-19T04:06:06.517" v="4227" actId="1076"/>
          <ac:spMkLst>
            <pc:docMk/>
            <pc:sldMk cId="4196662661" sldId="262"/>
            <ac:spMk id="64" creationId="{A4C5451B-F9DF-9836-3AF3-465B6C22EA66}"/>
          </ac:spMkLst>
        </pc:spChg>
        <pc:spChg chg="add mod">
          <ac:chgData name="Yuga Hanyu" userId="f18bd86c1b9e4fc5" providerId="LiveId" clId="{52B76CFC-25A8-488B-8E30-8A25EBAD21EE}" dt="2025-11-19T04:06:06.517" v="4227" actId="1076"/>
          <ac:spMkLst>
            <pc:docMk/>
            <pc:sldMk cId="4196662661" sldId="262"/>
            <ac:spMk id="66" creationId="{D16D05A7-5B6B-A3B6-366D-FB9F3D7BDEC0}"/>
          </ac:spMkLst>
        </pc:spChg>
        <pc:spChg chg="add mod">
          <ac:chgData name="Yuga Hanyu" userId="f18bd86c1b9e4fc5" providerId="LiveId" clId="{52B76CFC-25A8-488B-8E30-8A25EBAD21EE}" dt="2025-11-19T04:06:06.517" v="4227" actId="1076"/>
          <ac:spMkLst>
            <pc:docMk/>
            <pc:sldMk cId="4196662661" sldId="262"/>
            <ac:spMk id="67" creationId="{B5462D48-4FA6-0744-E6A8-357E8E3FB524}"/>
          </ac:spMkLst>
        </pc:spChg>
        <pc:spChg chg="add mod">
          <ac:chgData name="Yuga Hanyu" userId="f18bd86c1b9e4fc5" providerId="LiveId" clId="{52B76CFC-25A8-488B-8E30-8A25EBAD21EE}" dt="2025-11-19T04:02:53.046" v="4202" actId="1076"/>
          <ac:spMkLst>
            <pc:docMk/>
            <pc:sldMk cId="4196662661" sldId="262"/>
            <ac:spMk id="68" creationId="{3D3B8CB4-F528-EFF3-53CC-A4B639764742}"/>
          </ac:spMkLst>
        </pc:spChg>
        <pc:spChg chg="add mod">
          <ac:chgData name="Yuga Hanyu" userId="f18bd86c1b9e4fc5" providerId="LiveId" clId="{52B76CFC-25A8-488B-8E30-8A25EBAD21EE}" dt="2025-11-19T04:01:01.984" v="4178" actId="164"/>
          <ac:spMkLst>
            <pc:docMk/>
            <pc:sldMk cId="4196662661" sldId="262"/>
            <ac:spMk id="69" creationId="{37BE4BB6-9133-F84A-2785-E543A522181E}"/>
          </ac:spMkLst>
        </pc:spChg>
        <pc:spChg chg="add mod">
          <ac:chgData name="Yuga Hanyu" userId="f18bd86c1b9e4fc5" providerId="LiveId" clId="{52B76CFC-25A8-488B-8E30-8A25EBAD21EE}" dt="2025-11-19T04:02:51.787" v="4199" actId="1076"/>
          <ac:spMkLst>
            <pc:docMk/>
            <pc:sldMk cId="4196662661" sldId="262"/>
            <ac:spMk id="70" creationId="{A56B2D2C-80F5-D58C-F9A4-70E97AE1AD0F}"/>
          </ac:spMkLst>
        </pc:spChg>
        <pc:spChg chg="add mod">
          <ac:chgData name="Yuga Hanyu" userId="f18bd86c1b9e4fc5" providerId="LiveId" clId="{52B76CFC-25A8-488B-8E30-8A25EBAD21EE}" dt="2025-11-19T04:00:41.825" v="4177" actId="164"/>
          <ac:spMkLst>
            <pc:docMk/>
            <pc:sldMk cId="4196662661" sldId="262"/>
            <ac:spMk id="71" creationId="{07CA5F0E-216B-5B91-323E-6A2D089B5162}"/>
          </ac:spMkLst>
        </pc:spChg>
        <pc:spChg chg="add mod">
          <ac:chgData name="Yuga Hanyu" userId="f18bd86c1b9e4fc5" providerId="LiveId" clId="{52B76CFC-25A8-488B-8E30-8A25EBAD21EE}" dt="2025-11-26T22:54:51.052" v="6418" actId="20577"/>
          <ac:spMkLst>
            <pc:docMk/>
            <pc:sldMk cId="4196662661" sldId="262"/>
            <ac:spMk id="72" creationId="{86441B8A-9E4A-8855-BE2D-AA1745C6C1B6}"/>
          </ac:spMkLst>
        </pc:spChg>
        <pc:spChg chg="add mod">
          <ac:chgData name="Yuga Hanyu" userId="f18bd86c1b9e4fc5" providerId="LiveId" clId="{52B76CFC-25A8-488B-8E30-8A25EBAD21EE}" dt="2025-11-19T04:01:13.665" v="4180" actId="164"/>
          <ac:spMkLst>
            <pc:docMk/>
            <pc:sldMk cId="4196662661" sldId="262"/>
            <ac:spMk id="73" creationId="{7B921B63-BB2C-D541-A17D-9E1AB833AD8F}"/>
          </ac:spMkLst>
        </pc:spChg>
        <pc:spChg chg="add mod">
          <ac:chgData name="Yuga Hanyu" userId="f18bd86c1b9e4fc5" providerId="LiveId" clId="{52B76CFC-25A8-488B-8E30-8A25EBAD21EE}" dt="2025-11-19T04:08:10.842" v="4235" actId="14100"/>
          <ac:spMkLst>
            <pc:docMk/>
            <pc:sldMk cId="4196662661" sldId="262"/>
            <ac:spMk id="97" creationId="{AC6E363A-6313-25C2-B43A-ACD4D6D889A5}"/>
          </ac:spMkLst>
        </pc:spChg>
        <pc:spChg chg="add mod">
          <ac:chgData name="Yuga Hanyu" userId="f18bd86c1b9e4fc5" providerId="LiveId" clId="{52B76CFC-25A8-488B-8E30-8A25EBAD21EE}" dt="2025-11-19T04:09:35.633" v="4240" actId="14100"/>
          <ac:spMkLst>
            <pc:docMk/>
            <pc:sldMk cId="4196662661" sldId="262"/>
            <ac:spMk id="98" creationId="{5303D87A-DED6-6C59-CBE6-0B7B926B4B35}"/>
          </ac:spMkLst>
        </pc:spChg>
        <pc:grpChg chg="add mod">
          <ac:chgData name="Yuga Hanyu" userId="f18bd86c1b9e4fc5" providerId="LiveId" clId="{52B76CFC-25A8-488B-8E30-8A25EBAD21EE}" dt="2025-11-19T04:02:53.444" v="4203" actId="14100"/>
          <ac:grpSpMkLst>
            <pc:docMk/>
            <pc:sldMk cId="4196662661" sldId="262"/>
            <ac:grpSpMk id="76" creationId="{0A9BABA7-C3D3-14C9-D6CE-DC395AA259D7}"/>
          </ac:grpSpMkLst>
        </pc:grpChg>
        <pc:grpChg chg="add mod">
          <ac:chgData name="Yuga Hanyu" userId="f18bd86c1b9e4fc5" providerId="LiveId" clId="{52B76CFC-25A8-488B-8E30-8A25EBAD21EE}" dt="2025-11-19T04:02:52.169" v="4200" actId="14100"/>
          <ac:grpSpMkLst>
            <pc:docMk/>
            <pc:sldMk cId="4196662661" sldId="262"/>
            <ac:grpSpMk id="77" creationId="{38CAC8AF-C94B-1052-F760-E885E5619439}"/>
          </ac:grpSpMkLst>
        </pc:grpChg>
        <pc:grpChg chg="add mod">
          <ac:chgData name="Yuga Hanyu" userId="f18bd86c1b9e4fc5" providerId="LiveId" clId="{52B76CFC-25A8-488B-8E30-8A25EBAD21EE}" dt="2025-11-19T04:04:37.554" v="4216" actId="1076"/>
          <ac:grpSpMkLst>
            <pc:docMk/>
            <pc:sldMk cId="4196662661" sldId="262"/>
            <ac:grpSpMk id="78" creationId="{A6D9CB9B-753D-C0A2-D2AF-E302F1C9BE81}"/>
          </ac:grpSpMkLst>
        </pc:grpChg>
        <pc:cxnChg chg="mod">
          <ac:chgData name="Yuga Hanyu" userId="f18bd86c1b9e4fc5" providerId="LiveId" clId="{52B76CFC-25A8-488B-8E30-8A25EBAD21EE}" dt="2025-11-19T04:04:30.219" v="4215" actId="14100"/>
          <ac:cxnSpMkLst>
            <pc:docMk/>
            <pc:sldMk cId="4196662661" sldId="262"/>
            <ac:cxnSpMk id="65" creationId="{BEBB7035-9775-4686-DA3E-34F1C6A25C49}"/>
          </ac:cxnSpMkLst>
        </pc:cxnChg>
        <pc:cxnChg chg="add mod">
          <ac:chgData name="Yuga Hanyu" userId="f18bd86c1b9e4fc5" providerId="LiveId" clId="{52B76CFC-25A8-488B-8E30-8A25EBAD21EE}" dt="2025-11-19T04:03:28.485" v="4207" actId="13822"/>
          <ac:cxnSpMkLst>
            <pc:docMk/>
            <pc:sldMk cId="4196662661" sldId="262"/>
            <ac:cxnSpMk id="86" creationId="{ABEE4BB9-5A72-3B0A-06BA-0CE3091A78D7}"/>
          </ac:cxnSpMkLst>
        </pc:cxnChg>
        <pc:cxnChg chg="add mod">
          <ac:chgData name="Yuga Hanyu" userId="f18bd86c1b9e4fc5" providerId="LiveId" clId="{52B76CFC-25A8-488B-8E30-8A25EBAD21EE}" dt="2025-11-19T04:03:44.697" v="4210" actId="14100"/>
          <ac:cxnSpMkLst>
            <pc:docMk/>
            <pc:sldMk cId="4196662661" sldId="262"/>
            <ac:cxnSpMk id="87" creationId="{3B27D330-4476-F3AD-B748-DA45F7DF51C5}"/>
          </ac:cxnSpMkLst>
        </pc:cxnChg>
        <pc:cxnChg chg="add mod">
          <ac:chgData name="Yuga Hanyu" userId="f18bd86c1b9e4fc5" providerId="LiveId" clId="{52B76CFC-25A8-488B-8E30-8A25EBAD21EE}" dt="2025-11-19T04:05:28.722" v="4224" actId="1076"/>
          <ac:cxnSpMkLst>
            <pc:docMk/>
            <pc:sldMk cId="4196662661" sldId="262"/>
            <ac:cxnSpMk id="92" creationId="{AC26586F-9ED3-55EB-7270-DC1502A0BFD5}"/>
          </ac:cxnSpMkLst>
        </pc:cxnChg>
      </pc:sldChg>
      <pc:sldChg chg="del">
        <pc:chgData name="Yuga Hanyu" userId="f18bd86c1b9e4fc5" providerId="LiveId" clId="{52B76CFC-25A8-488B-8E30-8A25EBAD21EE}" dt="2025-11-05T07:46:12.430" v="2943" actId="47"/>
        <pc:sldMkLst>
          <pc:docMk/>
          <pc:sldMk cId="1584410376" sldId="263"/>
        </pc:sldMkLst>
      </pc:sldChg>
      <pc:sldChg chg="del">
        <pc:chgData name="Yuga Hanyu" userId="f18bd86c1b9e4fc5" providerId="LiveId" clId="{52B76CFC-25A8-488B-8E30-8A25EBAD21EE}" dt="2025-11-05T08:50:41.018" v="3423" actId="47"/>
        <pc:sldMkLst>
          <pc:docMk/>
          <pc:sldMk cId="713638303" sldId="265"/>
        </pc:sldMkLst>
      </pc:sldChg>
      <pc:sldChg chg="del">
        <pc:chgData name="Yuga Hanyu" userId="f18bd86c1b9e4fc5" providerId="LiveId" clId="{52B76CFC-25A8-488B-8E30-8A25EBAD21EE}" dt="2025-11-05T08:50:41.812" v="3424" actId="47"/>
        <pc:sldMkLst>
          <pc:docMk/>
          <pc:sldMk cId="2782757723" sldId="266"/>
        </pc:sldMkLst>
      </pc:sldChg>
      <pc:sldChg chg="delSp modSp mod">
        <pc:chgData name="Yuga Hanyu" userId="f18bd86c1b9e4fc5" providerId="LiveId" clId="{52B76CFC-25A8-488B-8E30-8A25EBAD21EE}" dt="2025-11-05T09:10:59.687" v="3468" actId="2711"/>
        <pc:sldMkLst>
          <pc:docMk/>
          <pc:sldMk cId="896228523" sldId="267"/>
        </pc:sldMkLst>
      </pc:sldChg>
      <pc:sldChg chg="del">
        <pc:chgData name="Yuga Hanyu" userId="f18bd86c1b9e4fc5" providerId="LiveId" clId="{52B76CFC-25A8-488B-8E30-8A25EBAD21EE}" dt="2025-11-05T08:50:34.745" v="3421" actId="47"/>
        <pc:sldMkLst>
          <pc:docMk/>
          <pc:sldMk cId="2643257192" sldId="268"/>
        </pc:sldMkLst>
      </pc:sldChg>
      <pc:sldChg chg="del">
        <pc:chgData name="Yuga Hanyu" userId="f18bd86c1b9e4fc5" providerId="LiveId" clId="{52B76CFC-25A8-488B-8E30-8A25EBAD21EE}" dt="2025-11-05T08:50:36.002" v="3422" actId="47"/>
        <pc:sldMkLst>
          <pc:docMk/>
          <pc:sldMk cId="2704097318" sldId="269"/>
        </pc:sldMkLst>
      </pc:sldChg>
      <pc:sldChg chg="addSp delSp modSp mod">
        <pc:chgData name="Yuga Hanyu" userId="f18bd86c1b9e4fc5" providerId="LiveId" clId="{52B76CFC-25A8-488B-8E30-8A25EBAD21EE}" dt="2025-11-20T01:22:10.563" v="6200" actId="478"/>
        <pc:sldMkLst>
          <pc:docMk/>
          <pc:sldMk cId="3679623919" sldId="270"/>
        </pc:sldMkLst>
        <pc:spChg chg="mod">
          <ac:chgData name="Yuga Hanyu" userId="f18bd86c1b9e4fc5" providerId="LiveId" clId="{52B76CFC-25A8-488B-8E30-8A25EBAD21EE}" dt="2025-11-19T09:35:28.724" v="5351" actId="20577"/>
          <ac:spMkLst>
            <pc:docMk/>
            <pc:sldMk cId="3679623919" sldId="270"/>
            <ac:spMk id="2" creationId="{442B39D7-27BF-232E-34C3-4487B2A33593}"/>
          </ac:spMkLst>
        </pc:spChg>
        <pc:spChg chg="add mod">
          <ac:chgData name="Yuga Hanyu" userId="f18bd86c1b9e4fc5" providerId="LiveId" clId="{52B76CFC-25A8-488B-8E30-8A25EBAD21EE}" dt="2025-11-19T09:23:29.813" v="5188" actId="1076"/>
          <ac:spMkLst>
            <pc:docMk/>
            <pc:sldMk cId="3679623919" sldId="270"/>
            <ac:spMk id="8" creationId="{DA11AB9A-653B-8C66-61CB-6E8794953C82}"/>
          </ac:spMkLst>
        </pc:spChg>
        <pc:spChg chg="add mod">
          <ac:chgData name="Yuga Hanyu" userId="f18bd86c1b9e4fc5" providerId="LiveId" clId="{52B76CFC-25A8-488B-8E30-8A25EBAD21EE}" dt="2025-11-19T09:23:29.813" v="5188" actId="1076"/>
          <ac:spMkLst>
            <pc:docMk/>
            <pc:sldMk cId="3679623919" sldId="270"/>
            <ac:spMk id="12" creationId="{D00CCAC7-6C48-30F4-83A6-DE5EB5E73AB7}"/>
          </ac:spMkLst>
        </pc:spChg>
        <pc:spChg chg="add mod">
          <ac:chgData name="Yuga Hanyu" userId="f18bd86c1b9e4fc5" providerId="LiveId" clId="{52B76CFC-25A8-488B-8E30-8A25EBAD21EE}" dt="2025-11-19T09:23:29.813" v="5188" actId="1076"/>
          <ac:spMkLst>
            <pc:docMk/>
            <pc:sldMk cId="3679623919" sldId="270"/>
            <ac:spMk id="13" creationId="{527E41A0-6BD5-7B5D-27BE-1B9B2D1A3458}"/>
          </ac:spMkLst>
        </pc:spChg>
        <pc:spChg chg="add mod">
          <ac:chgData name="Yuga Hanyu" userId="f18bd86c1b9e4fc5" providerId="LiveId" clId="{52B76CFC-25A8-488B-8E30-8A25EBAD21EE}" dt="2025-11-19T09:23:29.813" v="5188" actId="1076"/>
          <ac:spMkLst>
            <pc:docMk/>
            <pc:sldMk cId="3679623919" sldId="270"/>
            <ac:spMk id="18" creationId="{AB349966-C073-DCFB-B0AA-5D7629FA714F}"/>
          </ac:spMkLst>
        </pc:spChg>
        <pc:spChg chg="add mod">
          <ac:chgData name="Yuga Hanyu" userId="f18bd86c1b9e4fc5" providerId="LiveId" clId="{52B76CFC-25A8-488B-8E30-8A25EBAD21EE}" dt="2025-11-19T09:23:29.813" v="5188" actId="1076"/>
          <ac:spMkLst>
            <pc:docMk/>
            <pc:sldMk cId="3679623919" sldId="270"/>
            <ac:spMk id="19" creationId="{91A8B2E1-4D2D-050B-D9E0-1341661FC68D}"/>
          </ac:spMkLst>
        </pc:spChg>
        <pc:spChg chg="add mod">
          <ac:chgData name="Yuga Hanyu" userId="f18bd86c1b9e4fc5" providerId="LiveId" clId="{52B76CFC-25A8-488B-8E30-8A25EBAD21EE}" dt="2025-11-19T09:23:29.813" v="5188" actId="1076"/>
          <ac:spMkLst>
            <pc:docMk/>
            <pc:sldMk cId="3679623919" sldId="270"/>
            <ac:spMk id="20" creationId="{2DB2C863-371D-E57D-1FE0-1B2F033D800C}"/>
          </ac:spMkLst>
        </pc:spChg>
        <pc:spChg chg="add mod">
          <ac:chgData name="Yuga Hanyu" userId="f18bd86c1b9e4fc5" providerId="LiveId" clId="{52B76CFC-25A8-488B-8E30-8A25EBAD21EE}" dt="2025-11-19T09:24:01.540" v="5209" actId="20577"/>
          <ac:spMkLst>
            <pc:docMk/>
            <pc:sldMk cId="3679623919" sldId="270"/>
            <ac:spMk id="21" creationId="{99A082B0-E68C-0F94-5AF9-2609B5B4C013}"/>
          </ac:spMkLst>
        </pc:spChg>
        <pc:spChg chg="add mod">
          <ac:chgData name="Yuga Hanyu" userId="f18bd86c1b9e4fc5" providerId="LiveId" clId="{52B76CFC-25A8-488B-8E30-8A25EBAD21EE}" dt="2025-11-19T09:25:57.396" v="5229" actId="20577"/>
          <ac:spMkLst>
            <pc:docMk/>
            <pc:sldMk cId="3679623919" sldId="270"/>
            <ac:spMk id="37" creationId="{ACB704AC-BBC8-B5A3-BCC7-146155D8406E}"/>
          </ac:spMkLst>
        </pc:spChg>
        <pc:spChg chg="add mod">
          <ac:chgData name="Yuga Hanyu" userId="f18bd86c1b9e4fc5" providerId="LiveId" clId="{52B76CFC-25A8-488B-8E30-8A25EBAD21EE}" dt="2025-11-19T09:25:32.209" v="5224" actId="1076"/>
          <ac:spMkLst>
            <pc:docMk/>
            <pc:sldMk cId="3679623919" sldId="270"/>
            <ac:spMk id="39" creationId="{2A8A6709-FA71-A39C-D6BF-436CBD4DCC7A}"/>
          </ac:spMkLst>
        </pc:spChg>
        <pc:spChg chg="add mod">
          <ac:chgData name="Yuga Hanyu" userId="f18bd86c1b9e4fc5" providerId="LiveId" clId="{52B76CFC-25A8-488B-8E30-8A25EBAD21EE}" dt="2025-11-19T09:25:32.209" v="5224" actId="1076"/>
          <ac:spMkLst>
            <pc:docMk/>
            <pc:sldMk cId="3679623919" sldId="270"/>
            <ac:spMk id="40" creationId="{11965162-6798-BDE6-BC11-D4D72140196D}"/>
          </ac:spMkLst>
        </pc:spChg>
        <pc:spChg chg="add mod">
          <ac:chgData name="Yuga Hanyu" userId="f18bd86c1b9e4fc5" providerId="LiveId" clId="{52B76CFC-25A8-488B-8E30-8A25EBAD21EE}" dt="2025-11-19T09:25:46.130" v="5227" actId="1076"/>
          <ac:spMkLst>
            <pc:docMk/>
            <pc:sldMk cId="3679623919" sldId="270"/>
            <ac:spMk id="41" creationId="{D7AD2EB8-B2D5-30E6-B100-4DDA79B2295C}"/>
          </ac:spMkLst>
        </pc:spChg>
        <pc:grpChg chg="add mod">
          <ac:chgData name="Yuga Hanyu" userId="f18bd86c1b9e4fc5" providerId="LiveId" clId="{52B76CFC-25A8-488B-8E30-8A25EBAD21EE}" dt="2025-11-19T09:24:17.008" v="5212" actId="1076"/>
          <ac:grpSpMkLst>
            <pc:docMk/>
            <pc:sldMk cId="3679623919" sldId="270"/>
            <ac:grpSpMk id="14" creationId="{5E4ABAEA-16FB-B27A-4A92-9D81A6175872}"/>
          </ac:grpSpMkLst>
        </pc:grpChg>
        <pc:grpChg chg="add mod">
          <ac:chgData name="Yuga Hanyu" userId="f18bd86c1b9e4fc5" providerId="LiveId" clId="{52B76CFC-25A8-488B-8E30-8A25EBAD21EE}" dt="2025-11-19T09:25:32.209" v="5224" actId="1076"/>
          <ac:grpSpMkLst>
            <pc:docMk/>
            <pc:sldMk cId="3679623919" sldId="270"/>
            <ac:grpSpMk id="30" creationId="{76EE5004-893E-7933-C482-86C07A021A0E}"/>
          </ac:grpSpMkLst>
        </pc:grpChg>
        <pc:graphicFrameChg chg="add mod">
          <ac:chgData name="Yuga Hanyu" userId="f18bd86c1b9e4fc5" providerId="LiveId" clId="{52B76CFC-25A8-488B-8E30-8A25EBAD21EE}" dt="2025-11-19T09:23:29.813" v="5188" actId="1076"/>
          <ac:graphicFrameMkLst>
            <pc:docMk/>
            <pc:sldMk cId="3679623919" sldId="270"/>
            <ac:graphicFrameMk id="4" creationId="{B5DBDB31-3934-4E97-9439-CCEAF66019CD}"/>
          </ac:graphicFrameMkLst>
        </pc:graphicFrameChg>
        <pc:graphicFrameChg chg="add mod">
          <ac:chgData name="Yuga Hanyu" userId="f18bd86c1b9e4fc5" providerId="LiveId" clId="{52B76CFC-25A8-488B-8E30-8A25EBAD21EE}" dt="2025-11-19T09:23:29.813" v="5188" actId="1076"/>
          <ac:graphicFrameMkLst>
            <pc:docMk/>
            <pc:sldMk cId="3679623919" sldId="270"/>
            <ac:graphicFrameMk id="5" creationId="{DCA35535-C956-0498-0D0B-3109A21CA999}"/>
          </ac:graphicFrameMkLst>
        </pc:graphicFrameChg>
        <pc:graphicFrameChg chg="add mod">
          <ac:chgData name="Yuga Hanyu" userId="f18bd86c1b9e4fc5" providerId="LiveId" clId="{52B76CFC-25A8-488B-8E30-8A25EBAD21EE}" dt="2025-11-19T09:23:29.813" v="5188" actId="1076"/>
          <ac:graphicFrameMkLst>
            <pc:docMk/>
            <pc:sldMk cId="3679623919" sldId="270"/>
            <ac:graphicFrameMk id="7" creationId="{17405CC2-3436-3849-8347-9417D4C25415}"/>
          </ac:graphicFrameMkLst>
        </pc:graphicFrameChg>
        <pc:graphicFrameChg chg="add mod">
          <ac:chgData name="Yuga Hanyu" userId="f18bd86c1b9e4fc5" providerId="LiveId" clId="{52B76CFC-25A8-488B-8E30-8A25EBAD21EE}" dt="2025-11-19T09:25:32.209" v="5224" actId="1076"/>
          <ac:graphicFrameMkLst>
            <pc:docMk/>
            <pc:sldMk cId="3679623919" sldId="270"/>
            <ac:graphicFrameMk id="38" creationId="{3F8DEAE5-0067-70DA-E2C5-E1CFB5EC183A}"/>
          </ac:graphicFrameMkLst>
        </pc:graphicFrameChg>
        <pc:cxnChg chg="mod">
          <ac:chgData name="Yuga Hanyu" userId="f18bd86c1b9e4fc5" providerId="LiveId" clId="{52B76CFC-25A8-488B-8E30-8A25EBAD21EE}" dt="2025-11-19T09:24:21.274" v="5213"/>
          <ac:cxnSpMkLst>
            <pc:docMk/>
            <pc:sldMk cId="3679623919" sldId="270"/>
            <ac:cxnSpMk id="31" creationId="{09D6F0C2-C0F6-0981-7AA1-7E14F2E815EE}"/>
          </ac:cxnSpMkLst>
        </pc:cxnChg>
        <pc:cxnChg chg="mod">
          <ac:chgData name="Yuga Hanyu" userId="f18bd86c1b9e4fc5" providerId="LiveId" clId="{52B76CFC-25A8-488B-8E30-8A25EBAD21EE}" dt="2025-11-19T09:24:21.274" v="5213"/>
          <ac:cxnSpMkLst>
            <pc:docMk/>
            <pc:sldMk cId="3679623919" sldId="270"/>
            <ac:cxnSpMk id="32" creationId="{9797E243-BD44-F383-3B3A-CE2B6E81D569}"/>
          </ac:cxnSpMkLst>
        </pc:cxnChg>
        <pc:cxnChg chg="mod">
          <ac:chgData name="Yuga Hanyu" userId="f18bd86c1b9e4fc5" providerId="LiveId" clId="{52B76CFC-25A8-488B-8E30-8A25EBAD21EE}" dt="2025-11-19T09:24:21.274" v="5213"/>
          <ac:cxnSpMkLst>
            <pc:docMk/>
            <pc:sldMk cId="3679623919" sldId="270"/>
            <ac:cxnSpMk id="33" creationId="{D6728D10-AF4E-C223-5073-9F0D76F7FFEB}"/>
          </ac:cxnSpMkLst>
        </pc:cxnChg>
      </pc:sldChg>
      <pc:sldChg chg="delSp modSp del mod">
        <pc:chgData name="Yuga Hanyu" userId="f18bd86c1b9e4fc5" providerId="LiveId" clId="{52B76CFC-25A8-488B-8E30-8A25EBAD21EE}" dt="2025-11-19T09:31:07.251" v="5278" actId="47"/>
        <pc:sldMkLst>
          <pc:docMk/>
          <pc:sldMk cId="1597418614" sldId="284"/>
        </pc:sldMkLst>
      </pc:sldChg>
      <pc:sldChg chg="delSp modSp del mod">
        <pc:chgData name="Yuga Hanyu" userId="f18bd86c1b9e4fc5" providerId="LiveId" clId="{52B76CFC-25A8-488B-8E30-8A25EBAD21EE}" dt="2025-11-19T09:31:08.450" v="5279" actId="47"/>
        <pc:sldMkLst>
          <pc:docMk/>
          <pc:sldMk cId="877221307" sldId="285"/>
        </pc:sldMkLst>
      </pc:sldChg>
      <pc:sldChg chg="addSp delSp modSp mod">
        <pc:chgData name="Yuga Hanyu" userId="f18bd86c1b9e4fc5" providerId="LiveId" clId="{52B76CFC-25A8-488B-8E30-8A25EBAD21EE}" dt="2025-11-19T08:55:40.491" v="4915" actId="1076"/>
        <pc:sldMkLst>
          <pc:docMk/>
          <pc:sldMk cId="1194178405" sldId="288"/>
        </pc:sldMkLst>
        <pc:spChg chg="mod">
          <ac:chgData name="Yuga Hanyu" userId="f18bd86c1b9e4fc5" providerId="LiveId" clId="{52B76CFC-25A8-488B-8E30-8A25EBAD21EE}" dt="2025-11-19T08:38:31.692" v="4698" actId="20577"/>
          <ac:spMkLst>
            <pc:docMk/>
            <pc:sldMk cId="1194178405" sldId="288"/>
            <ac:spMk id="2" creationId="{442B39D7-27BF-232E-34C3-4487B2A33593}"/>
          </ac:spMkLst>
        </pc:spChg>
        <pc:spChg chg="add mod">
          <ac:chgData name="Yuga Hanyu" userId="f18bd86c1b9e4fc5" providerId="LiveId" clId="{52B76CFC-25A8-488B-8E30-8A25EBAD21EE}" dt="2025-11-19T08:54:12.396" v="4873" actId="1076"/>
          <ac:spMkLst>
            <pc:docMk/>
            <pc:sldMk cId="1194178405" sldId="288"/>
            <ac:spMk id="4" creationId="{A1450831-57E9-71E7-97C2-88655B50DA01}"/>
          </ac:spMkLst>
        </pc:spChg>
        <pc:spChg chg="add mod">
          <ac:chgData name="Yuga Hanyu" userId="f18bd86c1b9e4fc5" providerId="LiveId" clId="{52B76CFC-25A8-488B-8E30-8A25EBAD21EE}" dt="2025-11-19T08:54:12.396" v="4873" actId="1076"/>
          <ac:spMkLst>
            <pc:docMk/>
            <pc:sldMk cId="1194178405" sldId="288"/>
            <ac:spMk id="5" creationId="{7723D7EC-FD6B-C9CF-E428-7E7263D8E0CC}"/>
          </ac:spMkLst>
        </pc:spChg>
        <pc:spChg chg="add mod">
          <ac:chgData name="Yuga Hanyu" userId="f18bd86c1b9e4fc5" providerId="LiveId" clId="{52B76CFC-25A8-488B-8E30-8A25EBAD21EE}" dt="2025-11-19T08:41:55.373" v="4724" actId="1076"/>
          <ac:spMkLst>
            <pc:docMk/>
            <pc:sldMk cId="1194178405" sldId="288"/>
            <ac:spMk id="14" creationId="{D38807EE-4F04-3278-618F-41D12CCDCBF4}"/>
          </ac:spMkLst>
        </pc:spChg>
        <pc:spChg chg="add mod">
          <ac:chgData name="Yuga Hanyu" userId="f18bd86c1b9e4fc5" providerId="LiveId" clId="{52B76CFC-25A8-488B-8E30-8A25EBAD21EE}" dt="2025-11-19T08:54:12.396" v="4873" actId="1076"/>
          <ac:spMkLst>
            <pc:docMk/>
            <pc:sldMk cId="1194178405" sldId="288"/>
            <ac:spMk id="26" creationId="{C1DCF46F-1762-7636-1203-1078E7316526}"/>
          </ac:spMkLst>
        </pc:spChg>
        <pc:spChg chg="add mod">
          <ac:chgData name="Yuga Hanyu" userId="f18bd86c1b9e4fc5" providerId="LiveId" clId="{52B76CFC-25A8-488B-8E30-8A25EBAD21EE}" dt="2025-11-19T08:41:55.373" v="4724" actId="1076"/>
          <ac:spMkLst>
            <pc:docMk/>
            <pc:sldMk cId="1194178405" sldId="288"/>
            <ac:spMk id="27" creationId="{C8901898-09E1-8B85-3B84-7EF47B0181BC}"/>
          </ac:spMkLst>
        </pc:spChg>
        <pc:spChg chg="add mod">
          <ac:chgData name="Yuga Hanyu" userId="f18bd86c1b9e4fc5" providerId="LiveId" clId="{52B76CFC-25A8-488B-8E30-8A25EBAD21EE}" dt="2025-11-19T08:54:12.396" v="4873" actId="1076"/>
          <ac:spMkLst>
            <pc:docMk/>
            <pc:sldMk cId="1194178405" sldId="288"/>
            <ac:spMk id="28" creationId="{E1F0C26F-65F2-216C-2F6A-7AB63A074E15}"/>
          </ac:spMkLst>
        </pc:spChg>
        <pc:spChg chg="add mod">
          <ac:chgData name="Yuga Hanyu" userId="f18bd86c1b9e4fc5" providerId="LiveId" clId="{52B76CFC-25A8-488B-8E30-8A25EBAD21EE}" dt="2025-11-19T08:54:12.396" v="4873" actId="1076"/>
          <ac:spMkLst>
            <pc:docMk/>
            <pc:sldMk cId="1194178405" sldId="288"/>
            <ac:spMk id="29" creationId="{22FD3636-7D7A-BAF2-066B-64B2192BF2FC}"/>
          </ac:spMkLst>
        </pc:spChg>
        <pc:spChg chg="add mod">
          <ac:chgData name="Yuga Hanyu" userId="f18bd86c1b9e4fc5" providerId="LiveId" clId="{52B76CFC-25A8-488B-8E30-8A25EBAD21EE}" dt="2025-11-19T08:54:12.396" v="4873" actId="1076"/>
          <ac:spMkLst>
            <pc:docMk/>
            <pc:sldMk cId="1194178405" sldId="288"/>
            <ac:spMk id="30" creationId="{84030E1E-C8EC-89B2-657A-CC02C85EE0AD}"/>
          </ac:spMkLst>
        </pc:spChg>
        <pc:spChg chg="add mod">
          <ac:chgData name="Yuga Hanyu" userId="f18bd86c1b9e4fc5" providerId="LiveId" clId="{52B76CFC-25A8-488B-8E30-8A25EBAD21EE}" dt="2025-11-19T08:54:12.396" v="4873" actId="1076"/>
          <ac:spMkLst>
            <pc:docMk/>
            <pc:sldMk cId="1194178405" sldId="288"/>
            <ac:spMk id="95" creationId="{D0D25670-DABB-C366-4BFB-25D71F8F1B06}"/>
          </ac:spMkLst>
        </pc:spChg>
        <pc:spChg chg="add mod">
          <ac:chgData name="Yuga Hanyu" userId="f18bd86c1b9e4fc5" providerId="LiveId" clId="{52B76CFC-25A8-488B-8E30-8A25EBAD21EE}" dt="2025-11-19T08:54:12.396" v="4873" actId="1076"/>
          <ac:spMkLst>
            <pc:docMk/>
            <pc:sldMk cId="1194178405" sldId="288"/>
            <ac:spMk id="96" creationId="{8D2002D1-43C0-6AE5-DEEE-BFF59D51C0C4}"/>
          </ac:spMkLst>
        </pc:spChg>
        <pc:spChg chg="add mod">
          <ac:chgData name="Yuga Hanyu" userId="f18bd86c1b9e4fc5" providerId="LiveId" clId="{52B76CFC-25A8-488B-8E30-8A25EBAD21EE}" dt="2025-11-19T08:54:12.396" v="4873" actId="1076"/>
          <ac:spMkLst>
            <pc:docMk/>
            <pc:sldMk cId="1194178405" sldId="288"/>
            <ac:spMk id="103" creationId="{B6987F95-3F04-6C70-4E0A-4169F360567C}"/>
          </ac:spMkLst>
        </pc:spChg>
        <pc:spChg chg="add mod">
          <ac:chgData name="Yuga Hanyu" userId="f18bd86c1b9e4fc5" providerId="LiveId" clId="{52B76CFC-25A8-488B-8E30-8A25EBAD21EE}" dt="2025-11-19T08:54:12.396" v="4873" actId="1076"/>
          <ac:spMkLst>
            <pc:docMk/>
            <pc:sldMk cId="1194178405" sldId="288"/>
            <ac:spMk id="109" creationId="{A46847D5-824D-CC9B-271A-BC0300F11ED7}"/>
          </ac:spMkLst>
        </pc:spChg>
        <pc:spChg chg="add mod">
          <ac:chgData name="Yuga Hanyu" userId="f18bd86c1b9e4fc5" providerId="LiveId" clId="{52B76CFC-25A8-488B-8E30-8A25EBAD21EE}" dt="2025-11-19T08:53:45.313" v="4872" actId="113"/>
          <ac:spMkLst>
            <pc:docMk/>
            <pc:sldMk cId="1194178405" sldId="288"/>
            <ac:spMk id="117" creationId="{99090DB7-9A21-9A52-9862-0F01FD0693B1}"/>
          </ac:spMkLst>
        </pc:spChg>
        <pc:spChg chg="add mod">
          <ac:chgData name="Yuga Hanyu" userId="f18bd86c1b9e4fc5" providerId="LiveId" clId="{52B76CFC-25A8-488B-8E30-8A25EBAD21EE}" dt="2025-11-19T08:55:40.491" v="4915" actId="1076"/>
          <ac:spMkLst>
            <pc:docMk/>
            <pc:sldMk cId="1194178405" sldId="288"/>
            <ac:spMk id="118" creationId="{431605DC-5842-C35A-9BC1-68D67D35E9D2}"/>
          </ac:spMkLst>
        </pc:spChg>
        <pc:graphicFrameChg chg="add mod">
          <ac:chgData name="Yuga Hanyu" userId="f18bd86c1b9e4fc5" providerId="LiveId" clId="{52B76CFC-25A8-488B-8E30-8A25EBAD21EE}" dt="2025-11-19T08:43:15.905" v="4738" actId="1076"/>
          <ac:graphicFrameMkLst>
            <pc:docMk/>
            <pc:sldMk cId="1194178405" sldId="288"/>
            <ac:graphicFrameMk id="94" creationId="{A98DC272-5254-73AE-AB24-11422CF398FC}"/>
          </ac:graphicFrameMkLst>
        </pc:graphicFrameChg>
        <pc:cxnChg chg="add mod">
          <ac:chgData name="Yuga Hanyu" userId="f18bd86c1b9e4fc5" providerId="LiveId" clId="{52B76CFC-25A8-488B-8E30-8A25EBAD21EE}" dt="2025-11-19T08:36:14.049" v="4590" actId="13822"/>
          <ac:cxnSpMkLst>
            <pc:docMk/>
            <pc:sldMk cId="1194178405" sldId="288"/>
            <ac:cxnSpMk id="36" creationId="{E5799853-3C03-1830-31DA-F99609E81BC0}"/>
          </ac:cxnSpMkLst>
        </pc:cxnChg>
        <pc:cxnChg chg="add mod">
          <ac:chgData name="Yuga Hanyu" userId="f18bd86c1b9e4fc5" providerId="LiveId" clId="{52B76CFC-25A8-488B-8E30-8A25EBAD21EE}" dt="2025-11-19T08:36:26.283" v="4593" actId="14100"/>
          <ac:cxnSpMkLst>
            <pc:docMk/>
            <pc:sldMk cId="1194178405" sldId="288"/>
            <ac:cxnSpMk id="37" creationId="{D7A8EFB3-431A-0D02-160C-51A92ED5193E}"/>
          </ac:cxnSpMkLst>
        </pc:cxnChg>
        <pc:cxnChg chg="add mod">
          <ac:chgData name="Yuga Hanyu" userId="f18bd86c1b9e4fc5" providerId="LiveId" clId="{52B76CFC-25A8-488B-8E30-8A25EBAD21EE}" dt="2025-11-19T08:36:34.639" v="4596" actId="14100"/>
          <ac:cxnSpMkLst>
            <pc:docMk/>
            <pc:sldMk cId="1194178405" sldId="288"/>
            <ac:cxnSpMk id="40" creationId="{EB0D0CC0-E21C-45BE-1DCE-897AF8FA7E4A}"/>
          </ac:cxnSpMkLst>
        </pc:cxnChg>
        <pc:cxnChg chg="add mod">
          <ac:chgData name="Yuga Hanyu" userId="f18bd86c1b9e4fc5" providerId="LiveId" clId="{52B76CFC-25A8-488B-8E30-8A25EBAD21EE}" dt="2025-11-19T08:41:55.373" v="4724" actId="1076"/>
          <ac:cxnSpMkLst>
            <pc:docMk/>
            <pc:sldMk cId="1194178405" sldId="288"/>
            <ac:cxnSpMk id="43" creationId="{7B5BCB94-9491-581E-101E-FD7942BE633E}"/>
          </ac:cxnSpMkLst>
        </pc:cxnChg>
        <pc:cxnChg chg="add mod">
          <ac:chgData name="Yuga Hanyu" userId="f18bd86c1b9e4fc5" providerId="LiveId" clId="{52B76CFC-25A8-488B-8E30-8A25EBAD21EE}" dt="2025-11-19T08:36:57.515" v="4602" actId="14100"/>
          <ac:cxnSpMkLst>
            <pc:docMk/>
            <pc:sldMk cId="1194178405" sldId="288"/>
            <ac:cxnSpMk id="46" creationId="{A4D01E4C-E197-8FED-639A-E12CA9482DD6}"/>
          </ac:cxnSpMkLst>
        </pc:cxnChg>
        <pc:cxnChg chg="add mod">
          <ac:chgData name="Yuga Hanyu" userId="f18bd86c1b9e4fc5" providerId="LiveId" clId="{52B76CFC-25A8-488B-8E30-8A25EBAD21EE}" dt="2025-11-19T08:37:07.113" v="4605" actId="14100"/>
          <ac:cxnSpMkLst>
            <pc:docMk/>
            <pc:sldMk cId="1194178405" sldId="288"/>
            <ac:cxnSpMk id="49" creationId="{9350037A-AC26-2B4E-CCB3-7D7F102BE0D8}"/>
          </ac:cxnSpMkLst>
        </pc:cxnChg>
        <pc:cxnChg chg="add mod">
          <ac:chgData name="Yuga Hanyu" userId="f18bd86c1b9e4fc5" providerId="LiveId" clId="{52B76CFC-25A8-488B-8E30-8A25EBAD21EE}" dt="2025-11-19T08:37:13.040" v="4608" actId="14100"/>
          <ac:cxnSpMkLst>
            <pc:docMk/>
            <pc:sldMk cId="1194178405" sldId="288"/>
            <ac:cxnSpMk id="52" creationId="{0FF656D9-D4DD-8C31-F5AC-1C48390249F9}"/>
          </ac:cxnSpMkLst>
        </pc:cxnChg>
        <pc:cxnChg chg="add mod">
          <ac:chgData name="Yuga Hanyu" userId="f18bd86c1b9e4fc5" providerId="LiveId" clId="{52B76CFC-25A8-488B-8E30-8A25EBAD21EE}" dt="2025-11-19T08:41:55.373" v="4724" actId="1076"/>
          <ac:cxnSpMkLst>
            <pc:docMk/>
            <pc:sldMk cId="1194178405" sldId="288"/>
            <ac:cxnSpMk id="55" creationId="{9E2C71B9-228F-CD80-236B-CF96103C2608}"/>
          </ac:cxnSpMkLst>
        </pc:cxnChg>
        <pc:cxnChg chg="add mod">
          <ac:chgData name="Yuga Hanyu" userId="f18bd86c1b9e4fc5" providerId="LiveId" clId="{52B76CFC-25A8-488B-8E30-8A25EBAD21EE}" dt="2025-11-19T08:38:47.956" v="4702" actId="14100"/>
          <ac:cxnSpMkLst>
            <pc:docMk/>
            <pc:sldMk cId="1194178405" sldId="288"/>
            <ac:cxnSpMk id="58" creationId="{0F855A30-D4C0-C6ED-912B-8A6F2E33B210}"/>
          </ac:cxnSpMkLst>
        </pc:cxnChg>
        <pc:cxnChg chg="add mod">
          <ac:chgData name="Yuga Hanyu" userId="f18bd86c1b9e4fc5" providerId="LiveId" clId="{52B76CFC-25A8-488B-8E30-8A25EBAD21EE}" dt="2025-11-19T08:38:54.665" v="4705" actId="14100"/>
          <ac:cxnSpMkLst>
            <pc:docMk/>
            <pc:sldMk cId="1194178405" sldId="288"/>
            <ac:cxnSpMk id="62" creationId="{6A3120D8-EB12-42A9-7CEF-60C024F56906}"/>
          </ac:cxnSpMkLst>
        </pc:cxnChg>
        <pc:cxnChg chg="add mod">
          <ac:chgData name="Yuga Hanyu" userId="f18bd86c1b9e4fc5" providerId="LiveId" clId="{52B76CFC-25A8-488B-8E30-8A25EBAD21EE}" dt="2025-11-19T08:39:01.647" v="4708" actId="14100"/>
          <ac:cxnSpMkLst>
            <pc:docMk/>
            <pc:sldMk cId="1194178405" sldId="288"/>
            <ac:cxnSpMk id="65" creationId="{5E5642C3-8210-D7A6-3AAD-175F95F39BCA}"/>
          </ac:cxnSpMkLst>
        </pc:cxnChg>
        <pc:cxnChg chg="add mod">
          <ac:chgData name="Yuga Hanyu" userId="f18bd86c1b9e4fc5" providerId="LiveId" clId="{52B76CFC-25A8-488B-8E30-8A25EBAD21EE}" dt="2025-11-19T08:40:13.139" v="4711" actId="14100"/>
          <ac:cxnSpMkLst>
            <pc:docMk/>
            <pc:sldMk cId="1194178405" sldId="288"/>
            <ac:cxnSpMk id="68" creationId="{647E3A11-E838-742A-EF83-EC17C62E8519}"/>
          </ac:cxnSpMkLst>
        </pc:cxnChg>
        <pc:cxnChg chg="add mod">
          <ac:chgData name="Yuga Hanyu" userId="f18bd86c1b9e4fc5" providerId="LiveId" clId="{52B76CFC-25A8-488B-8E30-8A25EBAD21EE}" dt="2025-11-19T08:40:26.364" v="4714" actId="14100"/>
          <ac:cxnSpMkLst>
            <pc:docMk/>
            <pc:sldMk cId="1194178405" sldId="288"/>
            <ac:cxnSpMk id="71" creationId="{F0516E1A-DD33-2818-4D71-C3619449039E}"/>
          </ac:cxnSpMkLst>
        </pc:cxnChg>
        <pc:cxnChg chg="add mod">
          <ac:chgData name="Yuga Hanyu" userId="f18bd86c1b9e4fc5" providerId="LiveId" clId="{52B76CFC-25A8-488B-8E30-8A25EBAD21EE}" dt="2025-11-19T08:40:31.833" v="4717" actId="14100"/>
          <ac:cxnSpMkLst>
            <pc:docMk/>
            <pc:sldMk cId="1194178405" sldId="288"/>
            <ac:cxnSpMk id="74" creationId="{F115141A-AB3D-CACC-D88C-A7389A50605E}"/>
          </ac:cxnSpMkLst>
        </pc:cxnChg>
        <pc:cxnChg chg="add mod">
          <ac:chgData name="Yuga Hanyu" userId="f18bd86c1b9e4fc5" providerId="LiveId" clId="{52B76CFC-25A8-488B-8E30-8A25EBAD21EE}" dt="2025-11-19T08:40:38.662" v="4720" actId="14100"/>
          <ac:cxnSpMkLst>
            <pc:docMk/>
            <pc:sldMk cId="1194178405" sldId="288"/>
            <ac:cxnSpMk id="77" creationId="{EE9F9689-4FAA-6D97-F0A4-6FE540158EEC}"/>
          </ac:cxnSpMkLst>
        </pc:cxnChg>
        <pc:cxnChg chg="add mod">
          <ac:chgData name="Yuga Hanyu" userId="f18bd86c1b9e4fc5" providerId="LiveId" clId="{52B76CFC-25A8-488B-8E30-8A25EBAD21EE}" dt="2025-11-19T08:40:48.687" v="4723" actId="14100"/>
          <ac:cxnSpMkLst>
            <pc:docMk/>
            <pc:sldMk cId="1194178405" sldId="288"/>
            <ac:cxnSpMk id="80" creationId="{E0BEAC4E-A7DC-851C-5192-7D67D8E6309E}"/>
          </ac:cxnSpMkLst>
        </pc:cxnChg>
        <pc:cxnChg chg="add mod">
          <ac:chgData name="Yuga Hanyu" userId="f18bd86c1b9e4fc5" providerId="LiveId" clId="{52B76CFC-25A8-488B-8E30-8A25EBAD21EE}" dt="2025-11-19T08:42:11.529" v="4726" actId="208"/>
          <ac:cxnSpMkLst>
            <pc:docMk/>
            <pc:sldMk cId="1194178405" sldId="288"/>
            <ac:cxnSpMk id="84" creationId="{9E72313F-488A-D568-6665-C4DEF29532EF}"/>
          </ac:cxnSpMkLst>
        </pc:cxnChg>
        <pc:cxnChg chg="add mod">
          <ac:chgData name="Yuga Hanyu" userId="f18bd86c1b9e4fc5" providerId="LiveId" clId="{52B76CFC-25A8-488B-8E30-8A25EBAD21EE}" dt="2025-11-19T08:42:23.468" v="4729" actId="14100"/>
          <ac:cxnSpMkLst>
            <pc:docMk/>
            <pc:sldMk cId="1194178405" sldId="288"/>
            <ac:cxnSpMk id="85" creationId="{5B35C1F9-7A13-2C53-519B-B8036E2F2B4D}"/>
          </ac:cxnSpMkLst>
        </pc:cxnChg>
        <pc:cxnChg chg="add mod">
          <ac:chgData name="Yuga Hanyu" userId="f18bd86c1b9e4fc5" providerId="LiveId" clId="{52B76CFC-25A8-488B-8E30-8A25EBAD21EE}" dt="2025-11-19T08:42:35.687" v="4733" actId="14100"/>
          <ac:cxnSpMkLst>
            <pc:docMk/>
            <pc:sldMk cId="1194178405" sldId="288"/>
            <ac:cxnSpMk id="88" creationId="{274D49F7-8CEB-912D-8857-437F4B974115}"/>
          </ac:cxnSpMkLst>
        </pc:cxnChg>
        <pc:cxnChg chg="add mod">
          <ac:chgData name="Yuga Hanyu" userId="f18bd86c1b9e4fc5" providerId="LiveId" clId="{52B76CFC-25A8-488B-8E30-8A25EBAD21EE}" dt="2025-11-19T08:42:42.887" v="4736" actId="14100"/>
          <ac:cxnSpMkLst>
            <pc:docMk/>
            <pc:sldMk cId="1194178405" sldId="288"/>
            <ac:cxnSpMk id="91" creationId="{62E8C3DC-88AA-8FCE-0A8C-CA05F55E7D01}"/>
          </ac:cxnSpMkLst>
        </pc:cxnChg>
        <pc:cxnChg chg="add mod">
          <ac:chgData name="Yuga Hanyu" userId="f18bd86c1b9e4fc5" providerId="LiveId" clId="{52B76CFC-25A8-488B-8E30-8A25EBAD21EE}" dt="2025-11-19T08:45:58.386" v="4777" actId="13822"/>
          <ac:cxnSpMkLst>
            <pc:docMk/>
            <pc:sldMk cId="1194178405" sldId="288"/>
            <ac:cxnSpMk id="98" creationId="{C24D1888-0854-09E8-1E7F-7A03E620673B}"/>
          </ac:cxnSpMkLst>
        </pc:cxnChg>
        <pc:cxnChg chg="add mod">
          <ac:chgData name="Yuga Hanyu" userId="f18bd86c1b9e4fc5" providerId="LiveId" clId="{52B76CFC-25A8-488B-8E30-8A25EBAD21EE}" dt="2025-11-19T08:45:53.061" v="4776" actId="13822"/>
          <ac:cxnSpMkLst>
            <pc:docMk/>
            <pc:sldMk cId="1194178405" sldId="288"/>
            <ac:cxnSpMk id="101" creationId="{8DBCA57C-1773-4290-1173-6BA27AEADF8A}"/>
          </ac:cxnSpMkLst>
        </pc:cxnChg>
        <pc:cxnChg chg="add mod">
          <ac:chgData name="Yuga Hanyu" userId="f18bd86c1b9e4fc5" providerId="LiveId" clId="{52B76CFC-25A8-488B-8E30-8A25EBAD21EE}" dt="2025-11-19T08:47:12.988" v="4803" actId="14100"/>
          <ac:cxnSpMkLst>
            <pc:docMk/>
            <pc:sldMk cId="1194178405" sldId="288"/>
            <ac:cxnSpMk id="104" creationId="{C43CE749-E74E-3998-0220-0F46770F622F}"/>
          </ac:cxnSpMkLst>
        </pc:cxnChg>
        <pc:cxnChg chg="add mod">
          <ac:chgData name="Yuga Hanyu" userId="f18bd86c1b9e4fc5" providerId="LiveId" clId="{52B76CFC-25A8-488B-8E30-8A25EBAD21EE}" dt="2025-11-19T08:48:26.419" v="4824" actId="14100"/>
          <ac:cxnSpMkLst>
            <pc:docMk/>
            <pc:sldMk cId="1194178405" sldId="288"/>
            <ac:cxnSpMk id="110" creationId="{1EEE467B-048F-CB73-7183-0FD211340FFF}"/>
          </ac:cxnSpMkLst>
        </pc:cxnChg>
      </pc:sldChg>
      <pc:sldChg chg="addSp delSp modSp del mod">
        <pc:chgData name="Yuga Hanyu" userId="f18bd86c1b9e4fc5" providerId="LiveId" clId="{52B76CFC-25A8-488B-8E30-8A25EBAD21EE}" dt="2025-11-19T09:31:06.617" v="5277" actId="47"/>
        <pc:sldMkLst>
          <pc:docMk/>
          <pc:sldMk cId="1258968761" sldId="289"/>
        </pc:sldMkLst>
      </pc:sldChg>
      <pc:sldChg chg="del">
        <pc:chgData name="Yuga Hanyu" userId="f18bd86c1b9e4fc5" providerId="LiveId" clId="{52B76CFC-25A8-488B-8E30-8A25EBAD21EE}" dt="2025-11-05T07:46:13.664" v="2944" actId="47"/>
        <pc:sldMkLst>
          <pc:docMk/>
          <pc:sldMk cId="2529387008" sldId="291"/>
        </pc:sldMkLst>
      </pc:sldChg>
      <pc:sldChg chg="modSp add mod">
        <pc:chgData name="Yuga Hanyu" userId="f18bd86c1b9e4fc5" providerId="LiveId" clId="{52B76CFC-25A8-488B-8E30-8A25EBAD21EE}" dt="2025-11-05T09:49:42.107" v="3506" actId="20577"/>
        <pc:sldMkLst>
          <pc:docMk/>
          <pc:sldMk cId="3960825318" sldId="299"/>
        </pc:sldMkLst>
      </pc:sldChg>
      <pc:sldChg chg="modSp add mod ord">
        <pc:chgData name="Yuga Hanyu" userId="f18bd86c1b9e4fc5" providerId="LiveId" clId="{52B76CFC-25A8-488B-8E30-8A25EBAD21EE}" dt="2025-11-26T22:48:35.444" v="6251" actId="1076"/>
        <pc:sldMkLst>
          <pc:docMk/>
          <pc:sldMk cId="353542188" sldId="300"/>
        </pc:sldMkLst>
        <pc:spChg chg="mod">
          <ac:chgData name="Yuga Hanyu" userId="f18bd86c1b9e4fc5" providerId="LiveId" clId="{52B76CFC-25A8-488B-8E30-8A25EBAD21EE}" dt="2025-11-19T03:18:29.934" v="3896" actId="108"/>
          <ac:spMkLst>
            <pc:docMk/>
            <pc:sldMk cId="353542188" sldId="300"/>
            <ac:spMk id="2" creationId="{B8200A5F-0BFD-0F08-34E3-03A2DA682808}"/>
          </ac:spMkLst>
        </pc:spChg>
        <pc:spChg chg="mod">
          <ac:chgData name="Yuga Hanyu" userId="f18bd86c1b9e4fc5" providerId="LiveId" clId="{52B76CFC-25A8-488B-8E30-8A25EBAD21EE}" dt="2025-11-26T22:48:16.213" v="6248" actId="20577"/>
          <ac:spMkLst>
            <pc:docMk/>
            <pc:sldMk cId="353542188" sldId="300"/>
            <ac:spMk id="4" creationId="{8609FF63-F736-76AD-9398-68460DE2F903}"/>
          </ac:spMkLst>
        </pc:spChg>
        <pc:spChg chg="mod">
          <ac:chgData name="Yuga Hanyu" userId="f18bd86c1b9e4fc5" providerId="LiveId" clId="{52B76CFC-25A8-488B-8E30-8A25EBAD21EE}" dt="2025-11-26T22:48:35.444" v="6251" actId="1076"/>
          <ac:spMkLst>
            <pc:docMk/>
            <pc:sldMk cId="353542188" sldId="300"/>
            <ac:spMk id="9" creationId="{A9426938-FB7C-D58F-0DC8-601651433D7D}"/>
          </ac:spMkLst>
        </pc:spChg>
        <pc:picChg chg="mod ord">
          <ac:chgData name="Yuga Hanyu" userId="f18bd86c1b9e4fc5" providerId="LiveId" clId="{52B76CFC-25A8-488B-8E30-8A25EBAD21EE}" dt="2025-11-26T22:48:29.523" v="6250" actId="1076"/>
          <ac:picMkLst>
            <pc:docMk/>
            <pc:sldMk cId="353542188" sldId="300"/>
            <ac:picMk id="169" creationId="{B5B93FCE-CFF8-62A6-C2A8-BF9B910CBEC8}"/>
          </ac:picMkLst>
        </pc:picChg>
      </pc:sldChg>
      <pc:sldChg chg="modSp add del mod">
        <pc:chgData name="Yuga Hanyu" userId="f18bd86c1b9e4fc5" providerId="LiveId" clId="{52B76CFC-25A8-488B-8E30-8A25EBAD21EE}" dt="2025-11-26T22:52:43.903" v="6357" actId="20577"/>
        <pc:sldMkLst>
          <pc:docMk/>
          <pc:sldMk cId="1331132240" sldId="301"/>
        </pc:sldMkLst>
        <pc:spChg chg="mod">
          <ac:chgData name="Yuga Hanyu" userId="f18bd86c1b9e4fc5" providerId="LiveId" clId="{52B76CFC-25A8-488B-8E30-8A25EBAD21EE}" dt="2025-11-19T03:21:03.987" v="3947" actId="20577"/>
          <ac:spMkLst>
            <pc:docMk/>
            <pc:sldMk cId="1331132240" sldId="301"/>
            <ac:spMk id="2" creationId="{8B2E95D4-A553-0209-FF7A-D5EE4AE04FA8}"/>
          </ac:spMkLst>
        </pc:spChg>
        <pc:spChg chg="mod">
          <ac:chgData name="Yuga Hanyu" userId="f18bd86c1b9e4fc5" providerId="LiveId" clId="{52B76CFC-25A8-488B-8E30-8A25EBAD21EE}" dt="2025-11-26T22:52:43.903" v="6357" actId="20577"/>
          <ac:spMkLst>
            <pc:docMk/>
            <pc:sldMk cId="1331132240" sldId="301"/>
            <ac:spMk id="5" creationId="{B7343AE1-909E-8D4A-8CDB-486E83DD8D83}"/>
          </ac:spMkLst>
        </pc:spChg>
      </pc:sldChg>
      <pc:sldChg chg="add del">
        <pc:chgData name="Yuga Hanyu" userId="f18bd86c1b9e4fc5" providerId="LiveId" clId="{52B76CFC-25A8-488B-8E30-8A25EBAD21EE}" dt="2025-11-05T05:30:01.729" v="2001" actId="47"/>
        <pc:sldMkLst>
          <pc:docMk/>
          <pc:sldMk cId="2562124051" sldId="302"/>
        </pc:sldMkLst>
      </pc:sldChg>
      <pc:sldChg chg="modSp add del mod">
        <pc:chgData name="Yuga Hanyu" userId="f18bd86c1b9e4fc5" providerId="LiveId" clId="{52B76CFC-25A8-488B-8E30-8A25EBAD21EE}" dt="2025-11-05T08:33:20.133" v="3192" actId="47"/>
        <pc:sldMkLst>
          <pc:docMk/>
          <pc:sldMk cId="1399322273" sldId="303"/>
        </pc:sldMkLst>
      </pc:sldChg>
      <pc:sldChg chg="delSp modSp del mod">
        <pc:chgData name="Yuga Hanyu" userId="f18bd86c1b9e4fc5" providerId="LiveId" clId="{52B76CFC-25A8-488B-8E30-8A25EBAD21EE}" dt="2025-11-05T08:30:31.168" v="3143" actId="2696"/>
        <pc:sldMkLst>
          <pc:docMk/>
          <pc:sldMk cId="4293810146" sldId="303"/>
        </pc:sldMkLst>
      </pc:sldChg>
      <pc:sldChg chg="delSp modSp del mod">
        <pc:chgData name="Yuga Hanyu" userId="f18bd86c1b9e4fc5" providerId="LiveId" clId="{52B76CFC-25A8-488B-8E30-8A25EBAD21EE}" dt="2025-11-05T08:30:31.168" v="3143" actId="2696"/>
        <pc:sldMkLst>
          <pc:docMk/>
          <pc:sldMk cId="1906002226" sldId="304"/>
        </pc:sldMkLst>
      </pc:sldChg>
      <pc:sldChg chg="addSp delSp modSp add mod">
        <pc:chgData name="Yuga Hanyu" userId="f18bd86c1b9e4fc5" providerId="LiveId" clId="{52B76CFC-25A8-488B-8E30-8A25EBAD21EE}" dt="2025-11-19T09:17:55.578" v="5151" actId="1076"/>
        <pc:sldMkLst>
          <pc:docMk/>
          <pc:sldMk cId="3602361155" sldId="304"/>
        </pc:sldMkLst>
        <pc:spChg chg="mod">
          <ac:chgData name="Yuga Hanyu" userId="f18bd86c1b9e4fc5" providerId="LiveId" clId="{52B76CFC-25A8-488B-8E30-8A25EBAD21EE}" dt="2025-11-19T08:10:23.740" v="4549" actId="20577"/>
          <ac:spMkLst>
            <pc:docMk/>
            <pc:sldMk cId="3602361155" sldId="304"/>
            <ac:spMk id="2" creationId="{540D3B18-86BA-1DC2-A15D-B7866A802246}"/>
          </ac:spMkLst>
        </pc:spChg>
        <pc:spChg chg="add mod">
          <ac:chgData name="Yuga Hanyu" userId="f18bd86c1b9e4fc5" providerId="LiveId" clId="{52B76CFC-25A8-488B-8E30-8A25EBAD21EE}" dt="2025-11-19T09:15:38.191" v="5101"/>
          <ac:spMkLst>
            <pc:docMk/>
            <pc:sldMk cId="3602361155" sldId="304"/>
            <ac:spMk id="9" creationId="{8A8FFE84-9255-33E3-AC1B-3E3AECCE96FB}"/>
          </ac:spMkLst>
        </pc:spChg>
        <pc:spChg chg="add mod">
          <ac:chgData name="Yuga Hanyu" userId="f18bd86c1b9e4fc5" providerId="LiveId" clId="{52B76CFC-25A8-488B-8E30-8A25EBAD21EE}" dt="2025-11-19T09:15:38.191" v="5101"/>
          <ac:spMkLst>
            <pc:docMk/>
            <pc:sldMk cId="3602361155" sldId="304"/>
            <ac:spMk id="10" creationId="{669B7676-3B45-989C-176F-EB8A5CF28558}"/>
          </ac:spMkLst>
        </pc:spChg>
        <pc:spChg chg="add mod">
          <ac:chgData name="Yuga Hanyu" userId="f18bd86c1b9e4fc5" providerId="LiveId" clId="{52B76CFC-25A8-488B-8E30-8A25EBAD21EE}" dt="2025-11-19T09:15:38.191" v="5101"/>
          <ac:spMkLst>
            <pc:docMk/>
            <pc:sldMk cId="3602361155" sldId="304"/>
            <ac:spMk id="11" creationId="{12A0B3C2-004A-264F-8A44-775843E9DDF7}"/>
          </ac:spMkLst>
        </pc:spChg>
        <pc:spChg chg="add mod">
          <ac:chgData name="Yuga Hanyu" userId="f18bd86c1b9e4fc5" providerId="LiveId" clId="{52B76CFC-25A8-488B-8E30-8A25EBAD21EE}" dt="2025-11-19T09:16:07.913" v="5107" actId="20577"/>
          <ac:spMkLst>
            <pc:docMk/>
            <pc:sldMk cId="3602361155" sldId="304"/>
            <ac:spMk id="17" creationId="{F50D754C-C2ED-04CE-103C-21FAAB05A504}"/>
          </ac:spMkLst>
        </pc:spChg>
        <pc:spChg chg="add mod">
          <ac:chgData name="Yuga Hanyu" userId="f18bd86c1b9e4fc5" providerId="LiveId" clId="{52B76CFC-25A8-488B-8E30-8A25EBAD21EE}" dt="2025-11-19T09:16:21.285" v="5113" actId="20577"/>
          <ac:spMkLst>
            <pc:docMk/>
            <pc:sldMk cId="3602361155" sldId="304"/>
            <ac:spMk id="18" creationId="{CB287902-58AF-FB21-0EA2-D3213AE2DFEC}"/>
          </ac:spMkLst>
        </pc:spChg>
        <pc:spChg chg="add mod">
          <ac:chgData name="Yuga Hanyu" userId="f18bd86c1b9e4fc5" providerId="LiveId" clId="{52B76CFC-25A8-488B-8E30-8A25EBAD21EE}" dt="2025-11-19T09:16:31.689" v="5117" actId="20577"/>
          <ac:spMkLst>
            <pc:docMk/>
            <pc:sldMk cId="3602361155" sldId="304"/>
            <ac:spMk id="19" creationId="{25DDDDF6-204B-DE60-9A5D-33BF8066FB29}"/>
          </ac:spMkLst>
        </pc:spChg>
        <pc:spChg chg="add mod">
          <ac:chgData name="Yuga Hanyu" userId="f18bd86c1b9e4fc5" providerId="LiveId" clId="{52B76CFC-25A8-488B-8E30-8A25EBAD21EE}" dt="2025-11-19T09:17:55.578" v="5151" actId="1076"/>
          <ac:spMkLst>
            <pc:docMk/>
            <pc:sldMk cId="3602361155" sldId="304"/>
            <ac:spMk id="20" creationId="{F3ABA4A1-4696-62ED-1BBE-590C0887474A}"/>
          </ac:spMkLst>
        </pc:spChg>
        <pc:spChg chg="add mod">
          <ac:chgData name="Yuga Hanyu" userId="f18bd86c1b9e4fc5" providerId="LiveId" clId="{52B76CFC-25A8-488B-8E30-8A25EBAD21EE}" dt="2025-11-19T09:17:48.119" v="5150" actId="1076"/>
          <ac:spMkLst>
            <pc:docMk/>
            <pc:sldMk cId="3602361155" sldId="304"/>
            <ac:spMk id="21" creationId="{D2C688FC-3088-1D5C-31FC-237B2C175535}"/>
          </ac:spMkLst>
        </pc:spChg>
        <pc:grpChg chg="add mod">
          <ac:chgData name="Yuga Hanyu" userId="f18bd86c1b9e4fc5" providerId="LiveId" clId="{52B76CFC-25A8-488B-8E30-8A25EBAD21EE}" dt="2025-11-19T09:15:38.191" v="5101"/>
          <ac:grpSpMkLst>
            <pc:docMk/>
            <pc:sldMk cId="3602361155" sldId="304"/>
            <ac:grpSpMk id="12" creationId="{A72F5859-AAEC-29B9-C064-4AAA084B8BC9}"/>
          </ac:grpSpMkLst>
        </pc:grpChg>
        <pc:graphicFrameChg chg="add mod">
          <ac:chgData name="Yuga Hanyu" userId="f18bd86c1b9e4fc5" providerId="LiveId" clId="{52B76CFC-25A8-488B-8E30-8A25EBAD21EE}" dt="2025-11-19T09:15:38.191" v="5101"/>
          <ac:graphicFrameMkLst>
            <pc:docMk/>
            <pc:sldMk cId="3602361155" sldId="304"/>
            <ac:graphicFrameMk id="3" creationId="{1872A0A4-11EA-3856-19DB-A62BCD64C519}"/>
          </ac:graphicFrameMkLst>
        </pc:graphicFrameChg>
        <pc:graphicFrameChg chg="add mod">
          <ac:chgData name="Yuga Hanyu" userId="f18bd86c1b9e4fc5" providerId="LiveId" clId="{52B76CFC-25A8-488B-8E30-8A25EBAD21EE}" dt="2025-11-19T09:15:38.191" v="5101"/>
          <ac:graphicFrameMkLst>
            <pc:docMk/>
            <pc:sldMk cId="3602361155" sldId="304"/>
            <ac:graphicFrameMk id="5" creationId="{6F18A431-AFBE-5BE2-B1F1-0BD11AFC821A}"/>
          </ac:graphicFrameMkLst>
        </pc:graphicFrameChg>
        <pc:graphicFrameChg chg="add mod">
          <ac:chgData name="Yuga Hanyu" userId="f18bd86c1b9e4fc5" providerId="LiveId" clId="{52B76CFC-25A8-488B-8E30-8A25EBAD21EE}" dt="2025-11-19T09:15:38.191" v="5101"/>
          <ac:graphicFrameMkLst>
            <pc:docMk/>
            <pc:sldMk cId="3602361155" sldId="304"/>
            <ac:graphicFrameMk id="7" creationId="{2A972A99-E293-EE50-58DA-6336B5CFCA95}"/>
          </ac:graphicFrameMkLst>
        </pc:graphicFrameChg>
        <pc:cxnChg chg="mod">
          <ac:chgData name="Yuga Hanyu" userId="f18bd86c1b9e4fc5" providerId="LiveId" clId="{52B76CFC-25A8-488B-8E30-8A25EBAD21EE}" dt="2025-11-19T09:15:38.191" v="5101"/>
          <ac:cxnSpMkLst>
            <pc:docMk/>
            <pc:sldMk cId="3602361155" sldId="304"/>
            <ac:cxnSpMk id="13" creationId="{47562181-AF51-924D-7235-19FF6191072F}"/>
          </ac:cxnSpMkLst>
        </pc:cxnChg>
        <pc:cxnChg chg="mod">
          <ac:chgData name="Yuga Hanyu" userId="f18bd86c1b9e4fc5" providerId="LiveId" clId="{52B76CFC-25A8-488B-8E30-8A25EBAD21EE}" dt="2025-11-19T09:15:38.191" v="5101"/>
          <ac:cxnSpMkLst>
            <pc:docMk/>
            <pc:sldMk cId="3602361155" sldId="304"/>
            <ac:cxnSpMk id="14" creationId="{317BC1F4-77C3-B66C-8C02-F759BCF62093}"/>
          </ac:cxnSpMkLst>
        </pc:cxnChg>
      </pc:sldChg>
      <pc:sldChg chg="delSp modSp del mod">
        <pc:chgData name="Yuga Hanyu" userId="f18bd86c1b9e4fc5" providerId="LiveId" clId="{52B76CFC-25A8-488B-8E30-8A25EBAD21EE}" dt="2025-11-05T08:49:20.426" v="3403" actId="47"/>
        <pc:sldMkLst>
          <pc:docMk/>
          <pc:sldMk cId="1602175283" sldId="305"/>
        </pc:sldMkLst>
      </pc:sldChg>
      <pc:sldChg chg="modSp add mod">
        <pc:chgData name="Yuga Hanyu" userId="f18bd86c1b9e4fc5" providerId="LiveId" clId="{52B76CFC-25A8-488B-8E30-8A25EBAD21EE}" dt="2025-11-26T23:08:18.037" v="6695" actId="179"/>
        <pc:sldMkLst>
          <pc:docMk/>
          <pc:sldMk cId="2781896133" sldId="305"/>
        </pc:sldMkLst>
        <pc:spChg chg="mod">
          <ac:chgData name="Yuga Hanyu" userId="f18bd86c1b9e4fc5" providerId="LiveId" clId="{52B76CFC-25A8-488B-8E30-8A25EBAD21EE}" dt="2025-11-26T23:08:18.037" v="6695" actId="179"/>
          <ac:spMkLst>
            <pc:docMk/>
            <pc:sldMk cId="2781896133" sldId="305"/>
            <ac:spMk id="4" creationId="{FC683C5C-7A4C-B7DA-8591-3D717DDECDB1}"/>
          </ac:spMkLst>
        </pc:spChg>
      </pc:sldChg>
      <pc:sldChg chg="delSp modSp add del mod">
        <pc:chgData name="Yuga Hanyu" userId="f18bd86c1b9e4fc5" providerId="LiveId" clId="{52B76CFC-25A8-488B-8E30-8A25EBAD21EE}" dt="2025-11-05T08:48:11.777" v="3379" actId="47"/>
        <pc:sldMkLst>
          <pc:docMk/>
          <pc:sldMk cId="3246396025" sldId="306"/>
        </pc:sldMkLst>
      </pc:sldChg>
      <pc:sldChg chg="delSp modSp add del mod">
        <pc:chgData name="Yuga Hanyu" userId="f18bd86c1b9e4fc5" providerId="LiveId" clId="{52B76CFC-25A8-488B-8E30-8A25EBAD21EE}" dt="2025-11-05T08:49:21.579" v="3404" actId="47"/>
        <pc:sldMkLst>
          <pc:docMk/>
          <pc:sldMk cId="3989206009" sldId="307"/>
        </pc:sldMkLst>
      </pc:sldChg>
      <pc:sldChg chg="delSp modSp del mod">
        <pc:chgData name="Yuga Hanyu" userId="f18bd86c1b9e4fc5" providerId="LiveId" clId="{52B76CFC-25A8-488B-8E30-8A25EBAD21EE}" dt="2025-11-05T08:49:22.771" v="3405" actId="47"/>
        <pc:sldMkLst>
          <pc:docMk/>
          <pc:sldMk cId="480242477" sldId="308"/>
        </pc:sldMkLst>
      </pc:sldChg>
      <pc:sldChg chg="delSp del mod">
        <pc:chgData name="Yuga Hanyu" userId="f18bd86c1b9e4fc5" providerId="LiveId" clId="{52B76CFC-25A8-488B-8E30-8A25EBAD21EE}" dt="2025-11-05T08:49:23.656" v="3406" actId="47"/>
        <pc:sldMkLst>
          <pc:docMk/>
          <pc:sldMk cId="3469841091" sldId="309"/>
        </pc:sldMkLst>
      </pc:sldChg>
      <pc:sldChg chg="add del">
        <pc:chgData name="Yuga Hanyu" userId="f18bd86c1b9e4fc5" providerId="LiveId" clId="{52B76CFC-25A8-488B-8E30-8A25EBAD21EE}" dt="2025-11-05T08:49:33.801" v="3409" actId="47"/>
        <pc:sldMkLst>
          <pc:docMk/>
          <pc:sldMk cId="2002469330" sldId="310"/>
        </pc:sldMkLst>
      </pc:sldChg>
      <pc:sldChg chg="delSp modSp del mod">
        <pc:chgData name="Yuga Hanyu" userId="f18bd86c1b9e4fc5" providerId="LiveId" clId="{52B76CFC-25A8-488B-8E30-8A25EBAD21EE}" dt="2025-11-05T09:04:26.272" v="3439" actId="47"/>
        <pc:sldMkLst>
          <pc:docMk/>
          <pc:sldMk cId="1608972214" sldId="311"/>
        </pc:sldMkLst>
      </pc:sldChg>
      <pc:sldChg chg="addSp delSp modSp mod ord modAnim">
        <pc:chgData name="Yuga Hanyu" userId="f18bd86c1b9e4fc5" providerId="LiveId" clId="{52B76CFC-25A8-488B-8E30-8A25EBAD21EE}" dt="2025-11-20T01:12:04.115" v="6130" actId="1076"/>
        <pc:sldMkLst>
          <pc:docMk/>
          <pc:sldMk cId="2918878312" sldId="312"/>
        </pc:sldMkLst>
        <pc:spChg chg="mod">
          <ac:chgData name="Yuga Hanyu" userId="f18bd86c1b9e4fc5" providerId="LiveId" clId="{52B76CFC-25A8-488B-8E30-8A25EBAD21EE}" dt="2025-11-20T01:11:19.220" v="6123" actId="20577"/>
          <ac:spMkLst>
            <pc:docMk/>
            <pc:sldMk cId="2918878312" sldId="312"/>
            <ac:spMk id="2" creationId="{91B83CE2-C474-B566-41D7-9B0193DA1F04}"/>
          </ac:spMkLst>
        </pc:spChg>
        <pc:spChg chg="add mod">
          <ac:chgData name="Yuga Hanyu" userId="f18bd86c1b9e4fc5" providerId="LiveId" clId="{52B76CFC-25A8-488B-8E30-8A25EBAD21EE}" dt="2025-11-20T01:11:49.416" v="6126" actId="1076"/>
          <ac:spMkLst>
            <pc:docMk/>
            <pc:sldMk cId="2918878312" sldId="312"/>
            <ac:spMk id="4" creationId="{D466441C-7D4F-43F4-0E1F-CB421B8529CE}"/>
          </ac:spMkLst>
        </pc:spChg>
        <pc:spChg chg="add mod">
          <ac:chgData name="Yuga Hanyu" userId="f18bd86c1b9e4fc5" providerId="LiveId" clId="{52B76CFC-25A8-488B-8E30-8A25EBAD21EE}" dt="2025-11-20T01:11:58.461" v="6128" actId="1076"/>
          <ac:spMkLst>
            <pc:docMk/>
            <pc:sldMk cId="2918878312" sldId="312"/>
            <ac:spMk id="7" creationId="{32E1A6D3-CF86-4369-BB58-1DBD7116F261}"/>
          </ac:spMkLst>
        </pc:spChg>
        <pc:spChg chg="add mod">
          <ac:chgData name="Yuga Hanyu" userId="f18bd86c1b9e4fc5" providerId="LiveId" clId="{52B76CFC-25A8-488B-8E30-8A25EBAD21EE}" dt="2025-11-20T01:12:04.115" v="6130" actId="1076"/>
          <ac:spMkLst>
            <pc:docMk/>
            <pc:sldMk cId="2918878312" sldId="312"/>
            <ac:spMk id="8" creationId="{9CD72413-F400-1CA0-D361-0CA63350AF88}"/>
          </ac:spMkLst>
        </pc:spChg>
        <pc:graphicFrameChg chg="add mod modGraphic">
          <ac:chgData name="Yuga Hanyu" userId="f18bd86c1b9e4fc5" providerId="LiveId" clId="{52B76CFC-25A8-488B-8E30-8A25EBAD21EE}" dt="2025-11-20T01:11:33.842" v="6124" actId="1076"/>
          <ac:graphicFrameMkLst>
            <pc:docMk/>
            <pc:sldMk cId="2918878312" sldId="312"/>
            <ac:graphicFrameMk id="3" creationId="{0E182FB7-5822-889E-E06F-406E6834095B}"/>
          </ac:graphicFrameMkLst>
        </pc:graphicFrameChg>
      </pc:sldChg>
      <pc:sldChg chg="delSp modSp del mod ord">
        <pc:chgData name="Yuga Hanyu" userId="f18bd86c1b9e4fc5" providerId="LiveId" clId="{52B76CFC-25A8-488B-8E30-8A25EBAD21EE}" dt="2025-11-10T06:33:02.759" v="3874" actId="47"/>
        <pc:sldMkLst>
          <pc:docMk/>
          <pc:sldMk cId="1506206993" sldId="313"/>
        </pc:sldMkLst>
      </pc:sldChg>
      <pc:sldChg chg="addSp delSp modSp del mod ord">
        <pc:chgData name="Yuga Hanyu" userId="f18bd86c1b9e4fc5" providerId="LiveId" clId="{52B76CFC-25A8-488B-8E30-8A25EBAD21EE}" dt="2025-11-10T06:33:04.416" v="3875" actId="47"/>
        <pc:sldMkLst>
          <pc:docMk/>
          <pc:sldMk cId="649538065" sldId="314"/>
        </pc:sldMkLst>
      </pc:sldChg>
      <pc:sldChg chg="delSp modSp mod">
        <pc:chgData name="Yuga Hanyu" userId="f18bd86c1b9e4fc5" providerId="LiveId" clId="{52B76CFC-25A8-488B-8E30-8A25EBAD21EE}" dt="2025-12-08T23:16:40.842" v="6709" actId="33524"/>
        <pc:sldMkLst>
          <pc:docMk/>
          <pc:sldMk cId="953002827" sldId="315"/>
        </pc:sldMkLst>
        <pc:spChg chg="mod">
          <ac:chgData name="Yuga Hanyu" userId="f18bd86c1b9e4fc5" providerId="LiveId" clId="{52B76CFC-25A8-488B-8E30-8A25EBAD21EE}" dt="2025-11-20T00:43:49.338" v="5861" actId="20577"/>
          <ac:spMkLst>
            <pc:docMk/>
            <pc:sldMk cId="953002827" sldId="315"/>
            <ac:spMk id="2" creationId="{8DBA0D73-3B2B-DCC0-5CCA-8686A8355E1C}"/>
          </ac:spMkLst>
        </pc:spChg>
        <pc:spChg chg="mod">
          <ac:chgData name="Yuga Hanyu" userId="f18bd86c1b9e4fc5" providerId="LiveId" clId="{52B76CFC-25A8-488B-8E30-8A25EBAD21EE}" dt="2025-12-08T23:16:40.842" v="6709" actId="33524"/>
          <ac:spMkLst>
            <pc:docMk/>
            <pc:sldMk cId="953002827" sldId="315"/>
            <ac:spMk id="11" creationId="{CF2E5139-D723-CFC8-E7ED-042FBA2DB1A4}"/>
          </ac:spMkLst>
        </pc:spChg>
      </pc:sldChg>
      <pc:sldChg chg="modSp add del mod">
        <pc:chgData name="Yuga Hanyu" userId="f18bd86c1b9e4fc5" providerId="LiveId" clId="{52B76CFC-25A8-488B-8E30-8A25EBAD21EE}" dt="2025-11-26T22:47:18.348" v="6217" actId="20577"/>
        <pc:sldMkLst>
          <pc:docMk/>
          <pc:sldMk cId="1742755982" sldId="316"/>
        </pc:sldMkLst>
        <pc:spChg chg="mod">
          <ac:chgData name="Yuga Hanyu" userId="f18bd86c1b9e4fc5" providerId="LiveId" clId="{52B76CFC-25A8-488B-8E30-8A25EBAD21EE}" dt="2025-11-26T22:47:18.348" v="6217" actId="20577"/>
          <ac:spMkLst>
            <pc:docMk/>
            <pc:sldMk cId="1742755982" sldId="316"/>
            <ac:spMk id="3" creationId="{F16DC201-FAFA-9E9A-42AD-F69C5A4B76E7}"/>
          </ac:spMkLst>
        </pc:spChg>
      </pc:sldChg>
      <pc:sldChg chg="modSp add del mod">
        <pc:chgData name="Yuga Hanyu" userId="f18bd86c1b9e4fc5" providerId="LiveId" clId="{52B76CFC-25A8-488B-8E30-8A25EBAD21EE}" dt="2025-11-05T07:16:56.248" v="2701" actId="2711"/>
        <pc:sldMkLst>
          <pc:docMk/>
          <pc:sldMk cId="1717471579" sldId="317"/>
        </pc:sldMkLst>
      </pc:sldChg>
      <pc:sldChg chg="modSp add del mod">
        <pc:chgData name="Yuga Hanyu" userId="f18bd86c1b9e4fc5" providerId="LiveId" clId="{52B76CFC-25A8-488B-8E30-8A25EBAD21EE}" dt="2025-11-05T07:16:47.578" v="2700" actId="2711"/>
        <pc:sldMkLst>
          <pc:docMk/>
          <pc:sldMk cId="2186827375" sldId="318"/>
        </pc:sldMkLst>
      </pc:sldChg>
      <pc:sldChg chg="add del">
        <pc:chgData name="Yuga Hanyu" userId="f18bd86c1b9e4fc5" providerId="LiveId" clId="{52B76CFC-25A8-488B-8E30-8A25EBAD21EE}" dt="2025-11-05T01:51:11.014" v="163" actId="47"/>
        <pc:sldMkLst>
          <pc:docMk/>
          <pc:sldMk cId="2126664982" sldId="319"/>
        </pc:sldMkLst>
      </pc:sldChg>
      <pc:sldChg chg="modSp add del mod">
        <pc:chgData name="Yuga Hanyu" userId="f18bd86c1b9e4fc5" providerId="LiveId" clId="{52B76CFC-25A8-488B-8E30-8A25EBAD21EE}" dt="2025-11-26T22:54:21.262" v="6404" actId="20577"/>
        <pc:sldMkLst>
          <pc:docMk/>
          <pc:sldMk cId="3213329419" sldId="320"/>
        </pc:sldMkLst>
        <pc:spChg chg="mod">
          <ac:chgData name="Yuga Hanyu" userId="f18bd86c1b9e4fc5" providerId="LiveId" clId="{52B76CFC-25A8-488B-8E30-8A25EBAD21EE}" dt="2025-11-26T22:54:21.262" v="6404" actId="20577"/>
          <ac:spMkLst>
            <pc:docMk/>
            <pc:sldMk cId="3213329419" sldId="320"/>
            <ac:spMk id="5" creationId="{326BE446-588D-8017-D9EE-480C9A505973}"/>
          </ac:spMkLst>
        </pc:spChg>
      </pc:sldChg>
      <pc:sldChg chg="modSp add del mod">
        <pc:chgData name="Yuga Hanyu" userId="f18bd86c1b9e4fc5" providerId="LiveId" clId="{52B76CFC-25A8-488B-8E30-8A25EBAD21EE}" dt="2025-11-05T02:17:07.068" v="567" actId="47"/>
        <pc:sldMkLst>
          <pc:docMk/>
          <pc:sldMk cId="905249390" sldId="321"/>
        </pc:sldMkLst>
      </pc:sldChg>
      <pc:sldChg chg="modSp add del mod ord">
        <pc:chgData name="Yuga Hanyu" userId="f18bd86c1b9e4fc5" providerId="LiveId" clId="{52B76CFC-25A8-488B-8E30-8A25EBAD21EE}" dt="2025-11-05T07:17:41.064" v="2704" actId="47"/>
        <pc:sldMkLst>
          <pc:docMk/>
          <pc:sldMk cId="3298053681" sldId="321"/>
        </pc:sldMkLst>
      </pc:sldChg>
      <pc:sldChg chg="modSp add del mod ord">
        <pc:chgData name="Yuga Hanyu" userId="f18bd86c1b9e4fc5" providerId="LiveId" clId="{52B76CFC-25A8-488B-8E30-8A25EBAD21EE}" dt="2025-11-05T06:52:51.215" v="2608" actId="47"/>
        <pc:sldMkLst>
          <pc:docMk/>
          <pc:sldMk cId="3995140451" sldId="321"/>
        </pc:sldMkLst>
      </pc:sldChg>
      <pc:sldChg chg="addSp delSp modSp add mod ord">
        <pc:chgData name="Yuga Hanyu" userId="f18bd86c1b9e4fc5" providerId="LiveId" clId="{52B76CFC-25A8-488B-8E30-8A25EBAD21EE}" dt="2025-11-20T00:45:14.914" v="5867" actId="21"/>
        <pc:sldMkLst>
          <pc:docMk/>
          <pc:sldMk cId="552081493" sldId="322"/>
        </pc:sldMkLst>
      </pc:sldChg>
      <pc:sldChg chg="modSp add mod ord">
        <pc:chgData name="Yuga Hanyu" userId="f18bd86c1b9e4fc5" providerId="LiveId" clId="{52B76CFC-25A8-488B-8E30-8A25EBAD21EE}" dt="2025-11-05T07:46:07.883" v="2942" actId="108"/>
        <pc:sldMkLst>
          <pc:docMk/>
          <pc:sldMk cId="3677007358" sldId="323"/>
        </pc:sldMkLst>
      </pc:sldChg>
      <pc:sldChg chg="delSp modSp add del mod">
        <pc:chgData name="Yuga Hanyu" userId="f18bd86c1b9e4fc5" providerId="LiveId" clId="{52B76CFC-25A8-488B-8E30-8A25EBAD21EE}" dt="2025-11-05T09:47:52.575" v="3485" actId="47"/>
        <pc:sldMkLst>
          <pc:docMk/>
          <pc:sldMk cId="205604210" sldId="324"/>
        </pc:sldMkLst>
      </pc:sldChg>
      <pc:sldChg chg="addSp delSp modSp add mod delAnim modAnim">
        <pc:chgData name="Yuga Hanyu" userId="f18bd86c1b9e4fc5" providerId="LiveId" clId="{52B76CFC-25A8-488B-8E30-8A25EBAD21EE}" dt="2025-11-20T01:10:32.311" v="6101" actId="6549"/>
        <pc:sldMkLst>
          <pc:docMk/>
          <pc:sldMk cId="623521501" sldId="324"/>
        </pc:sldMkLst>
        <pc:spChg chg="mod">
          <ac:chgData name="Yuga Hanyu" userId="f18bd86c1b9e4fc5" providerId="LiveId" clId="{52B76CFC-25A8-488B-8E30-8A25EBAD21EE}" dt="2025-11-20T00:58:00.582" v="6016" actId="20577"/>
          <ac:spMkLst>
            <pc:docMk/>
            <pc:sldMk cId="623521501" sldId="324"/>
            <ac:spMk id="2" creationId="{1D9EBB80-B1FE-79CF-546D-E422751107E0}"/>
          </ac:spMkLst>
        </pc:spChg>
        <pc:spChg chg="add mod">
          <ac:chgData name="Yuga Hanyu" userId="f18bd86c1b9e4fc5" providerId="LiveId" clId="{52B76CFC-25A8-488B-8E30-8A25EBAD21EE}" dt="2025-11-20T01:00:08.449" v="6029" actId="14100"/>
          <ac:spMkLst>
            <pc:docMk/>
            <pc:sldMk cId="623521501" sldId="324"/>
            <ac:spMk id="4" creationId="{0BED0A76-7D0A-66B4-4D8C-FFF19D2DE4D1}"/>
          </ac:spMkLst>
        </pc:spChg>
        <pc:spChg chg="add mod">
          <ac:chgData name="Yuga Hanyu" userId="f18bd86c1b9e4fc5" providerId="LiveId" clId="{52B76CFC-25A8-488B-8E30-8A25EBAD21EE}" dt="2025-11-20T01:03:41.738" v="6044" actId="1076"/>
          <ac:spMkLst>
            <pc:docMk/>
            <pc:sldMk cId="623521501" sldId="324"/>
            <ac:spMk id="10" creationId="{45756D60-47F9-F9C5-85CB-7C342013DDD5}"/>
          </ac:spMkLst>
        </pc:spChg>
        <pc:spChg chg="add mod">
          <ac:chgData name="Yuga Hanyu" userId="f18bd86c1b9e4fc5" providerId="LiveId" clId="{52B76CFC-25A8-488B-8E30-8A25EBAD21EE}" dt="2025-11-20T01:03:52.720" v="6047" actId="14100"/>
          <ac:spMkLst>
            <pc:docMk/>
            <pc:sldMk cId="623521501" sldId="324"/>
            <ac:spMk id="11" creationId="{76DAFA39-16B8-3CB6-07CF-AEEB61016675}"/>
          </ac:spMkLst>
        </pc:spChg>
        <pc:spChg chg="add mod">
          <ac:chgData name="Yuga Hanyu" userId="f18bd86c1b9e4fc5" providerId="LiveId" clId="{52B76CFC-25A8-488B-8E30-8A25EBAD21EE}" dt="2025-11-20T01:07:00.353" v="6071" actId="1076"/>
          <ac:spMkLst>
            <pc:docMk/>
            <pc:sldMk cId="623521501" sldId="324"/>
            <ac:spMk id="12" creationId="{C041BD45-FFAC-64B1-2181-ACB64EF82E97}"/>
          </ac:spMkLst>
        </pc:spChg>
        <pc:spChg chg="add mod">
          <ac:chgData name="Yuga Hanyu" userId="f18bd86c1b9e4fc5" providerId="LiveId" clId="{52B76CFC-25A8-488B-8E30-8A25EBAD21EE}" dt="2025-11-20T01:07:05.056" v="6073" actId="1076"/>
          <ac:spMkLst>
            <pc:docMk/>
            <pc:sldMk cId="623521501" sldId="324"/>
            <ac:spMk id="13" creationId="{BD563801-6C65-513D-188D-CF64D344742D}"/>
          </ac:spMkLst>
        </pc:spChg>
        <pc:graphicFrameChg chg="add mod ord modGraphic">
          <ac:chgData name="Yuga Hanyu" userId="f18bd86c1b9e4fc5" providerId="LiveId" clId="{52B76CFC-25A8-488B-8E30-8A25EBAD21EE}" dt="2025-11-20T01:10:32.311" v="6101" actId="6549"/>
          <ac:graphicFrameMkLst>
            <pc:docMk/>
            <pc:sldMk cId="623521501" sldId="324"/>
            <ac:graphicFrameMk id="3" creationId="{073954E4-6486-98DB-033A-86F93F715B1C}"/>
          </ac:graphicFrameMkLst>
        </pc:graphicFrameChg>
      </pc:sldChg>
      <pc:sldChg chg="addSp delSp modSp add mod">
        <pc:chgData name="Yuga Hanyu" userId="f18bd86c1b9e4fc5" providerId="LiveId" clId="{52B76CFC-25A8-488B-8E30-8A25EBAD21EE}" dt="2025-11-19T03:34:04.840" v="4156" actId="1076"/>
        <pc:sldMkLst>
          <pc:docMk/>
          <pc:sldMk cId="2126664982" sldId="325"/>
        </pc:sldMkLst>
        <pc:spChg chg="mod">
          <ac:chgData name="Yuga Hanyu" userId="f18bd86c1b9e4fc5" providerId="LiveId" clId="{52B76CFC-25A8-488B-8E30-8A25EBAD21EE}" dt="2025-11-19T03:19:29.900" v="3909" actId="108"/>
          <ac:spMkLst>
            <pc:docMk/>
            <pc:sldMk cId="2126664982" sldId="325"/>
            <ac:spMk id="2" creationId="{219E9906-4ED0-C214-4F45-0E302A8E16D2}"/>
          </ac:spMkLst>
        </pc:spChg>
        <pc:spChg chg="mod">
          <ac:chgData name="Yuga Hanyu" userId="f18bd86c1b9e4fc5" providerId="LiveId" clId="{52B76CFC-25A8-488B-8E30-8A25EBAD21EE}" dt="2025-11-19T03:19:42.585" v="3913" actId="108"/>
          <ac:spMkLst>
            <pc:docMk/>
            <pc:sldMk cId="2126664982" sldId="325"/>
            <ac:spMk id="4" creationId="{7E405C2F-F81F-D4CD-7A31-C711E0CDBF8C}"/>
          </ac:spMkLst>
        </pc:spChg>
        <pc:spChg chg="mod">
          <ac:chgData name="Yuga Hanyu" userId="f18bd86c1b9e4fc5" providerId="LiveId" clId="{52B76CFC-25A8-488B-8E30-8A25EBAD21EE}" dt="2025-11-19T03:24:25.779" v="4095" actId="20577"/>
          <ac:spMkLst>
            <pc:docMk/>
            <pc:sldMk cId="2126664982" sldId="325"/>
            <ac:spMk id="5" creationId="{EFC2167D-9EB5-B2D5-16BA-6F298B1FD6ED}"/>
          </ac:spMkLst>
        </pc:spChg>
        <pc:picChg chg="add mod">
          <ac:chgData name="Yuga Hanyu" userId="f18bd86c1b9e4fc5" providerId="LiveId" clId="{52B76CFC-25A8-488B-8E30-8A25EBAD21EE}" dt="2025-11-19T03:34:04.840" v="4156" actId="1076"/>
          <ac:picMkLst>
            <pc:docMk/>
            <pc:sldMk cId="2126664982" sldId="325"/>
            <ac:picMk id="7" creationId="{C963416B-1A2D-D7C3-C30A-D18DFBF870FF}"/>
          </ac:picMkLst>
        </pc:picChg>
      </pc:sldChg>
      <pc:sldChg chg="delSp modSp add mod delAnim modAnim">
        <pc:chgData name="Yuga Hanyu" userId="f18bd86c1b9e4fc5" providerId="LiveId" clId="{52B76CFC-25A8-488B-8E30-8A25EBAD21EE}" dt="2025-11-26T22:55:05.927" v="6432" actId="20577"/>
        <pc:sldMkLst>
          <pc:docMk/>
          <pc:sldMk cId="168223536" sldId="326"/>
        </pc:sldMkLst>
        <pc:spChg chg="mod">
          <ac:chgData name="Yuga Hanyu" userId="f18bd86c1b9e4fc5" providerId="LiveId" clId="{52B76CFC-25A8-488B-8E30-8A25EBAD21EE}" dt="2025-11-19T04:11:06.855" v="4262" actId="20577"/>
          <ac:spMkLst>
            <pc:docMk/>
            <pc:sldMk cId="168223536" sldId="326"/>
            <ac:spMk id="2" creationId="{DEA41918-F27C-3CF5-64C7-3D75DB82C65D}"/>
          </ac:spMkLst>
        </pc:spChg>
        <pc:spChg chg="mod">
          <ac:chgData name="Yuga Hanyu" userId="f18bd86c1b9e4fc5" providerId="LiveId" clId="{52B76CFC-25A8-488B-8E30-8A25EBAD21EE}" dt="2025-11-19T09:33:46.897" v="5321" actId="1035"/>
          <ac:spMkLst>
            <pc:docMk/>
            <pc:sldMk cId="168223536" sldId="326"/>
            <ac:spMk id="44" creationId="{6D0A80B6-7BC1-3B12-94E8-4F4EE90E7B71}"/>
          </ac:spMkLst>
        </pc:spChg>
        <pc:spChg chg="mod">
          <ac:chgData name="Yuga Hanyu" userId="f18bd86c1b9e4fc5" providerId="LiveId" clId="{52B76CFC-25A8-488B-8E30-8A25EBAD21EE}" dt="2025-11-26T22:55:05.927" v="6432" actId="20577"/>
          <ac:spMkLst>
            <pc:docMk/>
            <pc:sldMk cId="168223536" sldId="326"/>
            <ac:spMk id="72" creationId="{1E92BA88-D940-4C67-3F3B-57D05F663885}"/>
          </ac:spMkLst>
        </pc:spChg>
        <pc:spChg chg="mod">
          <ac:chgData name="Yuga Hanyu" userId="f18bd86c1b9e4fc5" providerId="LiveId" clId="{52B76CFC-25A8-488B-8E30-8A25EBAD21EE}" dt="2025-11-19T04:11:14.873" v="4264" actId="1076"/>
          <ac:spMkLst>
            <pc:docMk/>
            <pc:sldMk cId="168223536" sldId="326"/>
            <ac:spMk id="98" creationId="{4D95FB88-E08D-4572-9A91-0E0870987148}"/>
          </ac:spMkLst>
        </pc:spChg>
      </pc:sldChg>
      <pc:sldChg chg="addSp delSp modSp add mod">
        <pc:chgData name="Yuga Hanyu" userId="f18bd86c1b9e4fc5" providerId="LiveId" clId="{52B76CFC-25A8-488B-8E30-8A25EBAD21EE}" dt="2025-11-19T09:14:02.912" v="5100" actId="113"/>
        <pc:sldMkLst>
          <pc:docMk/>
          <pc:sldMk cId="1832861964" sldId="327"/>
        </pc:sldMkLst>
        <pc:spChg chg="add mod">
          <ac:chgData name="Yuga Hanyu" userId="f18bd86c1b9e4fc5" providerId="LiveId" clId="{52B76CFC-25A8-488B-8E30-8A25EBAD21EE}" dt="2025-11-19T09:07:03.107" v="4954" actId="1076"/>
          <ac:spMkLst>
            <pc:docMk/>
            <pc:sldMk cId="1832861964" sldId="327"/>
            <ac:spMk id="57" creationId="{84214FB2-45B2-C823-C098-DE53480B86EC}"/>
          </ac:spMkLst>
        </pc:spChg>
        <pc:spChg chg="add mod">
          <ac:chgData name="Yuga Hanyu" userId="f18bd86c1b9e4fc5" providerId="LiveId" clId="{52B76CFC-25A8-488B-8E30-8A25EBAD21EE}" dt="2025-11-19T09:06:56.288" v="4953" actId="1076"/>
          <ac:spMkLst>
            <pc:docMk/>
            <pc:sldMk cId="1832861964" sldId="327"/>
            <ac:spMk id="60" creationId="{EC453AE0-D216-1DB7-4424-ED4CB354A750}"/>
          </ac:spMkLst>
        </pc:spChg>
        <pc:spChg chg="add mod">
          <ac:chgData name="Yuga Hanyu" userId="f18bd86c1b9e4fc5" providerId="LiveId" clId="{52B76CFC-25A8-488B-8E30-8A25EBAD21EE}" dt="2025-11-19T09:10:01.703" v="4969" actId="1582"/>
          <ac:spMkLst>
            <pc:docMk/>
            <pc:sldMk cId="1832861964" sldId="327"/>
            <ac:spMk id="67" creationId="{CEF663B1-FD8C-BF57-3874-0545380F58DD}"/>
          </ac:spMkLst>
        </pc:spChg>
        <pc:spChg chg="add mod">
          <ac:chgData name="Yuga Hanyu" userId="f18bd86c1b9e4fc5" providerId="LiveId" clId="{52B76CFC-25A8-488B-8E30-8A25EBAD21EE}" dt="2025-11-19T09:10:01.703" v="4969" actId="1582"/>
          <ac:spMkLst>
            <pc:docMk/>
            <pc:sldMk cId="1832861964" sldId="327"/>
            <ac:spMk id="69" creationId="{034D7ABE-65E6-B1A6-80E4-16E0434C2D84}"/>
          </ac:spMkLst>
        </pc:spChg>
        <pc:spChg chg="add mod">
          <ac:chgData name="Yuga Hanyu" userId="f18bd86c1b9e4fc5" providerId="LiveId" clId="{52B76CFC-25A8-488B-8E30-8A25EBAD21EE}" dt="2025-11-19T09:10:22.458" v="4971" actId="1076"/>
          <ac:spMkLst>
            <pc:docMk/>
            <pc:sldMk cId="1832861964" sldId="327"/>
            <ac:spMk id="70" creationId="{4BED64B6-7368-E1B8-7611-F70B033CECC3}"/>
          </ac:spMkLst>
        </pc:spChg>
        <pc:spChg chg="add mod">
          <ac:chgData name="Yuga Hanyu" userId="f18bd86c1b9e4fc5" providerId="LiveId" clId="{52B76CFC-25A8-488B-8E30-8A25EBAD21EE}" dt="2025-11-19T09:10:27.865" v="4973" actId="1076"/>
          <ac:spMkLst>
            <pc:docMk/>
            <pc:sldMk cId="1832861964" sldId="327"/>
            <ac:spMk id="72" creationId="{D2C23E11-9C1A-4651-BBF8-469F5E205973}"/>
          </ac:spMkLst>
        </pc:spChg>
        <pc:spChg chg="add mod">
          <ac:chgData name="Yuga Hanyu" userId="f18bd86c1b9e4fc5" providerId="LiveId" clId="{52B76CFC-25A8-488B-8E30-8A25EBAD21EE}" dt="2025-11-19T09:12:15.287" v="5047" actId="1076"/>
          <ac:spMkLst>
            <pc:docMk/>
            <pc:sldMk cId="1832861964" sldId="327"/>
            <ac:spMk id="73" creationId="{D452791D-F7B4-CA6D-2583-1674DDC779C9}"/>
          </ac:spMkLst>
        </pc:spChg>
        <pc:spChg chg="add mod">
          <ac:chgData name="Yuga Hanyu" userId="f18bd86c1b9e4fc5" providerId="LiveId" clId="{52B76CFC-25A8-488B-8E30-8A25EBAD21EE}" dt="2025-11-19T09:14:02.912" v="5100" actId="113"/>
          <ac:spMkLst>
            <pc:docMk/>
            <pc:sldMk cId="1832861964" sldId="327"/>
            <ac:spMk id="75" creationId="{B841DF09-2CB1-71AF-425D-580C0775817D}"/>
          </ac:spMkLst>
        </pc:spChg>
        <pc:spChg chg="mod">
          <ac:chgData name="Yuga Hanyu" userId="f18bd86c1b9e4fc5" providerId="LiveId" clId="{52B76CFC-25A8-488B-8E30-8A25EBAD21EE}" dt="2025-11-19T08:54:40.676" v="4909" actId="20577"/>
          <ac:spMkLst>
            <pc:docMk/>
            <pc:sldMk cId="1832861964" sldId="327"/>
            <ac:spMk id="117" creationId="{F2390A84-58A5-5E30-F746-B285095EBC0C}"/>
          </ac:spMkLst>
        </pc:spChg>
        <pc:graphicFrameChg chg="add mod">
          <ac:chgData name="Yuga Hanyu" userId="f18bd86c1b9e4fc5" providerId="LiveId" clId="{52B76CFC-25A8-488B-8E30-8A25EBAD21EE}" dt="2025-11-19T09:07:03.107" v="4954" actId="1076"/>
          <ac:graphicFrameMkLst>
            <pc:docMk/>
            <pc:sldMk cId="1832861964" sldId="327"/>
            <ac:graphicFrameMk id="56" creationId="{4FCC2ADC-ED04-5F16-AEAE-724CA87EB0D0}"/>
          </ac:graphicFrameMkLst>
        </pc:graphicFrameChg>
        <pc:graphicFrameChg chg="add mod">
          <ac:chgData name="Yuga Hanyu" userId="f18bd86c1b9e4fc5" providerId="LiveId" clId="{52B76CFC-25A8-488B-8E30-8A25EBAD21EE}" dt="2025-11-19T09:06:56.288" v="4953" actId="1076"/>
          <ac:graphicFrameMkLst>
            <pc:docMk/>
            <pc:sldMk cId="1832861964" sldId="327"/>
            <ac:graphicFrameMk id="59" creationId="{E58085FD-27A2-B3DA-3105-B99844E6E3A6}"/>
          </ac:graphicFrameMkLst>
        </pc:graphicFrameChg>
        <pc:picChg chg="add mod">
          <ac:chgData name="Yuga Hanyu" userId="f18bd86c1b9e4fc5" providerId="LiveId" clId="{52B76CFC-25A8-488B-8E30-8A25EBAD21EE}" dt="2025-11-19T09:07:24.012" v="4956" actId="1076"/>
          <ac:picMkLst>
            <pc:docMk/>
            <pc:sldMk cId="1832861964" sldId="327"/>
            <ac:picMk id="7" creationId="{938BC723-97A8-F8D0-4B34-B56FBB773FDF}"/>
          </ac:picMkLst>
        </pc:picChg>
        <pc:picChg chg="add mod">
          <ac:chgData name="Yuga Hanyu" userId="f18bd86c1b9e4fc5" providerId="LiveId" clId="{52B76CFC-25A8-488B-8E30-8A25EBAD21EE}" dt="2025-11-19T09:08:13.990" v="4961" actId="1076"/>
          <ac:picMkLst>
            <pc:docMk/>
            <pc:sldMk cId="1832861964" sldId="327"/>
            <ac:picMk id="8" creationId="{9FBE4DC0-73F3-B277-B509-BF651CE1BA37}"/>
          </ac:picMkLst>
        </pc:picChg>
        <pc:picChg chg="add mod modCrop">
          <ac:chgData name="Yuga Hanyu" userId="f18bd86c1b9e4fc5" providerId="LiveId" clId="{52B76CFC-25A8-488B-8E30-8A25EBAD21EE}" dt="2025-11-19T09:08:03.479" v="4960" actId="732"/>
          <ac:picMkLst>
            <pc:docMk/>
            <pc:sldMk cId="1832861964" sldId="327"/>
            <ac:picMk id="9" creationId="{CF54EE6B-0657-48FC-5F57-8EEE1F183C2A}"/>
          </ac:picMkLst>
        </pc:picChg>
        <pc:picChg chg="add mod">
          <ac:chgData name="Yuga Hanyu" userId="f18bd86c1b9e4fc5" providerId="LiveId" clId="{52B76CFC-25A8-488B-8E30-8A25EBAD21EE}" dt="2025-11-19T09:07:16.391" v="4955" actId="1076"/>
          <ac:picMkLst>
            <pc:docMk/>
            <pc:sldMk cId="1832861964" sldId="327"/>
            <ac:picMk id="10" creationId="{9995FD96-DB08-91B1-2888-4DF2FE7E482F}"/>
          </ac:picMkLst>
        </pc:picChg>
        <pc:picChg chg="add mod">
          <ac:chgData name="Yuga Hanyu" userId="f18bd86c1b9e4fc5" providerId="LiveId" clId="{52B76CFC-25A8-488B-8E30-8A25EBAD21EE}" dt="2025-11-19T09:08:40.780" v="4964" actId="1076"/>
          <ac:picMkLst>
            <pc:docMk/>
            <pc:sldMk cId="1832861964" sldId="327"/>
            <ac:picMk id="61" creationId="{C5622632-CBC0-5421-FC63-6B4D7B31D597}"/>
          </ac:picMkLst>
        </pc:picChg>
        <pc:picChg chg="add mod">
          <ac:chgData name="Yuga Hanyu" userId="f18bd86c1b9e4fc5" providerId="LiveId" clId="{52B76CFC-25A8-488B-8E30-8A25EBAD21EE}" dt="2025-11-19T09:08:40.780" v="4964" actId="1076"/>
          <ac:picMkLst>
            <pc:docMk/>
            <pc:sldMk cId="1832861964" sldId="327"/>
            <ac:picMk id="63" creationId="{59C42873-E3A9-8EC6-AFFC-EEE1C7C009B4}"/>
          </ac:picMkLst>
        </pc:picChg>
        <pc:picChg chg="add mod">
          <ac:chgData name="Yuga Hanyu" userId="f18bd86c1b9e4fc5" providerId="LiveId" clId="{52B76CFC-25A8-488B-8E30-8A25EBAD21EE}" dt="2025-11-19T09:08:40.780" v="4964" actId="1076"/>
          <ac:picMkLst>
            <pc:docMk/>
            <pc:sldMk cId="1832861964" sldId="327"/>
            <ac:picMk id="64" creationId="{92368482-20B1-25B4-3D4E-1105CA541C8E}"/>
          </ac:picMkLst>
        </pc:picChg>
        <pc:picChg chg="add mod">
          <ac:chgData name="Yuga Hanyu" userId="f18bd86c1b9e4fc5" providerId="LiveId" clId="{52B76CFC-25A8-488B-8E30-8A25EBAD21EE}" dt="2025-11-19T09:08:40.780" v="4964" actId="1076"/>
          <ac:picMkLst>
            <pc:docMk/>
            <pc:sldMk cId="1832861964" sldId="327"/>
            <ac:picMk id="66" creationId="{51F325D7-9222-652B-FD0F-66BBA2B8DC69}"/>
          </ac:picMkLst>
        </pc:picChg>
      </pc:sldChg>
      <pc:sldChg chg="modSp add mod modAnim">
        <pc:chgData name="Yuga Hanyu" userId="f18bd86c1b9e4fc5" providerId="LiveId" clId="{52B76CFC-25A8-488B-8E30-8A25EBAD21EE}" dt="2025-11-26T22:55:14.692" v="6446" actId="20577"/>
        <pc:sldMkLst>
          <pc:docMk/>
          <pc:sldMk cId="2828688632" sldId="328"/>
        </pc:sldMkLst>
        <pc:spChg chg="mod">
          <ac:chgData name="Yuga Hanyu" userId="f18bd86c1b9e4fc5" providerId="LiveId" clId="{52B76CFC-25A8-488B-8E30-8A25EBAD21EE}" dt="2025-11-19T09:34:56.768" v="5349" actId="20577"/>
          <ac:spMkLst>
            <pc:docMk/>
            <pc:sldMk cId="2828688632" sldId="328"/>
            <ac:spMk id="2" creationId="{901E2F40-6053-EF53-F9B8-2C021251C119}"/>
          </ac:spMkLst>
        </pc:spChg>
        <pc:spChg chg="mod">
          <ac:chgData name="Yuga Hanyu" userId="f18bd86c1b9e4fc5" providerId="LiveId" clId="{52B76CFC-25A8-488B-8E30-8A25EBAD21EE}" dt="2025-11-19T09:34:12.892" v="5323" actId="1076"/>
          <ac:spMkLst>
            <pc:docMk/>
            <pc:sldMk cId="2828688632" sldId="328"/>
            <ac:spMk id="44" creationId="{064A71EE-B90F-0C89-4746-979D33D92676}"/>
          </ac:spMkLst>
        </pc:spChg>
        <pc:spChg chg="mod">
          <ac:chgData name="Yuga Hanyu" userId="f18bd86c1b9e4fc5" providerId="LiveId" clId="{52B76CFC-25A8-488B-8E30-8A25EBAD21EE}" dt="2025-11-26T22:55:14.692" v="6446" actId="20577"/>
          <ac:spMkLst>
            <pc:docMk/>
            <pc:sldMk cId="2828688632" sldId="328"/>
            <ac:spMk id="72" creationId="{D0A59C87-A96E-C7DD-367B-786E563F6177}"/>
          </ac:spMkLst>
        </pc:spChg>
        <pc:spChg chg="mod">
          <ac:chgData name="Yuga Hanyu" userId="f18bd86c1b9e4fc5" providerId="LiveId" clId="{52B76CFC-25A8-488B-8E30-8A25EBAD21EE}" dt="2025-11-19T09:21:48.244" v="5156" actId="14100"/>
          <ac:spMkLst>
            <pc:docMk/>
            <pc:sldMk cId="2828688632" sldId="328"/>
            <ac:spMk id="98" creationId="{C52CF753-7CBA-A531-7989-DB2FC2AD6D8B}"/>
          </ac:spMkLst>
        </pc:spChg>
      </pc:sldChg>
      <pc:sldChg chg="addSp delSp modSp add mod">
        <pc:chgData name="Yuga Hanyu" userId="f18bd86c1b9e4fc5" providerId="LiveId" clId="{52B76CFC-25A8-488B-8E30-8A25EBAD21EE}" dt="2025-11-19T09:40:00.375" v="5413" actId="20577"/>
        <pc:sldMkLst>
          <pc:docMk/>
          <pc:sldMk cId="3598454826" sldId="329"/>
        </pc:sldMkLst>
        <pc:spChg chg="mod">
          <ac:chgData name="Yuga Hanyu" userId="f18bd86c1b9e4fc5" providerId="LiveId" clId="{52B76CFC-25A8-488B-8E30-8A25EBAD21EE}" dt="2025-11-19T09:38:16.450" v="5362" actId="1076"/>
          <ac:spMkLst>
            <pc:docMk/>
            <pc:sldMk cId="3598454826" sldId="329"/>
            <ac:spMk id="8" creationId="{C444BDC0-5B7A-333C-8515-18EC2F7B45DD}"/>
          </ac:spMkLst>
        </pc:spChg>
        <pc:spChg chg="add mod">
          <ac:chgData name="Yuga Hanyu" userId="f18bd86c1b9e4fc5" providerId="LiveId" clId="{52B76CFC-25A8-488B-8E30-8A25EBAD21EE}" dt="2025-11-19T09:38:16.450" v="5362" actId="1076"/>
          <ac:spMkLst>
            <pc:docMk/>
            <pc:sldMk cId="3598454826" sldId="329"/>
            <ac:spMk id="10" creationId="{A0D12A60-9827-0A35-4551-46ACBBD534EE}"/>
          </ac:spMkLst>
        </pc:spChg>
        <pc:spChg chg="add mod">
          <ac:chgData name="Yuga Hanyu" userId="f18bd86c1b9e4fc5" providerId="LiveId" clId="{52B76CFC-25A8-488B-8E30-8A25EBAD21EE}" dt="2025-11-19T09:38:16.450" v="5362" actId="1076"/>
          <ac:spMkLst>
            <pc:docMk/>
            <pc:sldMk cId="3598454826" sldId="329"/>
            <ac:spMk id="11" creationId="{6E564109-3049-5494-AB3A-4C87B00AE673}"/>
          </ac:spMkLst>
        </pc:spChg>
        <pc:spChg chg="mod">
          <ac:chgData name="Yuga Hanyu" userId="f18bd86c1b9e4fc5" providerId="LiveId" clId="{52B76CFC-25A8-488B-8E30-8A25EBAD21EE}" dt="2025-11-19T09:38:16.450" v="5362" actId="1076"/>
          <ac:spMkLst>
            <pc:docMk/>
            <pc:sldMk cId="3598454826" sldId="329"/>
            <ac:spMk id="12" creationId="{64DF2446-6469-38CE-0B07-D619BB332FB9}"/>
          </ac:spMkLst>
        </pc:spChg>
        <pc:spChg chg="mod">
          <ac:chgData name="Yuga Hanyu" userId="f18bd86c1b9e4fc5" providerId="LiveId" clId="{52B76CFC-25A8-488B-8E30-8A25EBAD21EE}" dt="2025-11-19T09:38:16.450" v="5362" actId="1076"/>
          <ac:spMkLst>
            <pc:docMk/>
            <pc:sldMk cId="3598454826" sldId="329"/>
            <ac:spMk id="13" creationId="{8EC6903E-2F96-AD33-0961-3F79775D5A8C}"/>
          </ac:spMkLst>
        </pc:spChg>
        <pc:spChg chg="mod">
          <ac:chgData name="Yuga Hanyu" userId="f18bd86c1b9e4fc5" providerId="LiveId" clId="{52B76CFC-25A8-488B-8E30-8A25EBAD21EE}" dt="2025-11-19T09:38:16.450" v="5362" actId="1076"/>
          <ac:spMkLst>
            <pc:docMk/>
            <pc:sldMk cId="3598454826" sldId="329"/>
            <ac:spMk id="18" creationId="{8B7A4BCB-4782-E95B-B506-11477443666A}"/>
          </ac:spMkLst>
        </pc:spChg>
        <pc:spChg chg="mod">
          <ac:chgData name="Yuga Hanyu" userId="f18bd86c1b9e4fc5" providerId="LiveId" clId="{52B76CFC-25A8-488B-8E30-8A25EBAD21EE}" dt="2025-11-19T09:38:16.450" v="5362" actId="1076"/>
          <ac:spMkLst>
            <pc:docMk/>
            <pc:sldMk cId="3598454826" sldId="329"/>
            <ac:spMk id="19" creationId="{FC37E6C5-541D-D653-98F9-5969282FC13C}"/>
          </ac:spMkLst>
        </pc:spChg>
        <pc:spChg chg="mod">
          <ac:chgData name="Yuga Hanyu" userId="f18bd86c1b9e4fc5" providerId="LiveId" clId="{52B76CFC-25A8-488B-8E30-8A25EBAD21EE}" dt="2025-11-19T09:38:16.450" v="5362" actId="1076"/>
          <ac:spMkLst>
            <pc:docMk/>
            <pc:sldMk cId="3598454826" sldId="329"/>
            <ac:spMk id="20" creationId="{96D7E556-8F0B-623D-E04D-1A4D77B2555E}"/>
          </ac:spMkLst>
        </pc:spChg>
        <pc:spChg chg="mod">
          <ac:chgData name="Yuga Hanyu" userId="f18bd86c1b9e4fc5" providerId="LiveId" clId="{52B76CFC-25A8-488B-8E30-8A25EBAD21EE}" dt="2025-11-19T09:38:16.450" v="5362" actId="1076"/>
          <ac:spMkLst>
            <pc:docMk/>
            <pc:sldMk cId="3598454826" sldId="329"/>
            <ac:spMk id="21" creationId="{D75DA246-0372-7376-024E-460BB89E36EC}"/>
          </ac:spMkLst>
        </pc:spChg>
        <pc:spChg chg="add mod">
          <ac:chgData name="Yuga Hanyu" userId="f18bd86c1b9e4fc5" providerId="LiveId" clId="{52B76CFC-25A8-488B-8E30-8A25EBAD21EE}" dt="2025-11-19T09:38:42.900" v="5389" actId="20577"/>
          <ac:spMkLst>
            <pc:docMk/>
            <pc:sldMk cId="3598454826" sldId="329"/>
            <ac:spMk id="22" creationId="{A22EB6EE-32BD-2EA8-F741-83C7C0C59826}"/>
          </ac:spMkLst>
        </pc:spChg>
        <pc:spChg chg="add mod">
          <ac:chgData name="Yuga Hanyu" userId="f18bd86c1b9e4fc5" providerId="LiveId" clId="{52B76CFC-25A8-488B-8E30-8A25EBAD21EE}" dt="2025-11-19T09:39:39.896" v="5409" actId="20577"/>
          <ac:spMkLst>
            <pc:docMk/>
            <pc:sldMk cId="3598454826" sldId="329"/>
            <ac:spMk id="23" creationId="{F0FD2AE3-6889-A6F1-A15B-48C8B64EA1DD}"/>
          </ac:spMkLst>
        </pc:spChg>
        <pc:spChg chg="add mod">
          <ac:chgData name="Yuga Hanyu" userId="f18bd86c1b9e4fc5" providerId="LiveId" clId="{52B76CFC-25A8-488B-8E30-8A25EBAD21EE}" dt="2025-11-19T09:40:00.375" v="5413" actId="20577"/>
          <ac:spMkLst>
            <pc:docMk/>
            <pc:sldMk cId="3598454826" sldId="329"/>
            <ac:spMk id="24" creationId="{A5ED4073-4F91-7943-90A2-30406CD9FD8B}"/>
          </ac:spMkLst>
        </pc:spChg>
        <pc:graphicFrameChg chg="mod">
          <ac:chgData name="Yuga Hanyu" userId="f18bd86c1b9e4fc5" providerId="LiveId" clId="{52B76CFC-25A8-488B-8E30-8A25EBAD21EE}" dt="2025-11-19T09:38:16.450" v="5362" actId="1076"/>
          <ac:graphicFrameMkLst>
            <pc:docMk/>
            <pc:sldMk cId="3598454826" sldId="329"/>
            <ac:graphicFrameMk id="5" creationId="{39C0247A-D984-5FB7-9384-8CB3F8C919F3}"/>
          </ac:graphicFrameMkLst>
        </pc:graphicFrameChg>
      </pc:sldChg>
      <pc:sldChg chg="modSp add mod modAnim">
        <pc:chgData name="Yuga Hanyu" userId="f18bd86c1b9e4fc5" providerId="LiveId" clId="{52B76CFC-25A8-488B-8E30-8A25EBAD21EE}" dt="2025-11-26T22:55:22.879" v="6460" actId="20577"/>
        <pc:sldMkLst>
          <pc:docMk/>
          <pc:sldMk cId="510156899" sldId="330"/>
        </pc:sldMkLst>
        <pc:spChg chg="mod">
          <ac:chgData name="Yuga Hanyu" userId="f18bd86c1b9e4fc5" providerId="LiveId" clId="{52B76CFC-25A8-488B-8E30-8A25EBAD21EE}" dt="2025-11-20T00:01:02.933" v="5425" actId="20577"/>
          <ac:spMkLst>
            <pc:docMk/>
            <pc:sldMk cId="510156899" sldId="330"/>
            <ac:spMk id="2" creationId="{606F8B95-1330-4B01-7305-CC293D333E8B}"/>
          </ac:spMkLst>
        </pc:spChg>
        <pc:spChg chg="mod">
          <ac:chgData name="Yuga Hanyu" userId="f18bd86c1b9e4fc5" providerId="LiveId" clId="{52B76CFC-25A8-488B-8E30-8A25EBAD21EE}" dt="2025-11-26T22:55:22.879" v="6460" actId="20577"/>
          <ac:spMkLst>
            <pc:docMk/>
            <pc:sldMk cId="510156899" sldId="330"/>
            <ac:spMk id="72" creationId="{28D5E3F6-A5B0-4A35-989A-AB5535213101}"/>
          </ac:spMkLst>
        </pc:spChg>
        <pc:spChg chg="mod">
          <ac:chgData name="Yuga Hanyu" userId="f18bd86c1b9e4fc5" providerId="LiveId" clId="{52B76CFC-25A8-488B-8E30-8A25EBAD21EE}" dt="2025-11-19T23:58:01.398" v="5415" actId="1076"/>
          <ac:spMkLst>
            <pc:docMk/>
            <pc:sldMk cId="510156899" sldId="330"/>
            <ac:spMk id="98" creationId="{12D3DB2A-9F5F-BFD3-A6CB-22AB82BEEB9D}"/>
          </ac:spMkLst>
        </pc:spChg>
      </pc:sldChg>
      <pc:sldChg chg="addSp delSp modSp add mod">
        <pc:chgData name="Yuga Hanyu" userId="f18bd86c1b9e4fc5" providerId="LiveId" clId="{52B76CFC-25A8-488B-8E30-8A25EBAD21EE}" dt="2025-11-20T01:22:50.475" v="6204" actId="1076"/>
        <pc:sldMkLst>
          <pc:docMk/>
          <pc:sldMk cId="23853982" sldId="331"/>
        </pc:sldMkLst>
        <pc:spChg chg="mod">
          <ac:chgData name="Yuga Hanyu" userId="f18bd86c1b9e4fc5" providerId="LiveId" clId="{52B76CFC-25A8-488B-8E30-8A25EBAD21EE}" dt="2025-11-20T00:01:14.088" v="5441" actId="20577"/>
          <ac:spMkLst>
            <pc:docMk/>
            <pc:sldMk cId="23853982" sldId="331"/>
            <ac:spMk id="2" creationId="{800033A9-DAFC-C8C2-5C0B-62E59B9C5A41}"/>
          </ac:spMkLst>
        </pc:spChg>
        <pc:spChg chg="mod">
          <ac:chgData name="Yuga Hanyu" userId="f18bd86c1b9e4fc5" providerId="LiveId" clId="{52B76CFC-25A8-488B-8E30-8A25EBAD21EE}" dt="2025-11-20T01:22:50.475" v="6204" actId="1076"/>
          <ac:spMkLst>
            <pc:docMk/>
            <pc:sldMk cId="23853982" sldId="331"/>
            <ac:spMk id="8" creationId="{61F9D9FE-C740-E836-2F1E-D7B49BAE682F}"/>
          </ac:spMkLst>
        </pc:spChg>
        <pc:spChg chg="add mod">
          <ac:chgData name="Yuga Hanyu" userId="f18bd86c1b9e4fc5" providerId="LiveId" clId="{52B76CFC-25A8-488B-8E30-8A25EBAD21EE}" dt="2025-11-20T00:08:50.967" v="5518" actId="1076"/>
          <ac:spMkLst>
            <pc:docMk/>
            <pc:sldMk cId="23853982" sldId="331"/>
            <ac:spMk id="9" creationId="{F6D8EC7E-AB7D-50B5-00F0-AC3B28A43351}"/>
          </ac:spMkLst>
        </pc:spChg>
        <pc:spChg chg="mod">
          <ac:chgData name="Yuga Hanyu" userId="f18bd86c1b9e4fc5" providerId="LiveId" clId="{52B76CFC-25A8-488B-8E30-8A25EBAD21EE}" dt="2025-11-20T01:22:45.929" v="6203" actId="1076"/>
          <ac:spMkLst>
            <pc:docMk/>
            <pc:sldMk cId="23853982" sldId="331"/>
            <ac:spMk id="13" creationId="{533D2C6A-766E-A925-6FF9-CD0711FE629B}"/>
          </ac:spMkLst>
        </pc:spChg>
        <pc:spChg chg="add mod">
          <ac:chgData name="Yuga Hanyu" userId="f18bd86c1b9e4fc5" providerId="LiveId" clId="{52B76CFC-25A8-488B-8E30-8A25EBAD21EE}" dt="2025-11-20T00:08:50.967" v="5518" actId="1076"/>
          <ac:spMkLst>
            <pc:docMk/>
            <pc:sldMk cId="23853982" sldId="331"/>
            <ac:spMk id="26" creationId="{FCB758B4-B601-7DED-C8E7-7F9A97953832}"/>
          </ac:spMkLst>
        </pc:spChg>
        <pc:spChg chg="add mod">
          <ac:chgData name="Yuga Hanyu" userId="f18bd86c1b9e4fc5" providerId="LiveId" clId="{52B76CFC-25A8-488B-8E30-8A25EBAD21EE}" dt="2025-11-20T00:09:15.521" v="5542" actId="1076"/>
          <ac:spMkLst>
            <pc:docMk/>
            <pc:sldMk cId="23853982" sldId="331"/>
            <ac:spMk id="32" creationId="{A896CB1D-F432-4E45-86B4-0EB65D5E1E37}"/>
          </ac:spMkLst>
        </pc:spChg>
        <pc:spChg chg="add mod">
          <ac:chgData name="Yuga Hanyu" userId="f18bd86c1b9e4fc5" providerId="LiveId" clId="{52B76CFC-25A8-488B-8E30-8A25EBAD21EE}" dt="2025-11-20T00:09:58.356" v="5547" actId="1076"/>
          <ac:spMkLst>
            <pc:docMk/>
            <pc:sldMk cId="23853982" sldId="331"/>
            <ac:spMk id="33" creationId="{D6885010-C630-F399-4277-FAB16A5C705C}"/>
          </ac:spMkLst>
        </pc:spChg>
        <pc:graphicFrameChg chg="add mod modGraphic">
          <ac:chgData name="Yuga Hanyu" userId="f18bd86c1b9e4fc5" providerId="LiveId" clId="{52B76CFC-25A8-488B-8E30-8A25EBAD21EE}" dt="2025-11-20T00:08:50.967" v="5518" actId="1076"/>
          <ac:graphicFrameMkLst>
            <pc:docMk/>
            <pc:sldMk cId="23853982" sldId="331"/>
            <ac:graphicFrameMk id="3" creationId="{6F901350-9BF0-23D5-3DFA-8807E206E3F4}"/>
          </ac:graphicFrameMkLst>
        </pc:graphicFrameChg>
        <pc:graphicFrameChg chg="mod modGraphic">
          <ac:chgData name="Yuga Hanyu" userId="f18bd86c1b9e4fc5" providerId="LiveId" clId="{52B76CFC-25A8-488B-8E30-8A25EBAD21EE}" dt="2025-11-20T01:22:50.475" v="6204" actId="1076"/>
          <ac:graphicFrameMkLst>
            <pc:docMk/>
            <pc:sldMk cId="23853982" sldId="331"/>
            <ac:graphicFrameMk id="4" creationId="{B319122D-6CF8-EB80-79EB-26A67D221AD9}"/>
          </ac:graphicFrameMkLst>
        </pc:graphicFrameChg>
        <pc:graphicFrameChg chg="mod modGraphic">
          <ac:chgData name="Yuga Hanyu" userId="f18bd86c1b9e4fc5" providerId="LiveId" clId="{52B76CFC-25A8-488B-8E30-8A25EBAD21EE}" dt="2025-11-20T01:22:45.929" v="6203" actId="1076"/>
          <ac:graphicFrameMkLst>
            <pc:docMk/>
            <pc:sldMk cId="23853982" sldId="331"/>
            <ac:graphicFrameMk id="7" creationId="{57DB57A1-D5DA-6636-F6DD-1D1C5FC1E9EB}"/>
          </ac:graphicFrameMkLst>
        </pc:graphicFrameChg>
        <pc:graphicFrameChg chg="add mod modGraphic">
          <ac:chgData name="Yuga Hanyu" userId="f18bd86c1b9e4fc5" providerId="LiveId" clId="{52B76CFC-25A8-488B-8E30-8A25EBAD21EE}" dt="2025-11-20T00:08:50.967" v="5518" actId="1076"/>
          <ac:graphicFrameMkLst>
            <pc:docMk/>
            <pc:sldMk cId="23853982" sldId="331"/>
            <ac:graphicFrameMk id="25" creationId="{CE7707DD-7FD5-B03A-CD9D-2E2C31219BB8}"/>
          </ac:graphicFrameMkLst>
        </pc:graphicFrameChg>
        <pc:cxnChg chg="add mod">
          <ac:chgData name="Yuga Hanyu" userId="f18bd86c1b9e4fc5" providerId="LiveId" clId="{52B76CFC-25A8-488B-8E30-8A25EBAD21EE}" dt="2025-11-20T00:08:50.967" v="5518" actId="1076"/>
          <ac:cxnSpMkLst>
            <pc:docMk/>
            <pc:sldMk cId="23853982" sldId="331"/>
            <ac:cxnSpMk id="28" creationId="{A7A24D14-7B92-D5D0-0961-D025E942C478}"/>
          </ac:cxnSpMkLst>
        </pc:cxnChg>
        <pc:cxnChg chg="add mod">
          <ac:chgData name="Yuga Hanyu" userId="f18bd86c1b9e4fc5" providerId="LiveId" clId="{52B76CFC-25A8-488B-8E30-8A25EBAD21EE}" dt="2025-11-20T00:08:50.967" v="5518" actId="1076"/>
          <ac:cxnSpMkLst>
            <pc:docMk/>
            <pc:sldMk cId="23853982" sldId="331"/>
            <ac:cxnSpMk id="31" creationId="{92695D42-4901-CC6E-F9BF-FA279BEC6E9C}"/>
          </ac:cxnSpMkLst>
        </pc:cxnChg>
      </pc:sldChg>
      <pc:sldChg chg="modSp add mod modAnim">
        <pc:chgData name="Yuga Hanyu" userId="f18bd86c1b9e4fc5" providerId="LiveId" clId="{52B76CFC-25A8-488B-8E30-8A25EBAD21EE}" dt="2025-11-26T22:55:30.768" v="6474" actId="20577"/>
        <pc:sldMkLst>
          <pc:docMk/>
          <pc:sldMk cId="2029051547" sldId="332"/>
        </pc:sldMkLst>
        <pc:spChg chg="mod">
          <ac:chgData name="Yuga Hanyu" userId="f18bd86c1b9e4fc5" providerId="LiveId" clId="{52B76CFC-25A8-488B-8E30-8A25EBAD21EE}" dt="2025-11-20T00:10:59.657" v="5557" actId="20577"/>
          <ac:spMkLst>
            <pc:docMk/>
            <pc:sldMk cId="2029051547" sldId="332"/>
            <ac:spMk id="2" creationId="{517C94F5-8599-5AD2-8629-D5332D17D47A}"/>
          </ac:spMkLst>
        </pc:spChg>
        <pc:spChg chg="mod">
          <ac:chgData name="Yuga Hanyu" userId="f18bd86c1b9e4fc5" providerId="LiveId" clId="{52B76CFC-25A8-488B-8E30-8A25EBAD21EE}" dt="2025-11-26T22:55:30.768" v="6474" actId="20577"/>
          <ac:spMkLst>
            <pc:docMk/>
            <pc:sldMk cId="2029051547" sldId="332"/>
            <ac:spMk id="72" creationId="{83C08852-87B6-9B14-01F9-93162F4600E2}"/>
          </ac:spMkLst>
        </pc:spChg>
        <pc:spChg chg="mod">
          <ac:chgData name="Yuga Hanyu" userId="f18bd86c1b9e4fc5" providerId="LiveId" clId="{52B76CFC-25A8-488B-8E30-8A25EBAD21EE}" dt="2025-11-20T00:10:54.658" v="5549" actId="1076"/>
          <ac:spMkLst>
            <pc:docMk/>
            <pc:sldMk cId="2029051547" sldId="332"/>
            <ac:spMk id="98" creationId="{EDB1FB65-943F-0974-889A-6C22E58CE7D2}"/>
          </ac:spMkLst>
        </pc:spChg>
      </pc:sldChg>
      <pc:sldChg chg="addSp delSp modSp add mod">
        <pc:chgData name="Yuga Hanyu" userId="f18bd86c1b9e4fc5" providerId="LiveId" clId="{52B76CFC-25A8-488B-8E30-8A25EBAD21EE}" dt="2025-11-20T00:31:40.149" v="5823" actId="14100"/>
        <pc:sldMkLst>
          <pc:docMk/>
          <pc:sldMk cId="3844125749" sldId="333"/>
        </pc:sldMkLst>
        <pc:spChg chg="mod">
          <ac:chgData name="Yuga Hanyu" userId="f18bd86c1b9e4fc5" providerId="LiveId" clId="{52B76CFC-25A8-488B-8E30-8A25EBAD21EE}" dt="2025-11-20T00:11:23.001" v="5566" actId="20577"/>
          <ac:spMkLst>
            <pc:docMk/>
            <pc:sldMk cId="3844125749" sldId="333"/>
            <ac:spMk id="2" creationId="{109B6846-A2C0-5B67-8FE7-30272E393B07}"/>
          </ac:spMkLst>
        </pc:spChg>
        <pc:spChg chg="add mod">
          <ac:chgData name="Yuga Hanyu" userId="f18bd86c1b9e4fc5" providerId="LiveId" clId="{52B76CFC-25A8-488B-8E30-8A25EBAD21EE}" dt="2025-11-20T00:21:00.813" v="5721" actId="20577"/>
          <ac:spMkLst>
            <pc:docMk/>
            <pc:sldMk cId="3844125749" sldId="333"/>
            <ac:spMk id="5" creationId="{4DA8F8A0-2AC1-492B-D1E2-FADC5C363D2F}"/>
          </ac:spMkLst>
        </pc:spChg>
        <pc:spChg chg="add mod">
          <ac:chgData name="Yuga Hanyu" userId="f18bd86c1b9e4fc5" providerId="LiveId" clId="{52B76CFC-25A8-488B-8E30-8A25EBAD21EE}" dt="2025-11-20T00:22:50.363" v="5732" actId="1076"/>
          <ac:spMkLst>
            <pc:docMk/>
            <pc:sldMk cId="3844125749" sldId="333"/>
            <ac:spMk id="12" creationId="{0652B949-0AE9-D8A9-B33E-BB948352D22D}"/>
          </ac:spMkLst>
        </pc:spChg>
        <pc:spChg chg="add mod">
          <ac:chgData name="Yuga Hanyu" userId="f18bd86c1b9e4fc5" providerId="LiveId" clId="{52B76CFC-25A8-488B-8E30-8A25EBAD21EE}" dt="2025-11-20T00:26:46.957" v="5776" actId="20577"/>
          <ac:spMkLst>
            <pc:docMk/>
            <pc:sldMk cId="3844125749" sldId="333"/>
            <ac:spMk id="18" creationId="{466FAE72-D895-B0CE-304F-EDEE2924FFB2}"/>
          </ac:spMkLst>
        </pc:spChg>
        <pc:spChg chg="add mod">
          <ac:chgData name="Yuga Hanyu" userId="f18bd86c1b9e4fc5" providerId="LiveId" clId="{52B76CFC-25A8-488B-8E30-8A25EBAD21EE}" dt="2025-11-20T00:19:05.486" v="5683" actId="14100"/>
          <ac:spMkLst>
            <pc:docMk/>
            <pc:sldMk cId="3844125749" sldId="333"/>
            <ac:spMk id="24" creationId="{0EB8F07D-37BB-A8CB-9C8A-B4BBA435D12F}"/>
          </ac:spMkLst>
        </pc:spChg>
        <pc:spChg chg="add mod">
          <ac:chgData name="Yuga Hanyu" userId="f18bd86c1b9e4fc5" providerId="LiveId" clId="{52B76CFC-25A8-488B-8E30-8A25EBAD21EE}" dt="2025-11-20T00:19:26.512" v="5690" actId="20577"/>
          <ac:spMkLst>
            <pc:docMk/>
            <pc:sldMk cId="3844125749" sldId="333"/>
            <ac:spMk id="29" creationId="{F3978722-F0E5-9B29-93C7-9B3E2AD3A8D8}"/>
          </ac:spMkLst>
        </pc:spChg>
        <pc:spChg chg="add mod">
          <ac:chgData name="Yuga Hanyu" userId="f18bd86c1b9e4fc5" providerId="LiveId" clId="{52B76CFC-25A8-488B-8E30-8A25EBAD21EE}" dt="2025-11-20T00:26:49.394" v="5778" actId="20577"/>
          <ac:spMkLst>
            <pc:docMk/>
            <pc:sldMk cId="3844125749" sldId="333"/>
            <ac:spMk id="30" creationId="{1383144F-5675-B825-72BA-D87EAFB12D2A}"/>
          </ac:spMkLst>
        </pc:spChg>
        <pc:spChg chg="add mod">
          <ac:chgData name="Yuga Hanyu" userId="f18bd86c1b9e4fc5" providerId="LiveId" clId="{52B76CFC-25A8-488B-8E30-8A25EBAD21EE}" dt="2025-11-20T00:19:22.685" v="5688" actId="20577"/>
          <ac:spMkLst>
            <pc:docMk/>
            <pc:sldMk cId="3844125749" sldId="333"/>
            <ac:spMk id="37" creationId="{252B7630-5F1C-BBC2-EE3C-566C5DDF9191}"/>
          </ac:spMkLst>
        </pc:spChg>
        <pc:spChg chg="add mod">
          <ac:chgData name="Yuga Hanyu" userId="f18bd86c1b9e4fc5" providerId="LiveId" clId="{52B76CFC-25A8-488B-8E30-8A25EBAD21EE}" dt="2025-11-20T00:23:58.504" v="5741" actId="1076"/>
          <ac:spMkLst>
            <pc:docMk/>
            <pc:sldMk cId="3844125749" sldId="333"/>
            <ac:spMk id="38" creationId="{ABD58F4E-C1F2-0FF2-FDC7-8328D0FC05F7}"/>
          </ac:spMkLst>
        </pc:spChg>
        <pc:spChg chg="add mod">
          <ac:chgData name="Yuga Hanyu" userId="f18bd86c1b9e4fc5" providerId="LiveId" clId="{52B76CFC-25A8-488B-8E30-8A25EBAD21EE}" dt="2025-11-20T00:24:01.140" v="5742" actId="1076"/>
          <ac:spMkLst>
            <pc:docMk/>
            <pc:sldMk cId="3844125749" sldId="333"/>
            <ac:spMk id="39" creationId="{9F8CBF84-9EA7-4393-5BA8-7A8F338218F4}"/>
          </ac:spMkLst>
        </pc:spChg>
        <pc:spChg chg="add mod">
          <ac:chgData name="Yuga Hanyu" userId="f18bd86c1b9e4fc5" providerId="LiveId" clId="{52B76CFC-25A8-488B-8E30-8A25EBAD21EE}" dt="2025-11-20T00:23:09.577" v="5735" actId="1076"/>
          <ac:spMkLst>
            <pc:docMk/>
            <pc:sldMk cId="3844125749" sldId="333"/>
            <ac:spMk id="43" creationId="{1FC5619B-AA29-4AC9-1DCB-3B171871AAE2}"/>
          </ac:spMkLst>
        </pc:spChg>
        <pc:spChg chg="add mod">
          <ac:chgData name="Yuga Hanyu" userId="f18bd86c1b9e4fc5" providerId="LiveId" clId="{52B76CFC-25A8-488B-8E30-8A25EBAD21EE}" dt="2025-11-20T00:23:29.682" v="5740" actId="1076"/>
          <ac:spMkLst>
            <pc:docMk/>
            <pc:sldMk cId="3844125749" sldId="333"/>
            <ac:spMk id="44" creationId="{4BCE7713-04EE-539D-DD35-E5AD61F05E1D}"/>
          </ac:spMkLst>
        </pc:spChg>
        <pc:spChg chg="add mod">
          <ac:chgData name="Yuga Hanyu" userId="f18bd86c1b9e4fc5" providerId="LiveId" clId="{52B76CFC-25A8-488B-8E30-8A25EBAD21EE}" dt="2025-11-20T00:27:05.996" v="5799" actId="20577"/>
          <ac:spMkLst>
            <pc:docMk/>
            <pc:sldMk cId="3844125749" sldId="333"/>
            <ac:spMk id="54" creationId="{A7E167DD-94C5-CBD2-0670-DC5DA7AB47C8}"/>
          </ac:spMkLst>
        </pc:spChg>
        <pc:spChg chg="add mod">
          <ac:chgData name="Yuga Hanyu" userId="f18bd86c1b9e4fc5" providerId="LiveId" clId="{52B76CFC-25A8-488B-8E30-8A25EBAD21EE}" dt="2025-11-20T00:27:24.868" v="5801" actId="1076"/>
          <ac:spMkLst>
            <pc:docMk/>
            <pc:sldMk cId="3844125749" sldId="333"/>
            <ac:spMk id="58" creationId="{0F5DFCEF-17F2-D675-EF4E-FF25DCB9B4AC}"/>
          </ac:spMkLst>
        </pc:spChg>
        <pc:graphicFrameChg chg="add mod modGraphic">
          <ac:chgData name="Yuga Hanyu" userId="f18bd86c1b9e4fc5" providerId="LiveId" clId="{52B76CFC-25A8-488B-8E30-8A25EBAD21EE}" dt="2025-11-20T00:17:04.270" v="5644" actId="1076"/>
          <ac:graphicFrameMkLst>
            <pc:docMk/>
            <pc:sldMk cId="3844125749" sldId="333"/>
            <ac:graphicFrameMk id="11" creationId="{82B32D02-A183-FE6B-DCB4-1C4EA18286AD}"/>
          </ac:graphicFrameMkLst>
        </pc:graphicFrameChg>
        <pc:graphicFrameChg chg="add mod modGraphic">
          <ac:chgData name="Yuga Hanyu" userId="f18bd86c1b9e4fc5" providerId="LiveId" clId="{52B76CFC-25A8-488B-8E30-8A25EBAD21EE}" dt="2025-11-20T00:19:44.617" v="5696" actId="20577"/>
          <ac:graphicFrameMkLst>
            <pc:docMk/>
            <pc:sldMk cId="3844125749" sldId="333"/>
            <ac:graphicFrameMk id="27" creationId="{162274E0-94C9-F4A6-51C5-B890ED4D4C74}"/>
          </ac:graphicFrameMkLst>
        </pc:graphicFrameChg>
        <pc:graphicFrameChg chg="add mod modGraphic">
          <ac:chgData name="Yuga Hanyu" userId="f18bd86c1b9e4fc5" providerId="LiveId" clId="{52B76CFC-25A8-488B-8E30-8A25EBAD21EE}" dt="2025-11-20T00:23:09.577" v="5735" actId="1076"/>
          <ac:graphicFrameMkLst>
            <pc:docMk/>
            <pc:sldMk cId="3844125749" sldId="333"/>
            <ac:graphicFrameMk id="40" creationId="{EA745767-DCC0-973B-F496-63575B36DCD9}"/>
          </ac:graphicFrameMkLst>
        </pc:graphicFrameChg>
        <pc:graphicFrameChg chg="add mod modGraphic">
          <ac:chgData name="Yuga Hanyu" userId="f18bd86c1b9e4fc5" providerId="LiveId" clId="{52B76CFC-25A8-488B-8E30-8A25EBAD21EE}" dt="2025-11-20T00:23:29.682" v="5740" actId="1076"/>
          <ac:graphicFrameMkLst>
            <pc:docMk/>
            <pc:sldMk cId="3844125749" sldId="333"/>
            <ac:graphicFrameMk id="41" creationId="{A4BBF005-E1BE-C4AF-A5D3-929DD991632D}"/>
          </ac:graphicFrameMkLst>
        </pc:graphicFrameChg>
        <pc:cxnChg chg="add mod">
          <ac:chgData name="Yuga Hanyu" userId="f18bd86c1b9e4fc5" providerId="LiveId" clId="{52B76CFC-25A8-488B-8E30-8A25EBAD21EE}" dt="2025-11-20T00:17:23.270" v="5648" actId="1076"/>
          <ac:cxnSpMkLst>
            <pc:docMk/>
            <pc:sldMk cId="3844125749" sldId="333"/>
            <ac:cxnSpMk id="21" creationId="{1D4BD888-A8A2-E245-0C9D-93CE8707AE4E}"/>
          </ac:cxnSpMkLst>
        </pc:cxnChg>
        <pc:cxnChg chg="add mod">
          <ac:chgData name="Yuga Hanyu" userId="f18bd86c1b9e4fc5" providerId="LiveId" clId="{52B76CFC-25A8-488B-8E30-8A25EBAD21EE}" dt="2025-11-20T00:17:29.237" v="5650" actId="1076"/>
          <ac:cxnSpMkLst>
            <pc:docMk/>
            <pc:sldMk cId="3844125749" sldId="333"/>
            <ac:cxnSpMk id="22" creationId="{BDB36998-467E-7263-D85D-1E2D41434FAD}"/>
          </ac:cxnSpMkLst>
        </pc:cxnChg>
        <pc:cxnChg chg="add mod">
          <ac:chgData name="Yuga Hanyu" userId="f18bd86c1b9e4fc5" providerId="LiveId" clId="{52B76CFC-25A8-488B-8E30-8A25EBAD21EE}" dt="2025-11-20T00:17:46.562" v="5655" actId="1038"/>
          <ac:cxnSpMkLst>
            <pc:docMk/>
            <pc:sldMk cId="3844125749" sldId="333"/>
            <ac:cxnSpMk id="23" creationId="{D2A64D59-A1CC-A378-FD7A-AA1C0E574E3C}"/>
          </ac:cxnSpMkLst>
        </pc:cxnChg>
        <pc:cxnChg chg="add mod">
          <ac:chgData name="Yuga Hanyu" userId="f18bd86c1b9e4fc5" providerId="LiveId" clId="{52B76CFC-25A8-488B-8E30-8A25EBAD21EE}" dt="2025-11-20T00:19:18.920" v="5686" actId="1076"/>
          <ac:cxnSpMkLst>
            <pc:docMk/>
            <pc:sldMk cId="3844125749" sldId="333"/>
            <ac:cxnSpMk id="34" creationId="{72646E63-CEF5-9EF0-D34F-86A7666670DD}"/>
          </ac:cxnSpMkLst>
        </pc:cxnChg>
        <pc:cxnChg chg="add mod">
          <ac:chgData name="Yuga Hanyu" userId="f18bd86c1b9e4fc5" providerId="LiveId" clId="{52B76CFC-25A8-488B-8E30-8A25EBAD21EE}" dt="2025-11-20T00:19:33.057" v="5691" actId="1076"/>
          <ac:cxnSpMkLst>
            <pc:docMk/>
            <pc:sldMk cId="3844125749" sldId="333"/>
            <ac:cxnSpMk id="35" creationId="{EAFC8061-05C6-0906-C1C6-3CA48BF8C6D0}"/>
          </ac:cxnSpMkLst>
        </pc:cxnChg>
        <pc:cxnChg chg="add mod">
          <ac:chgData name="Yuga Hanyu" userId="f18bd86c1b9e4fc5" providerId="LiveId" clId="{52B76CFC-25A8-488B-8E30-8A25EBAD21EE}" dt="2025-11-20T00:19:37.135" v="5692" actId="1076"/>
          <ac:cxnSpMkLst>
            <pc:docMk/>
            <pc:sldMk cId="3844125749" sldId="333"/>
            <ac:cxnSpMk id="36" creationId="{12A3D56E-8B47-02DB-2B8F-178DAEFA079C}"/>
          </ac:cxnSpMkLst>
        </pc:cxnChg>
        <pc:cxnChg chg="add mod">
          <ac:chgData name="Yuga Hanyu" userId="f18bd86c1b9e4fc5" providerId="LiveId" clId="{52B76CFC-25A8-488B-8E30-8A25EBAD21EE}" dt="2025-11-20T00:29:04.122" v="5804" actId="14100"/>
          <ac:cxnSpMkLst>
            <pc:docMk/>
            <pc:sldMk cId="3844125749" sldId="333"/>
            <ac:cxnSpMk id="46" creationId="{DA27FAB7-EFBF-34D0-D744-5F90F0F01A00}"/>
          </ac:cxnSpMkLst>
        </pc:cxnChg>
        <pc:cxnChg chg="add mod">
          <ac:chgData name="Yuga Hanyu" userId="f18bd86c1b9e4fc5" providerId="LiveId" clId="{52B76CFC-25A8-488B-8E30-8A25EBAD21EE}" dt="2025-11-20T00:26:05.217" v="5756" actId="208"/>
          <ac:cxnSpMkLst>
            <pc:docMk/>
            <pc:sldMk cId="3844125749" sldId="333"/>
            <ac:cxnSpMk id="51" creationId="{F122F5E8-30F7-214C-797F-FA2D84B28F03}"/>
          </ac:cxnSpMkLst>
        </pc:cxnChg>
        <pc:cxnChg chg="add mod">
          <ac:chgData name="Yuga Hanyu" userId="f18bd86c1b9e4fc5" providerId="LiveId" clId="{52B76CFC-25A8-488B-8E30-8A25EBAD21EE}" dt="2025-11-20T00:29:01.373" v="5803" actId="1076"/>
          <ac:cxnSpMkLst>
            <pc:docMk/>
            <pc:sldMk cId="3844125749" sldId="333"/>
            <ac:cxnSpMk id="52" creationId="{7304A1DD-E2B5-CBD4-636B-74A1E9B354DE}"/>
          </ac:cxnSpMkLst>
        </pc:cxnChg>
        <pc:cxnChg chg="add mod">
          <ac:chgData name="Yuga Hanyu" userId="f18bd86c1b9e4fc5" providerId="LiveId" clId="{52B76CFC-25A8-488B-8E30-8A25EBAD21EE}" dt="2025-11-20T00:31:30.713" v="5822" actId="14100"/>
          <ac:cxnSpMkLst>
            <pc:docMk/>
            <pc:sldMk cId="3844125749" sldId="333"/>
            <ac:cxnSpMk id="55" creationId="{24005CEB-6DBD-4AE1-5529-AC68AF67AF42}"/>
          </ac:cxnSpMkLst>
        </pc:cxnChg>
        <pc:cxnChg chg="add mod">
          <ac:chgData name="Yuga Hanyu" userId="f18bd86c1b9e4fc5" providerId="LiveId" clId="{52B76CFC-25A8-488B-8E30-8A25EBAD21EE}" dt="2025-11-20T00:31:40.149" v="5823" actId="14100"/>
          <ac:cxnSpMkLst>
            <pc:docMk/>
            <pc:sldMk cId="3844125749" sldId="333"/>
            <ac:cxnSpMk id="56" creationId="{D6C57FEF-8BD0-D261-30F2-96A05893FBF5}"/>
          </ac:cxnSpMkLst>
        </pc:cxnChg>
        <pc:cxnChg chg="add mod">
          <ac:chgData name="Yuga Hanyu" userId="f18bd86c1b9e4fc5" providerId="LiveId" clId="{52B76CFC-25A8-488B-8E30-8A25EBAD21EE}" dt="2025-11-20T00:27:36.834" v="5802" actId="1076"/>
          <ac:cxnSpMkLst>
            <pc:docMk/>
            <pc:sldMk cId="3844125749" sldId="333"/>
            <ac:cxnSpMk id="57" creationId="{E809B5B5-9B63-75F4-BD7D-17C1E648FC1B}"/>
          </ac:cxnSpMkLst>
        </pc:cxnChg>
      </pc:sldChg>
      <pc:sldChg chg="addSp delSp modSp add mod">
        <pc:chgData name="Yuga Hanyu" userId="f18bd86c1b9e4fc5" providerId="LiveId" clId="{52B76CFC-25A8-488B-8E30-8A25EBAD21EE}" dt="2025-11-20T00:33:45.218" v="5851" actId="478"/>
        <pc:sldMkLst>
          <pc:docMk/>
          <pc:sldMk cId="457128898" sldId="334"/>
        </pc:sldMkLst>
        <pc:spChg chg="add mod">
          <ac:chgData name="Yuga Hanyu" userId="f18bd86c1b9e4fc5" providerId="LiveId" clId="{52B76CFC-25A8-488B-8E30-8A25EBAD21EE}" dt="2025-11-20T00:30:20.072" v="5810" actId="1076"/>
          <ac:spMkLst>
            <pc:docMk/>
            <pc:sldMk cId="457128898" sldId="334"/>
            <ac:spMk id="9" creationId="{6B55E520-4C9C-7AFD-3D97-3A6A57B23180}"/>
          </ac:spMkLst>
        </pc:spChg>
        <pc:spChg chg="add mod">
          <ac:chgData name="Yuga Hanyu" userId="f18bd86c1b9e4fc5" providerId="LiveId" clId="{52B76CFC-25A8-488B-8E30-8A25EBAD21EE}" dt="2025-11-20T00:30:20.072" v="5810" actId="1076"/>
          <ac:spMkLst>
            <pc:docMk/>
            <pc:sldMk cId="457128898" sldId="334"/>
            <ac:spMk id="13" creationId="{24DABF85-45D9-999B-AB34-0B82147312F1}"/>
          </ac:spMkLst>
        </pc:spChg>
        <pc:spChg chg="add mod">
          <ac:chgData name="Yuga Hanyu" userId="f18bd86c1b9e4fc5" providerId="LiveId" clId="{52B76CFC-25A8-488B-8E30-8A25EBAD21EE}" dt="2025-11-20T00:30:43.738" v="5812" actId="1076"/>
          <ac:spMkLst>
            <pc:docMk/>
            <pc:sldMk cId="457128898" sldId="334"/>
            <ac:spMk id="19" creationId="{0CF3A37E-808F-6246-97BA-C8563A835556}"/>
          </ac:spMkLst>
        </pc:spChg>
        <pc:spChg chg="add del mod">
          <ac:chgData name="Yuga Hanyu" userId="f18bd86c1b9e4fc5" providerId="LiveId" clId="{52B76CFC-25A8-488B-8E30-8A25EBAD21EE}" dt="2025-11-20T00:32:25.444" v="5832" actId="478"/>
          <ac:spMkLst>
            <pc:docMk/>
            <pc:sldMk cId="457128898" sldId="334"/>
            <ac:spMk id="25" creationId="{BB282CB5-257C-DD74-0ED0-F62B894BAA1E}"/>
          </ac:spMkLst>
        </pc:spChg>
        <pc:spChg chg="add mod">
          <ac:chgData name="Yuga Hanyu" userId="f18bd86c1b9e4fc5" providerId="LiveId" clId="{52B76CFC-25A8-488B-8E30-8A25EBAD21EE}" dt="2025-11-20T00:33:07.305" v="5845" actId="1076"/>
          <ac:spMkLst>
            <pc:docMk/>
            <pc:sldMk cId="457128898" sldId="334"/>
            <ac:spMk id="31" creationId="{A475553A-7D63-2613-1D22-6F32382E2790}"/>
          </ac:spMkLst>
        </pc:spChg>
        <pc:spChg chg="add mod">
          <ac:chgData name="Yuga Hanyu" userId="f18bd86c1b9e4fc5" providerId="LiveId" clId="{52B76CFC-25A8-488B-8E30-8A25EBAD21EE}" dt="2025-11-20T00:33:11.382" v="5847" actId="1076"/>
          <ac:spMkLst>
            <pc:docMk/>
            <pc:sldMk cId="457128898" sldId="334"/>
            <ac:spMk id="32" creationId="{AEC30A53-C087-55A4-B91B-4E1251C2403B}"/>
          </ac:spMkLst>
        </pc:spChg>
        <pc:grpChg chg="add mod">
          <ac:chgData name="Yuga Hanyu" userId="f18bd86c1b9e4fc5" providerId="LiveId" clId="{52B76CFC-25A8-488B-8E30-8A25EBAD21EE}" dt="2025-11-20T00:30:20.072" v="5810" actId="1076"/>
          <ac:grpSpMkLst>
            <pc:docMk/>
            <pc:sldMk cId="457128898" sldId="334"/>
            <ac:grpSpMk id="3" creationId="{7105829D-1B81-5BD7-65CA-D9D416F5C05F}"/>
          </ac:grpSpMkLst>
        </pc:grpChg>
        <pc:graphicFrameChg chg="add mod">
          <ac:chgData name="Yuga Hanyu" userId="f18bd86c1b9e4fc5" providerId="LiveId" clId="{52B76CFC-25A8-488B-8E30-8A25EBAD21EE}" dt="2025-11-20T00:30:20.072" v="5810" actId="1076"/>
          <ac:graphicFrameMkLst>
            <pc:docMk/>
            <pc:sldMk cId="457128898" sldId="334"/>
            <ac:graphicFrameMk id="10" creationId="{0E958552-9631-ECAA-2704-141B6FF4622A}"/>
          </ac:graphicFrameMkLst>
        </pc:graphicFrameChg>
        <pc:graphicFrameChg chg="add mod modGraphic">
          <ac:chgData name="Yuga Hanyu" userId="f18bd86c1b9e4fc5" providerId="LiveId" clId="{52B76CFC-25A8-488B-8E30-8A25EBAD21EE}" dt="2025-11-20T00:31:07.328" v="5820" actId="20577"/>
          <ac:graphicFrameMkLst>
            <pc:docMk/>
            <pc:sldMk cId="457128898" sldId="334"/>
            <ac:graphicFrameMk id="17" creationId="{2F398D1B-9828-96F0-7AB9-C7DF21DE4EA4}"/>
          </ac:graphicFrameMkLst>
        </pc:graphicFrameChg>
        <pc:graphicFrameChg chg="add mod modGraphic">
          <ac:chgData name="Yuga Hanyu" userId="f18bd86c1b9e4fc5" providerId="LiveId" clId="{52B76CFC-25A8-488B-8E30-8A25EBAD21EE}" dt="2025-11-20T00:31:52.645" v="5827" actId="20577"/>
          <ac:graphicFrameMkLst>
            <pc:docMk/>
            <pc:sldMk cId="457128898" sldId="334"/>
            <ac:graphicFrameMk id="20" creationId="{D100B836-C223-FCD6-72DF-BA2D4BBBA587}"/>
          </ac:graphicFrameMkLst>
        </pc:graphicFrameChg>
        <pc:cxnChg chg="mod">
          <ac:chgData name="Yuga Hanyu" userId="f18bd86c1b9e4fc5" providerId="LiveId" clId="{52B76CFC-25A8-488B-8E30-8A25EBAD21EE}" dt="2025-11-20T00:30:11.666" v="5809"/>
          <ac:cxnSpMkLst>
            <pc:docMk/>
            <pc:sldMk cId="457128898" sldId="334"/>
            <ac:cxnSpMk id="4" creationId="{D6E7430F-AB69-AEB4-2EF6-D3B9E697D19E}"/>
          </ac:cxnSpMkLst>
        </pc:cxnChg>
        <pc:cxnChg chg="mod">
          <ac:chgData name="Yuga Hanyu" userId="f18bd86c1b9e4fc5" providerId="LiveId" clId="{52B76CFC-25A8-488B-8E30-8A25EBAD21EE}" dt="2025-11-20T00:30:11.666" v="5809"/>
          <ac:cxnSpMkLst>
            <pc:docMk/>
            <pc:sldMk cId="457128898" sldId="334"/>
            <ac:cxnSpMk id="7" creationId="{8D3056A7-2CC0-CB22-683E-E4C35E3E1CAB}"/>
          </ac:cxnSpMkLst>
        </pc:cxnChg>
        <pc:cxnChg chg="mod">
          <ac:chgData name="Yuga Hanyu" userId="f18bd86c1b9e4fc5" providerId="LiveId" clId="{52B76CFC-25A8-488B-8E30-8A25EBAD21EE}" dt="2025-11-20T00:30:11.666" v="5809"/>
          <ac:cxnSpMkLst>
            <pc:docMk/>
            <pc:sldMk cId="457128898" sldId="334"/>
            <ac:cxnSpMk id="8" creationId="{BC999565-7C08-5C21-B823-7D9A17F8A6F0}"/>
          </ac:cxnSpMkLst>
        </pc:cxnChg>
      </pc:sldChg>
      <pc:sldChg chg="addSp delSp modSp add mod delAnim modAnim">
        <pc:chgData name="Yuga Hanyu" userId="f18bd86c1b9e4fc5" providerId="LiveId" clId="{52B76CFC-25A8-488B-8E30-8A25EBAD21EE}" dt="2025-11-26T22:58:12.802" v="6475"/>
        <pc:sldMkLst>
          <pc:docMk/>
          <pc:sldMk cId="1767930162" sldId="335"/>
        </pc:sldMkLst>
        <pc:spChg chg="mod">
          <ac:chgData name="Yuga Hanyu" userId="f18bd86c1b9e4fc5" providerId="LiveId" clId="{52B76CFC-25A8-488B-8E30-8A25EBAD21EE}" dt="2025-11-20T00:47:51.117" v="5900" actId="20577"/>
          <ac:spMkLst>
            <pc:docMk/>
            <pc:sldMk cId="1767930162" sldId="335"/>
            <ac:spMk id="2" creationId="{63395F7B-F794-967B-4AC6-D52EDD52ECE5}"/>
          </ac:spMkLst>
        </pc:spChg>
        <pc:spChg chg="add mod">
          <ac:chgData name="Yuga Hanyu" userId="f18bd86c1b9e4fc5" providerId="LiveId" clId="{52B76CFC-25A8-488B-8E30-8A25EBAD21EE}" dt="2025-11-20T00:48:10.096" v="5904" actId="14100"/>
          <ac:spMkLst>
            <pc:docMk/>
            <pc:sldMk cId="1767930162" sldId="335"/>
            <ac:spMk id="119" creationId="{DA2FD76B-E545-C2A9-0C63-9FA7177B96E1}"/>
          </ac:spMkLst>
        </pc:spChg>
        <pc:picChg chg="add mod">
          <ac:chgData name="Yuga Hanyu" userId="f18bd86c1b9e4fc5" providerId="LiveId" clId="{52B76CFC-25A8-488B-8E30-8A25EBAD21EE}" dt="2025-11-20T00:47:42.994" v="5890" actId="1076"/>
          <ac:picMkLst>
            <pc:docMk/>
            <pc:sldMk cId="1767930162" sldId="335"/>
            <ac:picMk id="118" creationId="{1CEA1EC2-E218-A335-58AD-2F0370BFF6C5}"/>
          </ac:picMkLst>
        </pc:picChg>
      </pc:sldChg>
      <pc:sldChg chg="modSp add mod">
        <pc:chgData name="Yuga Hanyu" userId="f18bd86c1b9e4fc5" providerId="LiveId" clId="{52B76CFC-25A8-488B-8E30-8A25EBAD21EE}" dt="2025-11-20T01:28:24.778" v="6209" actId="108"/>
        <pc:sldMkLst>
          <pc:docMk/>
          <pc:sldMk cId="3995381461" sldId="336"/>
        </pc:sldMkLst>
        <pc:spChg chg="mod">
          <ac:chgData name="Yuga Hanyu" userId="f18bd86c1b9e4fc5" providerId="LiveId" clId="{52B76CFC-25A8-488B-8E30-8A25EBAD21EE}" dt="2025-11-20T01:28:24.778" v="6209" actId="108"/>
          <ac:spMkLst>
            <pc:docMk/>
            <pc:sldMk cId="3995381461" sldId="336"/>
            <ac:spMk id="3" creationId="{B952B37A-C846-B760-3BFC-1D3A513587EB}"/>
          </ac:spMkLst>
        </pc:spChg>
      </pc:sldChg>
      <pc:sldChg chg="addSp delSp modSp add mod">
        <pc:chgData name="Yuga Hanyu" userId="f18bd86c1b9e4fc5" providerId="LiveId" clId="{52B76CFC-25A8-488B-8E30-8A25EBAD21EE}" dt="2025-11-26T23:02:44.900" v="6635" actId="20577"/>
        <pc:sldMkLst>
          <pc:docMk/>
          <pc:sldMk cId="3134811592" sldId="337"/>
        </pc:sldMkLst>
        <pc:spChg chg="mod">
          <ac:chgData name="Yuga Hanyu" userId="f18bd86c1b9e4fc5" providerId="LiveId" clId="{52B76CFC-25A8-488B-8E30-8A25EBAD21EE}" dt="2025-11-26T22:58:50.564" v="6521" actId="20577"/>
          <ac:spMkLst>
            <pc:docMk/>
            <pc:sldMk cId="3134811592" sldId="337"/>
            <ac:spMk id="2" creationId="{8454AF8B-FC80-B055-0C29-EC46FABC29A9}"/>
          </ac:spMkLst>
        </pc:spChg>
        <pc:spChg chg="mod">
          <ac:chgData name="Yuga Hanyu" userId="f18bd86c1b9e4fc5" providerId="LiveId" clId="{52B76CFC-25A8-488B-8E30-8A25EBAD21EE}" dt="2025-11-26T23:02:44.900" v="6635" actId="20577"/>
          <ac:spMkLst>
            <pc:docMk/>
            <pc:sldMk cId="3134811592" sldId="337"/>
            <ac:spMk id="103" creationId="{F34347D1-EC0D-4F34-F0A0-7834A8B59745}"/>
          </ac:spMkLst>
        </pc:spChg>
        <pc:spChg chg="add del mod">
          <ac:chgData name="Yuga Hanyu" userId="f18bd86c1b9e4fc5" providerId="LiveId" clId="{52B76CFC-25A8-488B-8E30-8A25EBAD21EE}" dt="2025-11-26T23:01:52.498" v="6618" actId="20577"/>
          <ac:spMkLst>
            <pc:docMk/>
            <pc:sldMk cId="3134811592" sldId="337"/>
            <ac:spMk id="117" creationId="{9349FD14-6414-0CCD-FE78-EE8565BE7DC7}"/>
          </ac:spMkLst>
        </pc:spChg>
        <pc:spChg chg="mod">
          <ac:chgData name="Yuga Hanyu" userId="f18bd86c1b9e4fc5" providerId="LiveId" clId="{52B76CFC-25A8-488B-8E30-8A25EBAD21EE}" dt="2025-11-26T22:59:55.832" v="6528" actId="20577"/>
          <ac:spMkLst>
            <pc:docMk/>
            <pc:sldMk cId="3134811592" sldId="337"/>
            <ac:spMk id="118" creationId="{29BBC727-A84F-4146-E86B-D68D0FD37B94}"/>
          </ac:spMkLst>
        </pc:spChg>
      </pc:sldChg>
      <pc:sldMasterChg chg="addSp delSp mod delSldLayout modSldLayout">
        <pc:chgData name="Yuga Hanyu" userId="f18bd86c1b9e4fc5" providerId="LiveId" clId="{52B76CFC-25A8-488B-8E30-8A25EBAD21EE}" dt="2025-11-05T05:21:27.306" v="1970" actId="47"/>
        <pc:sldMasterMkLst>
          <pc:docMk/>
          <pc:sldMasterMk cId="780099175" sldId="2147483648"/>
        </pc:sldMasterMkLst>
        <pc:sldLayoutChg chg="delSp mod">
          <pc:chgData name="Yuga Hanyu" userId="f18bd86c1b9e4fc5" providerId="LiveId" clId="{52B76CFC-25A8-488B-8E30-8A25EBAD21EE}" dt="2025-11-05T01:57:46.026" v="417" actId="478"/>
          <pc:sldLayoutMkLst>
            <pc:docMk/>
            <pc:sldMasterMk cId="780099175" sldId="2147483648"/>
            <pc:sldLayoutMk cId="1171635765" sldId="2147483650"/>
          </pc:sldLayoutMkLst>
        </pc:sldLayoutChg>
        <pc:sldLayoutChg chg="delSp mod">
          <pc:chgData name="Yuga Hanyu" userId="f18bd86c1b9e4fc5" providerId="LiveId" clId="{52B76CFC-25A8-488B-8E30-8A25EBAD21EE}" dt="2025-11-05T01:58:00.038" v="421" actId="478"/>
          <pc:sldLayoutMkLst>
            <pc:docMk/>
            <pc:sldMasterMk cId="780099175" sldId="2147483648"/>
            <pc:sldLayoutMk cId="3881199857" sldId="2147483654"/>
          </pc:sldLayoutMkLst>
        </pc:sldLayoutChg>
        <pc:sldLayoutChg chg="del">
          <pc:chgData name="Yuga Hanyu" userId="f18bd86c1b9e4fc5" providerId="LiveId" clId="{52B76CFC-25A8-488B-8E30-8A25EBAD21EE}" dt="2025-11-05T05:21:27.306" v="1970" actId="47"/>
          <pc:sldLayoutMkLst>
            <pc:docMk/>
            <pc:sldMasterMk cId="780099175" sldId="2147483648"/>
            <pc:sldLayoutMk cId="2275958623" sldId="2147483658"/>
          </pc:sldLayoutMkLst>
        </pc:sldLayoutChg>
      </pc:sldMasterChg>
      <pc:sldMasterChg chg="addSp delSp mod modSldLayout">
        <pc:chgData name="Yuga Hanyu" userId="f18bd86c1b9e4fc5" providerId="LiveId" clId="{52B76CFC-25A8-488B-8E30-8A25EBAD21EE}" dt="2025-11-05T01:58:22.681" v="427" actId="478"/>
        <pc:sldMasterMkLst>
          <pc:docMk/>
          <pc:sldMasterMk cId="1868258191" sldId="2147483655"/>
        </pc:sldMasterMkLst>
        <pc:sldLayoutChg chg="delSp mod">
          <pc:chgData name="Yuga Hanyu" userId="f18bd86c1b9e4fc5" providerId="LiveId" clId="{52B76CFC-25A8-488B-8E30-8A25EBAD21EE}" dt="2025-11-05T01:58:15.288" v="425" actId="478"/>
          <pc:sldLayoutMkLst>
            <pc:docMk/>
            <pc:sldMasterMk cId="1868258191" sldId="2147483655"/>
            <pc:sldLayoutMk cId="2579842561" sldId="2147483656"/>
          </pc:sldLayoutMkLst>
        </pc:sldLayoutChg>
        <pc:sldLayoutChg chg="delSp mod">
          <pc:chgData name="Yuga Hanyu" userId="f18bd86c1b9e4fc5" providerId="LiveId" clId="{52B76CFC-25A8-488B-8E30-8A25EBAD21EE}" dt="2025-11-05T01:58:22.681" v="427" actId="478"/>
          <pc:sldLayoutMkLst>
            <pc:docMk/>
            <pc:sldMasterMk cId="1868258191" sldId="2147483655"/>
            <pc:sldLayoutMk cId="971605899" sldId="2147483657"/>
          </pc:sldLayoutMkLst>
        </pc:sldLayoutChg>
      </pc:sldMasterChg>
      <pc:sldMasterChg chg="del delSldLayout">
        <pc:chgData name="Yuga Hanyu" userId="f18bd86c1b9e4fc5" providerId="LiveId" clId="{52B76CFC-25A8-488B-8E30-8A25EBAD21EE}" dt="2025-11-05T05:30:01.729" v="2001" actId="47"/>
        <pc:sldMasterMkLst>
          <pc:docMk/>
          <pc:sldMasterMk cId="620809885" sldId="2147483658"/>
        </pc:sldMasterMkLst>
        <pc:sldLayoutChg chg="del">
          <pc:chgData name="Yuga Hanyu" userId="f18bd86c1b9e4fc5" providerId="LiveId" clId="{52B76CFC-25A8-488B-8E30-8A25EBAD21EE}" dt="2025-11-05T05:30:01.729" v="2001" actId="47"/>
          <pc:sldLayoutMkLst>
            <pc:docMk/>
            <pc:sldMasterMk cId="620809885" sldId="2147483658"/>
            <pc:sldLayoutMk cId="338170354" sldId="2147483659"/>
          </pc:sldLayoutMkLst>
        </pc:sldLayoutChg>
        <pc:sldLayoutChg chg="del">
          <pc:chgData name="Yuga Hanyu" userId="f18bd86c1b9e4fc5" providerId="LiveId" clId="{52B76CFC-25A8-488B-8E30-8A25EBAD21EE}" dt="2025-11-05T05:30:01.729" v="2001" actId="47"/>
          <pc:sldLayoutMkLst>
            <pc:docMk/>
            <pc:sldMasterMk cId="620809885" sldId="2147483658"/>
            <pc:sldLayoutMk cId="177416363" sldId="2147483660"/>
          </pc:sldLayoutMkLst>
        </pc:sldLayoutChg>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8T04:03:54.527"/>
    </inkml:context>
    <inkml:brush xml:id="br0">
      <inkml:brushProperty name="width" value="0.35" units="cm"/>
      <inkml:brushProperty name="height" value="0.35" units="cm"/>
      <inkml:brushProperty name="color" value="#FFFFFF"/>
    </inkml:brush>
  </inkml:definitions>
  <inkml:trace contextRef="#ctx0" brushRef="#br0">0 271 24575,'6'-1'0,"0"0"0,0-1 0,0 1 0,-1-1 0,1-1 0,-1 1 0,1-1 0,-1 0 0,6-5 0,16-7 0,30-14 0,-31 16 0,1 0 0,0 1 0,41-11 0,13 4 0,0 4 0,157-10 0,-73 12 0,18-1 0,-97 15 0,-34 1 0,-1-2 0,82-12 0,-73 4 0,-1 3 0,73 3 0,12 0 0,-35-11 0,-68 6 0,54 0 0,397 8 0,-447 1 0,57 10 0,-55-6 0,50 2 0,-70-8 0,22 0 0,0 2 0,68 11 0,28 3 0,-2 1 0,-140-17 0,0 1 0,1-1 0,-1 1 0,0 0 0,0 0 0,0 1 0,0-1 0,0 1 0,0 0 0,0-1 0,0 1 0,0 0 0,-1 1 0,1-1 0,3 5 0,-5-5 0,0 0 0,0 0 0,0 1 0,0-1 0,0 0 0,-1 1 0,1-1 0,-1 1 0,1-1 0,-1 1 0,0-1 0,0 1 0,0-1 0,0 1 0,-1-1 0,1 1 0,-1-1 0,1 1 0,-1-1 0,0 0 0,-1 4 0,-1 2 0,0 0 0,-1 1 0,0-1 0,0-1 0,0 1 0,-1-1 0,0 1 0,-1-1 0,0-1 0,0 1 0,0-1 0,-1 0 0,1 0 0,-2-1 0,1 0 0,0-1 0,-1 1 0,0-1 0,-10 3 0,-53 30 0,59-30 0,-1 1 0,1-2 0,-1 0 0,-1 0 0,1-2 0,-28 7 0,-65 3 0,-153 1 0,-623-15 0,849-2 0,-55-10 0,-19-1 0,-468 10 0,296 6 0,252-3-1365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8T04:03:54.527"/>
    </inkml:context>
    <inkml:brush xml:id="br0">
      <inkml:brushProperty name="width" value="0.35" units="cm"/>
      <inkml:brushProperty name="height" value="0.35" units="cm"/>
      <inkml:brushProperty name="color" value="#FFFFFF"/>
    </inkml:brush>
  </inkml:definitions>
  <inkml:trace contextRef="#ctx0" brushRef="#br0">0 271 24575,'6'-1'0,"0"0"0,0-1 0,0 1 0,-1-1 0,1-1 0,-1 1 0,1-1 0,-1 0 0,6-5 0,16-7 0,30-14 0,-31 16 0,1 0 0,0 1 0,41-11 0,13 4 0,0 4 0,157-10 0,-73 12 0,18-1 0,-97 15 0,-34 1 0,-1-2 0,82-12 0,-73 4 0,-1 3 0,73 3 0,12 0 0,-35-11 0,-68 6 0,54 0 0,397 8 0,-447 1 0,57 10 0,-55-6 0,50 2 0,-70-8 0,22 0 0,0 2 0,68 11 0,28 3 0,-2 1 0,-140-17 0,0 1 0,1-1 0,-1 1 0,0 0 0,0 0 0,0 1 0,0-1 0,0 1 0,0 0 0,0-1 0,0 1 0,0 0 0,-1 1 0,1-1 0,3 5 0,-5-5 0,0 0 0,0 0 0,0 1 0,0-1 0,0 0 0,-1 1 0,1-1 0,-1 1 0,1-1 0,-1 1 0,0-1 0,0 1 0,0-1 0,0 1 0,-1-1 0,1 1 0,-1-1 0,1 1 0,-1-1 0,0 0 0,-1 4 0,-1 2 0,0 0 0,-1 1 0,0-1 0,0-1 0,0 1 0,-1-1 0,0 1 0,-1-1 0,0-1 0,0 1 0,0-1 0,-1 0 0,1 0 0,-2-1 0,1 0 0,0-1 0,-1 1 0,0-1 0,-10 3 0,-53 30 0,59-30 0,-1 1 0,1-2 0,-1 0 0,-1 0 0,1-2 0,-28 7 0,-65 3 0,-153 1 0,-623-15 0,849-2 0,-55-10 0,-19-1 0,-468 10 0,296 6 0,252-3-1365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86E119-A08E-ED46-8057-D374DBAF2A0A}" type="datetimeFigureOut">
              <a:rPr lang="en-JP" smtClean="0"/>
              <a:t>12/09/2025</a:t>
            </a:fld>
            <a:endParaRPr lang="en-J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7CF3FE-C834-3449-83D9-D7F0D2C1F4AB}" type="slidenum">
              <a:rPr lang="en-JP" smtClean="0"/>
              <a:t>‹#›</a:t>
            </a:fld>
            <a:endParaRPr lang="en-JP"/>
          </a:p>
        </p:txBody>
      </p:sp>
    </p:spTree>
    <p:extLst>
      <p:ext uri="{BB962C8B-B14F-4D97-AF65-F5344CB8AC3E}">
        <p14:creationId xmlns:p14="http://schemas.microsoft.com/office/powerpoint/2010/main" val="790970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A5C9C0-CE0E-B349-AB8E-68364FF3AFBB}" type="slidenum">
              <a:rPr kumimoji="1" lang="en-JP" sz="1200" b="0" i="0" u="none" strike="noStrike" kern="1200" cap="none" spc="0" normalizeH="0" baseline="0" noProof="0" smtClean="0">
                <a:ln>
                  <a:noFill/>
                </a:ln>
                <a:solidFill>
                  <a:prstClr val="black"/>
                </a:solidFill>
                <a:effectLst/>
                <a:uLnTx/>
                <a:uFillTx/>
                <a:latin typeface="游ゴシック"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en-JP" sz="1200" b="0" i="0" u="none" strike="noStrike" kern="1200" cap="none" spc="0" normalizeH="0" baseline="0" noProof="0">
              <a:ln>
                <a:noFill/>
              </a:ln>
              <a:solidFill>
                <a:prstClr val="black"/>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3723045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I would like to introduce about my research. My research is about training multiple SNN models then merge them into one model. This way of training offers several benefits such as faster training process and collaborative learning. For example, if we decompose dataset and model into 10 datasets and 10 models, the training process becomes 10 times faster excluding the merging process after that. Also, since we will be working on separate dataset, we can do collaborative learning such as train small models in different places, then merge them to create one model that can perform in every place. My main goal is to propose a model merging method that is </a:t>
            </a:r>
            <a:r>
              <a:rPr lang="en-US" altLang="ja-JP" dirty="0"/>
              <a:t>both computationally efficient and able to produce high accuracy</a:t>
            </a:r>
            <a:endParaRPr kumimoji="1" lang="ja-JP" altLang="en-US" dirty="0"/>
          </a:p>
        </p:txBody>
      </p:sp>
      <p:sp>
        <p:nvSpPr>
          <p:cNvPr id="4" name="スライド番号プレースホルダー 3"/>
          <p:cNvSpPr>
            <a:spLocks noGrp="1"/>
          </p:cNvSpPr>
          <p:nvPr>
            <p:ph type="sldNum" sz="quarter" idx="5"/>
          </p:nvPr>
        </p:nvSpPr>
        <p:spPr/>
        <p:txBody>
          <a:bodyPr/>
          <a:lstStyle/>
          <a:p>
            <a:fld id="{6B7CF3FE-C834-3449-83D9-D7F0D2C1F4AB}" type="slidenum">
              <a:rPr lang="en-JP" smtClean="0"/>
              <a:t>5</a:t>
            </a:fld>
            <a:endParaRPr lang="en-JP"/>
          </a:p>
        </p:txBody>
      </p:sp>
    </p:spTree>
    <p:extLst>
      <p:ext uri="{BB962C8B-B14F-4D97-AF65-F5344CB8AC3E}">
        <p14:creationId xmlns:p14="http://schemas.microsoft.com/office/powerpoint/2010/main" val="34212421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3FEB3-4C0C-FE9D-13CC-C9DE1A738C8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F432BD6-67C7-2CBE-90C0-CDF1AA6BA8B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AB7BA2D-FA8A-43BF-2EFD-380D4F8FF7D5}"/>
              </a:ext>
            </a:extLst>
          </p:cNvPr>
          <p:cNvSpPr>
            <a:spLocks noGrp="1"/>
          </p:cNvSpPr>
          <p:nvPr>
            <p:ph type="body" idx="1"/>
          </p:nvPr>
        </p:nvSpPr>
        <p:spPr/>
        <p:txBody>
          <a:bodyPr/>
          <a:lstStyle/>
          <a:p>
            <a:r>
              <a:rPr kumimoji="1" lang="en-US" altLang="ja-JP" dirty="0"/>
              <a:t>This is the architecture of each individual SNN model. The number of neurons in each layer is arbitrary. Weights are assigned to each connection between the layers, and the weights between input layer and excitatory layer are learning parameters. First, input spikes gets multiplied by weights and proceeds to excitatory layer. Then, if any of the neurons in excitatory layer emits a spike because of input, that neuron sends inhibitory signal to other neurons through inhibitory layer. This is to prevent several neurons from outputting similar spike patterns, making the learning more diverged.</a:t>
            </a:r>
            <a:endParaRPr kumimoji="1" lang="ja-JP" altLang="en-US" dirty="0"/>
          </a:p>
        </p:txBody>
      </p:sp>
      <p:sp>
        <p:nvSpPr>
          <p:cNvPr id="4" name="スライド番号プレースホルダー 3">
            <a:extLst>
              <a:ext uri="{FF2B5EF4-FFF2-40B4-BE49-F238E27FC236}">
                <a16:creationId xmlns:a16="http://schemas.microsoft.com/office/drawing/2014/main" id="{8B84E396-D688-A412-8486-6EA1FB706B0A}"/>
              </a:ext>
            </a:extLst>
          </p:cNvPr>
          <p:cNvSpPr>
            <a:spLocks noGrp="1"/>
          </p:cNvSpPr>
          <p:nvPr>
            <p:ph type="sldNum" sz="quarter" idx="5"/>
          </p:nvPr>
        </p:nvSpPr>
        <p:spPr/>
        <p:txBody>
          <a:bodyPr/>
          <a:lstStyle/>
          <a:p>
            <a:fld id="{6B7CF3FE-C834-3449-83D9-D7F0D2C1F4AB}" type="slidenum">
              <a:rPr lang="en-JP" smtClean="0"/>
              <a:t>10</a:t>
            </a:fld>
            <a:endParaRPr lang="en-JP"/>
          </a:p>
        </p:txBody>
      </p:sp>
    </p:spTree>
    <p:extLst>
      <p:ext uri="{BB962C8B-B14F-4D97-AF65-F5344CB8AC3E}">
        <p14:creationId xmlns:p14="http://schemas.microsoft.com/office/powerpoint/2010/main" val="2770765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A36B9-AB70-E2AF-B3B1-FBFF36FE06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F864F84-5E12-2C57-ECB0-B6761AEB71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B488E6-C633-E0F8-1C1D-7B75C680BC2F}"/>
              </a:ext>
            </a:extLst>
          </p:cNvPr>
          <p:cNvSpPr>
            <a:spLocks noGrp="1"/>
          </p:cNvSpPr>
          <p:nvPr>
            <p:ph type="body" idx="1"/>
          </p:nvPr>
        </p:nvSpPr>
        <p:spPr/>
        <p:txBody>
          <a:bodyPr/>
          <a:lstStyle/>
          <a:p>
            <a:r>
              <a:rPr kumimoji="1" lang="en-US" altLang="ja-JP" dirty="0"/>
              <a:t>This is the principle of compressing models. We compress models by removing one of the overlapping neurons. This is because if we have overlapping neurons in the final model, that does not contribute to performance. To compress models without losing performance, we need to remove overlapping neurons. From observing 2D receptive fields of both neurons, we can determine which neurons to remove. However, this is not a practical way with bigger models. We need to come up with an algorithm to perform this automatically.</a:t>
            </a:r>
            <a:endParaRPr kumimoji="1" lang="ja-JP" altLang="en-US" dirty="0"/>
          </a:p>
        </p:txBody>
      </p:sp>
      <p:sp>
        <p:nvSpPr>
          <p:cNvPr id="4" name="スライド番号プレースホルダー 3">
            <a:extLst>
              <a:ext uri="{FF2B5EF4-FFF2-40B4-BE49-F238E27FC236}">
                <a16:creationId xmlns:a16="http://schemas.microsoft.com/office/drawing/2014/main" id="{72175AD1-2E37-3873-42EF-1850063C3A37}"/>
              </a:ext>
            </a:extLst>
          </p:cNvPr>
          <p:cNvSpPr>
            <a:spLocks noGrp="1"/>
          </p:cNvSpPr>
          <p:nvPr>
            <p:ph type="sldNum" sz="quarter" idx="5"/>
          </p:nvPr>
        </p:nvSpPr>
        <p:spPr/>
        <p:txBody>
          <a:bodyPr/>
          <a:lstStyle/>
          <a:p>
            <a:fld id="{6B7CF3FE-C834-3449-83D9-D7F0D2C1F4AB}" type="slidenum">
              <a:rPr lang="en-JP" smtClean="0"/>
              <a:t>11</a:t>
            </a:fld>
            <a:endParaRPr lang="en-JP"/>
          </a:p>
        </p:txBody>
      </p:sp>
    </p:spTree>
    <p:extLst>
      <p:ext uri="{BB962C8B-B14F-4D97-AF65-F5344CB8AC3E}">
        <p14:creationId xmlns:p14="http://schemas.microsoft.com/office/powerpoint/2010/main" val="29098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This is the architecture of each individual SNN model. The number of neurons in each layer is arbitrary. Weights are assigned to each connection between the layers, and the weights between input layer and excitatory layer are learning parameters. First, input spikes gets multiplied by weights and proceeds to excitatory layer. Then, if any of the neurons in excitatory layer emits a spike because of input, that neuron sends inhibitory signal to other neurons through inhibitory layer. This is to prevent several neurons from outputting similar spike patterns, making the learning more diverged.</a:t>
            </a:r>
            <a:endParaRPr kumimoji="1" lang="ja-JP" altLang="en-US" dirty="0"/>
          </a:p>
        </p:txBody>
      </p:sp>
      <p:sp>
        <p:nvSpPr>
          <p:cNvPr id="4" name="スライド番号プレースホルダー 3"/>
          <p:cNvSpPr>
            <a:spLocks noGrp="1"/>
          </p:cNvSpPr>
          <p:nvPr>
            <p:ph type="sldNum" sz="quarter" idx="5"/>
          </p:nvPr>
        </p:nvSpPr>
        <p:spPr/>
        <p:txBody>
          <a:bodyPr/>
          <a:lstStyle/>
          <a:p>
            <a:fld id="{6B7CF3FE-C834-3449-83D9-D7F0D2C1F4AB}" type="slidenum">
              <a:rPr lang="en-JP" smtClean="0"/>
              <a:t>12</a:t>
            </a:fld>
            <a:endParaRPr lang="en-JP"/>
          </a:p>
        </p:txBody>
      </p:sp>
    </p:spTree>
    <p:extLst>
      <p:ext uri="{BB962C8B-B14F-4D97-AF65-F5344CB8AC3E}">
        <p14:creationId xmlns:p14="http://schemas.microsoft.com/office/powerpoint/2010/main" val="3138687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7E47C-AE80-83DA-E508-15962AA840D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E2C4793-32CA-26F4-25C1-B3F0646917D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51A2F7-FF1F-1DA7-D907-39948EA7C16C}"/>
              </a:ext>
            </a:extLst>
          </p:cNvPr>
          <p:cNvSpPr>
            <a:spLocks noGrp="1"/>
          </p:cNvSpPr>
          <p:nvPr>
            <p:ph type="body" idx="1"/>
          </p:nvPr>
        </p:nvSpPr>
        <p:spPr/>
        <p:txBody>
          <a:bodyPr/>
          <a:lstStyle/>
          <a:p>
            <a:r>
              <a:rPr kumimoji="1" lang="en-US" altLang="ja-JP" dirty="0"/>
              <a:t>This is the architecture of each individual SNN model. The number of neurons in each layer is arbitrary. Weights are assigned to each connection between the layers, and the weights between input layer and excitatory layer are learning parameters. First, input spikes gets multiplied by weights and proceeds to excitatory layer. Then, if any of the neurons in excitatory layer emits a spike because of input, that neuron sends inhibitory signal to other neurons through inhibitory layer. This is to prevent several neurons from outputting similar spike patterns, making the learning more diverged.</a:t>
            </a:r>
            <a:endParaRPr kumimoji="1" lang="ja-JP" altLang="en-US" dirty="0"/>
          </a:p>
        </p:txBody>
      </p:sp>
      <p:sp>
        <p:nvSpPr>
          <p:cNvPr id="4" name="スライド番号プレースホルダー 3">
            <a:extLst>
              <a:ext uri="{FF2B5EF4-FFF2-40B4-BE49-F238E27FC236}">
                <a16:creationId xmlns:a16="http://schemas.microsoft.com/office/drawing/2014/main" id="{DA171C0A-AE50-7EA4-BBE9-DDE63DC64A87}"/>
              </a:ext>
            </a:extLst>
          </p:cNvPr>
          <p:cNvSpPr>
            <a:spLocks noGrp="1"/>
          </p:cNvSpPr>
          <p:nvPr>
            <p:ph type="sldNum" sz="quarter" idx="5"/>
          </p:nvPr>
        </p:nvSpPr>
        <p:spPr/>
        <p:txBody>
          <a:bodyPr/>
          <a:lstStyle/>
          <a:p>
            <a:fld id="{6B7CF3FE-C834-3449-83D9-D7F0D2C1F4AB}" type="slidenum">
              <a:rPr lang="en-JP" smtClean="0"/>
              <a:t>13</a:t>
            </a:fld>
            <a:endParaRPr lang="en-JP"/>
          </a:p>
        </p:txBody>
      </p:sp>
    </p:spTree>
    <p:extLst>
      <p:ext uri="{BB962C8B-B14F-4D97-AF65-F5344CB8AC3E}">
        <p14:creationId xmlns:p14="http://schemas.microsoft.com/office/powerpoint/2010/main" val="1074555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This is the system architecture of ensemble learning. Each model trains on different subset of data and merged into one model. In this example, we compress each model by 14 neurons before merge. This is to keep the size of final model not too big. How we can compress without losing performance is the main challenge in ensemble learning.</a:t>
            </a:r>
            <a:endParaRPr kumimoji="1" lang="ja-JP" altLang="en-US" dirty="0"/>
          </a:p>
        </p:txBody>
      </p:sp>
      <p:sp>
        <p:nvSpPr>
          <p:cNvPr id="4" name="スライド番号プレースホルダー 3"/>
          <p:cNvSpPr>
            <a:spLocks noGrp="1"/>
          </p:cNvSpPr>
          <p:nvPr>
            <p:ph type="sldNum" sz="quarter" idx="5"/>
          </p:nvPr>
        </p:nvSpPr>
        <p:spPr/>
        <p:txBody>
          <a:bodyPr/>
          <a:lstStyle/>
          <a:p>
            <a:fld id="{6B7CF3FE-C834-3449-83D9-D7F0D2C1F4AB}" type="slidenum">
              <a:rPr lang="en-JP" smtClean="0"/>
              <a:t>14</a:t>
            </a:fld>
            <a:endParaRPr lang="en-JP"/>
          </a:p>
        </p:txBody>
      </p:sp>
    </p:spTree>
    <p:extLst>
      <p:ext uri="{BB962C8B-B14F-4D97-AF65-F5344CB8AC3E}">
        <p14:creationId xmlns:p14="http://schemas.microsoft.com/office/powerpoint/2010/main" val="3663782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This is the principle of compressing models. We compress models by removing one of the overlapping neurons. This is because if we have overlapping neurons in the final model, that does not contribute to performance. To compress models without losing performance, we need to remove overlapping neurons. From observing 2D receptive fields of both neurons, we can determine which neurons to remove. However, this is not a practical way with bigger models. We need to come up with an algorithm to perform this automatically.</a:t>
            </a:r>
            <a:endParaRPr kumimoji="1" lang="ja-JP" altLang="en-US" dirty="0"/>
          </a:p>
        </p:txBody>
      </p:sp>
      <p:sp>
        <p:nvSpPr>
          <p:cNvPr id="4" name="スライド番号プレースホルダー 3"/>
          <p:cNvSpPr>
            <a:spLocks noGrp="1"/>
          </p:cNvSpPr>
          <p:nvPr>
            <p:ph type="sldNum" sz="quarter" idx="5"/>
          </p:nvPr>
        </p:nvSpPr>
        <p:spPr/>
        <p:txBody>
          <a:bodyPr/>
          <a:lstStyle/>
          <a:p>
            <a:fld id="{6B7CF3FE-C834-3449-83D9-D7F0D2C1F4AB}" type="slidenum">
              <a:rPr lang="en-JP" smtClean="0"/>
              <a:t>15</a:t>
            </a:fld>
            <a:endParaRPr lang="en-JP"/>
          </a:p>
        </p:txBody>
      </p:sp>
    </p:spTree>
    <p:extLst>
      <p:ext uri="{BB962C8B-B14F-4D97-AF65-F5344CB8AC3E}">
        <p14:creationId xmlns:p14="http://schemas.microsoft.com/office/powerpoint/2010/main" val="33445771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784C2-04F4-2186-6681-0886088CCFD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3872D6-F2D3-C76A-7FEE-0414433DAD7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DEA720-E445-CCCB-5E9A-EE5EED2691AD}"/>
              </a:ext>
            </a:extLst>
          </p:cNvPr>
          <p:cNvSpPr>
            <a:spLocks noGrp="1"/>
          </p:cNvSpPr>
          <p:nvPr>
            <p:ph type="body" idx="1"/>
          </p:nvPr>
        </p:nvSpPr>
        <p:spPr/>
        <p:txBody>
          <a:bodyPr/>
          <a:lstStyle/>
          <a:p>
            <a:r>
              <a:rPr kumimoji="1" lang="en-US" altLang="ja-JP" dirty="0"/>
              <a:t>This is the principle of compressing models. We compress models by removing one of the overlapping neurons. This is because if we have overlapping neurons in the final model, that does not contribute to performance. To compress models without losing performance, we need to remove overlapping neurons. From observing 2D receptive fields of both neurons, we can determine which neurons to remove. However, this is not a practical way with bigger models. We need to come up with an algorithm to perform this automatically.</a:t>
            </a:r>
            <a:endParaRPr kumimoji="1" lang="ja-JP" altLang="en-US" dirty="0"/>
          </a:p>
        </p:txBody>
      </p:sp>
      <p:sp>
        <p:nvSpPr>
          <p:cNvPr id="4" name="スライド番号プレースホルダー 3">
            <a:extLst>
              <a:ext uri="{FF2B5EF4-FFF2-40B4-BE49-F238E27FC236}">
                <a16:creationId xmlns:a16="http://schemas.microsoft.com/office/drawing/2014/main" id="{96CF919E-6ECC-1439-5B8D-61E7B2A97737}"/>
              </a:ext>
            </a:extLst>
          </p:cNvPr>
          <p:cNvSpPr>
            <a:spLocks noGrp="1"/>
          </p:cNvSpPr>
          <p:nvPr>
            <p:ph type="sldNum" sz="quarter" idx="5"/>
          </p:nvPr>
        </p:nvSpPr>
        <p:spPr/>
        <p:txBody>
          <a:bodyPr/>
          <a:lstStyle/>
          <a:p>
            <a:fld id="{6B7CF3FE-C834-3449-83D9-D7F0D2C1F4AB}" type="slidenum">
              <a:rPr lang="en-JP" smtClean="0"/>
              <a:t>16</a:t>
            </a:fld>
            <a:endParaRPr lang="en-JP"/>
          </a:p>
        </p:txBody>
      </p:sp>
    </p:spTree>
    <p:extLst>
      <p:ext uri="{BB962C8B-B14F-4D97-AF65-F5344CB8AC3E}">
        <p14:creationId xmlns:p14="http://schemas.microsoft.com/office/powerpoint/2010/main" val="3968348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46222-8907-174F-D86A-9E5DEF556F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A20589D-807E-E3D6-BB46-CF93F9293F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9E7387-D66C-0DA5-DDA2-26056DCFB66E}"/>
              </a:ext>
            </a:extLst>
          </p:cNvPr>
          <p:cNvSpPr>
            <a:spLocks noGrp="1"/>
          </p:cNvSpPr>
          <p:nvPr>
            <p:ph type="body" idx="1"/>
          </p:nvPr>
        </p:nvSpPr>
        <p:spPr/>
        <p:txBody>
          <a:bodyPr/>
          <a:lstStyle/>
          <a:p>
            <a:r>
              <a:rPr kumimoji="1" lang="en-US" altLang="ja-JP" dirty="0"/>
              <a:t>This is the architecture of each individual SNN model. The number of neurons in each layer is arbitrary. Weights are assigned to each connection between the layers, and the weights between input layer and excitatory layer are learning parameters. First, input spikes gets multiplied by weights and proceeds to excitatory layer. Then, if any of the neurons in excitatory layer emits a spike because of input, that neuron sends inhibitory signal to other neurons through inhibitory layer. This is to prevent several neurons from outputting similar spike patterns, making the learning more diverged.</a:t>
            </a:r>
            <a:endParaRPr kumimoji="1" lang="ja-JP" altLang="en-US" dirty="0"/>
          </a:p>
        </p:txBody>
      </p:sp>
      <p:sp>
        <p:nvSpPr>
          <p:cNvPr id="4" name="スライド番号プレースホルダー 3">
            <a:extLst>
              <a:ext uri="{FF2B5EF4-FFF2-40B4-BE49-F238E27FC236}">
                <a16:creationId xmlns:a16="http://schemas.microsoft.com/office/drawing/2014/main" id="{B595BA91-E583-D041-E845-0253CE00B598}"/>
              </a:ext>
            </a:extLst>
          </p:cNvPr>
          <p:cNvSpPr>
            <a:spLocks noGrp="1"/>
          </p:cNvSpPr>
          <p:nvPr>
            <p:ph type="sldNum" sz="quarter" idx="5"/>
          </p:nvPr>
        </p:nvSpPr>
        <p:spPr/>
        <p:txBody>
          <a:bodyPr/>
          <a:lstStyle/>
          <a:p>
            <a:fld id="{6B7CF3FE-C834-3449-83D9-D7F0D2C1F4AB}" type="slidenum">
              <a:rPr lang="en-JP" smtClean="0"/>
              <a:t>18</a:t>
            </a:fld>
            <a:endParaRPr lang="en-JP"/>
          </a:p>
        </p:txBody>
      </p:sp>
    </p:spTree>
    <p:extLst>
      <p:ext uri="{BB962C8B-B14F-4D97-AF65-F5344CB8AC3E}">
        <p14:creationId xmlns:p14="http://schemas.microsoft.com/office/powerpoint/2010/main" val="36695297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This is the principle of compressing models. We compress models by removing one of the overlapping neurons. This is because if we have overlapping neurons in the final model, that does not contribute to performance. To compress models without losing performance, we need to remove overlapping neurons. From observing 2D receptive fields of both neurons, we can determine which neurons to remove. However, this is not a practical way with bigger models. We need to come up with an algorithm to perform this automatically.</a:t>
            </a:r>
            <a:endParaRPr kumimoji="1" lang="ja-JP" altLang="en-US" dirty="0"/>
          </a:p>
        </p:txBody>
      </p:sp>
      <p:sp>
        <p:nvSpPr>
          <p:cNvPr id="4" name="スライド番号プレースホルダー 3"/>
          <p:cNvSpPr>
            <a:spLocks noGrp="1"/>
          </p:cNvSpPr>
          <p:nvPr>
            <p:ph type="sldNum" sz="quarter" idx="5"/>
          </p:nvPr>
        </p:nvSpPr>
        <p:spPr/>
        <p:txBody>
          <a:bodyPr/>
          <a:lstStyle/>
          <a:p>
            <a:fld id="{6B7CF3FE-C834-3449-83D9-D7F0D2C1F4AB}" type="slidenum">
              <a:rPr lang="en-JP" smtClean="0"/>
              <a:t>19</a:t>
            </a:fld>
            <a:endParaRPr lang="en-JP"/>
          </a:p>
        </p:txBody>
      </p:sp>
    </p:spTree>
    <p:extLst>
      <p:ext uri="{BB962C8B-B14F-4D97-AF65-F5344CB8AC3E}">
        <p14:creationId xmlns:p14="http://schemas.microsoft.com/office/powerpoint/2010/main" val="31630189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2262D-ABE3-B102-B55B-A710D3E7E0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FF1FCF7-8001-6CA9-47EB-C8803EBFD9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5972752-2325-C53C-F328-8E27976FE2A2}"/>
              </a:ext>
            </a:extLst>
          </p:cNvPr>
          <p:cNvSpPr>
            <a:spLocks noGrp="1"/>
          </p:cNvSpPr>
          <p:nvPr>
            <p:ph type="body" idx="1"/>
          </p:nvPr>
        </p:nvSpPr>
        <p:spPr/>
        <p:txBody>
          <a:bodyPr/>
          <a:lstStyle/>
          <a:p>
            <a:r>
              <a:rPr kumimoji="1" lang="en-US" altLang="ja-JP" dirty="0"/>
              <a:t>This is the principle of compressing models. We compress models by removing one of the overlapping neurons. This is because if we have overlapping neurons in the final model, that does not contribute to performance. To compress models without losing performance, we need to remove overlapping neurons. From observing 2D receptive fields of both neurons, we can determine which neurons to remove. However, this is not a practical way with bigger models. We need to come up with an algorithm to perform this automatically.</a:t>
            </a:r>
            <a:endParaRPr kumimoji="1" lang="ja-JP" altLang="en-US" dirty="0"/>
          </a:p>
        </p:txBody>
      </p:sp>
      <p:sp>
        <p:nvSpPr>
          <p:cNvPr id="4" name="スライド番号プレースホルダー 3">
            <a:extLst>
              <a:ext uri="{FF2B5EF4-FFF2-40B4-BE49-F238E27FC236}">
                <a16:creationId xmlns:a16="http://schemas.microsoft.com/office/drawing/2014/main" id="{64FE1717-D0C9-7495-BEC8-B710D26993C0}"/>
              </a:ext>
            </a:extLst>
          </p:cNvPr>
          <p:cNvSpPr>
            <a:spLocks noGrp="1"/>
          </p:cNvSpPr>
          <p:nvPr>
            <p:ph type="sldNum" sz="quarter" idx="5"/>
          </p:nvPr>
        </p:nvSpPr>
        <p:spPr/>
        <p:txBody>
          <a:bodyPr/>
          <a:lstStyle/>
          <a:p>
            <a:fld id="{6B7CF3FE-C834-3449-83D9-D7F0D2C1F4AB}" type="slidenum">
              <a:rPr lang="en-JP" smtClean="0"/>
              <a:t>20</a:t>
            </a:fld>
            <a:endParaRPr lang="en-JP"/>
          </a:p>
        </p:txBody>
      </p:sp>
    </p:spTree>
    <p:extLst>
      <p:ext uri="{BB962C8B-B14F-4D97-AF65-F5344CB8AC3E}">
        <p14:creationId xmlns:p14="http://schemas.microsoft.com/office/powerpoint/2010/main" val="42706637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637C9-51FC-36A9-5679-91B65649F35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AC9913A-6527-4477-2929-458869E5169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4C2D0A-AA55-8A82-E198-0550A81F6A49}"/>
              </a:ext>
            </a:extLst>
          </p:cNvPr>
          <p:cNvSpPr>
            <a:spLocks noGrp="1"/>
          </p:cNvSpPr>
          <p:nvPr>
            <p:ph type="body" idx="1"/>
          </p:nvPr>
        </p:nvSpPr>
        <p:spPr/>
        <p:txBody>
          <a:bodyPr/>
          <a:lstStyle/>
          <a:p>
            <a:r>
              <a:rPr kumimoji="1" lang="en-US" altLang="ja-JP" dirty="0"/>
              <a:t>This is the architecture of each individual SNN model. The number of neurons in each layer is arbitrary. Weights are assigned to each connection between the layers, and the weights between input layer and excitatory layer are learning parameters. First, input spikes gets multiplied by weights and proceeds to excitatory layer. Then, if any of the neurons in excitatory layer emits a spike because of input, that neuron sends inhibitory signal to other neurons through inhibitory layer. This is to prevent several neurons from outputting similar spike patterns, making the learning more diverged.</a:t>
            </a:r>
            <a:endParaRPr kumimoji="1" lang="ja-JP" altLang="en-US" dirty="0"/>
          </a:p>
        </p:txBody>
      </p:sp>
      <p:sp>
        <p:nvSpPr>
          <p:cNvPr id="4" name="スライド番号プレースホルダー 3">
            <a:extLst>
              <a:ext uri="{FF2B5EF4-FFF2-40B4-BE49-F238E27FC236}">
                <a16:creationId xmlns:a16="http://schemas.microsoft.com/office/drawing/2014/main" id="{3C4E8B97-D3F0-A3EF-1BA9-812778420015}"/>
              </a:ext>
            </a:extLst>
          </p:cNvPr>
          <p:cNvSpPr>
            <a:spLocks noGrp="1"/>
          </p:cNvSpPr>
          <p:nvPr>
            <p:ph type="sldNum" sz="quarter" idx="5"/>
          </p:nvPr>
        </p:nvSpPr>
        <p:spPr/>
        <p:txBody>
          <a:bodyPr/>
          <a:lstStyle/>
          <a:p>
            <a:fld id="{6B7CF3FE-C834-3449-83D9-D7F0D2C1F4AB}" type="slidenum">
              <a:rPr lang="en-JP" smtClean="0"/>
              <a:t>21</a:t>
            </a:fld>
            <a:endParaRPr lang="en-JP"/>
          </a:p>
        </p:txBody>
      </p:sp>
    </p:spTree>
    <p:extLst>
      <p:ext uri="{BB962C8B-B14F-4D97-AF65-F5344CB8AC3E}">
        <p14:creationId xmlns:p14="http://schemas.microsoft.com/office/powerpoint/2010/main" val="37290298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CBE32-F0B1-64E3-2FF6-662CAEA1D5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996E71-737C-161C-AED5-DA3748E07A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C22C060-423E-97D9-6DDE-94E82500B3DD}"/>
              </a:ext>
            </a:extLst>
          </p:cNvPr>
          <p:cNvSpPr>
            <a:spLocks noGrp="1"/>
          </p:cNvSpPr>
          <p:nvPr>
            <p:ph type="body" idx="1"/>
          </p:nvPr>
        </p:nvSpPr>
        <p:spPr/>
        <p:txBody>
          <a:bodyPr/>
          <a:lstStyle/>
          <a:p>
            <a:r>
              <a:rPr kumimoji="1" lang="en-US" altLang="ja-JP" dirty="0"/>
              <a:t>This is the principle of compressing models. We compress models by removing one of the overlapping neurons. This is because if we have overlapping neurons in the final model, that does not contribute to performance. To compress models without losing performance, we need to remove overlapping neurons. From observing 2D receptive fields of both neurons, we can determine which neurons to remove. However, this is not a practical way with bigger models. We need to come up with an algorithm to perform this automatically.</a:t>
            </a:r>
            <a:endParaRPr kumimoji="1" lang="ja-JP" altLang="en-US" dirty="0"/>
          </a:p>
        </p:txBody>
      </p:sp>
      <p:sp>
        <p:nvSpPr>
          <p:cNvPr id="4" name="スライド番号プレースホルダー 3">
            <a:extLst>
              <a:ext uri="{FF2B5EF4-FFF2-40B4-BE49-F238E27FC236}">
                <a16:creationId xmlns:a16="http://schemas.microsoft.com/office/drawing/2014/main" id="{AC4EDD6D-42C7-D4E5-B5D3-F4EC41FA9D19}"/>
              </a:ext>
            </a:extLst>
          </p:cNvPr>
          <p:cNvSpPr>
            <a:spLocks noGrp="1"/>
          </p:cNvSpPr>
          <p:nvPr>
            <p:ph type="sldNum" sz="quarter" idx="5"/>
          </p:nvPr>
        </p:nvSpPr>
        <p:spPr/>
        <p:txBody>
          <a:bodyPr/>
          <a:lstStyle/>
          <a:p>
            <a:fld id="{6B7CF3FE-C834-3449-83D9-D7F0D2C1F4AB}" type="slidenum">
              <a:rPr lang="en-JP" smtClean="0"/>
              <a:t>22</a:t>
            </a:fld>
            <a:endParaRPr lang="en-JP"/>
          </a:p>
        </p:txBody>
      </p:sp>
    </p:spTree>
    <p:extLst>
      <p:ext uri="{BB962C8B-B14F-4D97-AF65-F5344CB8AC3E}">
        <p14:creationId xmlns:p14="http://schemas.microsoft.com/office/powerpoint/2010/main" val="12065430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BE6AC-743E-1658-40C1-B371083732D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C07BEC9-0A41-1616-8022-8A3B75E3D2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671DCC0-172E-CCC3-1E78-40CF1A00AF61}"/>
              </a:ext>
            </a:extLst>
          </p:cNvPr>
          <p:cNvSpPr>
            <a:spLocks noGrp="1"/>
          </p:cNvSpPr>
          <p:nvPr>
            <p:ph type="body" idx="1"/>
          </p:nvPr>
        </p:nvSpPr>
        <p:spPr/>
        <p:txBody>
          <a:bodyPr/>
          <a:lstStyle/>
          <a:p>
            <a:r>
              <a:rPr kumimoji="1" lang="en-US" altLang="ja-JP" dirty="0"/>
              <a:t>This is the architecture of each individual SNN model. The number of neurons in each layer is arbitrary. Weights are assigned to each connection between the layers, and the weights between input layer and excitatory layer are learning parameters. First, input spikes gets multiplied by weights and proceeds to excitatory layer. Then, if any of the neurons in excitatory layer emits a spike because of input, that neuron sends inhibitory signal to other neurons through inhibitory layer. This is to prevent several neurons from outputting similar spike patterns, making the learning more diverged.</a:t>
            </a:r>
            <a:endParaRPr kumimoji="1" lang="ja-JP" altLang="en-US" dirty="0"/>
          </a:p>
        </p:txBody>
      </p:sp>
      <p:sp>
        <p:nvSpPr>
          <p:cNvPr id="4" name="スライド番号プレースホルダー 3">
            <a:extLst>
              <a:ext uri="{FF2B5EF4-FFF2-40B4-BE49-F238E27FC236}">
                <a16:creationId xmlns:a16="http://schemas.microsoft.com/office/drawing/2014/main" id="{056DC270-45F8-5ED5-9CBD-65883AFE2828}"/>
              </a:ext>
            </a:extLst>
          </p:cNvPr>
          <p:cNvSpPr>
            <a:spLocks noGrp="1"/>
          </p:cNvSpPr>
          <p:nvPr>
            <p:ph type="sldNum" sz="quarter" idx="5"/>
          </p:nvPr>
        </p:nvSpPr>
        <p:spPr/>
        <p:txBody>
          <a:bodyPr/>
          <a:lstStyle/>
          <a:p>
            <a:fld id="{6B7CF3FE-C834-3449-83D9-D7F0D2C1F4AB}" type="slidenum">
              <a:rPr lang="en-JP" smtClean="0"/>
              <a:t>23</a:t>
            </a:fld>
            <a:endParaRPr lang="en-JP"/>
          </a:p>
        </p:txBody>
      </p:sp>
    </p:spTree>
    <p:extLst>
      <p:ext uri="{BB962C8B-B14F-4D97-AF65-F5344CB8AC3E}">
        <p14:creationId xmlns:p14="http://schemas.microsoft.com/office/powerpoint/2010/main" val="39900550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0DB2F-AFD5-58B9-1771-4F82B47FB7D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DE735D-A9DF-E4B5-21FC-7B95D7C144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C8F5A95-6648-AC0C-2DED-A944BCE4F2DC}"/>
              </a:ext>
            </a:extLst>
          </p:cNvPr>
          <p:cNvSpPr>
            <a:spLocks noGrp="1"/>
          </p:cNvSpPr>
          <p:nvPr>
            <p:ph type="body" idx="1"/>
          </p:nvPr>
        </p:nvSpPr>
        <p:spPr/>
        <p:txBody>
          <a:bodyPr/>
          <a:lstStyle/>
          <a:p>
            <a:r>
              <a:rPr kumimoji="1" lang="en-US" altLang="ja-JP" dirty="0"/>
              <a:t>This is the principle of compressing models. We compress models by removing one of the overlapping neurons. This is because if we have overlapping neurons in the final model, that does not contribute to performance. To compress models without losing performance, we need to remove overlapping neurons. From observing 2D receptive fields of both neurons, we can determine which neurons to remove. However, this is not a practical way with bigger models. We need to come up with an algorithm to perform this automatically.</a:t>
            </a:r>
            <a:endParaRPr kumimoji="1" lang="ja-JP" altLang="en-US" dirty="0"/>
          </a:p>
        </p:txBody>
      </p:sp>
      <p:sp>
        <p:nvSpPr>
          <p:cNvPr id="4" name="スライド番号プレースホルダー 3">
            <a:extLst>
              <a:ext uri="{FF2B5EF4-FFF2-40B4-BE49-F238E27FC236}">
                <a16:creationId xmlns:a16="http://schemas.microsoft.com/office/drawing/2014/main" id="{6588A24F-0559-0393-F509-A04F0AE8D1BC}"/>
              </a:ext>
            </a:extLst>
          </p:cNvPr>
          <p:cNvSpPr>
            <a:spLocks noGrp="1"/>
          </p:cNvSpPr>
          <p:nvPr>
            <p:ph type="sldNum" sz="quarter" idx="5"/>
          </p:nvPr>
        </p:nvSpPr>
        <p:spPr/>
        <p:txBody>
          <a:bodyPr/>
          <a:lstStyle/>
          <a:p>
            <a:fld id="{6B7CF3FE-C834-3449-83D9-D7F0D2C1F4AB}" type="slidenum">
              <a:rPr lang="en-JP" smtClean="0"/>
              <a:t>24</a:t>
            </a:fld>
            <a:endParaRPr lang="en-JP"/>
          </a:p>
        </p:txBody>
      </p:sp>
    </p:spTree>
    <p:extLst>
      <p:ext uri="{BB962C8B-B14F-4D97-AF65-F5344CB8AC3E}">
        <p14:creationId xmlns:p14="http://schemas.microsoft.com/office/powerpoint/2010/main" val="8106027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3DC27-634A-0DE1-68D1-CA453127269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0E43E3B-1FE1-AB74-0EBF-2213CFB3E6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3D26B2A-7CF3-EF1D-5C07-A94B1A17CD61}"/>
              </a:ext>
            </a:extLst>
          </p:cNvPr>
          <p:cNvSpPr>
            <a:spLocks noGrp="1"/>
          </p:cNvSpPr>
          <p:nvPr>
            <p:ph type="body" idx="1"/>
          </p:nvPr>
        </p:nvSpPr>
        <p:spPr/>
        <p:txBody>
          <a:bodyPr/>
          <a:lstStyle/>
          <a:p>
            <a:r>
              <a:rPr kumimoji="1" lang="en-US" altLang="ja-JP" dirty="0"/>
              <a:t>This is the principle of compressing models. We compress models by removing one of the overlapping neurons. This is because if we have overlapping neurons in the final model, that does not contribute to performance. To compress models without losing performance, we need to remove overlapping neurons. From observing 2D receptive fields of both neurons, we can determine which neurons to remove. However, this is not a practical way with bigger models. We need to come up with an algorithm to perform this automatically.</a:t>
            </a:r>
            <a:endParaRPr kumimoji="1" lang="ja-JP" altLang="en-US" dirty="0"/>
          </a:p>
        </p:txBody>
      </p:sp>
      <p:sp>
        <p:nvSpPr>
          <p:cNvPr id="4" name="スライド番号プレースホルダー 3">
            <a:extLst>
              <a:ext uri="{FF2B5EF4-FFF2-40B4-BE49-F238E27FC236}">
                <a16:creationId xmlns:a16="http://schemas.microsoft.com/office/drawing/2014/main" id="{3846A2A7-DC6A-A2AC-8F45-23D7AEC57B38}"/>
              </a:ext>
            </a:extLst>
          </p:cNvPr>
          <p:cNvSpPr>
            <a:spLocks noGrp="1"/>
          </p:cNvSpPr>
          <p:nvPr>
            <p:ph type="sldNum" sz="quarter" idx="5"/>
          </p:nvPr>
        </p:nvSpPr>
        <p:spPr/>
        <p:txBody>
          <a:bodyPr/>
          <a:lstStyle/>
          <a:p>
            <a:fld id="{6B7CF3FE-C834-3449-83D9-D7F0D2C1F4AB}" type="slidenum">
              <a:rPr lang="en-JP" smtClean="0"/>
              <a:t>25</a:t>
            </a:fld>
            <a:endParaRPr lang="en-JP"/>
          </a:p>
        </p:txBody>
      </p:sp>
    </p:spTree>
    <p:extLst>
      <p:ext uri="{BB962C8B-B14F-4D97-AF65-F5344CB8AC3E}">
        <p14:creationId xmlns:p14="http://schemas.microsoft.com/office/powerpoint/2010/main" val="2186686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P" dirty="0"/>
              <a:t>Always end with a thank you slide</a:t>
            </a:r>
          </a:p>
          <a:p>
            <a:r>
              <a:rPr lang="en-JP" dirty="0"/>
              <a:t>_ Ask if there is any question</a:t>
            </a:r>
          </a:p>
        </p:txBody>
      </p:sp>
      <p:sp>
        <p:nvSpPr>
          <p:cNvPr id="4" name="Slide Number Placeholder 3"/>
          <p:cNvSpPr>
            <a:spLocks noGrp="1"/>
          </p:cNvSpPr>
          <p:nvPr>
            <p:ph type="sldNum" sz="quarter" idx="5"/>
          </p:nvPr>
        </p:nvSpPr>
        <p:spPr/>
        <p:txBody>
          <a:bodyPr/>
          <a:lstStyle/>
          <a:p>
            <a:fld id="{6B7CF3FE-C834-3449-83D9-D7F0D2C1F4AB}" type="slidenum">
              <a:rPr lang="en-JP" smtClean="0"/>
              <a:t>33</a:t>
            </a:fld>
            <a:endParaRPr lang="en-JP"/>
          </a:p>
        </p:txBody>
      </p:sp>
    </p:spTree>
    <p:extLst>
      <p:ext uri="{BB962C8B-B14F-4D97-AF65-F5344CB8AC3E}">
        <p14:creationId xmlns:p14="http://schemas.microsoft.com/office/powerpoint/2010/main" val="2781609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1BC03-3594-B699-C823-6A01377AC4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JP"/>
          </a:p>
        </p:txBody>
      </p:sp>
      <p:sp>
        <p:nvSpPr>
          <p:cNvPr id="3" name="Subtitle 2">
            <a:extLst>
              <a:ext uri="{FF2B5EF4-FFF2-40B4-BE49-F238E27FC236}">
                <a16:creationId xmlns:a16="http://schemas.microsoft.com/office/drawing/2014/main" id="{0E611CC0-625E-C046-75CB-DC25A32792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JP" dirty="0"/>
          </a:p>
        </p:txBody>
      </p:sp>
      <p:sp>
        <p:nvSpPr>
          <p:cNvPr id="4" name="Date Placeholder 3">
            <a:extLst>
              <a:ext uri="{FF2B5EF4-FFF2-40B4-BE49-F238E27FC236}">
                <a16:creationId xmlns:a16="http://schemas.microsoft.com/office/drawing/2014/main" id="{344F6FDD-9606-CFEF-D145-E100066A9BC7}"/>
              </a:ext>
            </a:extLst>
          </p:cNvPr>
          <p:cNvSpPr>
            <a:spLocks noGrp="1"/>
          </p:cNvSpPr>
          <p:nvPr>
            <p:ph type="dt" sz="half" idx="10"/>
          </p:nvPr>
        </p:nvSpPr>
        <p:spPr>
          <a:xfrm>
            <a:off x="838200" y="6356350"/>
            <a:ext cx="2743200" cy="365125"/>
          </a:xfrm>
          <a:prstGeom prst="rect">
            <a:avLst/>
          </a:prstGeom>
        </p:spPr>
        <p:txBody>
          <a:bodyPr/>
          <a:lstStyle>
            <a:lvl1pPr>
              <a:defRPr/>
            </a:lvl1pPr>
          </a:lstStyle>
          <a:p>
            <a:r>
              <a:rPr lang="en-US" altLang="ja-JP"/>
              <a:t>20 January 2025</a:t>
            </a:r>
            <a:endParaRPr lang="en-JP" dirty="0"/>
          </a:p>
        </p:txBody>
      </p:sp>
      <p:sp>
        <p:nvSpPr>
          <p:cNvPr id="5" name="Footer Placeholder 4">
            <a:extLst>
              <a:ext uri="{FF2B5EF4-FFF2-40B4-BE49-F238E27FC236}">
                <a16:creationId xmlns:a16="http://schemas.microsoft.com/office/drawing/2014/main" id="{475E4606-EAAD-0F38-1AC3-24A65E2BF29F}"/>
              </a:ext>
            </a:extLst>
          </p:cNvPr>
          <p:cNvSpPr>
            <a:spLocks noGrp="1"/>
          </p:cNvSpPr>
          <p:nvPr>
            <p:ph type="ftr" sz="quarter" idx="11"/>
          </p:nvPr>
        </p:nvSpPr>
        <p:spPr>
          <a:xfrm>
            <a:off x="4038600" y="6356350"/>
            <a:ext cx="4114800" cy="365125"/>
          </a:xfrm>
          <a:prstGeom prst="rect">
            <a:avLst/>
          </a:prstGeom>
        </p:spPr>
        <p:txBody>
          <a:bodyPr/>
          <a:lstStyle/>
          <a:p>
            <a:r>
              <a:rPr lang="en-US"/>
              <a:t>Research Progress | Yuga Hanyu</a:t>
            </a:r>
            <a:endParaRPr lang="en-JP"/>
          </a:p>
        </p:txBody>
      </p:sp>
      <p:sp>
        <p:nvSpPr>
          <p:cNvPr id="6" name="Slide Number Placeholder 5">
            <a:extLst>
              <a:ext uri="{FF2B5EF4-FFF2-40B4-BE49-F238E27FC236}">
                <a16:creationId xmlns:a16="http://schemas.microsoft.com/office/drawing/2014/main" id="{453A8B31-78D4-2887-4675-CC14C4557889}"/>
              </a:ext>
            </a:extLst>
          </p:cNvPr>
          <p:cNvSpPr>
            <a:spLocks noGrp="1"/>
          </p:cNvSpPr>
          <p:nvPr>
            <p:ph type="sldNum" sz="quarter" idx="12"/>
          </p:nvPr>
        </p:nvSpPr>
        <p:spPr>
          <a:xfrm>
            <a:off x="8610600" y="6356350"/>
            <a:ext cx="2743200" cy="365125"/>
          </a:xfrm>
          <a:prstGeom prst="rect">
            <a:avLst/>
          </a:prstGeom>
        </p:spPr>
        <p:txBody>
          <a:bodyPr/>
          <a:lstStyle/>
          <a:p>
            <a:fld id="{05775D0E-D6FD-4847-A4AD-7D56F7F6616B}" type="slidenum">
              <a:rPr lang="en-JP" smtClean="0"/>
              <a:t>‹#›</a:t>
            </a:fld>
            <a:endParaRPr lang="en-JP"/>
          </a:p>
        </p:txBody>
      </p:sp>
    </p:spTree>
    <p:extLst>
      <p:ext uri="{BB962C8B-B14F-4D97-AF65-F5344CB8AC3E}">
        <p14:creationId xmlns:p14="http://schemas.microsoft.com/office/powerpoint/2010/main" val="1078790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3A1F4-FCFA-FFD8-75DA-FC8F4F841959}"/>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FDD7DBC3-8A22-D085-6625-BEE269C64A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Slide Number Placeholder 5">
            <a:extLst>
              <a:ext uri="{FF2B5EF4-FFF2-40B4-BE49-F238E27FC236}">
                <a16:creationId xmlns:a16="http://schemas.microsoft.com/office/drawing/2014/main" id="{AB2E1230-600F-1CDD-BA10-61E1E141E194}"/>
              </a:ext>
            </a:extLst>
          </p:cNvPr>
          <p:cNvSpPr>
            <a:spLocks noGrp="1"/>
          </p:cNvSpPr>
          <p:nvPr>
            <p:ph type="sldNum" sz="quarter" idx="12"/>
          </p:nvPr>
        </p:nvSpPr>
        <p:spPr>
          <a:xfrm>
            <a:off x="8610600" y="6356350"/>
            <a:ext cx="2743200" cy="365125"/>
          </a:xfrm>
          <a:prstGeom prst="rect">
            <a:avLst/>
          </a:prstGeom>
        </p:spPr>
        <p:txBody>
          <a:bodyPr/>
          <a:lstStyle/>
          <a:p>
            <a:fld id="{05775D0E-D6FD-4847-A4AD-7D56F7F6616B}" type="slidenum">
              <a:rPr lang="en-JP" smtClean="0"/>
              <a:t>‹#›</a:t>
            </a:fld>
            <a:endParaRPr lang="en-JP"/>
          </a:p>
        </p:txBody>
      </p:sp>
    </p:spTree>
    <p:extLst>
      <p:ext uri="{BB962C8B-B14F-4D97-AF65-F5344CB8AC3E}">
        <p14:creationId xmlns:p14="http://schemas.microsoft.com/office/powerpoint/2010/main" val="1171635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2B8A7-92F2-FE21-995D-D13FCA8A4EC0}"/>
              </a:ext>
            </a:extLst>
          </p:cNvPr>
          <p:cNvSpPr>
            <a:spLocks noGrp="1"/>
          </p:cNvSpPr>
          <p:nvPr>
            <p:ph type="title"/>
          </p:nvPr>
        </p:nvSpPr>
        <p:spPr/>
        <p:txBody>
          <a:bodyPr/>
          <a:lstStyle/>
          <a:p>
            <a:r>
              <a:rPr lang="en-US" dirty="0"/>
              <a:t>Click to edit Master title style</a:t>
            </a:r>
            <a:endParaRPr lang="en-JP" dirty="0"/>
          </a:p>
        </p:txBody>
      </p:sp>
      <p:sp>
        <p:nvSpPr>
          <p:cNvPr id="5" name="Slide Number Placeholder 4">
            <a:extLst>
              <a:ext uri="{FF2B5EF4-FFF2-40B4-BE49-F238E27FC236}">
                <a16:creationId xmlns:a16="http://schemas.microsoft.com/office/drawing/2014/main" id="{043A3A90-C970-E2E3-7360-AA58CFE2B6A7}"/>
              </a:ext>
            </a:extLst>
          </p:cNvPr>
          <p:cNvSpPr>
            <a:spLocks noGrp="1"/>
          </p:cNvSpPr>
          <p:nvPr>
            <p:ph type="sldNum" sz="quarter" idx="12"/>
          </p:nvPr>
        </p:nvSpPr>
        <p:spPr>
          <a:xfrm>
            <a:off x="8610600" y="6356350"/>
            <a:ext cx="2743200" cy="365125"/>
          </a:xfrm>
          <a:prstGeom prst="rect">
            <a:avLst/>
          </a:prstGeom>
        </p:spPr>
        <p:txBody>
          <a:bodyPr/>
          <a:lstStyle/>
          <a:p>
            <a:fld id="{05775D0E-D6FD-4847-A4AD-7D56F7F6616B}" type="slidenum">
              <a:rPr lang="en-JP" smtClean="0"/>
              <a:t>‹#›</a:t>
            </a:fld>
            <a:endParaRPr lang="en-JP"/>
          </a:p>
        </p:txBody>
      </p:sp>
    </p:spTree>
    <p:extLst>
      <p:ext uri="{BB962C8B-B14F-4D97-AF65-F5344CB8AC3E}">
        <p14:creationId xmlns:p14="http://schemas.microsoft.com/office/powerpoint/2010/main" val="3881199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81E55D-30F3-DBB2-C6FE-25CCE6420FB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C411281-6F4C-17C2-F583-14B7E28E84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6" name="スライド番号プレースホルダー 5">
            <a:extLst>
              <a:ext uri="{FF2B5EF4-FFF2-40B4-BE49-F238E27FC236}">
                <a16:creationId xmlns:a16="http://schemas.microsoft.com/office/drawing/2014/main" id="{A5357317-5FB4-4149-5784-2AEFDB039D90}"/>
              </a:ext>
            </a:extLst>
          </p:cNvPr>
          <p:cNvSpPr>
            <a:spLocks noGrp="1"/>
          </p:cNvSpPr>
          <p:nvPr>
            <p:ph type="sldNum" sz="quarter" idx="12"/>
          </p:nvPr>
        </p:nvSpPr>
        <p:spPr>
          <a:xfrm>
            <a:off x="8610600" y="6356350"/>
            <a:ext cx="2743200" cy="365125"/>
          </a:xfrm>
          <a:prstGeom prst="rect">
            <a:avLst/>
          </a:prstGeom>
        </p:spPr>
        <p:txBody>
          <a:bodyPr/>
          <a:lstStyle/>
          <a:p>
            <a:fld id="{CFFA4DB8-81C2-45EB-B76F-7E8B992AE6A0}" type="slidenum">
              <a:rPr kumimoji="1" lang="ja-JP" altLang="en-US" smtClean="0"/>
              <a:t>‹#›</a:t>
            </a:fld>
            <a:endParaRPr kumimoji="1" lang="ja-JP" altLang="en-US"/>
          </a:p>
        </p:txBody>
      </p:sp>
    </p:spTree>
    <p:extLst>
      <p:ext uri="{BB962C8B-B14F-4D97-AF65-F5344CB8AC3E}">
        <p14:creationId xmlns:p14="http://schemas.microsoft.com/office/powerpoint/2010/main" val="2579842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8AED30-2C9E-9FA0-D4FB-0180F142B21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D5B37D6-3AE1-F0AE-4361-BB47CBE226D7}"/>
              </a:ext>
            </a:extLst>
          </p:cNvPr>
          <p:cNvSpPr>
            <a:spLocks noGrp="1"/>
          </p:cNvSpPr>
          <p:nvPr>
            <p:ph idx="1"/>
          </p:nvPr>
        </p:nvSpPr>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スライド番号プレースホルダー 5">
            <a:extLst>
              <a:ext uri="{FF2B5EF4-FFF2-40B4-BE49-F238E27FC236}">
                <a16:creationId xmlns:a16="http://schemas.microsoft.com/office/drawing/2014/main" id="{E1B895F9-F9F5-2E52-6532-B31AD801C172}"/>
              </a:ext>
            </a:extLst>
          </p:cNvPr>
          <p:cNvSpPr>
            <a:spLocks noGrp="1"/>
          </p:cNvSpPr>
          <p:nvPr>
            <p:ph type="sldNum" sz="quarter" idx="12"/>
          </p:nvPr>
        </p:nvSpPr>
        <p:spPr>
          <a:xfrm>
            <a:off x="8610600" y="6356350"/>
            <a:ext cx="2743200" cy="365125"/>
          </a:xfrm>
          <a:prstGeom prst="rect">
            <a:avLst/>
          </a:prstGeom>
        </p:spPr>
        <p:txBody>
          <a:bodyPr/>
          <a:lstStyle/>
          <a:p>
            <a:fld id="{CFFA4DB8-81C2-45EB-B76F-7E8B992AE6A0}" type="slidenum">
              <a:rPr kumimoji="1" lang="ja-JP" altLang="en-US" smtClean="0"/>
              <a:t>‹#›</a:t>
            </a:fld>
            <a:endParaRPr kumimoji="1" lang="ja-JP" altLang="en-US"/>
          </a:p>
        </p:txBody>
      </p:sp>
    </p:spTree>
    <p:extLst>
      <p:ext uri="{BB962C8B-B14F-4D97-AF65-F5344CB8AC3E}">
        <p14:creationId xmlns:p14="http://schemas.microsoft.com/office/powerpoint/2010/main" val="9716058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955C22-B12B-50BD-3F18-1A95F54E7F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JP"/>
          </a:p>
        </p:txBody>
      </p:sp>
      <p:sp>
        <p:nvSpPr>
          <p:cNvPr id="3" name="Text Placeholder 2">
            <a:extLst>
              <a:ext uri="{FF2B5EF4-FFF2-40B4-BE49-F238E27FC236}">
                <a16:creationId xmlns:a16="http://schemas.microsoft.com/office/drawing/2014/main" id="{1E7B51C9-85A3-32E0-7BEC-9A2E9F5CC5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P" dirty="0"/>
          </a:p>
        </p:txBody>
      </p:sp>
      <p:sp>
        <p:nvSpPr>
          <p:cNvPr id="6" name="Slide Number Placeholder 5">
            <a:extLst>
              <a:ext uri="{FF2B5EF4-FFF2-40B4-BE49-F238E27FC236}">
                <a16:creationId xmlns:a16="http://schemas.microsoft.com/office/drawing/2014/main" id="{745D377B-C6C8-19A0-10D1-C7D1394210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775D0E-D6FD-4847-A4AD-7D56F7F6616B}" type="slidenum">
              <a:rPr lang="en-JP" smtClean="0"/>
              <a:t>‹#›</a:t>
            </a:fld>
            <a:endParaRPr lang="en-JP"/>
          </a:p>
        </p:txBody>
      </p:sp>
    </p:spTree>
    <p:extLst>
      <p:ext uri="{BB962C8B-B14F-4D97-AF65-F5344CB8AC3E}">
        <p14:creationId xmlns:p14="http://schemas.microsoft.com/office/powerpoint/2010/main" val="7800991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723953A-E112-51B1-2FE4-C6D05A9EA0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41EEDC2-5583-1894-D04D-4FF7AD8939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a:extLst>
              <a:ext uri="{FF2B5EF4-FFF2-40B4-BE49-F238E27FC236}">
                <a16:creationId xmlns:a16="http://schemas.microsoft.com/office/drawing/2014/main" id="{7CFD64BB-8FF2-3E87-133D-153B8C228C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FA4DB8-81C2-45EB-B76F-7E8B992AE6A0}" type="slidenum">
              <a:rPr kumimoji="1" lang="ja-JP" altLang="en-US" smtClean="0"/>
              <a:t>‹#›</a:t>
            </a:fld>
            <a:endParaRPr kumimoji="1" lang="ja-JP" altLang="en-US"/>
          </a:p>
        </p:txBody>
      </p:sp>
    </p:spTree>
    <p:extLst>
      <p:ext uri="{BB962C8B-B14F-4D97-AF65-F5344CB8AC3E}">
        <p14:creationId xmlns:p14="http://schemas.microsoft.com/office/powerpoint/2010/main" val="1868258191"/>
      </p:ext>
    </p:extLst>
  </p:cSld>
  <p:clrMap bg1="lt1" tx1="dk1" bg2="lt2" tx2="dk2" accent1="accent1" accent2="accent2" accent3="accent3" accent4="accent4" accent5="accent5" accent6="accent6" hlink="hlink" folHlink="folHlink"/>
  <p:sldLayoutIdLst>
    <p:sldLayoutId id="2147483656" r:id="rId1"/>
    <p:sldLayoutId id="2147483657" r:id="rId2"/>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8A9D3-5E77-0710-5BC5-A95805473845}"/>
              </a:ext>
            </a:extLst>
          </p:cNvPr>
          <p:cNvSpPr>
            <a:spLocks noGrp="1"/>
          </p:cNvSpPr>
          <p:nvPr>
            <p:ph type="ctrTitle"/>
          </p:nvPr>
        </p:nvSpPr>
        <p:spPr/>
        <p:txBody>
          <a:bodyPr>
            <a:normAutofit/>
          </a:bodyPr>
          <a:lstStyle/>
          <a:p>
            <a:r>
              <a:rPr lang="en-US" sz="4400" b="1" dirty="0"/>
              <a:t>Evolutionary Algorithm for STDP-based Spiking Neural Network Model Compression</a:t>
            </a:r>
            <a:endParaRPr lang="en-JP" sz="4400" b="1" dirty="0"/>
          </a:p>
        </p:txBody>
      </p:sp>
      <p:sp>
        <p:nvSpPr>
          <p:cNvPr id="3" name="Subtitle 2">
            <a:extLst>
              <a:ext uri="{FF2B5EF4-FFF2-40B4-BE49-F238E27FC236}">
                <a16:creationId xmlns:a16="http://schemas.microsoft.com/office/drawing/2014/main" id="{F16DC201-FAFA-9E9A-42AD-F69C5A4B76E7}"/>
              </a:ext>
            </a:extLst>
          </p:cNvPr>
          <p:cNvSpPr>
            <a:spLocks noGrp="1"/>
          </p:cNvSpPr>
          <p:nvPr>
            <p:ph type="subTitle" idx="1"/>
          </p:nvPr>
        </p:nvSpPr>
        <p:spPr>
          <a:xfrm>
            <a:off x="1524000" y="4117043"/>
            <a:ext cx="9144000" cy="1894874"/>
          </a:xfrm>
        </p:spPr>
        <p:txBody>
          <a:bodyPr>
            <a:normAutofit fontScale="92500"/>
          </a:bodyPr>
          <a:lstStyle/>
          <a:p>
            <a:r>
              <a:rPr lang="en-JP" sz="2600" dirty="0"/>
              <a:t>Auth</a:t>
            </a:r>
            <a:r>
              <a:rPr lang="en-US" sz="2600" dirty="0"/>
              <a:t>o</a:t>
            </a:r>
            <a:r>
              <a:rPr lang="en-JP" sz="2600" dirty="0"/>
              <a:t>r:  </a:t>
            </a:r>
            <a:r>
              <a:rPr lang="en-US" sz="2600" u="sng" dirty="0"/>
              <a:t>Yuga Hanyu</a:t>
            </a:r>
            <a:r>
              <a:rPr lang="en-JP" sz="2600" dirty="0"/>
              <a:t>*</a:t>
            </a:r>
            <a:r>
              <a:rPr lang="en-US" sz="2600" dirty="0"/>
              <a:t>, </a:t>
            </a:r>
            <a:r>
              <a:rPr lang="en-US" sz="2600" dirty="0" err="1"/>
              <a:t>Zhishang</a:t>
            </a:r>
            <a:r>
              <a:rPr lang="en-US" sz="2600" dirty="0"/>
              <a:t> Wang† </a:t>
            </a:r>
            <a:r>
              <a:rPr lang="en-JP" sz="2600" dirty="0"/>
              <a:t>and Khanh N. Dang† </a:t>
            </a:r>
            <a:endParaRPr lang="en-US" sz="2600" dirty="0"/>
          </a:p>
          <a:p>
            <a:r>
              <a:rPr lang="en-JP" sz="2000" dirty="0"/>
              <a:t>School of Computer Science and Engineering</a:t>
            </a:r>
            <a:br>
              <a:rPr lang="en-JP" sz="2000" dirty="0"/>
            </a:br>
            <a:r>
              <a:rPr lang="en-JP" sz="2000" dirty="0"/>
              <a:t>University of Aizu, Fukushima, Japan</a:t>
            </a:r>
            <a:br>
              <a:rPr lang="en-JP" sz="2000" dirty="0"/>
            </a:br>
            <a:r>
              <a:rPr lang="en-JP" sz="1800" dirty="0"/>
              <a:t>E-mai</a:t>
            </a:r>
            <a:r>
              <a:rPr lang="en-US" sz="1800" dirty="0"/>
              <a:t>l</a:t>
            </a:r>
            <a:r>
              <a:rPr lang="en-JP" sz="1800" dirty="0"/>
              <a:t>:   {*</a:t>
            </a:r>
            <a:r>
              <a:rPr lang="en-US" sz="1800" dirty="0"/>
              <a:t>m5291018</a:t>
            </a:r>
            <a:r>
              <a:rPr lang="en-JP" sz="1800" dirty="0"/>
              <a:t>,</a:t>
            </a:r>
            <a:r>
              <a:rPr lang="en-JP" altLang="ja-JP" sz="1800" dirty="0"/>
              <a:t> †</a:t>
            </a:r>
            <a:r>
              <a:rPr lang="en-US" altLang="ja-JP" sz="1800" dirty="0" err="1"/>
              <a:t>zwang</a:t>
            </a:r>
            <a:r>
              <a:rPr lang="en-US" altLang="ja-JP" sz="1800" dirty="0"/>
              <a:t>,</a:t>
            </a:r>
            <a:r>
              <a:rPr lang="en-JP" sz="1800" dirty="0"/>
              <a:t> †khanh}@u-aizu.ac.jp</a:t>
            </a:r>
            <a:endParaRPr lang="en-US" sz="1800" dirty="0"/>
          </a:p>
          <a:p>
            <a:r>
              <a:rPr lang="en-US" sz="1800" dirty="0"/>
              <a:t>Date: December 16, 2025</a:t>
            </a:r>
            <a:endParaRPr lang="en-JP" dirty="0"/>
          </a:p>
        </p:txBody>
      </p:sp>
      <p:sp>
        <p:nvSpPr>
          <p:cNvPr id="4" name="スライド番号プレースホルダー 3">
            <a:extLst>
              <a:ext uri="{FF2B5EF4-FFF2-40B4-BE49-F238E27FC236}">
                <a16:creationId xmlns:a16="http://schemas.microsoft.com/office/drawing/2014/main" id="{46977B10-40E0-A1C2-5964-46CC86B87D7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FA4DB8-81C2-45EB-B76F-7E8B992AE6A0}" type="slidenum">
              <a:rPr kumimoji="1" lang="ja-JP" altLang="en-US" sz="1200" b="0" i="0" u="none" strike="noStrike" kern="1200" cap="none" spc="0" normalizeH="0" baseline="0" noProof="0" smtClean="0">
                <a:ln>
                  <a:noFill/>
                </a:ln>
                <a:solidFill>
                  <a:prstClr val="black">
                    <a:tint val="82000"/>
                  </a:prstClr>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tint val="82000"/>
                </a:prstClr>
              </a:solidFill>
              <a:effectLst/>
              <a:uLnTx/>
              <a:uFillTx/>
              <a:latin typeface="游ゴシック" panose="02110004020202020204"/>
              <a:ea typeface="游ゴシック" panose="020B0400000000000000" pitchFamily="50" charset="-128"/>
              <a:cs typeface="+mn-cs"/>
            </a:endParaRPr>
          </a:p>
        </p:txBody>
      </p:sp>
      <p:pic>
        <p:nvPicPr>
          <p:cNvPr id="7" name="図 6" descr="テキスト&#10;&#10;自動的に生成された説明">
            <a:extLst>
              <a:ext uri="{FF2B5EF4-FFF2-40B4-BE49-F238E27FC236}">
                <a16:creationId xmlns:a16="http://schemas.microsoft.com/office/drawing/2014/main" id="{B5252062-C982-E57D-DDB2-A8C5A6E045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5" y="56823"/>
            <a:ext cx="2990850" cy="762000"/>
          </a:xfrm>
          <a:prstGeom prst="rect">
            <a:avLst/>
          </a:prstGeom>
        </p:spPr>
      </p:pic>
    </p:spTree>
    <p:extLst>
      <p:ext uri="{BB962C8B-B14F-4D97-AF65-F5344CB8AC3E}">
        <p14:creationId xmlns:p14="http://schemas.microsoft.com/office/powerpoint/2010/main" val="1742755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D5C5E-9EEA-7E5A-4A5B-D541D7D7F9DC}"/>
              </a:ext>
            </a:extLst>
          </p:cNvPr>
          <p:cNvSpPr>
            <a:spLocks noGrp="1"/>
          </p:cNvSpPr>
          <p:nvPr>
            <p:ph type="title"/>
          </p:nvPr>
        </p:nvSpPr>
        <p:spPr/>
        <p:txBody>
          <a:bodyPr>
            <a:normAutofit/>
          </a:bodyPr>
          <a:lstStyle/>
          <a:p>
            <a:r>
              <a:rPr lang="en-JP" sz="4800" dirty="0"/>
              <a:t>Outline</a:t>
            </a:r>
          </a:p>
        </p:txBody>
      </p:sp>
      <p:sp>
        <p:nvSpPr>
          <p:cNvPr id="3" name="Content Placeholder 2">
            <a:extLst>
              <a:ext uri="{FF2B5EF4-FFF2-40B4-BE49-F238E27FC236}">
                <a16:creationId xmlns:a16="http://schemas.microsoft.com/office/drawing/2014/main" id="{2C434130-94B7-358D-893A-36297E635074}"/>
              </a:ext>
            </a:extLst>
          </p:cNvPr>
          <p:cNvSpPr>
            <a:spLocks noGrp="1"/>
          </p:cNvSpPr>
          <p:nvPr>
            <p:ph idx="1"/>
          </p:nvPr>
        </p:nvSpPr>
        <p:spPr/>
        <p:txBody>
          <a:bodyPr/>
          <a:lstStyle/>
          <a:p>
            <a:pPr>
              <a:lnSpc>
                <a:spcPct val="200000"/>
              </a:lnSpc>
            </a:pPr>
            <a:r>
              <a:rPr lang="en-JP" dirty="0">
                <a:latin typeface="+mn-ea"/>
              </a:rPr>
              <a:t>Introduction</a:t>
            </a:r>
          </a:p>
          <a:p>
            <a:pPr>
              <a:lnSpc>
                <a:spcPct val="200000"/>
              </a:lnSpc>
            </a:pPr>
            <a:r>
              <a:rPr lang="en-US" dirty="0">
                <a:latin typeface="+mn-ea"/>
              </a:rPr>
              <a:t>Proposed Method</a:t>
            </a:r>
          </a:p>
          <a:p>
            <a:pPr>
              <a:lnSpc>
                <a:spcPct val="200000"/>
              </a:lnSpc>
            </a:pPr>
            <a:r>
              <a:rPr lang="en-US" dirty="0">
                <a:latin typeface="+mn-ea"/>
              </a:rPr>
              <a:t>Evaluation &amp; Result</a:t>
            </a:r>
          </a:p>
          <a:p>
            <a:pPr>
              <a:lnSpc>
                <a:spcPct val="200000"/>
              </a:lnSpc>
            </a:pPr>
            <a:r>
              <a:rPr lang="en-US" dirty="0">
                <a:latin typeface="+mn-ea"/>
              </a:rPr>
              <a:t>Conclusion</a:t>
            </a:r>
            <a:endParaRPr lang="en-JP" dirty="0">
              <a:latin typeface="+mn-ea"/>
            </a:endParaRPr>
          </a:p>
          <a:p>
            <a:pPr>
              <a:lnSpc>
                <a:spcPct val="200000"/>
              </a:lnSpc>
            </a:pPr>
            <a:endParaRPr lang="en-JP" dirty="0"/>
          </a:p>
        </p:txBody>
      </p:sp>
      <p:sp>
        <p:nvSpPr>
          <p:cNvPr id="4" name="Slide Number Placeholder 3">
            <a:extLst>
              <a:ext uri="{FF2B5EF4-FFF2-40B4-BE49-F238E27FC236}">
                <a16:creationId xmlns:a16="http://schemas.microsoft.com/office/drawing/2014/main" id="{1BE96C60-BA2A-BE3A-6021-107FD23D925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E1630E-4032-3047-98BF-B11EB6324D3D}" type="slidenum">
              <a:rPr kumimoji="1" lang="en-JP" sz="1200" b="0" i="0" u="none" strike="noStrike" kern="1200" cap="none" spc="0" normalizeH="0" baseline="0" noProof="0" smtClean="0">
                <a:ln>
                  <a:noFill/>
                </a:ln>
                <a:solidFill>
                  <a:prstClr val="black">
                    <a:tint val="82000"/>
                  </a:prstClr>
                </a:solidFill>
                <a:effectLst/>
                <a:uLnTx/>
                <a:uFillTx/>
                <a:latin typeface="游ゴシック"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en-JP" sz="1200" b="0" i="0" u="none" strike="noStrike" kern="1200" cap="none" spc="0" normalizeH="0" baseline="0" noProof="0">
              <a:ln>
                <a:noFill/>
              </a:ln>
              <a:solidFill>
                <a:prstClr val="black">
                  <a:tint val="82000"/>
                </a:prstClr>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1717471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D8426-F87C-823D-9CAC-6DFEC75C3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CBCF38-355E-DAA9-AE23-F58468010AFB}"/>
              </a:ext>
            </a:extLst>
          </p:cNvPr>
          <p:cNvSpPr>
            <a:spLocks noGrp="1"/>
          </p:cNvSpPr>
          <p:nvPr>
            <p:ph type="title"/>
          </p:nvPr>
        </p:nvSpPr>
        <p:spPr/>
        <p:txBody>
          <a:bodyPr>
            <a:normAutofit/>
          </a:bodyPr>
          <a:lstStyle/>
          <a:p>
            <a:r>
              <a:rPr lang="en-JP" sz="4800" dirty="0"/>
              <a:t>Outline</a:t>
            </a:r>
          </a:p>
        </p:txBody>
      </p:sp>
      <p:sp>
        <p:nvSpPr>
          <p:cNvPr id="3" name="Content Placeholder 2">
            <a:extLst>
              <a:ext uri="{FF2B5EF4-FFF2-40B4-BE49-F238E27FC236}">
                <a16:creationId xmlns:a16="http://schemas.microsoft.com/office/drawing/2014/main" id="{B7EC3EF5-83D0-6FDB-E213-CFB5F4FA2634}"/>
              </a:ext>
            </a:extLst>
          </p:cNvPr>
          <p:cNvSpPr>
            <a:spLocks noGrp="1"/>
          </p:cNvSpPr>
          <p:nvPr>
            <p:ph idx="1"/>
          </p:nvPr>
        </p:nvSpPr>
        <p:spPr/>
        <p:txBody>
          <a:bodyPr>
            <a:normAutofit/>
          </a:bodyPr>
          <a:lstStyle/>
          <a:p>
            <a:pPr>
              <a:lnSpc>
                <a:spcPct val="200000"/>
              </a:lnSpc>
            </a:pPr>
            <a:r>
              <a:rPr lang="en-JP" b="1" dirty="0">
                <a:latin typeface="+mn-ea"/>
              </a:rPr>
              <a:t>Introduction</a:t>
            </a:r>
          </a:p>
          <a:p>
            <a:pPr>
              <a:lnSpc>
                <a:spcPct val="200000"/>
              </a:lnSpc>
            </a:pPr>
            <a:r>
              <a:rPr lang="en-US" dirty="0">
                <a:solidFill>
                  <a:schemeClr val="tx1">
                    <a:lumMod val="65000"/>
                    <a:lumOff val="35000"/>
                  </a:schemeClr>
                </a:solidFill>
                <a:latin typeface="+mn-ea"/>
              </a:rPr>
              <a:t>Proposed Method</a:t>
            </a:r>
          </a:p>
          <a:p>
            <a:pPr>
              <a:lnSpc>
                <a:spcPct val="200000"/>
              </a:lnSpc>
            </a:pPr>
            <a:r>
              <a:rPr lang="en-US" dirty="0">
                <a:solidFill>
                  <a:schemeClr val="tx1">
                    <a:lumMod val="65000"/>
                    <a:lumOff val="35000"/>
                  </a:schemeClr>
                </a:solidFill>
                <a:latin typeface="+mn-ea"/>
              </a:rPr>
              <a:t>Evaluation &amp; Result</a:t>
            </a:r>
          </a:p>
          <a:p>
            <a:pPr>
              <a:lnSpc>
                <a:spcPct val="200000"/>
              </a:lnSpc>
            </a:pPr>
            <a:r>
              <a:rPr lang="en-US" dirty="0">
                <a:solidFill>
                  <a:schemeClr val="tx1">
                    <a:lumMod val="65000"/>
                    <a:lumOff val="35000"/>
                  </a:schemeClr>
                </a:solidFill>
                <a:latin typeface="+mn-ea"/>
              </a:rPr>
              <a:t>Conclusion</a:t>
            </a:r>
            <a:endParaRPr lang="en-JP" dirty="0">
              <a:solidFill>
                <a:schemeClr val="tx1">
                  <a:lumMod val="65000"/>
                  <a:lumOff val="35000"/>
                </a:schemeClr>
              </a:solidFill>
              <a:latin typeface="+mn-ea"/>
            </a:endParaRPr>
          </a:p>
          <a:p>
            <a:pPr>
              <a:lnSpc>
                <a:spcPct val="200000"/>
              </a:lnSpc>
            </a:pPr>
            <a:endParaRPr lang="en-JP" dirty="0"/>
          </a:p>
        </p:txBody>
      </p:sp>
      <p:sp>
        <p:nvSpPr>
          <p:cNvPr id="4" name="Slide Number Placeholder 3">
            <a:extLst>
              <a:ext uri="{FF2B5EF4-FFF2-40B4-BE49-F238E27FC236}">
                <a16:creationId xmlns:a16="http://schemas.microsoft.com/office/drawing/2014/main" id="{32B95C26-9A30-6EE6-72D6-8D592C8ECC6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E1630E-4032-3047-98BF-B11EB6324D3D}" type="slidenum">
              <a:rPr kumimoji="1" lang="en-JP" sz="1200" b="0" i="0" u="none" strike="noStrike" kern="1200" cap="none" spc="0" normalizeH="0" baseline="0" noProof="0" smtClean="0">
                <a:ln>
                  <a:noFill/>
                </a:ln>
                <a:solidFill>
                  <a:prstClr val="black">
                    <a:tint val="82000"/>
                  </a:prstClr>
                </a:solidFill>
                <a:effectLst/>
                <a:uLnTx/>
                <a:uFillTx/>
                <a:latin typeface="游ゴシック"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en-JP" sz="1200" b="0" i="0" u="none" strike="noStrike" kern="1200" cap="none" spc="0" normalizeH="0" baseline="0" noProof="0">
              <a:ln>
                <a:noFill/>
              </a:ln>
              <a:solidFill>
                <a:prstClr val="black">
                  <a:tint val="82000"/>
                </a:prstClr>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2186827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CCB2E-FF2A-86EC-E1A3-41DF5EB2FEDD}"/>
            </a:ext>
          </a:extLst>
        </p:cNvPr>
        <p:cNvGrpSpPr/>
        <p:nvPr/>
      </p:nvGrpSpPr>
      <p:grpSpPr>
        <a:xfrm>
          <a:off x="0" y="0"/>
          <a:ext cx="0" cy="0"/>
          <a:chOff x="0" y="0"/>
          <a:chExt cx="0" cy="0"/>
        </a:xfrm>
      </p:grpSpPr>
      <p:pic>
        <p:nvPicPr>
          <p:cNvPr id="169" name="図 168" descr="ダイアグラム, 設計図&#10;&#10;自動的に生成された説明">
            <a:extLst>
              <a:ext uri="{FF2B5EF4-FFF2-40B4-BE49-F238E27FC236}">
                <a16:creationId xmlns:a16="http://schemas.microsoft.com/office/drawing/2014/main" id="{B5B93FCE-CFF8-62A6-C2A8-BF9B910CBE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0531" y="2919399"/>
            <a:ext cx="6408542" cy="3573476"/>
          </a:xfrm>
          <a:prstGeom prst="rect">
            <a:avLst/>
          </a:prstGeom>
        </p:spPr>
      </p:pic>
      <p:sp>
        <p:nvSpPr>
          <p:cNvPr id="2" name="タイトル 1">
            <a:extLst>
              <a:ext uri="{FF2B5EF4-FFF2-40B4-BE49-F238E27FC236}">
                <a16:creationId xmlns:a16="http://schemas.microsoft.com/office/drawing/2014/main" id="{B8200A5F-0BFD-0F08-34E3-03A2DA682808}"/>
              </a:ext>
            </a:extLst>
          </p:cNvPr>
          <p:cNvSpPr>
            <a:spLocks noGrp="1"/>
          </p:cNvSpPr>
          <p:nvPr>
            <p:ph type="title"/>
          </p:nvPr>
        </p:nvSpPr>
        <p:spPr/>
        <p:txBody>
          <a:bodyPr/>
          <a:lstStyle/>
          <a:p>
            <a:r>
              <a:rPr lang="en-US" altLang="ja-JP" dirty="0">
                <a:latin typeface="游ゴシック Light 見出し"/>
                <a:ea typeface="游ゴシック" panose="020B0400000000000000" pitchFamily="50" charset="-128"/>
              </a:rPr>
              <a:t>Spiking Neural Network</a:t>
            </a:r>
            <a:endParaRPr lang="ja-JP" altLang="en-US" dirty="0">
              <a:latin typeface="游ゴシック Light 見出し"/>
              <a:ea typeface="游ゴシック" panose="020B0400000000000000" pitchFamily="50" charset="-128"/>
            </a:endParaRPr>
          </a:p>
        </p:txBody>
      </p:sp>
      <p:sp>
        <p:nvSpPr>
          <p:cNvPr id="4" name="Content Placeholder 3">
            <a:extLst>
              <a:ext uri="{FF2B5EF4-FFF2-40B4-BE49-F238E27FC236}">
                <a16:creationId xmlns:a16="http://schemas.microsoft.com/office/drawing/2014/main" id="{8609FF63-F736-76AD-9398-68460DE2F903}"/>
              </a:ext>
            </a:extLst>
          </p:cNvPr>
          <p:cNvSpPr>
            <a:spLocks noGrp="1"/>
          </p:cNvSpPr>
          <p:nvPr>
            <p:ph idx="1"/>
          </p:nvPr>
        </p:nvSpPr>
        <p:spPr>
          <a:xfrm>
            <a:off x="838199" y="1545069"/>
            <a:ext cx="10515600" cy="2574437"/>
          </a:xfrm>
        </p:spPr>
        <p:txBody>
          <a:bodyPr>
            <a:normAutofit/>
          </a:bodyPr>
          <a:lstStyle/>
          <a:p>
            <a:r>
              <a:rPr lang="en-US" dirty="0">
                <a:latin typeface="游ゴシック" panose="020B0400000000000000" pitchFamily="50" charset="-128"/>
                <a:ea typeface="游ゴシック" panose="020B0400000000000000" pitchFamily="50" charset="-128"/>
              </a:rPr>
              <a:t>Spiking Neural Networks (SNNs) </a:t>
            </a:r>
            <a:r>
              <a:rPr lang="en-US" altLang="ja-JP" dirty="0">
                <a:latin typeface="游ゴシック" panose="020B0400000000000000" pitchFamily="50" charset="-128"/>
                <a:ea typeface="游ゴシック" panose="020B0400000000000000" pitchFamily="50" charset="-128"/>
              </a:rPr>
              <a:t>use spikes to communicate information</a:t>
            </a:r>
            <a:endParaRPr lang="en-US" dirty="0">
              <a:latin typeface="游ゴシック" panose="020B0400000000000000" pitchFamily="50" charset="-128"/>
              <a:ea typeface="游ゴシック" panose="020B0400000000000000" pitchFamily="50" charset="-128"/>
            </a:endParaRPr>
          </a:p>
          <a:p>
            <a:r>
              <a:rPr lang="en-US" dirty="0">
                <a:latin typeface="游ゴシック" panose="020B0400000000000000" pitchFamily="50" charset="-128"/>
                <a:ea typeface="游ゴシック" panose="020B0400000000000000" pitchFamily="50" charset="-128"/>
              </a:rPr>
              <a:t>Compared to traditional Artificial Neural Networks, SNNs are energy efficient</a:t>
            </a:r>
          </a:p>
          <a:p>
            <a:endParaRPr lang="en-US" dirty="0"/>
          </a:p>
        </p:txBody>
      </p:sp>
      <p:sp>
        <p:nvSpPr>
          <p:cNvPr id="3" name="スライド番号プレースホルダー 2">
            <a:extLst>
              <a:ext uri="{FF2B5EF4-FFF2-40B4-BE49-F238E27FC236}">
                <a16:creationId xmlns:a16="http://schemas.microsoft.com/office/drawing/2014/main" id="{1FD07D32-EFEE-0488-9667-7E1EFC874FA6}"/>
              </a:ext>
            </a:extLst>
          </p:cNvPr>
          <p:cNvSpPr>
            <a:spLocks noGrp="1"/>
          </p:cNvSpPr>
          <p:nvPr>
            <p:ph type="sldNum" sz="quarter" idx="12"/>
          </p:nvPr>
        </p:nvSpPr>
        <p:spPr/>
        <p:txBody>
          <a:bodyPr/>
          <a:lstStyle/>
          <a:p>
            <a:fld id="{CFFA4DB8-81C2-45EB-B76F-7E8B992AE6A0}" type="slidenum">
              <a:rPr kumimoji="1" lang="ja-JP" altLang="en-US" smtClean="0"/>
              <a:t>4</a:t>
            </a:fld>
            <a:endParaRPr kumimoji="1" lang="ja-JP" altLang="en-US"/>
          </a:p>
        </p:txBody>
      </p:sp>
      <p:pic>
        <p:nvPicPr>
          <p:cNvPr id="8" name="Picture 7">
            <a:extLst>
              <a:ext uri="{FF2B5EF4-FFF2-40B4-BE49-F238E27FC236}">
                <a16:creationId xmlns:a16="http://schemas.microsoft.com/office/drawing/2014/main" id="{5ADD1D44-84BC-EF72-8CBE-8B29559A60C4}"/>
              </a:ext>
            </a:extLst>
          </p:cNvPr>
          <p:cNvPicPr>
            <a:picLocks noChangeAspect="1"/>
          </p:cNvPicPr>
          <p:nvPr/>
        </p:nvPicPr>
        <p:blipFill>
          <a:blip r:embed="rId3"/>
          <a:stretch>
            <a:fillRect/>
          </a:stretch>
        </p:blipFill>
        <p:spPr>
          <a:xfrm>
            <a:off x="1612003" y="3197332"/>
            <a:ext cx="8967993" cy="463336"/>
          </a:xfrm>
          <a:prstGeom prst="rect">
            <a:avLst/>
          </a:prstGeom>
        </p:spPr>
      </p:pic>
      <p:sp>
        <p:nvSpPr>
          <p:cNvPr id="9" name="TextBox 8">
            <a:extLst>
              <a:ext uri="{FF2B5EF4-FFF2-40B4-BE49-F238E27FC236}">
                <a16:creationId xmlns:a16="http://schemas.microsoft.com/office/drawing/2014/main" id="{A9426938-FB7C-D58F-0DC8-601651433D7D}"/>
              </a:ext>
            </a:extLst>
          </p:cNvPr>
          <p:cNvSpPr txBox="1"/>
          <p:nvPr/>
        </p:nvSpPr>
        <p:spPr>
          <a:xfrm>
            <a:off x="5151688" y="6423898"/>
            <a:ext cx="2983509" cy="369332"/>
          </a:xfrm>
          <a:prstGeom prst="rect">
            <a:avLst/>
          </a:prstGeom>
          <a:noFill/>
        </p:spPr>
        <p:txBody>
          <a:bodyPr wrap="none" rtlCol="0">
            <a:spAutoFit/>
          </a:bodyPr>
          <a:lstStyle/>
          <a:p>
            <a:pPr algn="ctr"/>
            <a:r>
              <a:rPr lang="en-US" altLang="ja-JP" dirty="0"/>
              <a:t>Fig. 1 </a:t>
            </a:r>
            <a:r>
              <a:rPr lang="en-US" dirty="0"/>
              <a:t>Structure of an SNN</a:t>
            </a:r>
          </a:p>
        </p:txBody>
      </p:sp>
    </p:spTree>
    <p:extLst>
      <p:ext uri="{BB962C8B-B14F-4D97-AF65-F5344CB8AC3E}">
        <p14:creationId xmlns:p14="http://schemas.microsoft.com/office/powerpoint/2010/main" val="353542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BB5005-BADA-8881-86B3-45E57045E61E}"/>
              </a:ext>
            </a:extLst>
          </p:cNvPr>
          <p:cNvSpPr>
            <a:spLocks noGrp="1"/>
          </p:cNvSpPr>
          <p:nvPr>
            <p:ph idx="1"/>
          </p:nvPr>
        </p:nvSpPr>
        <p:spPr/>
        <p:txBody>
          <a:bodyPr/>
          <a:lstStyle/>
          <a:p>
            <a:r>
              <a:rPr lang="en-US" dirty="0">
                <a:latin typeface="游ゴシック" panose="020B0400000000000000" pitchFamily="50" charset="-128"/>
                <a:ea typeface="游ゴシック" panose="020B0400000000000000" pitchFamily="50" charset="-128"/>
              </a:rPr>
              <a:t>SNNs are suitable for on-chip learning</a:t>
            </a:r>
          </a:p>
          <a:p>
            <a:pPr marL="0" indent="0">
              <a:buNone/>
            </a:pPr>
            <a:endParaRPr lang="en-JP" dirty="0">
              <a:latin typeface="游ゴシック" panose="020B0400000000000000" pitchFamily="50" charset="-128"/>
              <a:ea typeface="游ゴシック" panose="020B0400000000000000" pitchFamily="50" charset="-128"/>
            </a:endParaRPr>
          </a:p>
          <a:p>
            <a:r>
              <a:rPr lang="en-US" dirty="0">
                <a:latin typeface="游ゴシック" panose="020B0400000000000000" pitchFamily="50" charset="-128"/>
                <a:ea typeface="游ゴシック" panose="020B0400000000000000" pitchFamily="50" charset="-128"/>
              </a:rPr>
              <a:t>On-chip learning devices network size limitations</a:t>
            </a:r>
          </a:p>
          <a:p>
            <a:pPr marL="0" indent="0">
              <a:buNone/>
            </a:pPr>
            <a:endParaRPr lang="en-JP" dirty="0">
              <a:latin typeface="游ゴシック" panose="020B0400000000000000" pitchFamily="50" charset="-128"/>
              <a:ea typeface="游ゴシック" panose="020B0400000000000000" pitchFamily="50" charset="-128"/>
            </a:endParaRPr>
          </a:p>
          <a:p>
            <a:r>
              <a:rPr lang="en-US" dirty="0">
                <a:latin typeface="游ゴシック" panose="020B0400000000000000" pitchFamily="50" charset="-128"/>
                <a:ea typeface="游ゴシック" panose="020B0400000000000000" pitchFamily="50" charset="-128"/>
              </a:rPr>
              <a:t>Compression on number of neurons is necessary for such devices</a:t>
            </a:r>
          </a:p>
          <a:p>
            <a:endParaRPr lang="en-JP" dirty="0"/>
          </a:p>
        </p:txBody>
      </p:sp>
      <p:sp>
        <p:nvSpPr>
          <p:cNvPr id="2" name="Title 1">
            <a:extLst>
              <a:ext uri="{FF2B5EF4-FFF2-40B4-BE49-F238E27FC236}">
                <a16:creationId xmlns:a16="http://schemas.microsoft.com/office/drawing/2014/main" id="{38EC6721-7CD9-2415-D7FE-62030D3CE1A4}"/>
              </a:ext>
            </a:extLst>
          </p:cNvPr>
          <p:cNvSpPr>
            <a:spLocks noGrp="1"/>
          </p:cNvSpPr>
          <p:nvPr>
            <p:ph type="title"/>
          </p:nvPr>
        </p:nvSpPr>
        <p:spPr/>
        <p:txBody>
          <a:bodyPr/>
          <a:lstStyle/>
          <a:p>
            <a:r>
              <a:rPr lang="en-US" dirty="0">
                <a:latin typeface="游ゴシック Light 見出し"/>
                <a:ea typeface="游ゴシック" panose="020B0400000000000000" pitchFamily="50" charset="-128"/>
              </a:rPr>
              <a:t>SNN on-chip learning</a:t>
            </a:r>
            <a:endParaRPr lang="en-JP" dirty="0">
              <a:latin typeface="游ゴシック Light 見出し"/>
              <a:ea typeface="游ゴシック" panose="020B0400000000000000" pitchFamily="50" charset="-128"/>
            </a:endParaRPr>
          </a:p>
        </p:txBody>
      </p:sp>
      <p:sp>
        <p:nvSpPr>
          <p:cNvPr id="6" name="Slide Number Placeholder 5">
            <a:extLst>
              <a:ext uri="{FF2B5EF4-FFF2-40B4-BE49-F238E27FC236}">
                <a16:creationId xmlns:a16="http://schemas.microsoft.com/office/drawing/2014/main" id="{D4BCA448-6FBA-2123-5C8A-E8D04293626A}"/>
              </a:ext>
            </a:extLst>
          </p:cNvPr>
          <p:cNvSpPr>
            <a:spLocks noGrp="1"/>
          </p:cNvSpPr>
          <p:nvPr>
            <p:ph type="sldNum" sz="quarter" idx="12"/>
          </p:nvPr>
        </p:nvSpPr>
        <p:spPr/>
        <p:txBody>
          <a:bodyPr/>
          <a:lstStyle/>
          <a:p>
            <a:fld id="{05775D0E-D6FD-4847-A4AD-7D56F7F6616B}" type="slidenum">
              <a:rPr lang="en-JP" smtClean="0"/>
              <a:t>5</a:t>
            </a:fld>
            <a:endParaRPr lang="en-JP" dirty="0"/>
          </a:p>
        </p:txBody>
      </p:sp>
      <p:pic>
        <p:nvPicPr>
          <p:cNvPr id="1026" name="Picture 2" descr="Raspberry Pi Circuit Board Diagram">
            <a:extLst>
              <a:ext uri="{FF2B5EF4-FFF2-40B4-BE49-F238E27FC236}">
                <a16:creationId xmlns:a16="http://schemas.microsoft.com/office/drawing/2014/main" id="{6075825E-6CE1-9EBC-23F4-FF90721549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5015230"/>
            <a:ext cx="1976387" cy="1341120"/>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グループ化 10">
            <a:extLst>
              <a:ext uri="{FF2B5EF4-FFF2-40B4-BE49-F238E27FC236}">
                <a16:creationId xmlns:a16="http://schemas.microsoft.com/office/drawing/2014/main" id="{27B3E1A2-DF03-AE4C-9545-EDA284EDCF20}"/>
              </a:ext>
            </a:extLst>
          </p:cNvPr>
          <p:cNvGrpSpPr/>
          <p:nvPr/>
        </p:nvGrpSpPr>
        <p:grpSpPr>
          <a:xfrm>
            <a:off x="1437840" y="4832667"/>
            <a:ext cx="2194560" cy="1523683"/>
            <a:chOff x="1046480" y="4653280"/>
            <a:chExt cx="2194560" cy="1523683"/>
          </a:xfrm>
        </p:grpSpPr>
        <p:sp>
          <p:nvSpPr>
            <p:cNvPr id="9" name="正方形/長方形 8">
              <a:extLst>
                <a:ext uri="{FF2B5EF4-FFF2-40B4-BE49-F238E27FC236}">
                  <a16:creationId xmlns:a16="http://schemas.microsoft.com/office/drawing/2014/main" id="{73C70AA7-6A06-4948-1061-B386060E1A77}"/>
                </a:ext>
              </a:extLst>
            </p:cNvPr>
            <p:cNvSpPr/>
            <p:nvPr/>
          </p:nvSpPr>
          <p:spPr>
            <a:xfrm>
              <a:off x="1046480" y="4653280"/>
              <a:ext cx="2194560" cy="152368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411BF811-9BA6-7C99-49A0-4AA8F269F19B}"/>
                </a:ext>
              </a:extLst>
            </p:cNvPr>
            <p:cNvSpPr txBox="1"/>
            <p:nvPr/>
          </p:nvSpPr>
          <p:spPr>
            <a:xfrm>
              <a:off x="1193774" y="4994430"/>
              <a:ext cx="1879600" cy="830997"/>
            </a:xfrm>
            <a:prstGeom prst="rect">
              <a:avLst/>
            </a:prstGeom>
            <a:noFill/>
          </p:spPr>
          <p:txBody>
            <a:bodyPr wrap="square" rtlCol="0">
              <a:spAutoFit/>
            </a:bodyPr>
            <a:lstStyle/>
            <a:p>
              <a:pPr algn="ctr"/>
              <a:r>
                <a:rPr kumimoji="1" lang="en-US" altLang="ja-JP" sz="2400" dirty="0">
                  <a:latin typeface="游ゴシック" panose="020B0400000000000000" pitchFamily="50" charset="-128"/>
                  <a:ea typeface="游ゴシック" panose="020B0400000000000000" pitchFamily="50" charset="-128"/>
                </a:rPr>
                <a:t>Original</a:t>
              </a:r>
            </a:p>
            <a:p>
              <a:pPr algn="ctr"/>
              <a:r>
                <a:rPr kumimoji="1" lang="en-US" altLang="ja-JP" sz="2400" dirty="0">
                  <a:latin typeface="游ゴシック" panose="020B0400000000000000" pitchFamily="50" charset="-128"/>
                  <a:ea typeface="游ゴシック" panose="020B0400000000000000" pitchFamily="50" charset="-128"/>
                </a:rPr>
                <a:t>SNN model</a:t>
              </a:r>
              <a:endParaRPr kumimoji="1" lang="ja-JP" altLang="en-US" sz="2400" dirty="0">
                <a:latin typeface="游ゴシック" panose="020B0400000000000000" pitchFamily="50" charset="-128"/>
                <a:ea typeface="游ゴシック" panose="020B0400000000000000" pitchFamily="50" charset="-128"/>
              </a:endParaRPr>
            </a:p>
          </p:txBody>
        </p:sp>
      </p:grpSp>
      <p:grpSp>
        <p:nvGrpSpPr>
          <p:cNvPr id="12" name="グループ化 11">
            <a:extLst>
              <a:ext uri="{FF2B5EF4-FFF2-40B4-BE49-F238E27FC236}">
                <a16:creationId xmlns:a16="http://schemas.microsoft.com/office/drawing/2014/main" id="{33814BF8-93B2-A257-0B04-6C19B20241AA}"/>
              </a:ext>
            </a:extLst>
          </p:cNvPr>
          <p:cNvGrpSpPr/>
          <p:nvPr/>
        </p:nvGrpSpPr>
        <p:grpSpPr>
          <a:xfrm>
            <a:off x="5151302" y="5262949"/>
            <a:ext cx="2194560" cy="902435"/>
            <a:chOff x="1046480" y="4639045"/>
            <a:chExt cx="2194560" cy="1537918"/>
          </a:xfrm>
        </p:grpSpPr>
        <p:sp>
          <p:nvSpPr>
            <p:cNvPr id="13" name="正方形/長方形 12">
              <a:extLst>
                <a:ext uri="{FF2B5EF4-FFF2-40B4-BE49-F238E27FC236}">
                  <a16:creationId xmlns:a16="http://schemas.microsoft.com/office/drawing/2014/main" id="{E4A872C0-0816-2A8B-574D-ACF99D8CF9C7}"/>
                </a:ext>
              </a:extLst>
            </p:cNvPr>
            <p:cNvSpPr/>
            <p:nvPr/>
          </p:nvSpPr>
          <p:spPr>
            <a:xfrm>
              <a:off x="1046480" y="4653280"/>
              <a:ext cx="2194560" cy="152368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9B5A342C-BD32-C823-678D-F3061402F7E8}"/>
                </a:ext>
              </a:extLst>
            </p:cNvPr>
            <p:cNvSpPr txBox="1"/>
            <p:nvPr/>
          </p:nvSpPr>
          <p:spPr>
            <a:xfrm>
              <a:off x="1198871" y="4639045"/>
              <a:ext cx="1879600" cy="1416174"/>
            </a:xfrm>
            <a:prstGeom prst="rect">
              <a:avLst/>
            </a:prstGeom>
            <a:noFill/>
          </p:spPr>
          <p:txBody>
            <a:bodyPr wrap="square" rtlCol="0">
              <a:spAutoFit/>
            </a:bodyPr>
            <a:lstStyle/>
            <a:p>
              <a:pPr algn="ctr"/>
              <a:r>
                <a:rPr kumimoji="1" lang="en-US" altLang="ja-JP" sz="2400" dirty="0">
                  <a:latin typeface="游ゴシック" panose="020B0400000000000000" pitchFamily="50" charset="-128"/>
                  <a:ea typeface="游ゴシック" panose="020B0400000000000000" pitchFamily="50" charset="-128"/>
                </a:rPr>
                <a:t>Smaller </a:t>
              </a:r>
            </a:p>
            <a:p>
              <a:pPr algn="ctr"/>
              <a:r>
                <a:rPr kumimoji="1" lang="en-US" altLang="ja-JP" sz="2400" dirty="0">
                  <a:latin typeface="游ゴシック" panose="020B0400000000000000" pitchFamily="50" charset="-128"/>
                  <a:ea typeface="游ゴシック" panose="020B0400000000000000" pitchFamily="50" charset="-128"/>
                </a:rPr>
                <a:t>SNN model</a:t>
              </a:r>
              <a:endParaRPr kumimoji="1" lang="ja-JP" altLang="en-US" sz="2400" dirty="0">
                <a:latin typeface="游ゴシック" panose="020B0400000000000000" pitchFamily="50" charset="-128"/>
                <a:ea typeface="游ゴシック" panose="020B0400000000000000" pitchFamily="50" charset="-128"/>
              </a:endParaRPr>
            </a:p>
          </p:txBody>
        </p:sp>
      </p:grpSp>
      <p:sp>
        <p:nvSpPr>
          <p:cNvPr id="15" name="矢印: 右 14">
            <a:extLst>
              <a:ext uri="{FF2B5EF4-FFF2-40B4-BE49-F238E27FC236}">
                <a16:creationId xmlns:a16="http://schemas.microsoft.com/office/drawing/2014/main" id="{FE534661-7DC3-9911-7DB0-3B5C274C30C7}"/>
              </a:ext>
            </a:extLst>
          </p:cNvPr>
          <p:cNvSpPr/>
          <p:nvPr/>
        </p:nvSpPr>
        <p:spPr>
          <a:xfrm>
            <a:off x="3962700" y="5439372"/>
            <a:ext cx="924426" cy="478154"/>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矢印: 右 15">
            <a:extLst>
              <a:ext uri="{FF2B5EF4-FFF2-40B4-BE49-F238E27FC236}">
                <a16:creationId xmlns:a16="http://schemas.microsoft.com/office/drawing/2014/main" id="{33676239-FC22-687A-CBCB-E9198C45CFCE}"/>
              </a:ext>
            </a:extLst>
          </p:cNvPr>
          <p:cNvSpPr/>
          <p:nvPr/>
        </p:nvSpPr>
        <p:spPr>
          <a:xfrm>
            <a:off x="7549080" y="5479266"/>
            <a:ext cx="924426" cy="478154"/>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7B95816B-3305-AE70-6168-33343C39B3FB}"/>
              </a:ext>
            </a:extLst>
          </p:cNvPr>
          <p:cNvSpPr txBox="1"/>
          <p:nvPr/>
        </p:nvSpPr>
        <p:spPr>
          <a:xfrm>
            <a:off x="3667589" y="5933530"/>
            <a:ext cx="1645928" cy="369332"/>
          </a:xfrm>
          <a:prstGeom prst="rect">
            <a:avLst/>
          </a:prstGeom>
          <a:noFill/>
        </p:spPr>
        <p:txBody>
          <a:bodyPr wrap="square" rtlCol="0">
            <a:spAutoFit/>
          </a:bodyPr>
          <a:lstStyle/>
          <a:p>
            <a:r>
              <a:rPr kumimoji="1" lang="en-US" altLang="ja-JP" b="1" dirty="0">
                <a:latin typeface="游ゴシック Light" panose="020B0300000000000000" pitchFamily="50" charset="-128"/>
                <a:ea typeface="游ゴシック Light" panose="020B0300000000000000" pitchFamily="50" charset="-128"/>
              </a:rPr>
              <a:t>Compression</a:t>
            </a:r>
            <a:endParaRPr kumimoji="1" lang="ja-JP" altLang="en-US" b="1" dirty="0">
              <a:latin typeface="游ゴシック Light" panose="020B0300000000000000" pitchFamily="50" charset="-128"/>
              <a:ea typeface="游ゴシック Light" panose="020B0300000000000000" pitchFamily="50" charset="-128"/>
            </a:endParaRPr>
          </a:p>
        </p:txBody>
      </p:sp>
      <p:sp>
        <p:nvSpPr>
          <p:cNvPr id="18" name="テキスト ボックス 17">
            <a:extLst>
              <a:ext uri="{FF2B5EF4-FFF2-40B4-BE49-F238E27FC236}">
                <a16:creationId xmlns:a16="http://schemas.microsoft.com/office/drawing/2014/main" id="{9D1A1A36-CE07-1D6F-4946-072AEBACEA33}"/>
              </a:ext>
            </a:extLst>
          </p:cNvPr>
          <p:cNvSpPr txBox="1"/>
          <p:nvPr/>
        </p:nvSpPr>
        <p:spPr>
          <a:xfrm>
            <a:off x="7549080" y="5933530"/>
            <a:ext cx="1564640" cy="369332"/>
          </a:xfrm>
          <a:prstGeom prst="rect">
            <a:avLst/>
          </a:prstGeom>
          <a:noFill/>
        </p:spPr>
        <p:txBody>
          <a:bodyPr wrap="square" rtlCol="0">
            <a:spAutoFit/>
          </a:bodyPr>
          <a:lstStyle/>
          <a:p>
            <a:r>
              <a:rPr kumimoji="1" lang="en-US" altLang="ja-JP" b="1" dirty="0">
                <a:latin typeface="游ゴシック Light" panose="020B0300000000000000" pitchFamily="50" charset="-128"/>
                <a:ea typeface="游ゴシック Light" panose="020B0300000000000000" pitchFamily="50" charset="-128"/>
              </a:rPr>
              <a:t>Deploy</a:t>
            </a:r>
            <a:endParaRPr kumimoji="1" lang="ja-JP" altLang="en-US" b="1" dirty="0">
              <a:latin typeface="游ゴシック Light" panose="020B0300000000000000" pitchFamily="50" charset="-128"/>
              <a:ea typeface="游ゴシック Light" panose="020B0300000000000000" pitchFamily="50" charset="-128"/>
            </a:endParaRPr>
          </a:p>
        </p:txBody>
      </p:sp>
      <p:sp>
        <p:nvSpPr>
          <p:cNvPr id="4" name="TextBox 8">
            <a:extLst>
              <a:ext uri="{FF2B5EF4-FFF2-40B4-BE49-F238E27FC236}">
                <a16:creationId xmlns:a16="http://schemas.microsoft.com/office/drawing/2014/main" id="{E241DA7E-4DDF-CE13-EBFB-C39DEAA23A32}"/>
              </a:ext>
            </a:extLst>
          </p:cNvPr>
          <p:cNvSpPr txBox="1"/>
          <p:nvPr/>
        </p:nvSpPr>
        <p:spPr>
          <a:xfrm>
            <a:off x="4580607" y="6393600"/>
            <a:ext cx="3028393" cy="369332"/>
          </a:xfrm>
          <a:prstGeom prst="rect">
            <a:avLst/>
          </a:prstGeom>
          <a:noFill/>
        </p:spPr>
        <p:txBody>
          <a:bodyPr wrap="none" rtlCol="0">
            <a:spAutoFit/>
          </a:bodyPr>
          <a:lstStyle/>
          <a:p>
            <a:pPr algn="ctr"/>
            <a:r>
              <a:rPr lang="en-US" altLang="ja-JP" dirty="0"/>
              <a:t>Fig. 2 Compression</a:t>
            </a:r>
            <a:r>
              <a:rPr lang="en-US" dirty="0"/>
              <a:t> of an SNN</a:t>
            </a:r>
          </a:p>
        </p:txBody>
      </p:sp>
    </p:spTree>
    <p:extLst>
      <p:ext uri="{BB962C8B-B14F-4D97-AF65-F5344CB8AC3E}">
        <p14:creationId xmlns:p14="http://schemas.microsoft.com/office/powerpoint/2010/main" val="639326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3F127-F664-ED61-DBBA-4108D0C01F1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19E9906-4ED0-C214-4F45-0E302A8E16D2}"/>
              </a:ext>
            </a:extLst>
          </p:cNvPr>
          <p:cNvSpPr>
            <a:spLocks noGrp="1"/>
          </p:cNvSpPr>
          <p:nvPr>
            <p:ph type="title"/>
          </p:nvPr>
        </p:nvSpPr>
        <p:spPr/>
        <p:txBody>
          <a:bodyPr/>
          <a:lstStyle/>
          <a:p>
            <a:r>
              <a:rPr lang="en-US" dirty="0">
                <a:latin typeface="游ゴシック Light 見出し"/>
                <a:ea typeface="游ゴシック" panose="020B0400000000000000" pitchFamily="50" charset="-128"/>
              </a:rPr>
              <a:t>On-Chip Ensemble Learning</a:t>
            </a:r>
            <a:endParaRPr lang="ja-JP" altLang="en-US" dirty="0">
              <a:latin typeface="游ゴシック Light 見出し"/>
              <a:ea typeface="游ゴシック" panose="020B0400000000000000" pitchFamily="50" charset="-128"/>
            </a:endParaRPr>
          </a:p>
        </p:txBody>
      </p:sp>
      <p:sp>
        <p:nvSpPr>
          <p:cNvPr id="3" name="スライド番号プレースホルダー 2">
            <a:extLst>
              <a:ext uri="{FF2B5EF4-FFF2-40B4-BE49-F238E27FC236}">
                <a16:creationId xmlns:a16="http://schemas.microsoft.com/office/drawing/2014/main" id="{8C78BE97-4C56-AA8A-00AA-A634DE201C7A}"/>
              </a:ext>
            </a:extLst>
          </p:cNvPr>
          <p:cNvSpPr>
            <a:spLocks noGrp="1"/>
          </p:cNvSpPr>
          <p:nvPr>
            <p:ph type="sldNum" sz="quarter" idx="12"/>
          </p:nvPr>
        </p:nvSpPr>
        <p:spPr/>
        <p:txBody>
          <a:bodyPr/>
          <a:lstStyle/>
          <a:p>
            <a:fld id="{CFFA4DB8-81C2-45EB-B76F-7E8B992AE6A0}" type="slidenum">
              <a:rPr kumimoji="1" lang="ja-JP" altLang="en-US" smtClean="0"/>
              <a:t>6</a:t>
            </a:fld>
            <a:endParaRPr kumimoji="1" lang="ja-JP" altLang="en-US"/>
          </a:p>
        </p:txBody>
      </p:sp>
      <p:sp>
        <p:nvSpPr>
          <p:cNvPr id="4" name="テキスト ボックス 3">
            <a:extLst>
              <a:ext uri="{FF2B5EF4-FFF2-40B4-BE49-F238E27FC236}">
                <a16:creationId xmlns:a16="http://schemas.microsoft.com/office/drawing/2014/main" id="{7E405C2F-F81F-D4CD-7A31-C711E0CDBF8C}"/>
              </a:ext>
            </a:extLst>
          </p:cNvPr>
          <p:cNvSpPr txBox="1"/>
          <p:nvPr/>
        </p:nvSpPr>
        <p:spPr>
          <a:xfrm>
            <a:off x="838200" y="1420488"/>
            <a:ext cx="10515600" cy="830997"/>
          </a:xfrm>
          <a:prstGeom prst="rect">
            <a:avLst/>
          </a:prstGeom>
          <a:noFill/>
        </p:spPr>
        <p:txBody>
          <a:bodyPr wrap="square" rtlCol="0">
            <a:spAutoFit/>
          </a:bodyPr>
          <a:lstStyle/>
          <a:p>
            <a:r>
              <a:rPr kumimoji="1" lang="en-US" altLang="ja-JP" sz="2400" b="1" dirty="0"/>
              <a:t>Split a dataset, train sub-models, and merge into one model</a:t>
            </a:r>
            <a:endParaRPr kumimoji="1" lang="ja-JP" altLang="en-US" sz="2400" b="1" dirty="0"/>
          </a:p>
        </p:txBody>
      </p:sp>
      <p:sp>
        <p:nvSpPr>
          <p:cNvPr id="5" name="テキスト ボックス 25">
            <a:extLst>
              <a:ext uri="{FF2B5EF4-FFF2-40B4-BE49-F238E27FC236}">
                <a16:creationId xmlns:a16="http://schemas.microsoft.com/office/drawing/2014/main" id="{EFC2167D-9EB5-B2D5-16BA-6F298B1FD6ED}"/>
              </a:ext>
            </a:extLst>
          </p:cNvPr>
          <p:cNvSpPr txBox="1"/>
          <p:nvPr/>
        </p:nvSpPr>
        <p:spPr>
          <a:xfrm>
            <a:off x="3601488" y="6053177"/>
            <a:ext cx="4989021" cy="369332"/>
          </a:xfrm>
          <a:prstGeom prst="rect">
            <a:avLst/>
          </a:prstGeom>
          <a:noFill/>
        </p:spPr>
        <p:txBody>
          <a:bodyPr wrap="square" rtlCol="0">
            <a:spAutoFit/>
          </a:bodyPr>
          <a:lstStyle/>
          <a:p>
            <a:pPr algn="ctr"/>
            <a:r>
              <a:rPr kumimoji="1" lang="en-US" altLang="ja-JP" dirty="0"/>
              <a:t>Fig. 3 Overview of Ensemble Learning [1]</a:t>
            </a:r>
          </a:p>
        </p:txBody>
      </p:sp>
      <p:pic>
        <p:nvPicPr>
          <p:cNvPr id="7" name="図 6">
            <a:extLst>
              <a:ext uri="{FF2B5EF4-FFF2-40B4-BE49-F238E27FC236}">
                <a16:creationId xmlns:a16="http://schemas.microsoft.com/office/drawing/2014/main" id="{C963416B-1A2D-D7C3-C30A-D18DFBF870FF}"/>
              </a:ext>
            </a:extLst>
          </p:cNvPr>
          <p:cNvPicPr>
            <a:picLocks noChangeAspect="1"/>
          </p:cNvPicPr>
          <p:nvPr/>
        </p:nvPicPr>
        <p:blipFill>
          <a:blip r:embed="rId2"/>
          <a:stretch>
            <a:fillRect/>
          </a:stretch>
        </p:blipFill>
        <p:spPr>
          <a:xfrm>
            <a:off x="2294297" y="1944666"/>
            <a:ext cx="7002103" cy="4003444"/>
          </a:xfrm>
          <a:prstGeom prst="rect">
            <a:avLst/>
          </a:prstGeom>
        </p:spPr>
      </p:pic>
    </p:spTree>
    <p:extLst>
      <p:ext uri="{BB962C8B-B14F-4D97-AF65-F5344CB8AC3E}">
        <p14:creationId xmlns:p14="http://schemas.microsoft.com/office/powerpoint/2010/main" val="2126664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49C7B-9342-5A46-51D5-F187FD62E9A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B2E95D4-A553-0209-FF7A-D5EE4AE04FA8}"/>
              </a:ext>
            </a:extLst>
          </p:cNvPr>
          <p:cNvSpPr>
            <a:spLocks noGrp="1"/>
          </p:cNvSpPr>
          <p:nvPr>
            <p:ph type="title"/>
          </p:nvPr>
        </p:nvSpPr>
        <p:spPr/>
        <p:txBody>
          <a:bodyPr/>
          <a:lstStyle/>
          <a:p>
            <a:r>
              <a:rPr lang="en-US" altLang="ja-JP" dirty="0">
                <a:latin typeface="游ゴシック Light 見出し"/>
                <a:ea typeface="游ゴシック" panose="020B0400000000000000" pitchFamily="50" charset="-128"/>
              </a:rPr>
              <a:t>Limitations</a:t>
            </a:r>
            <a:endParaRPr kumimoji="1" lang="ja-JP" altLang="en-US" dirty="0">
              <a:latin typeface="游ゴシック Light 見出し"/>
              <a:ea typeface="游ゴシック" panose="020B0400000000000000" pitchFamily="50" charset="-128"/>
            </a:endParaRPr>
          </a:p>
        </p:txBody>
      </p:sp>
      <p:sp>
        <p:nvSpPr>
          <p:cNvPr id="5" name="Content Placeholder 4">
            <a:extLst>
              <a:ext uri="{FF2B5EF4-FFF2-40B4-BE49-F238E27FC236}">
                <a16:creationId xmlns:a16="http://schemas.microsoft.com/office/drawing/2014/main" id="{B7343AE1-909E-8D4A-8CDB-486E83DD8D83}"/>
              </a:ext>
            </a:extLst>
          </p:cNvPr>
          <p:cNvSpPr>
            <a:spLocks noGrp="1"/>
          </p:cNvSpPr>
          <p:nvPr>
            <p:ph idx="1"/>
          </p:nvPr>
        </p:nvSpPr>
        <p:spPr/>
        <p:txBody>
          <a:bodyPr>
            <a:normAutofit/>
          </a:bodyPr>
          <a:lstStyle/>
          <a:p>
            <a:pPr marL="457200" indent="-457200">
              <a:lnSpc>
                <a:spcPct val="100000"/>
              </a:lnSpc>
              <a:buFont typeface="Arial" panose="020B0604020202020204" pitchFamily="34" charset="0"/>
              <a:buChar char="•"/>
            </a:pPr>
            <a:r>
              <a:rPr lang="en-US" altLang="ja-JP" b="1" dirty="0">
                <a:latin typeface="游ゴシック" panose="020B0400000000000000" pitchFamily="50" charset="-128"/>
                <a:ea typeface="游ゴシック" panose="020B0400000000000000" pitchFamily="50" charset="-128"/>
              </a:rPr>
              <a:t>Performance Loss</a:t>
            </a:r>
            <a:r>
              <a:rPr lang="en-US" altLang="ja-JP" dirty="0">
                <a:latin typeface="游ゴシック" panose="020B0400000000000000" pitchFamily="50" charset="-128"/>
                <a:ea typeface="游ゴシック" panose="020B0400000000000000" pitchFamily="50" charset="-128"/>
              </a:rPr>
              <a:t>: Increased number of sub-models degrades final accuracy</a:t>
            </a:r>
          </a:p>
          <a:p>
            <a:pPr marL="0" indent="0">
              <a:lnSpc>
                <a:spcPct val="100000"/>
              </a:lnSpc>
              <a:buNone/>
            </a:pPr>
            <a:endParaRPr lang="en-US" altLang="ja-JP" dirty="0">
              <a:latin typeface="游ゴシック" panose="020B0400000000000000" pitchFamily="50" charset="-128"/>
              <a:ea typeface="游ゴシック" panose="020B0400000000000000" pitchFamily="50" charset="-128"/>
            </a:endParaRPr>
          </a:p>
          <a:p>
            <a:pPr marL="457200" indent="-457200">
              <a:lnSpc>
                <a:spcPct val="100000"/>
              </a:lnSpc>
              <a:buFont typeface="Arial" panose="020B0604020202020204" pitchFamily="34" charset="0"/>
              <a:buChar char="•"/>
            </a:pPr>
            <a:r>
              <a:rPr lang="en-US" altLang="ja-JP" b="1" dirty="0">
                <a:latin typeface="游ゴシック" panose="020B0400000000000000" pitchFamily="50" charset="-128"/>
                <a:ea typeface="游ゴシック" panose="020B0400000000000000" pitchFamily="50" charset="-128"/>
              </a:rPr>
              <a:t>Limited Compression Metric:</a:t>
            </a:r>
            <a:r>
              <a:rPr lang="en-US" altLang="ja-JP" dirty="0">
                <a:latin typeface="游ゴシック" panose="020B0400000000000000" pitchFamily="50" charset="-128"/>
                <a:ea typeface="游ゴシック" panose="020B0400000000000000" pitchFamily="50" charset="-128"/>
              </a:rPr>
              <a:t> Only the redundancy between the neurons were considered</a:t>
            </a:r>
          </a:p>
          <a:p>
            <a:pPr marL="0" indent="447675">
              <a:lnSpc>
                <a:spcPct val="100000"/>
              </a:lnSpc>
              <a:buNone/>
            </a:pPr>
            <a:r>
              <a:rPr lang="en-US" altLang="ja-JP" dirty="0">
                <a:latin typeface="游ゴシック" panose="020B0400000000000000" pitchFamily="50" charset="-128"/>
                <a:ea typeface="游ゴシック" panose="020B0400000000000000" pitchFamily="50" charset="-128"/>
              </a:rPr>
              <a:t>-&gt;Not suitable for models with no redundant neurons</a:t>
            </a:r>
          </a:p>
        </p:txBody>
      </p:sp>
      <p:sp>
        <p:nvSpPr>
          <p:cNvPr id="4" name="スライド番号プレースホルダー 3">
            <a:extLst>
              <a:ext uri="{FF2B5EF4-FFF2-40B4-BE49-F238E27FC236}">
                <a16:creationId xmlns:a16="http://schemas.microsoft.com/office/drawing/2014/main" id="{E54C1A7D-62E9-185E-ACE5-0321E9AF7075}"/>
              </a:ext>
            </a:extLst>
          </p:cNvPr>
          <p:cNvSpPr>
            <a:spLocks noGrp="1"/>
          </p:cNvSpPr>
          <p:nvPr>
            <p:ph type="sldNum" sz="quarter" idx="12"/>
          </p:nvPr>
        </p:nvSpPr>
        <p:spPr/>
        <p:txBody>
          <a:bodyPr/>
          <a:lstStyle/>
          <a:p>
            <a:fld id="{CFFA4DB8-81C2-45EB-B76F-7E8B992AE6A0}" type="slidenum">
              <a:rPr kumimoji="1" lang="ja-JP" altLang="en-US" smtClean="0"/>
              <a:t>7</a:t>
            </a:fld>
            <a:endParaRPr kumimoji="1" lang="ja-JP" altLang="en-US" dirty="0"/>
          </a:p>
        </p:txBody>
      </p:sp>
    </p:spTree>
    <p:extLst>
      <p:ext uri="{BB962C8B-B14F-4D97-AF65-F5344CB8AC3E}">
        <p14:creationId xmlns:p14="http://schemas.microsoft.com/office/powerpoint/2010/main" val="1331132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7DB86-DF67-81B9-5055-E7196BE214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2BFC7C5-2DF7-0916-F68B-A61749444157}"/>
              </a:ext>
            </a:extLst>
          </p:cNvPr>
          <p:cNvSpPr>
            <a:spLocks noGrp="1"/>
          </p:cNvSpPr>
          <p:nvPr>
            <p:ph type="title"/>
          </p:nvPr>
        </p:nvSpPr>
        <p:spPr/>
        <p:txBody>
          <a:bodyPr/>
          <a:lstStyle/>
          <a:p>
            <a:r>
              <a:rPr kumimoji="1" lang="en-US" altLang="ja-JP" dirty="0">
                <a:latin typeface="游ゴシック Light 見出し"/>
                <a:ea typeface="游ゴシック" panose="020B0400000000000000" pitchFamily="50" charset="-128"/>
              </a:rPr>
              <a:t>Ou</a:t>
            </a:r>
            <a:r>
              <a:rPr lang="en-US" altLang="ja-JP" dirty="0">
                <a:latin typeface="游ゴシック Light 見出し"/>
                <a:ea typeface="游ゴシック" panose="020B0400000000000000" pitchFamily="50" charset="-128"/>
              </a:rPr>
              <a:t>r contributions</a:t>
            </a:r>
            <a:endParaRPr kumimoji="1" lang="ja-JP" altLang="en-US" dirty="0">
              <a:latin typeface="游ゴシック Light 見出し"/>
              <a:ea typeface="游ゴシック" panose="020B0400000000000000" pitchFamily="50" charset="-128"/>
            </a:endParaRPr>
          </a:p>
        </p:txBody>
      </p:sp>
      <p:sp>
        <p:nvSpPr>
          <p:cNvPr id="5" name="Content Placeholder 4">
            <a:extLst>
              <a:ext uri="{FF2B5EF4-FFF2-40B4-BE49-F238E27FC236}">
                <a16:creationId xmlns:a16="http://schemas.microsoft.com/office/drawing/2014/main" id="{326BE446-588D-8017-D9EE-480C9A505973}"/>
              </a:ext>
            </a:extLst>
          </p:cNvPr>
          <p:cNvSpPr>
            <a:spLocks noGrp="1"/>
          </p:cNvSpPr>
          <p:nvPr>
            <p:ph idx="1"/>
          </p:nvPr>
        </p:nvSpPr>
        <p:spPr/>
        <p:txBody>
          <a:bodyPr/>
          <a:lstStyle/>
          <a:p>
            <a:pPr marL="457200" indent="-457200">
              <a:lnSpc>
                <a:spcPct val="100000"/>
              </a:lnSpc>
            </a:pPr>
            <a:r>
              <a:rPr lang="en-US" altLang="ja-JP" b="1" dirty="0">
                <a:latin typeface="游ゴシック" panose="020B0400000000000000" pitchFamily="50" charset="-128"/>
                <a:ea typeface="游ゴシック" panose="020B0400000000000000" pitchFamily="50" charset="-128"/>
              </a:rPr>
              <a:t>Genetic Algorithm (GA) neuron compression</a:t>
            </a:r>
            <a:r>
              <a:rPr lang="en-US" altLang="ja-JP" sz="2800" b="1" dirty="0">
                <a:latin typeface="游ゴシック" panose="020B0400000000000000" pitchFamily="50" charset="-128"/>
                <a:ea typeface="游ゴシック" panose="020B0400000000000000" pitchFamily="50" charset="-128"/>
              </a:rPr>
              <a:t>:</a:t>
            </a:r>
            <a:r>
              <a:rPr lang="en-US" altLang="ja-JP" b="1" dirty="0">
                <a:latin typeface="游ゴシック" panose="020B0400000000000000" pitchFamily="50" charset="-128"/>
                <a:ea typeface="游ゴシック" panose="020B0400000000000000" pitchFamily="50" charset="-128"/>
              </a:rPr>
              <a:t> </a:t>
            </a:r>
            <a:r>
              <a:rPr lang="en-US" altLang="ja-JP" dirty="0">
                <a:latin typeface="游ゴシック" panose="020B0400000000000000" pitchFamily="50" charset="-128"/>
                <a:ea typeface="游ゴシック" panose="020B0400000000000000" pitchFamily="50" charset="-128"/>
              </a:rPr>
              <a:t>More robust to the increased number of sub-models</a:t>
            </a:r>
          </a:p>
          <a:p>
            <a:pPr marL="0" indent="0">
              <a:lnSpc>
                <a:spcPct val="100000"/>
              </a:lnSpc>
              <a:buNone/>
            </a:pPr>
            <a:endParaRPr lang="en-US" altLang="ja-JP" dirty="0">
              <a:latin typeface="游ゴシック" panose="020B0400000000000000" pitchFamily="50" charset="-128"/>
              <a:ea typeface="游ゴシック" panose="020B0400000000000000" pitchFamily="50" charset="-128"/>
            </a:endParaRPr>
          </a:p>
          <a:p>
            <a:pPr marL="457200" indent="-457200">
              <a:lnSpc>
                <a:spcPct val="100000"/>
              </a:lnSpc>
              <a:buFont typeface="Arial" panose="020B0604020202020204" pitchFamily="34" charset="0"/>
              <a:buChar char="•"/>
            </a:pPr>
            <a:r>
              <a:rPr lang="en-US" altLang="ja-JP" sz="2800" b="1" dirty="0">
                <a:latin typeface="游ゴシック" panose="020B0400000000000000" pitchFamily="50" charset="-128"/>
                <a:ea typeface="游ゴシック" panose="020B0400000000000000" pitchFamily="50" charset="-128"/>
              </a:rPr>
              <a:t>Comprehensive neuron metric: </a:t>
            </a:r>
            <a:r>
              <a:rPr lang="en-US" altLang="ja-JP" dirty="0">
                <a:latin typeface="游ゴシック" panose="020B0400000000000000" pitchFamily="50" charset="-128"/>
                <a:ea typeface="游ゴシック" panose="020B0400000000000000" pitchFamily="50" charset="-128"/>
              </a:rPr>
              <a:t>Combination of small test and neuron redundancy metric</a:t>
            </a:r>
          </a:p>
          <a:p>
            <a:pPr marL="457200" indent="-457200">
              <a:lnSpc>
                <a:spcPct val="100000"/>
              </a:lnSpc>
              <a:buFont typeface="Arial" panose="020B0604020202020204" pitchFamily="34" charset="0"/>
              <a:buChar char="•"/>
            </a:pPr>
            <a:endParaRPr lang="en-US" altLang="ja-JP" sz="2800" dirty="0"/>
          </a:p>
          <a:p>
            <a:pPr marL="457200" indent="-457200">
              <a:lnSpc>
                <a:spcPct val="100000"/>
              </a:lnSpc>
              <a:buFont typeface="Arial" panose="020B0604020202020204" pitchFamily="34" charset="0"/>
              <a:buChar char="•"/>
            </a:pPr>
            <a:endParaRPr lang="en-US" altLang="ja-JP" sz="2800" dirty="0"/>
          </a:p>
        </p:txBody>
      </p:sp>
      <p:sp>
        <p:nvSpPr>
          <p:cNvPr id="4" name="スライド番号プレースホルダー 3">
            <a:extLst>
              <a:ext uri="{FF2B5EF4-FFF2-40B4-BE49-F238E27FC236}">
                <a16:creationId xmlns:a16="http://schemas.microsoft.com/office/drawing/2014/main" id="{5DE5A46A-6EB8-67EE-6F76-8853F937EAD9}"/>
              </a:ext>
            </a:extLst>
          </p:cNvPr>
          <p:cNvSpPr>
            <a:spLocks noGrp="1"/>
          </p:cNvSpPr>
          <p:nvPr>
            <p:ph type="sldNum" sz="quarter" idx="12"/>
          </p:nvPr>
        </p:nvSpPr>
        <p:spPr/>
        <p:txBody>
          <a:bodyPr/>
          <a:lstStyle/>
          <a:p>
            <a:fld id="{CFFA4DB8-81C2-45EB-B76F-7E8B992AE6A0}" type="slidenum">
              <a:rPr kumimoji="1" lang="ja-JP" altLang="en-US" smtClean="0"/>
              <a:t>8</a:t>
            </a:fld>
            <a:endParaRPr kumimoji="1" lang="ja-JP" altLang="en-US"/>
          </a:p>
        </p:txBody>
      </p:sp>
    </p:spTree>
    <p:extLst>
      <p:ext uri="{BB962C8B-B14F-4D97-AF65-F5344CB8AC3E}">
        <p14:creationId xmlns:p14="http://schemas.microsoft.com/office/powerpoint/2010/main" val="3213329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8ED3C-7840-8BBF-AADC-8E59FC3C3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AF9094-CB19-F087-E866-FA3229B130D8}"/>
              </a:ext>
            </a:extLst>
          </p:cNvPr>
          <p:cNvSpPr>
            <a:spLocks noGrp="1"/>
          </p:cNvSpPr>
          <p:nvPr>
            <p:ph type="title"/>
          </p:nvPr>
        </p:nvSpPr>
        <p:spPr/>
        <p:txBody>
          <a:bodyPr>
            <a:normAutofit/>
          </a:bodyPr>
          <a:lstStyle/>
          <a:p>
            <a:r>
              <a:rPr lang="en-JP" sz="4800" dirty="0">
                <a:latin typeface="游ゴシック Light" panose="020B0300000000000000" pitchFamily="50" charset="-128"/>
                <a:ea typeface="游ゴシック Light" panose="020B0300000000000000" pitchFamily="50" charset="-128"/>
              </a:rPr>
              <a:t>Outline</a:t>
            </a:r>
          </a:p>
        </p:txBody>
      </p:sp>
      <p:sp>
        <p:nvSpPr>
          <p:cNvPr id="3" name="Content Placeholder 2">
            <a:extLst>
              <a:ext uri="{FF2B5EF4-FFF2-40B4-BE49-F238E27FC236}">
                <a16:creationId xmlns:a16="http://schemas.microsoft.com/office/drawing/2014/main" id="{3E0AE63C-E148-E6E3-440A-F346095BEA2B}"/>
              </a:ext>
            </a:extLst>
          </p:cNvPr>
          <p:cNvSpPr>
            <a:spLocks noGrp="1"/>
          </p:cNvSpPr>
          <p:nvPr>
            <p:ph idx="1"/>
          </p:nvPr>
        </p:nvSpPr>
        <p:spPr/>
        <p:txBody>
          <a:bodyPr>
            <a:normAutofit/>
          </a:bodyPr>
          <a:lstStyle/>
          <a:p>
            <a:pPr>
              <a:lnSpc>
                <a:spcPct val="200000"/>
              </a:lnSpc>
            </a:pPr>
            <a:r>
              <a:rPr lang="en-JP" dirty="0">
                <a:solidFill>
                  <a:schemeClr val="tx1">
                    <a:lumMod val="65000"/>
                    <a:lumOff val="35000"/>
                  </a:schemeClr>
                </a:solidFill>
                <a:latin typeface="+mn-ea"/>
              </a:rPr>
              <a:t>Introduction</a:t>
            </a:r>
          </a:p>
          <a:p>
            <a:pPr>
              <a:lnSpc>
                <a:spcPct val="200000"/>
              </a:lnSpc>
            </a:pPr>
            <a:r>
              <a:rPr lang="en-US" b="1" dirty="0">
                <a:latin typeface="+mn-ea"/>
              </a:rPr>
              <a:t>Proposed Method</a:t>
            </a:r>
          </a:p>
          <a:p>
            <a:pPr>
              <a:lnSpc>
                <a:spcPct val="200000"/>
              </a:lnSpc>
            </a:pPr>
            <a:r>
              <a:rPr lang="en-US" dirty="0">
                <a:solidFill>
                  <a:schemeClr val="tx1">
                    <a:lumMod val="65000"/>
                    <a:lumOff val="35000"/>
                  </a:schemeClr>
                </a:solidFill>
                <a:latin typeface="+mn-ea"/>
              </a:rPr>
              <a:t>Evaluation &amp; Result</a:t>
            </a:r>
          </a:p>
          <a:p>
            <a:pPr>
              <a:lnSpc>
                <a:spcPct val="200000"/>
              </a:lnSpc>
            </a:pPr>
            <a:r>
              <a:rPr lang="en-US" dirty="0">
                <a:solidFill>
                  <a:schemeClr val="tx1">
                    <a:lumMod val="65000"/>
                    <a:lumOff val="35000"/>
                  </a:schemeClr>
                </a:solidFill>
                <a:latin typeface="+mn-ea"/>
              </a:rPr>
              <a:t>Conclusion</a:t>
            </a:r>
            <a:endParaRPr lang="en-JP" dirty="0">
              <a:solidFill>
                <a:schemeClr val="tx1">
                  <a:lumMod val="65000"/>
                  <a:lumOff val="35000"/>
                </a:schemeClr>
              </a:solidFill>
              <a:latin typeface="+mn-ea"/>
            </a:endParaRPr>
          </a:p>
          <a:p>
            <a:pPr>
              <a:lnSpc>
                <a:spcPct val="200000"/>
              </a:lnSpc>
            </a:pPr>
            <a:endParaRPr lang="en-JP" dirty="0"/>
          </a:p>
        </p:txBody>
      </p:sp>
      <p:sp>
        <p:nvSpPr>
          <p:cNvPr id="4" name="Slide Number Placeholder 3">
            <a:extLst>
              <a:ext uri="{FF2B5EF4-FFF2-40B4-BE49-F238E27FC236}">
                <a16:creationId xmlns:a16="http://schemas.microsoft.com/office/drawing/2014/main" id="{515BA942-4523-0E53-E57F-CA279BBA378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E1630E-4032-3047-98BF-B11EB6324D3D}" type="slidenum">
              <a:rPr kumimoji="1" lang="en-JP" sz="1200" b="0" i="0" u="none" strike="noStrike" kern="1200" cap="none" spc="0" normalizeH="0" baseline="0" noProof="0" smtClean="0">
                <a:ln>
                  <a:noFill/>
                </a:ln>
                <a:solidFill>
                  <a:prstClr val="black">
                    <a:tint val="82000"/>
                  </a:prstClr>
                </a:solidFill>
                <a:effectLst/>
                <a:uLnTx/>
                <a:uFillTx/>
                <a:latin typeface="游ゴシック"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en-JP" sz="1200" b="0" i="0" u="none" strike="noStrike" kern="1200" cap="none" spc="0" normalizeH="0" baseline="0" noProof="0">
              <a:ln>
                <a:noFill/>
              </a:ln>
              <a:solidFill>
                <a:prstClr val="black">
                  <a:tint val="82000"/>
                </a:prstClr>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552081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FA4F2-51CB-6BC9-362E-A0025EBB35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395F7B-F794-967B-4AC6-D52EDD52ECE5}"/>
              </a:ext>
            </a:extLst>
          </p:cNvPr>
          <p:cNvSpPr>
            <a:spLocks noGrp="1"/>
          </p:cNvSpPr>
          <p:nvPr>
            <p:ph type="title"/>
          </p:nvPr>
        </p:nvSpPr>
        <p:spPr/>
        <p:txBody>
          <a:bodyPr/>
          <a:lstStyle/>
          <a:p>
            <a:r>
              <a:rPr lang="en-US" dirty="0">
                <a:latin typeface="游ゴシック Light 見出し"/>
              </a:rPr>
              <a:t>Overall Flow</a:t>
            </a:r>
            <a:endParaRPr lang="en-JP" dirty="0">
              <a:latin typeface="游ゴシック Light 見出し"/>
            </a:endParaRPr>
          </a:p>
        </p:txBody>
      </p:sp>
      <p:sp>
        <p:nvSpPr>
          <p:cNvPr id="3" name="スライド番号プレースホルダー 2">
            <a:extLst>
              <a:ext uri="{FF2B5EF4-FFF2-40B4-BE49-F238E27FC236}">
                <a16:creationId xmlns:a16="http://schemas.microsoft.com/office/drawing/2014/main" id="{3DDAF8C8-1D03-1C60-8D90-C671E7F79239}"/>
              </a:ext>
            </a:extLst>
          </p:cNvPr>
          <p:cNvSpPr>
            <a:spLocks noGrp="1"/>
          </p:cNvSpPr>
          <p:nvPr>
            <p:ph type="sldNum" sz="quarter" idx="12"/>
          </p:nvPr>
        </p:nvSpPr>
        <p:spPr/>
        <p:txBody>
          <a:bodyPr/>
          <a:lstStyle/>
          <a:p>
            <a:fld id="{05775D0E-D6FD-4847-A4AD-7D56F7F6616B}" type="slidenum">
              <a:rPr lang="en-JP" smtClean="0"/>
              <a:t>10</a:t>
            </a:fld>
            <a:endParaRPr lang="en-JP"/>
          </a:p>
        </p:txBody>
      </p:sp>
      <p:pic>
        <p:nvPicPr>
          <p:cNvPr id="118" name="図 117">
            <a:extLst>
              <a:ext uri="{FF2B5EF4-FFF2-40B4-BE49-F238E27FC236}">
                <a16:creationId xmlns:a16="http://schemas.microsoft.com/office/drawing/2014/main" id="{1CEA1EC2-E218-A335-58AD-2F0370BFF6C5}"/>
              </a:ext>
            </a:extLst>
          </p:cNvPr>
          <p:cNvPicPr>
            <a:picLocks noChangeAspect="1"/>
          </p:cNvPicPr>
          <p:nvPr/>
        </p:nvPicPr>
        <p:blipFill>
          <a:blip r:embed="rId3"/>
          <a:stretch>
            <a:fillRect/>
          </a:stretch>
        </p:blipFill>
        <p:spPr>
          <a:xfrm>
            <a:off x="1848753" y="1690688"/>
            <a:ext cx="8494493" cy="4610028"/>
          </a:xfrm>
          <a:prstGeom prst="rect">
            <a:avLst/>
          </a:prstGeom>
        </p:spPr>
      </p:pic>
      <p:sp>
        <p:nvSpPr>
          <p:cNvPr id="119" name="四角形: 角を丸くする 118">
            <a:extLst>
              <a:ext uri="{FF2B5EF4-FFF2-40B4-BE49-F238E27FC236}">
                <a16:creationId xmlns:a16="http://schemas.microsoft.com/office/drawing/2014/main" id="{DA2FD76B-E545-C2A9-0C63-9FA7177B96E1}"/>
              </a:ext>
            </a:extLst>
          </p:cNvPr>
          <p:cNvSpPr/>
          <p:nvPr/>
        </p:nvSpPr>
        <p:spPr>
          <a:xfrm>
            <a:off x="7666890" y="1879600"/>
            <a:ext cx="2989795" cy="4610028"/>
          </a:xfrm>
          <a:prstGeom prst="round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67930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0F953-6D08-4953-7368-57D90DE0A1E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454AF8B-FC80-B055-0C29-EC46FABC29A9}"/>
              </a:ext>
            </a:extLst>
          </p:cNvPr>
          <p:cNvSpPr>
            <a:spLocks noGrp="1"/>
          </p:cNvSpPr>
          <p:nvPr>
            <p:ph type="title"/>
          </p:nvPr>
        </p:nvSpPr>
        <p:spPr/>
        <p:txBody>
          <a:bodyPr/>
          <a:lstStyle/>
          <a:p>
            <a:r>
              <a:rPr kumimoji="1" lang="en-US" altLang="ja-JP" dirty="0">
                <a:latin typeface="游ゴシック Light 見出し"/>
              </a:rPr>
              <a:t>Chromosome Network Representation</a:t>
            </a:r>
            <a:endParaRPr kumimoji="1" lang="ja-JP" altLang="en-US" dirty="0">
              <a:latin typeface="游ゴシック Light 見出し"/>
            </a:endParaRPr>
          </a:p>
        </p:txBody>
      </p:sp>
      <p:sp>
        <p:nvSpPr>
          <p:cNvPr id="6" name="スライド番号プレースホルダー 5">
            <a:extLst>
              <a:ext uri="{FF2B5EF4-FFF2-40B4-BE49-F238E27FC236}">
                <a16:creationId xmlns:a16="http://schemas.microsoft.com/office/drawing/2014/main" id="{131EB4DB-BF20-0CF6-4C29-6ECA451B73B1}"/>
              </a:ext>
            </a:extLst>
          </p:cNvPr>
          <p:cNvSpPr>
            <a:spLocks noGrp="1"/>
          </p:cNvSpPr>
          <p:nvPr>
            <p:ph type="sldNum" sz="quarter" idx="12"/>
          </p:nvPr>
        </p:nvSpPr>
        <p:spPr/>
        <p:txBody>
          <a:bodyPr/>
          <a:lstStyle/>
          <a:p>
            <a:fld id="{05775D0E-D6FD-4847-A4AD-7D56F7F6616B}" type="slidenum">
              <a:rPr lang="en-JP" smtClean="0"/>
              <a:t>11</a:t>
            </a:fld>
            <a:endParaRPr lang="en-JP" dirty="0"/>
          </a:p>
        </p:txBody>
      </p:sp>
      <mc:AlternateContent xmlns:mc="http://schemas.openxmlformats.org/markup-compatibility/2006" xmlns:p14="http://schemas.microsoft.com/office/powerpoint/2010/main">
        <mc:Choice Requires="p14">
          <p:contentPart p14:bwMode="auto" r:id="rId3">
            <p14:nvContentPartPr>
              <p14:cNvPr id="11" name="インク 10">
                <a:extLst>
                  <a:ext uri="{FF2B5EF4-FFF2-40B4-BE49-F238E27FC236}">
                    <a16:creationId xmlns:a16="http://schemas.microsoft.com/office/drawing/2014/main" id="{B9323878-01BE-8A50-3F2E-A2D7B5C4795B}"/>
                  </a:ext>
                </a:extLst>
              </p14:cNvPr>
              <p14:cNvContentPartPr/>
              <p14:nvPr/>
            </p14:nvContentPartPr>
            <p14:xfrm>
              <a:off x="5593806" y="2983381"/>
              <a:ext cx="1215720" cy="146880"/>
            </p14:xfrm>
          </p:contentPart>
        </mc:Choice>
        <mc:Fallback xmlns="">
          <p:pic>
            <p:nvPicPr>
              <p:cNvPr id="11" name="インク 10">
                <a:extLst>
                  <a:ext uri="{FF2B5EF4-FFF2-40B4-BE49-F238E27FC236}">
                    <a16:creationId xmlns:a16="http://schemas.microsoft.com/office/drawing/2014/main" id="{9E56C1DA-4561-52A6-8AD4-4CBB9C39461D}"/>
                  </a:ext>
                </a:extLst>
              </p:cNvPr>
              <p:cNvPicPr/>
              <p:nvPr/>
            </p:nvPicPr>
            <p:blipFill>
              <a:blip r:embed="rId4"/>
              <a:stretch>
                <a:fillRect/>
              </a:stretch>
            </p:blipFill>
            <p:spPr>
              <a:xfrm>
                <a:off x="5530806" y="2920226"/>
                <a:ext cx="1341360" cy="272829"/>
              </a:xfrm>
              <a:prstGeom prst="rect">
                <a:avLst/>
              </a:prstGeom>
            </p:spPr>
          </p:pic>
        </mc:Fallback>
      </mc:AlternateContent>
      <p:sp>
        <p:nvSpPr>
          <p:cNvPr id="4" name="楕円 3">
            <a:extLst>
              <a:ext uri="{FF2B5EF4-FFF2-40B4-BE49-F238E27FC236}">
                <a16:creationId xmlns:a16="http://schemas.microsoft.com/office/drawing/2014/main" id="{F2ECE831-507A-8455-D2D3-601DB46F3765}"/>
              </a:ext>
            </a:extLst>
          </p:cNvPr>
          <p:cNvSpPr/>
          <p:nvPr/>
        </p:nvSpPr>
        <p:spPr>
          <a:xfrm>
            <a:off x="2828645" y="2695514"/>
            <a:ext cx="704857" cy="7048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93E2D9C6-FA99-0281-AAE0-E679B45954B2}"/>
              </a:ext>
            </a:extLst>
          </p:cNvPr>
          <p:cNvSpPr/>
          <p:nvPr/>
        </p:nvSpPr>
        <p:spPr>
          <a:xfrm>
            <a:off x="2828644" y="3555942"/>
            <a:ext cx="704857" cy="7048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11EF857D-9814-15AF-57B7-14472799FEE1}"/>
              </a:ext>
            </a:extLst>
          </p:cNvPr>
          <p:cNvSpPr/>
          <p:nvPr/>
        </p:nvSpPr>
        <p:spPr>
          <a:xfrm>
            <a:off x="2828643" y="4416370"/>
            <a:ext cx="704857" cy="7048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A2FCC8AF-9DD7-5973-FA3E-43A32B88A324}"/>
              </a:ext>
            </a:extLst>
          </p:cNvPr>
          <p:cNvSpPr/>
          <p:nvPr/>
        </p:nvSpPr>
        <p:spPr>
          <a:xfrm>
            <a:off x="2839231" y="5276798"/>
            <a:ext cx="704857" cy="7048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楕円 26">
            <a:extLst>
              <a:ext uri="{FF2B5EF4-FFF2-40B4-BE49-F238E27FC236}">
                <a16:creationId xmlns:a16="http://schemas.microsoft.com/office/drawing/2014/main" id="{B82C03E3-E3DA-F0A2-CD0D-B7CC141C2CD8}"/>
              </a:ext>
            </a:extLst>
          </p:cNvPr>
          <p:cNvSpPr/>
          <p:nvPr/>
        </p:nvSpPr>
        <p:spPr>
          <a:xfrm>
            <a:off x="4733645" y="2695514"/>
            <a:ext cx="704857" cy="7048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E1B4830E-0D52-51F9-A087-F233E5D26EBB}"/>
              </a:ext>
            </a:extLst>
          </p:cNvPr>
          <p:cNvSpPr/>
          <p:nvPr/>
        </p:nvSpPr>
        <p:spPr>
          <a:xfrm>
            <a:off x="4733644" y="3555942"/>
            <a:ext cx="704857" cy="7048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6C865C61-C7DE-ABAA-EFDC-3CBD9588A665}"/>
              </a:ext>
            </a:extLst>
          </p:cNvPr>
          <p:cNvSpPr/>
          <p:nvPr/>
        </p:nvSpPr>
        <p:spPr>
          <a:xfrm>
            <a:off x="4733643" y="4416370"/>
            <a:ext cx="704857" cy="7048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楕円 29">
            <a:extLst>
              <a:ext uri="{FF2B5EF4-FFF2-40B4-BE49-F238E27FC236}">
                <a16:creationId xmlns:a16="http://schemas.microsoft.com/office/drawing/2014/main" id="{CECD131C-F881-C9B7-F578-1E34896DCBEB}"/>
              </a:ext>
            </a:extLst>
          </p:cNvPr>
          <p:cNvSpPr/>
          <p:nvPr/>
        </p:nvSpPr>
        <p:spPr>
          <a:xfrm>
            <a:off x="4744231" y="5276798"/>
            <a:ext cx="704857" cy="7048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6" name="直線コネクタ 35">
            <a:extLst>
              <a:ext uri="{FF2B5EF4-FFF2-40B4-BE49-F238E27FC236}">
                <a16:creationId xmlns:a16="http://schemas.microsoft.com/office/drawing/2014/main" id="{E8C09BEE-CE41-D1A7-FF5A-193C535F212D}"/>
              </a:ext>
            </a:extLst>
          </p:cNvPr>
          <p:cNvCxnSpPr>
            <a:stCxn id="4" idx="6"/>
            <a:endCxn id="27" idx="2"/>
          </p:cNvCxnSpPr>
          <p:nvPr/>
        </p:nvCxnSpPr>
        <p:spPr>
          <a:xfrm>
            <a:off x="3533502" y="3047943"/>
            <a:ext cx="1200143" cy="0"/>
          </a:xfrm>
          <a:prstGeom prst="line">
            <a:avLst/>
          </a:prstGeom>
        </p:spPr>
        <p:style>
          <a:lnRef idx="1">
            <a:schemeClr val="dk1"/>
          </a:lnRef>
          <a:fillRef idx="0">
            <a:schemeClr val="dk1"/>
          </a:fillRef>
          <a:effectRef idx="0">
            <a:schemeClr val="dk1"/>
          </a:effectRef>
          <a:fontRef idx="minor">
            <a:schemeClr val="tx1"/>
          </a:fontRef>
        </p:style>
      </p:cxnSp>
      <p:cxnSp>
        <p:nvCxnSpPr>
          <p:cNvPr id="37" name="直線コネクタ 36">
            <a:extLst>
              <a:ext uri="{FF2B5EF4-FFF2-40B4-BE49-F238E27FC236}">
                <a16:creationId xmlns:a16="http://schemas.microsoft.com/office/drawing/2014/main" id="{15EC3AB5-6CFC-F539-FE78-10B0EFF3BE51}"/>
              </a:ext>
            </a:extLst>
          </p:cNvPr>
          <p:cNvCxnSpPr>
            <a:cxnSpLocks/>
            <a:stCxn id="4" idx="6"/>
            <a:endCxn id="28" idx="2"/>
          </p:cNvCxnSpPr>
          <p:nvPr/>
        </p:nvCxnSpPr>
        <p:spPr>
          <a:xfrm>
            <a:off x="3533502" y="3047943"/>
            <a:ext cx="1200142" cy="860428"/>
          </a:xfrm>
          <a:prstGeom prst="line">
            <a:avLst/>
          </a:prstGeom>
        </p:spPr>
        <p:style>
          <a:lnRef idx="1">
            <a:schemeClr val="dk1"/>
          </a:lnRef>
          <a:fillRef idx="0">
            <a:schemeClr val="dk1"/>
          </a:fillRef>
          <a:effectRef idx="0">
            <a:schemeClr val="dk1"/>
          </a:effectRef>
          <a:fontRef idx="minor">
            <a:schemeClr val="tx1"/>
          </a:fontRef>
        </p:style>
      </p:cxnSp>
      <p:cxnSp>
        <p:nvCxnSpPr>
          <p:cNvPr id="40" name="直線コネクタ 39">
            <a:extLst>
              <a:ext uri="{FF2B5EF4-FFF2-40B4-BE49-F238E27FC236}">
                <a16:creationId xmlns:a16="http://schemas.microsoft.com/office/drawing/2014/main" id="{37103C5A-E9A4-5654-6899-F8D38AF7C94B}"/>
              </a:ext>
            </a:extLst>
          </p:cNvPr>
          <p:cNvCxnSpPr>
            <a:cxnSpLocks/>
            <a:stCxn id="4" idx="6"/>
            <a:endCxn id="29" idx="2"/>
          </p:cNvCxnSpPr>
          <p:nvPr/>
        </p:nvCxnSpPr>
        <p:spPr>
          <a:xfrm>
            <a:off x="3533502" y="3047943"/>
            <a:ext cx="1200141" cy="1720856"/>
          </a:xfrm>
          <a:prstGeom prst="line">
            <a:avLst/>
          </a:prstGeom>
        </p:spPr>
        <p:style>
          <a:lnRef idx="1">
            <a:schemeClr val="dk1"/>
          </a:lnRef>
          <a:fillRef idx="0">
            <a:schemeClr val="dk1"/>
          </a:fillRef>
          <a:effectRef idx="0">
            <a:schemeClr val="dk1"/>
          </a:effectRef>
          <a:fontRef idx="minor">
            <a:schemeClr val="tx1"/>
          </a:fontRef>
        </p:style>
      </p:cxnSp>
      <p:cxnSp>
        <p:nvCxnSpPr>
          <p:cNvPr id="43" name="直線コネクタ 42">
            <a:extLst>
              <a:ext uri="{FF2B5EF4-FFF2-40B4-BE49-F238E27FC236}">
                <a16:creationId xmlns:a16="http://schemas.microsoft.com/office/drawing/2014/main" id="{6F62FF8D-B454-DABA-F84D-88FDE5B5018A}"/>
              </a:ext>
            </a:extLst>
          </p:cNvPr>
          <p:cNvCxnSpPr>
            <a:cxnSpLocks/>
            <a:stCxn id="4" idx="6"/>
            <a:endCxn id="30" idx="2"/>
          </p:cNvCxnSpPr>
          <p:nvPr/>
        </p:nvCxnSpPr>
        <p:spPr>
          <a:xfrm>
            <a:off x="3533502" y="3047943"/>
            <a:ext cx="1210729" cy="2581284"/>
          </a:xfrm>
          <a:prstGeom prst="line">
            <a:avLst/>
          </a:prstGeom>
        </p:spPr>
        <p:style>
          <a:lnRef idx="1">
            <a:schemeClr val="dk1"/>
          </a:lnRef>
          <a:fillRef idx="0">
            <a:schemeClr val="dk1"/>
          </a:fillRef>
          <a:effectRef idx="0">
            <a:schemeClr val="dk1"/>
          </a:effectRef>
          <a:fontRef idx="minor">
            <a:schemeClr val="tx1"/>
          </a:fontRef>
        </p:style>
      </p:cxnSp>
      <p:cxnSp>
        <p:nvCxnSpPr>
          <p:cNvPr id="46" name="直線コネクタ 45">
            <a:extLst>
              <a:ext uri="{FF2B5EF4-FFF2-40B4-BE49-F238E27FC236}">
                <a16:creationId xmlns:a16="http://schemas.microsoft.com/office/drawing/2014/main" id="{C627E9E7-887B-8F8C-1343-A141BB18867A}"/>
              </a:ext>
            </a:extLst>
          </p:cNvPr>
          <p:cNvCxnSpPr>
            <a:cxnSpLocks/>
            <a:stCxn id="5" idx="6"/>
            <a:endCxn id="27" idx="2"/>
          </p:cNvCxnSpPr>
          <p:nvPr/>
        </p:nvCxnSpPr>
        <p:spPr>
          <a:xfrm flipV="1">
            <a:off x="3533501" y="3047943"/>
            <a:ext cx="1200144" cy="860428"/>
          </a:xfrm>
          <a:prstGeom prst="line">
            <a:avLst/>
          </a:prstGeom>
        </p:spPr>
        <p:style>
          <a:lnRef idx="1">
            <a:schemeClr val="dk1"/>
          </a:lnRef>
          <a:fillRef idx="0">
            <a:schemeClr val="dk1"/>
          </a:fillRef>
          <a:effectRef idx="0">
            <a:schemeClr val="dk1"/>
          </a:effectRef>
          <a:fontRef idx="minor">
            <a:schemeClr val="tx1"/>
          </a:fontRef>
        </p:style>
      </p:cxnSp>
      <p:cxnSp>
        <p:nvCxnSpPr>
          <p:cNvPr id="49" name="直線コネクタ 48">
            <a:extLst>
              <a:ext uri="{FF2B5EF4-FFF2-40B4-BE49-F238E27FC236}">
                <a16:creationId xmlns:a16="http://schemas.microsoft.com/office/drawing/2014/main" id="{B5BB26CA-2163-4850-743F-2DB09F63ED84}"/>
              </a:ext>
            </a:extLst>
          </p:cNvPr>
          <p:cNvCxnSpPr>
            <a:cxnSpLocks/>
            <a:stCxn id="5" idx="6"/>
            <a:endCxn id="28" idx="2"/>
          </p:cNvCxnSpPr>
          <p:nvPr/>
        </p:nvCxnSpPr>
        <p:spPr>
          <a:xfrm>
            <a:off x="3533501" y="3908371"/>
            <a:ext cx="1200143" cy="0"/>
          </a:xfrm>
          <a:prstGeom prst="line">
            <a:avLst/>
          </a:prstGeom>
        </p:spPr>
        <p:style>
          <a:lnRef idx="1">
            <a:schemeClr val="dk1"/>
          </a:lnRef>
          <a:fillRef idx="0">
            <a:schemeClr val="dk1"/>
          </a:fillRef>
          <a:effectRef idx="0">
            <a:schemeClr val="dk1"/>
          </a:effectRef>
          <a:fontRef idx="minor">
            <a:schemeClr val="tx1"/>
          </a:fontRef>
        </p:style>
      </p:cxnSp>
      <p:cxnSp>
        <p:nvCxnSpPr>
          <p:cNvPr id="52" name="直線コネクタ 51">
            <a:extLst>
              <a:ext uri="{FF2B5EF4-FFF2-40B4-BE49-F238E27FC236}">
                <a16:creationId xmlns:a16="http://schemas.microsoft.com/office/drawing/2014/main" id="{BBEE1B46-38C7-3FFE-0270-83089EA90529}"/>
              </a:ext>
            </a:extLst>
          </p:cNvPr>
          <p:cNvCxnSpPr>
            <a:cxnSpLocks/>
            <a:stCxn id="5" idx="6"/>
            <a:endCxn id="29" idx="2"/>
          </p:cNvCxnSpPr>
          <p:nvPr/>
        </p:nvCxnSpPr>
        <p:spPr>
          <a:xfrm>
            <a:off x="3533501" y="3908371"/>
            <a:ext cx="1200142" cy="860428"/>
          </a:xfrm>
          <a:prstGeom prst="line">
            <a:avLst/>
          </a:prstGeom>
        </p:spPr>
        <p:style>
          <a:lnRef idx="1">
            <a:schemeClr val="dk1"/>
          </a:lnRef>
          <a:fillRef idx="0">
            <a:schemeClr val="dk1"/>
          </a:fillRef>
          <a:effectRef idx="0">
            <a:schemeClr val="dk1"/>
          </a:effectRef>
          <a:fontRef idx="minor">
            <a:schemeClr val="tx1"/>
          </a:fontRef>
        </p:style>
      </p:cxnSp>
      <p:cxnSp>
        <p:nvCxnSpPr>
          <p:cNvPr id="55" name="直線コネクタ 54">
            <a:extLst>
              <a:ext uri="{FF2B5EF4-FFF2-40B4-BE49-F238E27FC236}">
                <a16:creationId xmlns:a16="http://schemas.microsoft.com/office/drawing/2014/main" id="{89C58DAB-6F39-368E-9A36-33D701F84A30}"/>
              </a:ext>
            </a:extLst>
          </p:cNvPr>
          <p:cNvCxnSpPr>
            <a:cxnSpLocks/>
            <a:stCxn id="5" idx="6"/>
            <a:endCxn id="30" idx="2"/>
          </p:cNvCxnSpPr>
          <p:nvPr/>
        </p:nvCxnSpPr>
        <p:spPr>
          <a:xfrm>
            <a:off x="3533501" y="3908371"/>
            <a:ext cx="1210730" cy="1720856"/>
          </a:xfrm>
          <a:prstGeom prst="line">
            <a:avLst/>
          </a:prstGeom>
        </p:spPr>
        <p:style>
          <a:lnRef idx="1">
            <a:schemeClr val="dk1"/>
          </a:lnRef>
          <a:fillRef idx="0">
            <a:schemeClr val="dk1"/>
          </a:fillRef>
          <a:effectRef idx="0">
            <a:schemeClr val="dk1"/>
          </a:effectRef>
          <a:fontRef idx="minor">
            <a:schemeClr val="tx1"/>
          </a:fontRef>
        </p:style>
      </p:cxnSp>
      <p:cxnSp>
        <p:nvCxnSpPr>
          <p:cNvPr id="58" name="直線コネクタ 57">
            <a:extLst>
              <a:ext uri="{FF2B5EF4-FFF2-40B4-BE49-F238E27FC236}">
                <a16:creationId xmlns:a16="http://schemas.microsoft.com/office/drawing/2014/main" id="{ACA9FC7C-544E-0B88-910E-C5ECEB71FA74}"/>
              </a:ext>
            </a:extLst>
          </p:cNvPr>
          <p:cNvCxnSpPr>
            <a:cxnSpLocks/>
            <a:stCxn id="14" idx="6"/>
            <a:endCxn id="27" idx="2"/>
          </p:cNvCxnSpPr>
          <p:nvPr/>
        </p:nvCxnSpPr>
        <p:spPr>
          <a:xfrm flipV="1">
            <a:off x="3533500" y="3047943"/>
            <a:ext cx="1200145" cy="1720856"/>
          </a:xfrm>
          <a:prstGeom prst="line">
            <a:avLst/>
          </a:prstGeom>
        </p:spPr>
        <p:style>
          <a:lnRef idx="1">
            <a:schemeClr val="dk1"/>
          </a:lnRef>
          <a:fillRef idx="0">
            <a:schemeClr val="dk1"/>
          </a:fillRef>
          <a:effectRef idx="0">
            <a:schemeClr val="dk1"/>
          </a:effectRef>
          <a:fontRef idx="minor">
            <a:schemeClr val="tx1"/>
          </a:fontRef>
        </p:style>
      </p:cxnSp>
      <p:cxnSp>
        <p:nvCxnSpPr>
          <p:cNvPr id="62" name="直線コネクタ 61">
            <a:extLst>
              <a:ext uri="{FF2B5EF4-FFF2-40B4-BE49-F238E27FC236}">
                <a16:creationId xmlns:a16="http://schemas.microsoft.com/office/drawing/2014/main" id="{58664F55-78F2-3DEA-3844-E20CAAC16E68}"/>
              </a:ext>
            </a:extLst>
          </p:cNvPr>
          <p:cNvCxnSpPr>
            <a:cxnSpLocks/>
            <a:stCxn id="14" idx="6"/>
            <a:endCxn id="28" idx="2"/>
          </p:cNvCxnSpPr>
          <p:nvPr/>
        </p:nvCxnSpPr>
        <p:spPr>
          <a:xfrm flipV="1">
            <a:off x="3533500" y="3908371"/>
            <a:ext cx="1200144" cy="860428"/>
          </a:xfrm>
          <a:prstGeom prst="line">
            <a:avLst/>
          </a:prstGeom>
        </p:spPr>
        <p:style>
          <a:lnRef idx="1">
            <a:schemeClr val="dk1"/>
          </a:lnRef>
          <a:fillRef idx="0">
            <a:schemeClr val="dk1"/>
          </a:fillRef>
          <a:effectRef idx="0">
            <a:schemeClr val="dk1"/>
          </a:effectRef>
          <a:fontRef idx="minor">
            <a:schemeClr val="tx1"/>
          </a:fontRef>
        </p:style>
      </p:cxnSp>
      <p:cxnSp>
        <p:nvCxnSpPr>
          <p:cNvPr id="65" name="直線コネクタ 64">
            <a:extLst>
              <a:ext uri="{FF2B5EF4-FFF2-40B4-BE49-F238E27FC236}">
                <a16:creationId xmlns:a16="http://schemas.microsoft.com/office/drawing/2014/main" id="{70DEDFFE-3F97-09D5-1898-1F3265EA8FC5}"/>
              </a:ext>
            </a:extLst>
          </p:cNvPr>
          <p:cNvCxnSpPr>
            <a:cxnSpLocks/>
            <a:stCxn id="14" idx="6"/>
            <a:endCxn id="29" idx="2"/>
          </p:cNvCxnSpPr>
          <p:nvPr/>
        </p:nvCxnSpPr>
        <p:spPr>
          <a:xfrm>
            <a:off x="3533500" y="4768799"/>
            <a:ext cx="1200143" cy="0"/>
          </a:xfrm>
          <a:prstGeom prst="line">
            <a:avLst/>
          </a:prstGeom>
        </p:spPr>
        <p:style>
          <a:lnRef idx="1">
            <a:schemeClr val="dk1"/>
          </a:lnRef>
          <a:fillRef idx="0">
            <a:schemeClr val="dk1"/>
          </a:fillRef>
          <a:effectRef idx="0">
            <a:schemeClr val="dk1"/>
          </a:effectRef>
          <a:fontRef idx="minor">
            <a:schemeClr val="tx1"/>
          </a:fontRef>
        </p:style>
      </p:cxnSp>
      <p:cxnSp>
        <p:nvCxnSpPr>
          <p:cNvPr id="68" name="直線コネクタ 67">
            <a:extLst>
              <a:ext uri="{FF2B5EF4-FFF2-40B4-BE49-F238E27FC236}">
                <a16:creationId xmlns:a16="http://schemas.microsoft.com/office/drawing/2014/main" id="{61D6357C-934B-45DE-E033-54134F96A941}"/>
              </a:ext>
            </a:extLst>
          </p:cNvPr>
          <p:cNvCxnSpPr>
            <a:cxnSpLocks/>
            <a:stCxn id="14" idx="6"/>
            <a:endCxn id="30" idx="2"/>
          </p:cNvCxnSpPr>
          <p:nvPr/>
        </p:nvCxnSpPr>
        <p:spPr>
          <a:xfrm>
            <a:off x="3533500" y="4768799"/>
            <a:ext cx="1210731" cy="860428"/>
          </a:xfrm>
          <a:prstGeom prst="line">
            <a:avLst/>
          </a:prstGeom>
        </p:spPr>
        <p:style>
          <a:lnRef idx="1">
            <a:schemeClr val="dk1"/>
          </a:lnRef>
          <a:fillRef idx="0">
            <a:schemeClr val="dk1"/>
          </a:fillRef>
          <a:effectRef idx="0">
            <a:schemeClr val="dk1"/>
          </a:effectRef>
          <a:fontRef idx="minor">
            <a:schemeClr val="tx1"/>
          </a:fontRef>
        </p:style>
      </p:cxnSp>
      <p:cxnSp>
        <p:nvCxnSpPr>
          <p:cNvPr id="71" name="直線コネクタ 70">
            <a:extLst>
              <a:ext uri="{FF2B5EF4-FFF2-40B4-BE49-F238E27FC236}">
                <a16:creationId xmlns:a16="http://schemas.microsoft.com/office/drawing/2014/main" id="{CF2F01CD-0F53-B1CA-0DEF-FCC6873832E1}"/>
              </a:ext>
            </a:extLst>
          </p:cNvPr>
          <p:cNvCxnSpPr>
            <a:cxnSpLocks/>
            <a:stCxn id="26" idx="6"/>
            <a:endCxn id="27" idx="2"/>
          </p:cNvCxnSpPr>
          <p:nvPr/>
        </p:nvCxnSpPr>
        <p:spPr>
          <a:xfrm flipV="1">
            <a:off x="3544088" y="3047943"/>
            <a:ext cx="1189557" cy="2581284"/>
          </a:xfrm>
          <a:prstGeom prst="line">
            <a:avLst/>
          </a:prstGeom>
        </p:spPr>
        <p:style>
          <a:lnRef idx="1">
            <a:schemeClr val="dk1"/>
          </a:lnRef>
          <a:fillRef idx="0">
            <a:schemeClr val="dk1"/>
          </a:fillRef>
          <a:effectRef idx="0">
            <a:schemeClr val="dk1"/>
          </a:effectRef>
          <a:fontRef idx="minor">
            <a:schemeClr val="tx1"/>
          </a:fontRef>
        </p:style>
      </p:cxnSp>
      <p:cxnSp>
        <p:nvCxnSpPr>
          <p:cNvPr id="74" name="直線コネクタ 73">
            <a:extLst>
              <a:ext uri="{FF2B5EF4-FFF2-40B4-BE49-F238E27FC236}">
                <a16:creationId xmlns:a16="http://schemas.microsoft.com/office/drawing/2014/main" id="{65CE5481-FC40-DA24-9035-39FE96040F39}"/>
              </a:ext>
            </a:extLst>
          </p:cNvPr>
          <p:cNvCxnSpPr>
            <a:cxnSpLocks/>
            <a:stCxn id="26" idx="6"/>
            <a:endCxn id="28" idx="2"/>
          </p:cNvCxnSpPr>
          <p:nvPr/>
        </p:nvCxnSpPr>
        <p:spPr>
          <a:xfrm flipV="1">
            <a:off x="3544088" y="3908371"/>
            <a:ext cx="1189556" cy="1720856"/>
          </a:xfrm>
          <a:prstGeom prst="line">
            <a:avLst/>
          </a:prstGeom>
        </p:spPr>
        <p:style>
          <a:lnRef idx="1">
            <a:schemeClr val="dk1"/>
          </a:lnRef>
          <a:fillRef idx="0">
            <a:schemeClr val="dk1"/>
          </a:fillRef>
          <a:effectRef idx="0">
            <a:schemeClr val="dk1"/>
          </a:effectRef>
          <a:fontRef idx="minor">
            <a:schemeClr val="tx1"/>
          </a:fontRef>
        </p:style>
      </p:cxnSp>
      <p:cxnSp>
        <p:nvCxnSpPr>
          <p:cNvPr id="77" name="直線コネクタ 76">
            <a:extLst>
              <a:ext uri="{FF2B5EF4-FFF2-40B4-BE49-F238E27FC236}">
                <a16:creationId xmlns:a16="http://schemas.microsoft.com/office/drawing/2014/main" id="{1CBBC470-4D93-51E2-0A7E-6AA9C3F9F1B3}"/>
              </a:ext>
            </a:extLst>
          </p:cNvPr>
          <p:cNvCxnSpPr>
            <a:cxnSpLocks/>
            <a:stCxn id="26" idx="6"/>
            <a:endCxn id="29" idx="2"/>
          </p:cNvCxnSpPr>
          <p:nvPr/>
        </p:nvCxnSpPr>
        <p:spPr>
          <a:xfrm flipV="1">
            <a:off x="3544088" y="4768799"/>
            <a:ext cx="1189555" cy="860428"/>
          </a:xfrm>
          <a:prstGeom prst="line">
            <a:avLst/>
          </a:prstGeom>
        </p:spPr>
        <p:style>
          <a:lnRef idx="1">
            <a:schemeClr val="dk1"/>
          </a:lnRef>
          <a:fillRef idx="0">
            <a:schemeClr val="dk1"/>
          </a:fillRef>
          <a:effectRef idx="0">
            <a:schemeClr val="dk1"/>
          </a:effectRef>
          <a:fontRef idx="minor">
            <a:schemeClr val="tx1"/>
          </a:fontRef>
        </p:style>
      </p:cxnSp>
      <p:cxnSp>
        <p:nvCxnSpPr>
          <p:cNvPr id="80" name="直線コネクタ 79">
            <a:extLst>
              <a:ext uri="{FF2B5EF4-FFF2-40B4-BE49-F238E27FC236}">
                <a16:creationId xmlns:a16="http://schemas.microsoft.com/office/drawing/2014/main" id="{B77AD1DC-A265-8785-B798-43DFD0B184DA}"/>
              </a:ext>
            </a:extLst>
          </p:cNvPr>
          <p:cNvCxnSpPr>
            <a:cxnSpLocks/>
            <a:stCxn id="26" idx="6"/>
            <a:endCxn id="30" idx="2"/>
          </p:cNvCxnSpPr>
          <p:nvPr/>
        </p:nvCxnSpPr>
        <p:spPr>
          <a:xfrm>
            <a:off x="3544088" y="5629227"/>
            <a:ext cx="1200143" cy="0"/>
          </a:xfrm>
          <a:prstGeom prst="line">
            <a:avLst/>
          </a:prstGeom>
        </p:spPr>
        <p:style>
          <a:lnRef idx="1">
            <a:schemeClr val="dk1"/>
          </a:lnRef>
          <a:fillRef idx="0">
            <a:schemeClr val="dk1"/>
          </a:fillRef>
          <a:effectRef idx="0">
            <a:schemeClr val="dk1"/>
          </a:effectRef>
          <a:fontRef idx="minor">
            <a:schemeClr val="tx1"/>
          </a:fontRef>
        </p:style>
      </p:cxnSp>
      <p:cxnSp>
        <p:nvCxnSpPr>
          <p:cNvPr id="84" name="直線コネクタ 83">
            <a:extLst>
              <a:ext uri="{FF2B5EF4-FFF2-40B4-BE49-F238E27FC236}">
                <a16:creationId xmlns:a16="http://schemas.microsoft.com/office/drawing/2014/main" id="{CE5A7BA4-30B8-8911-BF75-5881748D81A9}"/>
              </a:ext>
            </a:extLst>
          </p:cNvPr>
          <p:cNvCxnSpPr>
            <a:stCxn id="27" idx="7"/>
            <a:endCxn id="27" idx="3"/>
          </p:cNvCxnSpPr>
          <p:nvPr/>
        </p:nvCxnSpPr>
        <p:spPr>
          <a:xfrm flipH="1">
            <a:off x="4836869" y="2798738"/>
            <a:ext cx="498409" cy="49840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35F01B23-E784-DAA7-D529-5187E5986990}"/>
              </a:ext>
            </a:extLst>
          </p:cNvPr>
          <p:cNvCxnSpPr>
            <a:cxnSpLocks/>
            <a:stCxn id="27" idx="1"/>
            <a:endCxn id="27" idx="5"/>
          </p:cNvCxnSpPr>
          <p:nvPr/>
        </p:nvCxnSpPr>
        <p:spPr>
          <a:xfrm>
            <a:off x="4836869" y="2798738"/>
            <a:ext cx="498409" cy="49840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A729C15-9288-ADE9-51D8-2212E63A2EA7}"/>
              </a:ext>
            </a:extLst>
          </p:cNvPr>
          <p:cNvCxnSpPr>
            <a:cxnSpLocks/>
            <a:stCxn id="29" idx="1"/>
            <a:endCxn id="29" idx="5"/>
          </p:cNvCxnSpPr>
          <p:nvPr/>
        </p:nvCxnSpPr>
        <p:spPr>
          <a:xfrm>
            <a:off x="4836867" y="4519594"/>
            <a:ext cx="498409" cy="49840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84CA68AE-CB53-304D-C2BB-68B65BA87E12}"/>
              </a:ext>
            </a:extLst>
          </p:cNvPr>
          <p:cNvCxnSpPr>
            <a:cxnSpLocks/>
            <a:stCxn id="29" idx="3"/>
            <a:endCxn id="29" idx="7"/>
          </p:cNvCxnSpPr>
          <p:nvPr/>
        </p:nvCxnSpPr>
        <p:spPr>
          <a:xfrm flipV="1">
            <a:off x="4836867" y="4519594"/>
            <a:ext cx="498409" cy="49840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94" name="表 93">
            <a:extLst>
              <a:ext uri="{FF2B5EF4-FFF2-40B4-BE49-F238E27FC236}">
                <a16:creationId xmlns:a16="http://schemas.microsoft.com/office/drawing/2014/main" id="{1EB2B2E6-585A-9C6D-B7E8-208D6D15BC49}"/>
              </a:ext>
            </a:extLst>
          </p:cNvPr>
          <p:cNvGraphicFramePr>
            <a:graphicFrameLocks noGrp="1"/>
          </p:cNvGraphicFramePr>
          <p:nvPr/>
        </p:nvGraphicFramePr>
        <p:xfrm>
          <a:off x="6964830" y="2862522"/>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sp>
        <p:nvSpPr>
          <p:cNvPr id="95" name="テキスト ボックス 94">
            <a:extLst>
              <a:ext uri="{FF2B5EF4-FFF2-40B4-BE49-F238E27FC236}">
                <a16:creationId xmlns:a16="http://schemas.microsoft.com/office/drawing/2014/main" id="{68E93EED-0C74-0F9D-F70D-845CD7C4144B}"/>
              </a:ext>
            </a:extLst>
          </p:cNvPr>
          <p:cNvSpPr txBox="1"/>
          <p:nvPr/>
        </p:nvSpPr>
        <p:spPr>
          <a:xfrm>
            <a:off x="2171142" y="2256848"/>
            <a:ext cx="2019858" cy="369332"/>
          </a:xfrm>
          <a:prstGeom prst="rect">
            <a:avLst/>
          </a:prstGeom>
          <a:noFill/>
        </p:spPr>
        <p:txBody>
          <a:bodyPr wrap="square" rtlCol="0">
            <a:spAutoFit/>
          </a:bodyPr>
          <a:lstStyle/>
          <a:p>
            <a:pPr algn="ctr"/>
            <a:r>
              <a:rPr kumimoji="1" lang="en-US" altLang="ja-JP" b="1" dirty="0"/>
              <a:t>Input Layer</a:t>
            </a:r>
          </a:p>
        </p:txBody>
      </p:sp>
      <p:sp>
        <p:nvSpPr>
          <p:cNvPr id="96" name="テキスト ボックス 95">
            <a:extLst>
              <a:ext uri="{FF2B5EF4-FFF2-40B4-BE49-F238E27FC236}">
                <a16:creationId xmlns:a16="http://schemas.microsoft.com/office/drawing/2014/main" id="{451CED11-6D51-2B79-B8DF-31AF814251F9}"/>
              </a:ext>
            </a:extLst>
          </p:cNvPr>
          <p:cNvSpPr txBox="1"/>
          <p:nvPr/>
        </p:nvSpPr>
        <p:spPr>
          <a:xfrm>
            <a:off x="4076142" y="2283063"/>
            <a:ext cx="2019858" cy="369332"/>
          </a:xfrm>
          <a:prstGeom prst="rect">
            <a:avLst/>
          </a:prstGeom>
          <a:noFill/>
        </p:spPr>
        <p:txBody>
          <a:bodyPr wrap="square" rtlCol="0">
            <a:spAutoFit/>
          </a:bodyPr>
          <a:lstStyle/>
          <a:p>
            <a:pPr algn="ctr"/>
            <a:r>
              <a:rPr kumimoji="1" lang="en-US" altLang="ja-JP" b="1" dirty="0"/>
              <a:t>Excitatory Layer</a:t>
            </a:r>
          </a:p>
        </p:txBody>
      </p:sp>
      <p:cxnSp>
        <p:nvCxnSpPr>
          <p:cNvPr id="98" name="直線矢印コネクタ 97">
            <a:extLst>
              <a:ext uri="{FF2B5EF4-FFF2-40B4-BE49-F238E27FC236}">
                <a16:creationId xmlns:a16="http://schemas.microsoft.com/office/drawing/2014/main" id="{59264B99-8B6A-2B15-F323-A3AEEC0F30E9}"/>
              </a:ext>
            </a:extLst>
          </p:cNvPr>
          <p:cNvCxnSpPr>
            <a:cxnSpLocks/>
            <a:stCxn id="94" idx="1"/>
            <a:endCxn id="27" idx="6"/>
          </p:cNvCxnSpPr>
          <p:nvPr/>
        </p:nvCxnSpPr>
        <p:spPr>
          <a:xfrm flipH="1">
            <a:off x="5438502" y="3047942"/>
            <a:ext cx="152632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1" name="コネクタ: カギ線 100">
            <a:extLst>
              <a:ext uri="{FF2B5EF4-FFF2-40B4-BE49-F238E27FC236}">
                <a16:creationId xmlns:a16="http://schemas.microsoft.com/office/drawing/2014/main" id="{3ADC136A-F422-FD0F-226A-D49369330832}"/>
              </a:ext>
            </a:extLst>
          </p:cNvPr>
          <p:cNvCxnSpPr>
            <a:endCxn id="29" idx="6"/>
          </p:cNvCxnSpPr>
          <p:nvPr/>
        </p:nvCxnSpPr>
        <p:spPr>
          <a:xfrm rot="10800000" flipV="1">
            <a:off x="5438500" y="3233361"/>
            <a:ext cx="3426878" cy="1535437"/>
          </a:xfrm>
          <a:prstGeom prst="bentConnector3">
            <a:avLst>
              <a:gd name="adj1" fmla="val 93"/>
            </a:avLst>
          </a:prstGeom>
          <a:ln>
            <a:tailEnd type="triangle"/>
          </a:ln>
        </p:spPr>
        <p:style>
          <a:lnRef idx="1">
            <a:schemeClr val="dk1"/>
          </a:lnRef>
          <a:fillRef idx="0">
            <a:schemeClr val="dk1"/>
          </a:fillRef>
          <a:effectRef idx="0">
            <a:schemeClr val="dk1"/>
          </a:effectRef>
          <a:fontRef idx="minor">
            <a:schemeClr val="tx1"/>
          </a:fontRef>
        </p:style>
      </p:cxnSp>
      <p:sp>
        <p:nvSpPr>
          <p:cNvPr id="103" name="テキスト ボックス 102">
            <a:extLst>
              <a:ext uri="{FF2B5EF4-FFF2-40B4-BE49-F238E27FC236}">
                <a16:creationId xmlns:a16="http://schemas.microsoft.com/office/drawing/2014/main" id="{F34347D1-EC0D-4F34-F0A0-7834A8B59745}"/>
              </a:ext>
            </a:extLst>
          </p:cNvPr>
          <p:cNvSpPr txBox="1"/>
          <p:nvPr/>
        </p:nvSpPr>
        <p:spPr>
          <a:xfrm>
            <a:off x="5227150" y="3021777"/>
            <a:ext cx="2019858" cy="646331"/>
          </a:xfrm>
          <a:prstGeom prst="rect">
            <a:avLst/>
          </a:prstGeom>
          <a:noFill/>
        </p:spPr>
        <p:txBody>
          <a:bodyPr wrap="square" rtlCol="0">
            <a:spAutoFit/>
          </a:bodyPr>
          <a:lstStyle/>
          <a:p>
            <a:pPr algn="ctr"/>
            <a:r>
              <a:rPr kumimoji="1" lang="en-US" altLang="ja-JP" b="1" dirty="0"/>
              <a:t>Discard</a:t>
            </a:r>
          </a:p>
          <a:p>
            <a:pPr algn="ctr"/>
            <a:r>
              <a:rPr kumimoji="1" lang="en-US" altLang="ja-JP" b="1" dirty="0"/>
              <a:t>Neuron</a:t>
            </a:r>
          </a:p>
        </p:txBody>
      </p:sp>
      <p:cxnSp>
        <p:nvCxnSpPr>
          <p:cNvPr id="104" name="コネクタ: カギ線 103">
            <a:extLst>
              <a:ext uri="{FF2B5EF4-FFF2-40B4-BE49-F238E27FC236}">
                <a16:creationId xmlns:a16="http://schemas.microsoft.com/office/drawing/2014/main" id="{444CB6B2-180F-116C-EFBE-D5CF3EC6FD2E}"/>
              </a:ext>
            </a:extLst>
          </p:cNvPr>
          <p:cNvCxnSpPr>
            <a:cxnSpLocks/>
          </p:cNvCxnSpPr>
          <p:nvPr/>
        </p:nvCxnSpPr>
        <p:spPr>
          <a:xfrm rot="10800000" flipV="1">
            <a:off x="5411380" y="3233359"/>
            <a:ext cx="2688498" cy="712895"/>
          </a:xfrm>
          <a:prstGeom prst="bentConnector3">
            <a:avLst>
              <a:gd name="adj1" fmla="val -1017"/>
            </a:avLst>
          </a:prstGeom>
          <a:ln>
            <a:tailEnd type="triangle"/>
          </a:ln>
        </p:spPr>
        <p:style>
          <a:lnRef idx="1">
            <a:schemeClr val="dk1"/>
          </a:lnRef>
          <a:fillRef idx="0">
            <a:schemeClr val="dk1"/>
          </a:fillRef>
          <a:effectRef idx="0">
            <a:schemeClr val="dk1"/>
          </a:effectRef>
          <a:fontRef idx="minor">
            <a:schemeClr val="tx1"/>
          </a:fontRef>
        </p:style>
      </p:cxnSp>
      <p:sp>
        <p:nvSpPr>
          <p:cNvPr id="109" name="テキスト ボックス 108">
            <a:extLst>
              <a:ext uri="{FF2B5EF4-FFF2-40B4-BE49-F238E27FC236}">
                <a16:creationId xmlns:a16="http://schemas.microsoft.com/office/drawing/2014/main" id="{AF0E4EA7-C954-49DC-67F1-2124B52D7C2C}"/>
              </a:ext>
            </a:extLst>
          </p:cNvPr>
          <p:cNvSpPr txBox="1"/>
          <p:nvPr/>
        </p:nvSpPr>
        <p:spPr>
          <a:xfrm>
            <a:off x="5325906" y="3884316"/>
            <a:ext cx="2019858" cy="646331"/>
          </a:xfrm>
          <a:prstGeom prst="rect">
            <a:avLst/>
          </a:prstGeom>
          <a:noFill/>
        </p:spPr>
        <p:txBody>
          <a:bodyPr wrap="square" rtlCol="0">
            <a:spAutoFit/>
          </a:bodyPr>
          <a:lstStyle/>
          <a:p>
            <a:pPr algn="ctr"/>
            <a:r>
              <a:rPr kumimoji="1" lang="en-US" altLang="ja-JP" b="1" dirty="0"/>
              <a:t>Keep</a:t>
            </a:r>
          </a:p>
          <a:p>
            <a:pPr algn="ctr"/>
            <a:r>
              <a:rPr kumimoji="1" lang="en-US" altLang="ja-JP" b="1" dirty="0"/>
              <a:t>Neuron</a:t>
            </a:r>
          </a:p>
        </p:txBody>
      </p:sp>
      <p:cxnSp>
        <p:nvCxnSpPr>
          <p:cNvPr id="110" name="コネクタ: カギ線 109">
            <a:extLst>
              <a:ext uri="{FF2B5EF4-FFF2-40B4-BE49-F238E27FC236}">
                <a16:creationId xmlns:a16="http://schemas.microsoft.com/office/drawing/2014/main" id="{00222925-3364-C9BF-AFC4-DBA491D38826}"/>
              </a:ext>
            </a:extLst>
          </p:cNvPr>
          <p:cNvCxnSpPr>
            <a:cxnSpLocks/>
          </p:cNvCxnSpPr>
          <p:nvPr/>
        </p:nvCxnSpPr>
        <p:spPr>
          <a:xfrm rot="10800000" flipV="1">
            <a:off x="5476210" y="3233359"/>
            <a:ext cx="4149996" cy="2395862"/>
          </a:xfrm>
          <a:prstGeom prst="bentConnector3">
            <a:avLst>
              <a:gd name="adj1" fmla="val -188"/>
            </a:avLst>
          </a:prstGeom>
          <a:ln>
            <a:tailEnd type="triangle"/>
          </a:ln>
        </p:spPr>
        <p:style>
          <a:lnRef idx="1">
            <a:schemeClr val="dk1"/>
          </a:lnRef>
          <a:fillRef idx="0">
            <a:schemeClr val="dk1"/>
          </a:fillRef>
          <a:effectRef idx="0">
            <a:schemeClr val="dk1"/>
          </a:effectRef>
          <a:fontRef idx="minor">
            <a:schemeClr val="tx1"/>
          </a:fontRef>
        </p:style>
      </p:cxnSp>
      <p:sp>
        <p:nvSpPr>
          <p:cNvPr id="117" name="テキスト ボックス 116">
            <a:extLst>
              <a:ext uri="{FF2B5EF4-FFF2-40B4-BE49-F238E27FC236}">
                <a16:creationId xmlns:a16="http://schemas.microsoft.com/office/drawing/2014/main" id="{9349FD14-6414-0CCD-FE78-EE8565BE7DC7}"/>
              </a:ext>
            </a:extLst>
          </p:cNvPr>
          <p:cNvSpPr txBox="1"/>
          <p:nvPr/>
        </p:nvSpPr>
        <p:spPr>
          <a:xfrm>
            <a:off x="838200" y="1420488"/>
            <a:ext cx="10515600" cy="461665"/>
          </a:xfrm>
          <a:prstGeom prst="rect">
            <a:avLst/>
          </a:prstGeom>
          <a:noFill/>
        </p:spPr>
        <p:txBody>
          <a:bodyPr wrap="square" rtlCol="0">
            <a:spAutoFit/>
          </a:bodyPr>
          <a:lstStyle/>
          <a:p>
            <a:r>
              <a:rPr kumimoji="1" lang="en-US" altLang="ja-JP" sz="2400" dirty="0"/>
              <a:t>Chromosome: Binary array represents neuron selection</a:t>
            </a:r>
            <a:endParaRPr kumimoji="1" lang="ja-JP" altLang="en-US" sz="2400" dirty="0"/>
          </a:p>
        </p:txBody>
      </p:sp>
      <p:sp>
        <p:nvSpPr>
          <p:cNvPr id="118" name="テキスト ボックス 117">
            <a:extLst>
              <a:ext uri="{FF2B5EF4-FFF2-40B4-BE49-F238E27FC236}">
                <a16:creationId xmlns:a16="http://schemas.microsoft.com/office/drawing/2014/main" id="{29BBC727-A84F-4146-E86B-D68D0FD37B94}"/>
              </a:ext>
            </a:extLst>
          </p:cNvPr>
          <p:cNvSpPr txBox="1"/>
          <p:nvPr/>
        </p:nvSpPr>
        <p:spPr>
          <a:xfrm>
            <a:off x="7184852" y="2376840"/>
            <a:ext cx="2587636" cy="369332"/>
          </a:xfrm>
          <a:prstGeom prst="rect">
            <a:avLst/>
          </a:prstGeom>
          <a:noFill/>
        </p:spPr>
        <p:txBody>
          <a:bodyPr wrap="square" rtlCol="0">
            <a:spAutoFit/>
          </a:bodyPr>
          <a:lstStyle/>
          <a:p>
            <a:pPr algn="ctr"/>
            <a:r>
              <a:rPr kumimoji="1" lang="en-US" altLang="ja-JP" b="1" dirty="0"/>
              <a:t>Chromosome</a:t>
            </a:r>
            <a:endParaRPr kumimoji="1" lang="ja-JP" altLang="en-US" b="1" dirty="0"/>
          </a:p>
        </p:txBody>
      </p:sp>
    </p:spTree>
    <p:extLst>
      <p:ext uri="{BB962C8B-B14F-4D97-AF65-F5344CB8AC3E}">
        <p14:creationId xmlns:p14="http://schemas.microsoft.com/office/powerpoint/2010/main" val="3134811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C6721-7CD9-2415-D7FE-62030D3CE1A4}"/>
              </a:ext>
            </a:extLst>
          </p:cNvPr>
          <p:cNvSpPr>
            <a:spLocks noGrp="1"/>
          </p:cNvSpPr>
          <p:nvPr>
            <p:ph type="title"/>
          </p:nvPr>
        </p:nvSpPr>
        <p:spPr/>
        <p:txBody>
          <a:bodyPr/>
          <a:lstStyle/>
          <a:p>
            <a:r>
              <a:rPr lang="en-US" dirty="0">
                <a:latin typeface="游ゴシック Light 見出し"/>
              </a:rPr>
              <a:t>GA Neuron Compression Flow</a:t>
            </a:r>
            <a:endParaRPr lang="en-JP" dirty="0">
              <a:latin typeface="游ゴシック Light 見出し"/>
            </a:endParaRPr>
          </a:p>
        </p:txBody>
      </p:sp>
      <p:sp>
        <p:nvSpPr>
          <p:cNvPr id="3" name="スライド番号プレースホルダー 2">
            <a:extLst>
              <a:ext uri="{FF2B5EF4-FFF2-40B4-BE49-F238E27FC236}">
                <a16:creationId xmlns:a16="http://schemas.microsoft.com/office/drawing/2014/main" id="{0BC69262-202B-CB47-63EC-89D39D443A76}"/>
              </a:ext>
            </a:extLst>
          </p:cNvPr>
          <p:cNvSpPr>
            <a:spLocks noGrp="1"/>
          </p:cNvSpPr>
          <p:nvPr>
            <p:ph type="sldNum" sz="quarter" idx="12"/>
          </p:nvPr>
        </p:nvSpPr>
        <p:spPr/>
        <p:txBody>
          <a:bodyPr/>
          <a:lstStyle/>
          <a:p>
            <a:fld id="{05775D0E-D6FD-4847-A4AD-7D56F7F6616B}" type="slidenum">
              <a:rPr lang="en-JP" smtClean="0"/>
              <a:t>12</a:t>
            </a:fld>
            <a:endParaRPr lang="en-JP"/>
          </a:p>
        </p:txBody>
      </p:sp>
      <p:sp>
        <p:nvSpPr>
          <p:cNvPr id="25" name="フローチャート: 処理 24">
            <a:extLst>
              <a:ext uri="{FF2B5EF4-FFF2-40B4-BE49-F238E27FC236}">
                <a16:creationId xmlns:a16="http://schemas.microsoft.com/office/drawing/2014/main" id="{FB4859BE-1E52-7ECD-A310-3C98519714CF}"/>
              </a:ext>
            </a:extLst>
          </p:cNvPr>
          <p:cNvSpPr/>
          <p:nvPr/>
        </p:nvSpPr>
        <p:spPr>
          <a:xfrm>
            <a:off x="3976647" y="2666693"/>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26" name="直線コネクタ 25">
            <a:extLst>
              <a:ext uri="{FF2B5EF4-FFF2-40B4-BE49-F238E27FC236}">
                <a16:creationId xmlns:a16="http://schemas.microsoft.com/office/drawing/2014/main" id="{BF6BA25B-8178-F204-D458-66026B03F4BE}"/>
              </a:ext>
            </a:extLst>
          </p:cNvPr>
          <p:cNvCxnSpPr>
            <a:cxnSpLocks/>
            <a:stCxn id="25" idx="3"/>
          </p:cNvCxnSpPr>
          <p:nvPr/>
        </p:nvCxnSpPr>
        <p:spPr>
          <a:xfrm>
            <a:off x="5909356" y="3134284"/>
            <a:ext cx="509155" cy="0"/>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フローチャート: 端子 26">
            <a:extLst>
              <a:ext uri="{FF2B5EF4-FFF2-40B4-BE49-F238E27FC236}">
                <a16:creationId xmlns:a16="http://schemas.microsoft.com/office/drawing/2014/main" id="{2BB077D2-BD05-5F08-1C95-4EBA82B6FBB5}"/>
              </a:ext>
            </a:extLst>
          </p:cNvPr>
          <p:cNvSpPr/>
          <p:nvPr/>
        </p:nvSpPr>
        <p:spPr>
          <a:xfrm>
            <a:off x="4075360" y="1444211"/>
            <a:ext cx="1735282" cy="716973"/>
          </a:xfrm>
          <a:prstGeom prst="flowChartTermina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Start</a:t>
            </a:r>
            <a:endParaRPr kumimoji="1" lang="ja-JP" altLang="en-US" b="1" dirty="0">
              <a:solidFill>
                <a:schemeClr val="tx1"/>
              </a:solidFill>
            </a:endParaRPr>
          </a:p>
        </p:txBody>
      </p:sp>
      <p:cxnSp>
        <p:nvCxnSpPr>
          <p:cNvPr id="32" name="直線矢印コネクタ 31">
            <a:extLst>
              <a:ext uri="{FF2B5EF4-FFF2-40B4-BE49-F238E27FC236}">
                <a16:creationId xmlns:a16="http://schemas.microsoft.com/office/drawing/2014/main" id="{9F984045-7E7A-F010-133B-315895E9132E}"/>
              </a:ext>
            </a:extLst>
          </p:cNvPr>
          <p:cNvCxnSpPr>
            <a:cxnSpLocks/>
            <a:stCxn id="27" idx="2"/>
            <a:endCxn id="25" idx="0"/>
          </p:cNvCxnSpPr>
          <p:nvPr/>
        </p:nvCxnSpPr>
        <p:spPr>
          <a:xfrm>
            <a:off x="4943001" y="2161184"/>
            <a:ext cx="1" cy="5055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テキスト ボックス 39">
            <a:extLst>
              <a:ext uri="{FF2B5EF4-FFF2-40B4-BE49-F238E27FC236}">
                <a16:creationId xmlns:a16="http://schemas.microsoft.com/office/drawing/2014/main" id="{D53054B6-33A4-0229-6D0B-9DF9C848ECA3}"/>
              </a:ext>
            </a:extLst>
          </p:cNvPr>
          <p:cNvSpPr txBox="1"/>
          <p:nvPr/>
        </p:nvSpPr>
        <p:spPr>
          <a:xfrm>
            <a:off x="4239884" y="2803325"/>
            <a:ext cx="1472045" cy="646331"/>
          </a:xfrm>
          <a:prstGeom prst="rect">
            <a:avLst/>
          </a:prstGeom>
          <a:noFill/>
        </p:spPr>
        <p:txBody>
          <a:bodyPr wrap="square" rtlCol="0">
            <a:spAutoFit/>
          </a:bodyPr>
          <a:lstStyle/>
          <a:p>
            <a:pPr algn="ctr"/>
            <a:r>
              <a:rPr kumimoji="1" lang="en-US" altLang="ja-JP" b="1" dirty="0"/>
              <a:t>Initialize Population</a:t>
            </a:r>
            <a:endParaRPr kumimoji="1" lang="ja-JP" altLang="en-US" b="1" dirty="0"/>
          </a:p>
        </p:txBody>
      </p:sp>
      <p:sp>
        <p:nvSpPr>
          <p:cNvPr id="43" name="フローチャート: 処理 42">
            <a:extLst>
              <a:ext uri="{FF2B5EF4-FFF2-40B4-BE49-F238E27FC236}">
                <a16:creationId xmlns:a16="http://schemas.microsoft.com/office/drawing/2014/main" id="{92DAFE4F-FA78-9679-7CE8-B733B1C45C8E}"/>
              </a:ext>
            </a:extLst>
          </p:cNvPr>
          <p:cNvSpPr/>
          <p:nvPr/>
        </p:nvSpPr>
        <p:spPr>
          <a:xfrm>
            <a:off x="6418512" y="2646948"/>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4" name="テキスト ボックス 43">
            <a:extLst>
              <a:ext uri="{FF2B5EF4-FFF2-40B4-BE49-F238E27FC236}">
                <a16:creationId xmlns:a16="http://schemas.microsoft.com/office/drawing/2014/main" id="{3E398E32-1CDD-C82E-12A8-56560339A866}"/>
              </a:ext>
            </a:extLst>
          </p:cNvPr>
          <p:cNvSpPr txBox="1"/>
          <p:nvPr/>
        </p:nvSpPr>
        <p:spPr>
          <a:xfrm>
            <a:off x="6681748" y="2689739"/>
            <a:ext cx="1472045" cy="923330"/>
          </a:xfrm>
          <a:prstGeom prst="rect">
            <a:avLst/>
          </a:prstGeom>
          <a:noFill/>
        </p:spPr>
        <p:txBody>
          <a:bodyPr wrap="square" rtlCol="0">
            <a:spAutoFit/>
          </a:bodyPr>
          <a:lstStyle/>
          <a:p>
            <a:pPr algn="ctr"/>
            <a:r>
              <a:rPr kumimoji="1" lang="en-US" altLang="ja-JP" b="1" dirty="0"/>
              <a:t>Elitism &amp; Parent Selection</a:t>
            </a:r>
            <a:endParaRPr kumimoji="1" lang="ja-JP" altLang="en-US" b="1" dirty="0"/>
          </a:p>
        </p:txBody>
      </p:sp>
      <p:sp>
        <p:nvSpPr>
          <p:cNvPr id="45" name="フローチャート: 処理 44">
            <a:extLst>
              <a:ext uri="{FF2B5EF4-FFF2-40B4-BE49-F238E27FC236}">
                <a16:creationId xmlns:a16="http://schemas.microsoft.com/office/drawing/2014/main" id="{E623ECED-5040-361D-9B89-7517C54D9F98}"/>
              </a:ext>
            </a:extLst>
          </p:cNvPr>
          <p:cNvSpPr/>
          <p:nvPr/>
        </p:nvSpPr>
        <p:spPr>
          <a:xfrm>
            <a:off x="8860377" y="2646948"/>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6" name="テキスト ボックス 45">
            <a:extLst>
              <a:ext uri="{FF2B5EF4-FFF2-40B4-BE49-F238E27FC236}">
                <a16:creationId xmlns:a16="http://schemas.microsoft.com/office/drawing/2014/main" id="{CA310201-5E23-23F6-2F6F-20DF6751FB17}"/>
              </a:ext>
            </a:extLst>
          </p:cNvPr>
          <p:cNvSpPr txBox="1"/>
          <p:nvPr/>
        </p:nvSpPr>
        <p:spPr>
          <a:xfrm>
            <a:off x="9123613" y="2926228"/>
            <a:ext cx="1472045" cy="369332"/>
          </a:xfrm>
          <a:prstGeom prst="rect">
            <a:avLst/>
          </a:prstGeom>
          <a:noFill/>
        </p:spPr>
        <p:txBody>
          <a:bodyPr wrap="square" rtlCol="0">
            <a:spAutoFit/>
          </a:bodyPr>
          <a:lstStyle/>
          <a:p>
            <a:pPr algn="ctr"/>
            <a:r>
              <a:rPr kumimoji="1" lang="en-US" altLang="ja-JP" b="1" dirty="0"/>
              <a:t>Crossover</a:t>
            </a:r>
            <a:endParaRPr kumimoji="1" lang="ja-JP" altLang="en-US" b="1" dirty="0"/>
          </a:p>
        </p:txBody>
      </p:sp>
      <p:cxnSp>
        <p:nvCxnSpPr>
          <p:cNvPr id="47" name="直線コネクタ 46">
            <a:extLst>
              <a:ext uri="{FF2B5EF4-FFF2-40B4-BE49-F238E27FC236}">
                <a16:creationId xmlns:a16="http://schemas.microsoft.com/office/drawing/2014/main" id="{6D7BE874-2A99-8C2E-513A-C46A248076E6}"/>
              </a:ext>
            </a:extLst>
          </p:cNvPr>
          <p:cNvCxnSpPr>
            <a:cxnSpLocks/>
            <a:stCxn id="43" idx="3"/>
            <a:endCxn id="45" idx="1"/>
          </p:cNvCxnSpPr>
          <p:nvPr/>
        </p:nvCxnSpPr>
        <p:spPr>
          <a:xfrm>
            <a:off x="8351221" y="3114539"/>
            <a:ext cx="509156" cy="0"/>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8" name="フローチャート: 処理 47">
            <a:extLst>
              <a:ext uri="{FF2B5EF4-FFF2-40B4-BE49-F238E27FC236}">
                <a16:creationId xmlns:a16="http://schemas.microsoft.com/office/drawing/2014/main" id="{CE1B5345-970B-A4A9-A83C-A40CDB3F7670}"/>
              </a:ext>
            </a:extLst>
          </p:cNvPr>
          <p:cNvSpPr/>
          <p:nvPr/>
        </p:nvSpPr>
        <p:spPr>
          <a:xfrm>
            <a:off x="8860376" y="4356765"/>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037D6794-9C9E-1025-0AC7-239232CD5349}"/>
              </a:ext>
            </a:extLst>
          </p:cNvPr>
          <p:cNvSpPr txBox="1"/>
          <p:nvPr/>
        </p:nvSpPr>
        <p:spPr>
          <a:xfrm>
            <a:off x="9130540" y="4631076"/>
            <a:ext cx="1472045" cy="369332"/>
          </a:xfrm>
          <a:prstGeom prst="rect">
            <a:avLst/>
          </a:prstGeom>
          <a:noFill/>
        </p:spPr>
        <p:txBody>
          <a:bodyPr wrap="square" rtlCol="0">
            <a:spAutoFit/>
          </a:bodyPr>
          <a:lstStyle/>
          <a:p>
            <a:pPr algn="ctr"/>
            <a:r>
              <a:rPr kumimoji="1" lang="en-US" altLang="ja-JP" b="1" dirty="0"/>
              <a:t>Mutation</a:t>
            </a:r>
            <a:endParaRPr kumimoji="1" lang="ja-JP" altLang="en-US" b="1" dirty="0"/>
          </a:p>
        </p:txBody>
      </p:sp>
      <p:cxnSp>
        <p:nvCxnSpPr>
          <p:cNvPr id="50" name="直線コネクタ 49">
            <a:extLst>
              <a:ext uri="{FF2B5EF4-FFF2-40B4-BE49-F238E27FC236}">
                <a16:creationId xmlns:a16="http://schemas.microsoft.com/office/drawing/2014/main" id="{860C2B6B-A6A5-FBE4-5537-A832B32E158F}"/>
              </a:ext>
            </a:extLst>
          </p:cNvPr>
          <p:cNvCxnSpPr>
            <a:cxnSpLocks/>
            <a:stCxn id="45" idx="2"/>
            <a:endCxn id="48" idx="0"/>
          </p:cNvCxnSpPr>
          <p:nvPr/>
        </p:nvCxnSpPr>
        <p:spPr>
          <a:xfrm flipH="1">
            <a:off x="9826731" y="3582130"/>
            <a:ext cx="1" cy="774635"/>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1" name="直線コネクタ 50">
            <a:extLst>
              <a:ext uri="{FF2B5EF4-FFF2-40B4-BE49-F238E27FC236}">
                <a16:creationId xmlns:a16="http://schemas.microsoft.com/office/drawing/2014/main" id="{B6204D17-E237-CFE5-BBC0-81E6D2D48CC3}"/>
              </a:ext>
            </a:extLst>
          </p:cNvPr>
          <p:cNvCxnSpPr>
            <a:cxnSpLocks/>
            <a:stCxn id="48" idx="1"/>
            <a:endCxn id="61" idx="3"/>
          </p:cNvCxnSpPr>
          <p:nvPr/>
        </p:nvCxnSpPr>
        <p:spPr>
          <a:xfrm flipH="1">
            <a:off x="8364209" y="4824356"/>
            <a:ext cx="496167" cy="2"/>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1" name="フローチャート: 判断 60">
            <a:extLst>
              <a:ext uri="{FF2B5EF4-FFF2-40B4-BE49-F238E27FC236}">
                <a16:creationId xmlns:a16="http://schemas.microsoft.com/office/drawing/2014/main" id="{3EE480FB-96AB-C015-3B12-E8FABE4B957F}"/>
              </a:ext>
            </a:extLst>
          </p:cNvPr>
          <p:cNvSpPr/>
          <p:nvPr/>
        </p:nvSpPr>
        <p:spPr>
          <a:xfrm>
            <a:off x="6418510" y="4163488"/>
            <a:ext cx="1945699" cy="1321739"/>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FD82531B-6723-1274-21F7-C6BDEF0B611D}"/>
              </a:ext>
            </a:extLst>
          </p:cNvPr>
          <p:cNvSpPr txBox="1"/>
          <p:nvPr/>
        </p:nvSpPr>
        <p:spPr>
          <a:xfrm>
            <a:off x="6629359" y="4553638"/>
            <a:ext cx="1575956" cy="646331"/>
          </a:xfrm>
          <a:prstGeom prst="rect">
            <a:avLst/>
          </a:prstGeom>
          <a:noFill/>
        </p:spPr>
        <p:txBody>
          <a:bodyPr wrap="square" rtlCol="0">
            <a:spAutoFit/>
          </a:bodyPr>
          <a:lstStyle/>
          <a:p>
            <a:pPr algn="ctr"/>
            <a:r>
              <a:rPr lang="en-US" altLang="ja-JP" b="1" dirty="0"/>
              <a:t>Termination</a:t>
            </a:r>
          </a:p>
          <a:p>
            <a:pPr algn="ctr"/>
            <a:r>
              <a:rPr kumimoji="1" lang="en-US" altLang="ja-JP" b="1" dirty="0"/>
              <a:t>Condition</a:t>
            </a:r>
            <a:endParaRPr kumimoji="1" lang="ja-JP" altLang="en-US" b="1" dirty="0"/>
          </a:p>
        </p:txBody>
      </p:sp>
      <p:cxnSp>
        <p:nvCxnSpPr>
          <p:cNvPr id="63" name="直線コネクタ 62">
            <a:extLst>
              <a:ext uri="{FF2B5EF4-FFF2-40B4-BE49-F238E27FC236}">
                <a16:creationId xmlns:a16="http://schemas.microsoft.com/office/drawing/2014/main" id="{E2C9FFB0-671F-D6C7-9B24-417368A2A295}"/>
              </a:ext>
            </a:extLst>
          </p:cNvPr>
          <p:cNvCxnSpPr>
            <a:cxnSpLocks/>
            <a:stCxn id="61" idx="0"/>
            <a:endCxn id="43" idx="2"/>
          </p:cNvCxnSpPr>
          <p:nvPr/>
        </p:nvCxnSpPr>
        <p:spPr>
          <a:xfrm flipH="1" flipV="1">
            <a:off x="7384867" y="3582130"/>
            <a:ext cx="6493" cy="581358"/>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4" name="フローチャート: 端子 63">
            <a:extLst>
              <a:ext uri="{FF2B5EF4-FFF2-40B4-BE49-F238E27FC236}">
                <a16:creationId xmlns:a16="http://schemas.microsoft.com/office/drawing/2014/main" id="{A4C5451B-F9DF-9836-3AF3-465B6C22EA66}"/>
              </a:ext>
            </a:extLst>
          </p:cNvPr>
          <p:cNvSpPr/>
          <p:nvPr/>
        </p:nvSpPr>
        <p:spPr>
          <a:xfrm>
            <a:off x="4003814" y="5501748"/>
            <a:ext cx="1735282" cy="716973"/>
          </a:xfrm>
          <a:prstGeom prst="flowChartTermina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End</a:t>
            </a:r>
            <a:endParaRPr kumimoji="1" lang="ja-JP" altLang="en-US" b="1" dirty="0">
              <a:solidFill>
                <a:schemeClr val="tx1"/>
              </a:solidFill>
            </a:endParaRPr>
          </a:p>
        </p:txBody>
      </p:sp>
      <p:cxnSp>
        <p:nvCxnSpPr>
          <p:cNvPr id="65" name="直線コネクタ 64">
            <a:extLst>
              <a:ext uri="{FF2B5EF4-FFF2-40B4-BE49-F238E27FC236}">
                <a16:creationId xmlns:a16="http://schemas.microsoft.com/office/drawing/2014/main" id="{BEBB7035-9775-4686-DA3E-34F1C6A25C49}"/>
              </a:ext>
            </a:extLst>
          </p:cNvPr>
          <p:cNvCxnSpPr>
            <a:cxnSpLocks/>
            <a:stCxn id="61" idx="1"/>
          </p:cNvCxnSpPr>
          <p:nvPr/>
        </p:nvCxnSpPr>
        <p:spPr>
          <a:xfrm flipH="1">
            <a:off x="5711929" y="4824358"/>
            <a:ext cx="706581" cy="0"/>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6" name="テキスト ボックス 65">
            <a:extLst>
              <a:ext uri="{FF2B5EF4-FFF2-40B4-BE49-F238E27FC236}">
                <a16:creationId xmlns:a16="http://schemas.microsoft.com/office/drawing/2014/main" id="{D16D05A7-5B6B-A3B6-366D-FB9F3D7BDEC0}"/>
              </a:ext>
            </a:extLst>
          </p:cNvPr>
          <p:cNvSpPr txBox="1"/>
          <p:nvPr/>
        </p:nvSpPr>
        <p:spPr>
          <a:xfrm>
            <a:off x="7417337" y="3794107"/>
            <a:ext cx="927391" cy="369332"/>
          </a:xfrm>
          <a:prstGeom prst="rect">
            <a:avLst/>
          </a:prstGeom>
          <a:noFill/>
        </p:spPr>
        <p:txBody>
          <a:bodyPr wrap="square" rtlCol="0">
            <a:spAutoFit/>
          </a:bodyPr>
          <a:lstStyle/>
          <a:p>
            <a:r>
              <a:rPr kumimoji="1" lang="en-US" altLang="ja-JP" b="1" dirty="0"/>
              <a:t>False</a:t>
            </a:r>
            <a:endParaRPr kumimoji="1" lang="ja-JP" altLang="en-US" b="1" dirty="0"/>
          </a:p>
        </p:txBody>
      </p:sp>
      <p:sp>
        <p:nvSpPr>
          <p:cNvPr id="67" name="テキスト ボックス 66">
            <a:extLst>
              <a:ext uri="{FF2B5EF4-FFF2-40B4-BE49-F238E27FC236}">
                <a16:creationId xmlns:a16="http://schemas.microsoft.com/office/drawing/2014/main" id="{B5462D48-4FA6-0744-E6A8-357E8E3FB524}"/>
              </a:ext>
            </a:extLst>
          </p:cNvPr>
          <p:cNvSpPr txBox="1"/>
          <p:nvPr/>
        </p:nvSpPr>
        <p:spPr>
          <a:xfrm>
            <a:off x="5888141" y="4935317"/>
            <a:ext cx="927391" cy="369332"/>
          </a:xfrm>
          <a:prstGeom prst="rect">
            <a:avLst/>
          </a:prstGeom>
          <a:noFill/>
        </p:spPr>
        <p:txBody>
          <a:bodyPr wrap="square" rtlCol="0">
            <a:spAutoFit/>
          </a:bodyPr>
          <a:lstStyle/>
          <a:p>
            <a:r>
              <a:rPr kumimoji="1" lang="en-US" altLang="ja-JP" b="1" dirty="0"/>
              <a:t>True</a:t>
            </a:r>
            <a:endParaRPr kumimoji="1" lang="ja-JP" altLang="en-US" b="1" dirty="0"/>
          </a:p>
        </p:txBody>
      </p:sp>
      <p:grpSp>
        <p:nvGrpSpPr>
          <p:cNvPr id="77" name="グループ化 76">
            <a:extLst>
              <a:ext uri="{FF2B5EF4-FFF2-40B4-BE49-F238E27FC236}">
                <a16:creationId xmlns:a16="http://schemas.microsoft.com/office/drawing/2014/main" id="{38CAC8AF-C94B-1052-F760-E885E5619439}"/>
              </a:ext>
            </a:extLst>
          </p:cNvPr>
          <p:cNvGrpSpPr/>
          <p:nvPr/>
        </p:nvGrpSpPr>
        <p:grpSpPr>
          <a:xfrm>
            <a:off x="860468" y="3196902"/>
            <a:ext cx="2075802" cy="832562"/>
            <a:chOff x="546963" y="3755702"/>
            <a:chExt cx="2075802" cy="832562"/>
          </a:xfrm>
        </p:grpSpPr>
        <p:sp>
          <p:nvSpPr>
            <p:cNvPr id="69" name="フローチャート: データ 68">
              <a:extLst>
                <a:ext uri="{FF2B5EF4-FFF2-40B4-BE49-F238E27FC236}">
                  <a16:creationId xmlns:a16="http://schemas.microsoft.com/office/drawing/2014/main" id="{37BE4BB6-9133-F84A-2785-E543A522181E}"/>
                </a:ext>
              </a:extLst>
            </p:cNvPr>
            <p:cNvSpPr/>
            <p:nvPr/>
          </p:nvSpPr>
          <p:spPr>
            <a:xfrm>
              <a:off x="546963" y="3755702"/>
              <a:ext cx="2075802" cy="832562"/>
            </a:xfrm>
            <a:prstGeom prst="flowChartInputOutp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テキスト ボックス 69">
              <a:extLst>
                <a:ext uri="{FF2B5EF4-FFF2-40B4-BE49-F238E27FC236}">
                  <a16:creationId xmlns:a16="http://schemas.microsoft.com/office/drawing/2014/main" id="{A56B2D2C-80F5-D58C-F9A4-70E97AE1AD0F}"/>
                </a:ext>
              </a:extLst>
            </p:cNvPr>
            <p:cNvSpPr txBox="1"/>
            <p:nvPr/>
          </p:nvSpPr>
          <p:spPr>
            <a:xfrm>
              <a:off x="602907" y="3866493"/>
              <a:ext cx="2019858" cy="646330"/>
            </a:xfrm>
            <a:prstGeom prst="rect">
              <a:avLst/>
            </a:prstGeom>
            <a:noFill/>
          </p:spPr>
          <p:txBody>
            <a:bodyPr wrap="square" rtlCol="0">
              <a:spAutoFit/>
            </a:bodyPr>
            <a:lstStyle/>
            <a:p>
              <a:pPr algn="ctr"/>
              <a:r>
                <a:rPr kumimoji="1" lang="en-US" altLang="ja-JP" b="1" dirty="0"/>
                <a:t>Compression</a:t>
              </a:r>
            </a:p>
            <a:p>
              <a:pPr algn="ctr"/>
              <a:r>
                <a:rPr lang="en-US" altLang="ja-JP" b="1" dirty="0"/>
                <a:t>Number</a:t>
              </a:r>
              <a:endParaRPr kumimoji="1" lang="en-US" altLang="ja-JP" b="1" dirty="0"/>
            </a:p>
          </p:txBody>
        </p:sp>
      </p:grpSp>
      <p:grpSp>
        <p:nvGrpSpPr>
          <p:cNvPr id="76" name="グループ化 75">
            <a:extLst>
              <a:ext uri="{FF2B5EF4-FFF2-40B4-BE49-F238E27FC236}">
                <a16:creationId xmlns:a16="http://schemas.microsoft.com/office/drawing/2014/main" id="{0A9BABA7-C3D3-14C9-D6CE-DC395AA259D7}"/>
              </a:ext>
            </a:extLst>
          </p:cNvPr>
          <p:cNvGrpSpPr/>
          <p:nvPr/>
        </p:nvGrpSpPr>
        <p:grpSpPr>
          <a:xfrm>
            <a:off x="838200" y="2161184"/>
            <a:ext cx="2098071" cy="832562"/>
            <a:chOff x="524695" y="2719984"/>
            <a:chExt cx="2098071" cy="832562"/>
          </a:xfrm>
        </p:grpSpPr>
        <p:sp>
          <p:nvSpPr>
            <p:cNvPr id="68" name="テキスト ボックス 67">
              <a:extLst>
                <a:ext uri="{FF2B5EF4-FFF2-40B4-BE49-F238E27FC236}">
                  <a16:creationId xmlns:a16="http://schemas.microsoft.com/office/drawing/2014/main" id="{3D3B8CB4-F528-EFF3-53CC-A4B639764742}"/>
                </a:ext>
              </a:extLst>
            </p:cNvPr>
            <p:cNvSpPr txBox="1"/>
            <p:nvPr/>
          </p:nvSpPr>
          <p:spPr>
            <a:xfrm>
              <a:off x="524695" y="2972738"/>
              <a:ext cx="2019858" cy="369332"/>
            </a:xfrm>
            <a:prstGeom prst="rect">
              <a:avLst/>
            </a:prstGeom>
            <a:noFill/>
          </p:spPr>
          <p:txBody>
            <a:bodyPr wrap="square" rtlCol="0">
              <a:spAutoFit/>
            </a:bodyPr>
            <a:lstStyle/>
            <a:p>
              <a:pPr algn="ctr"/>
              <a:r>
                <a:rPr kumimoji="1" lang="en-US" altLang="ja-JP" b="1" dirty="0"/>
                <a:t>SNN Model</a:t>
              </a:r>
            </a:p>
          </p:txBody>
        </p:sp>
        <p:sp>
          <p:nvSpPr>
            <p:cNvPr id="71" name="フローチャート: データ 70">
              <a:extLst>
                <a:ext uri="{FF2B5EF4-FFF2-40B4-BE49-F238E27FC236}">
                  <a16:creationId xmlns:a16="http://schemas.microsoft.com/office/drawing/2014/main" id="{07CA5F0E-216B-5B91-323E-6A2D089B5162}"/>
                </a:ext>
              </a:extLst>
            </p:cNvPr>
            <p:cNvSpPr/>
            <p:nvPr/>
          </p:nvSpPr>
          <p:spPr>
            <a:xfrm>
              <a:off x="546964" y="2719984"/>
              <a:ext cx="2075802" cy="832562"/>
            </a:xfrm>
            <a:prstGeom prst="flowChartInputOutp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8" name="グループ化 77">
            <a:extLst>
              <a:ext uri="{FF2B5EF4-FFF2-40B4-BE49-F238E27FC236}">
                <a16:creationId xmlns:a16="http://schemas.microsoft.com/office/drawing/2014/main" id="{A6D9CB9B-753D-C0A2-D2AF-E302F1C9BE81}"/>
              </a:ext>
            </a:extLst>
          </p:cNvPr>
          <p:cNvGrpSpPr/>
          <p:nvPr/>
        </p:nvGrpSpPr>
        <p:grpSpPr>
          <a:xfrm>
            <a:off x="3833554" y="4366803"/>
            <a:ext cx="2075802" cy="832562"/>
            <a:chOff x="892991" y="5401002"/>
            <a:chExt cx="2075802" cy="832562"/>
          </a:xfrm>
        </p:grpSpPr>
        <p:sp>
          <p:nvSpPr>
            <p:cNvPr id="72" name="テキスト ボックス 71">
              <a:extLst>
                <a:ext uri="{FF2B5EF4-FFF2-40B4-BE49-F238E27FC236}">
                  <a16:creationId xmlns:a16="http://schemas.microsoft.com/office/drawing/2014/main" id="{86441B8A-9E4A-8855-BE2D-AA1745C6C1B6}"/>
                </a:ext>
              </a:extLst>
            </p:cNvPr>
            <p:cNvSpPr txBox="1"/>
            <p:nvPr/>
          </p:nvSpPr>
          <p:spPr>
            <a:xfrm>
              <a:off x="948935" y="5494117"/>
              <a:ext cx="2019858" cy="646331"/>
            </a:xfrm>
            <a:prstGeom prst="rect">
              <a:avLst/>
            </a:prstGeom>
            <a:noFill/>
          </p:spPr>
          <p:txBody>
            <a:bodyPr wrap="square" rtlCol="0">
              <a:spAutoFit/>
            </a:bodyPr>
            <a:lstStyle/>
            <a:p>
              <a:pPr algn="ctr"/>
              <a:r>
                <a:rPr kumimoji="1" lang="en-US" altLang="ja-JP" b="1" dirty="0"/>
                <a:t>Neurons to</a:t>
              </a:r>
            </a:p>
            <a:p>
              <a:pPr algn="ctr"/>
              <a:r>
                <a:rPr kumimoji="1" lang="en-US" altLang="ja-JP" b="1" dirty="0"/>
                <a:t>remove</a:t>
              </a:r>
            </a:p>
          </p:txBody>
        </p:sp>
        <p:sp>
          <p:nvSpPr>
            <p:cNvPr id="73" name="フローチャート: データ 72">
              <a:extLst>
                <a:ext uri="{FF2B5EF4-FFF2-40B4-BE49-F238E27FC236}">
                  <a16:creationId xmlns:a16="http://schemas.microsoft.com/office/drawing/2014/main" id="{7B921B63-BB2C-D541-A17D-9E1AB833AD8F}"/>
                </a:ext>
              </a:extLst>
            </p:cNvPr>
            <p:cNvSpPr/>
            <p:nvPr/>
          </p:nvSpPr>
          <p:spPr>
            <a:xfrm>
              <a:off x="892991" y="5401002"/>
              <a:ext cx="2075802" cy="832562"/>
            </a:xfrm>
            <a:prstGeom prst="flowChartInputOutp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86" name="コネクタ: カギ線 85">
            <a:extLst>
              <a:ext uri="{FF2B5EF4-FFF2-40B4-BE49-F238E27FC236}">
                <a16:creationId xmlns:a16="http://schemas.microsoft.com/office/drawing/2014/main" id="{ABEE4BB9-5A72-3B0A-06BA-0CE3091A78D7}"/>
              </a:ext>
            </a:extLst>
          </p:cNvPr>
          <p:cNvCxnSpPr>
            <a:stCxn id="71" idx="5"/>
            <a:endCxn id="25" idx="1"/>
          </p:cNvCxnSpPr>
          <p:nvPr/>
        </p:nvCxnSpPr>
        <p:spPr>
          <a:xfrm>
            <a:off x="2728691" y="2577465"/>
            <a:ext cx="1247956" cy="556819"/>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87" name="コネクタ: カギ線 86">
            <a:extLst>
              <a:ext uri="{FF2B5EF4-FFF2-40B4-BE49-F238E27FC236}">
                <a16:creationId xmlns:a16="http://schemas.microsoft.com/office/drawing/2014/main" id="{3B27D330-4476-F3AD-B748-DA45F7DF51C5}"/>
              </a:ext>
            </a:extLst>
          </p:cNvPr>
          <p:cNvCxnSpPr>
            <a:cxnSpLocks/>
            <a:endCxn id="25" idx="1"/>
          </p:cNvCxnSpPr>
          <p:nvPr/>
        </p:nvCxnSpPr>
        <p:spPr>
          <a:xfrm flipV="1">
            <a:off x="2728691" y="3134284"/>
            <a:ext cx="1247956" cy="49657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92" name="直線コネクタ 91">
            <a:extLst>
              <a:ext uri="{FF2B5EF4-FFF2-40B4-BE49-F238E27FC236}">
                <a16:creationId xmlns:a16="http://schemas.microsoft.com/office/drawing/2014/main" id="{AC26586F-9ED3-55EB-7270-DC1502A0BFD5}"/>
              </a:ext>
            </a:extLst>
          </p:cNvPr>
          <p:cNvCxnSpPr>
            <a:cxnSpLocks/>
            <a:stCxn id="73" idx="4"/>
            <a:endCxn id="64" idx="0"/>
          </p:cNvCxnSpPr>
          <p:nvPr/>
        </p:nvCxnSpPr>
        <p:spPr>
          <a:xfrm>
            <a:off x="4871455" y="5199365"/>
            <a:ext cx="0" cy="302383"/>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7" name="四角形: 角を丸くする 96">
            <a:extLst>
              <a:ext uri="{FF2B5EF4-FFF2-40B4-BE49-F238E27FC236}">
                <a16:creationId xmlns:a16="http://schemas.microsoft.com/office/drawing/2014/main" id="{AC6E363A-6313-25C2-B43A-ACD4D6D889A5}"/>
              </a:ext>
            </a:extLst>
          </p:cNvPr>
          <p:cNvSpPr/>
          <p:nvPr/>
        </p:nvSpPr>
        <p:spPr>
          <a:xfrm>
            <a:off x="646330" y="1859280"/>
            <a:ext cx="2989795" cy="2600638"/>
          </a:xfrm>
          <a:prstGeom prst="round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四角形: 角を丸くする 97">
            <a:extLst>
              <a:ext uri="{FF2B5EF4-FFF2-40B4-BE49-F238E27FC236}">
                <a16:creationId xmlns:a16="http://schemas.microsoft.com/office/drawing/2014/main" id="{5303D87A-DED6-6C59-CBE6-0B7B926B4B35}"/>
              </a:ext>
            </a:extLst>
          </p:cNvPr>
          <p:cNvSpPr/>
          <p:nvPr/>
        </p:nvSpPr>
        <p:spPr>
          <a:xfrm>
            <a:off x="3636125" y="4187677"/>
            <a:ext cx="2646522" cy="1159013"/>
          </a:xfrm>
          <a:prstGeom prst="round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96662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FA127-1D16-12BD-0D14-42F3CEC389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41918-F27C-3CF5-64C7-3D75DB82C65D}"/>
              </a:ext>
            </a:extLst>
          </p:cNvPr>
          <p:cNvSpPr>
            <a:spLocks noGrp="1"/>
          </p:cNvSpPr>
          <p:nvPr>
            <p:ph type="title"/>
          </p:nvPr>
        </p:nvSpPr>
        <p:spPr/>
        <p:txBody>
          <a:bodyPr/>
          <a:lstStyle/>
          <a:p>
            <a:r>
              <a:rPr lang="en-US" dirty="0">
                <a:latin typeface="游ゴシック Light 見出し"/>
              </a:rPr>
              <a:t>Initialize Population</a:t>
            </a:r>
            <a:endParaRPr lang="en-JP" dirty="0">
              <a:latin typeface="游ゴシック Light 見出し"/>
            </a:endParaRPr>
          </a:p>
        </p:txBody>
      </p:sp>
      <p:sp>
        <p:nvSpPr>
          <p:cNvPr id="3" name="スライド番号プレースホルダー 2">
            <a:extLst>
              <a:ext uri="{FF2B5EF4-FFF2-40B4-BE49-F238E27FC236}">
                <a16:creationId xmlns:a16="http://schemas.microsoft.com/office/drawing/2014/main" id="{C5478942-2FA0-A9A2-AEAC-01BCD2710A0E}"/>
              </a:ext>
            </a:extLst>
          </p:cNvPr>
          <p:cNvSpPr>
            <a:spLocks noGrp="1"/>
          </p:cNvSpPr>
          <p:nvPr>
            <p:ph type="sldNum" sz="quarter" idx="12"/>
          </p:nvPr>
        </p:nvSpPr>
        <p:spPr/>
        <p:txBody>
          <a:bodyPr/>
          <a:lstStyle/>
          <a:p>
            <a:fld id="{05775D0E-D6FD-4847-A4AD-7D56F7F6616B}" type="slidenum">
              <a:rPr lang="en-JP" smtClean="0"/>
              <a:t>13</a:t>
            </a:fld>
            <a:endParaRPr lang="en-JP"/>
          </a:p>
        </p:txBody>
      </p:sp>
      <p:sp>
        <p:nvSpPr>
          <p:cNvPr id="25" name="フローチャート: 処理 24">
            <a:extLst>
              <a:ext uri="{FF2B5EF4-FFF2-40B4-BE49-F238E27FC236}">
                <a16:creationId xmlns:a16="http://schemas.microsoft.com/office/drawing/2014/main" id="{0085D0FE-0701-CB86-C91F-9B0C7945C20E}"/>
              </a:ext>
            </a:extLst>
          </p:cNvPr>
          <p:cNvSpPr/>
          <p:nvPr/>
        </p:nvSpPr>
        <p:spPr>
          <a:xfrm>
            <a:off x="3976647" y="2666693"/>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26" name="直線コネクタ 25">
            <a:extLst>
              <a:ext uri="{FF2B5EF4-FFF2-40B4-BE49-F238E27FC236}">
                <a16:creationId xmlns:a16="http://schemas.microsoft.com/office/drawing/2014/main" id="{4B978B17-BAF6-98DB-F339-159804114E34}"/>
              </a:ext>
            </a:extLst>
          </p:cNvPr>
          <p:cNvCxnSpPr>
            <a:cxnSpLocks/>
            <a:stCxn id="25" idx="3"/>
          </p:cNvCxnSpPr>
          <p:nvPr/>
        </p:nvCxnSpPr>
        <p:spPr>
          <a:xfrm>
            <a:off x="5909356" y="3134284"/>
            <a:ext cx="509155" cy="0"/>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フローチャート: 端子 26">
            <a:extLst>
              <a:ext uri="{FF2B5EF4-FFF2-40B4-BE49-F238E27FC236}">
                <a16:creationId xmlns:a16="http://schemas.microsoft.com/office/drawing/2014/main" id="{99387D98-F3C5-0F9C-683C-03BEB637E56B}"/>
              </a:ext>
            </a:extLst>
          </p:cNvPr>
          <p:cNvSpPr/>
          <p:nvPr/>
        </p:nvSpPr>
        <p:spPr>
          <a:xfrm>
            <a:off x="4075360" y="1444211"/>
            <a:ext cx="1735282" cy="716973"/>
          </a:xfrm>
          <a:prstGeom prst="flowChartTermina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Start</a:t>
            </a:r>
            <a:endParaRPr kumimoji="1" lang="ja-JP" altLang="en-US" b="1" dirty="0">
              <a:solidFill>
                <a:schemeClr val="tx1"/>
              </a:solidFill>
            </a:endParaRPr>
          </a:p>
        </p:txBody>
      </p:sp>
      <p:cxnSp>
        <p:nvCxnSpPr>
          <p:cNvPr id="32" name="直線矢印コネクタ 31">
            <a:extLst>
              <a:ext uri="{FF2B5EF4-FFF2-40B4-BE49-F238E27FC236}">
                <a16:creationId xmlns:a16="http://schemas.microsoft.com/office/drawing/2014/main" id="{EC452438-7A63-D1E7-32C4-B84F28CE274A}"/>
              </a:ext>
            </a:extLst>
          </p:cNvPr>
          <p:cNvCxnSpPr>
            <a:cxnSpLocks/>
            <a:stCxn id="27" idx="2"/>
            <a:endCxn id="25" idx="0"/>
          </p:cNvCxnSpPr>
          <p:nvPr/>
        </p:nvCxnSpPr>
        <p:spPr>
          <a:xfrm>
            <a:off x="4943001" y="2161184"/>
            <a:ext cx="1" cy="5055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テキスト ボックス 39">
            <a:extLst>
              <a:ext uri="{FF2B5EF4-FFF2-40B4-BE49-F238E27FC236}">
                <a16:creationId xmlns:a16="http://schemas.microsoft.com/office/drawing/2014/main" id="{735617D5-1D22-9142-0C25-899D03E4458F}"/>
              </a:ext>
            </a:extLst>
          </p:cNvPr>
          <p:cNvSpPr txBox="1"/>
          <p:nvPr/>
        </p:nvSpPr>
        <p:spPr>
          <a:xfrm>
            <a:off x="4239884" y="2803325"/>
            <a:ext cx="1472045" cy="646331"/>
          </a:xfrm>
          <a:prstGeom prst="rect">
            <a:avLst/>
          </a:prstGeom>
          <a:noFill/>
        </p:spPr>
        <p:txBody>
          <a:bodyPr wrap="square" rtlCol="0">
            <a:spAutoFit/>
          </a:bodyPr>
          <a:lstStyle/>
          <a:p>
            <a:pPr algn="ctr"/>
            <a:r>
              <a:rPr kumimoji="1" lang="en-US" altLang="ja-JP" b="1" dirty="0"/>
              <a:t>Initialize Population</a:t>
            </a:r>
            <a:endParaRPr kumimoji="1" lang="ja-JP" altLang="en-US" b="1" dirty="0"/>
          </a:p>
        </p:txBody>
      </p:sp>
      <p:sp>
        <p:nvSpPr>
          <p:cNvPr id="43" name="フローチャート: 処理 42">
            <a:extLst>
              <a:ext uri="{FF2B5EF4-FFF2-40B4-BE49-F238E27FC236}">
                <a16:creationId xmlns:a16="http://schemas.microsoft.com/office/drawing/2014/main" id="{C24BDF8B-B8B7-F174-2116-10EBE763813F}"/>
              </a:ext>
            </a:extLst>
          </p:cNvPr>
          <p:cNvSpPr/>
          <p:nvPr/>
        </p:nvSpPr>
        <p:spPr>
          <a:xfrm>
            <a:off x="6418512" y="2646948"/>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4" name="テキスト ボックス 43">
            <a:extLst>
              <a:ext uri="{FF2B5EF4-FFF2-40B4-BE49-F238E27FC236}">
                <a16:creationId xmlns:a16="http://schemas.microsoft.com/office/drawing/2014/main" id="{6D0A80B6-7BC1-3B12-94E8-4F4EE90E7B71}"/>
              </a:ext>
            </a:extLst>
          </p:cNvPr>
          <p:cNvSpPr txBox="1"/>
          <p:nvPr/>
        </p:nvSpPr>
        <p:spPr>
          <a:xfrm>
            <a:off x="6681748" y="2677295"/>
            <a:ext cx="1472045" cy="923330"/>
          </a:xfrm>
          <a:prstGeom prst="rect">
            <a:avLst/>
          </a:prstGeom>
          <a:noFill/>
        </p:spPr>
        <p:txBody>
          <a:bodyPr wrap="square" rtlCol="0">
            <a:spAutoFit/>
          </a:bodyPr>
          <a:lstStyle/>
          <a:p>
            <a:pPr algn="ctr"/>
            <a:r>
              <a:rPr kumimoji="1" lang="en-US" altLang="ja-JP" b="1" dirty="0"/>
              <a:t>Elitism &amp; Parent Selection</a:t>
            </a:r>
            <a:endParaRPr kumimoji="1" lang="ja-JP" altLang="en-US" b="1" dirty="0"/>
          </a:p>
        </p:txBody>
      </p:sp>
      <p:sp>
        <p:nvSpPr>
          <p:cNvPr id="45" name="フローチャート: 処理 44">
            <a:extLst>
              <a:ext uri="{FF2B5EF4-FFF2-40B4-BE49-F238E27FC236}">
                <a16:creationId xmlns:a16="http://schemas.microsoft.com/office/drawing/2014/main" id="{6FB085B4-F459-73FF-443F-A3F460FBA467}"/>
              </a:ext>
            </a:extLst>
          </p:cNvPr>
          <p:cNvSpPr/>
          <p:nvPr/>
        </p:nvSpPr>
        <p:spPr>
          <a:xfrm>
            <a:off x="8860377" y="2646948"/>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6" name="テキスト ボックス 45">
            <a:extLst>
              <a:ext uri="{FF2B5EF4-FFF2-40B4-BE49-F238E27FC236}">
                <a16:creationId xmlns:a16="http://schemas.microsoft.com/office/drawing/2014/main" id="{085C69C5-0256-7EAA-E5A4-102C09C2C320}"/>
              </a:ext>
            </a:extLst>
          </p:cNvPr>
          <p:cNvSpPr txBox="1"/>
          <p:nvPr/>
        </p:nvSpPr>
        <p:spPr>
          <a:xfrm>
            <a:off x="9123613" y="2926228"/>
            <a:ext cx="1472045" cy="369332"/>
          </a:xfrm>
          <a:prstGeom prst="rect">
            <a:avLst/>
          </a:prstGeom>
          <a:noFill/>
        </p:spPr>
        <p:txBody>
          <a:bodyPr wrap="square" rtlCol="0">
            <a:spAutoFit/>
          </a:bodyPr>
          <a:lstStyle/>
          <a:p>
            <a:pPr algn="ctr"/>
            <a:r>
              <a:rPr kumimoji="1" lang="en-US" altLang="ja-JP" b="1" dirty="0"/>
              <a:t>Crossover</a:t>
            </a:r>
            <a:endParaRPr kumimoji="1" lang="ja-JP" altLang="en-US" b="1" dirty="0"/>
          </a:p>
        </p:txBody>
      </p:sp>
      <p:cxnSp>
        <p:nvCxnSpPr>
          <p:cNvPr id="47" name="直線コネクタ 46">
            <a:extLst>
              <a:ext uri="{FF2B5EF4-FFF2-40B4-BE49-F238E27FC236}">
                <a16:creationId xmlns:a16="http://schemas.microsoft.com/office/drawing/2014/main" id="{899677D7-7B69-3438-9242-F6CA1624D484}"/>
              </a:ext>
            </a:extLst>
          </p:cNvPr>
          <p:cNvCxnSpPr>
            <a:cxnSpLocks/>
            <a:stCxn id="43" idx="3"/>
            <a:endCxn id="45" idx="1"/>
          </p:cNvCxnSpPr>
          <p:nvPr/>
        </p:nvCxnSpPr>
        <p:spPr>
          <a:xfrm>
            <a:off x="8351221" y="3114539"/>
            <a:ext cx="509156" cy="0"/>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8" name="フローチャート: 処理 47">
            <a:extLst>
              <a:ext uri="{FF2B5EF4-FFF2-40B4-BE49-F238E27FC236}">
                <a16:creationId xmlns:a16="http://schemas.microsoft.com/office/drawing/2014/main" id="{3C752DB0-A511-C439-2511-275512F23A91}"/>
              </a:ext>
            </a:extLst>
          </p:cNvPr>
          <p:cNvSpPr/>
          <p:nvPr/>
        </p:nvSpPr>
        <p:spPr>
          <a:xfrm>
            <a:off x="8860376" y="4356765"/>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8283231-50A9-E8AA-B167-558B49A97A21}"/>
              </a:ext>
            </a:extLst>
          </p:cNvPr>
          <p:cNvSpPr txBox="1"/>
          <p:nvPr/>
        </p:nvSpPr>
        <p:spPr>
          <a:xfrm>
            <a:off x="9130540" y="4631076"/>
            <a:ext cx="1472045" cy="369332"/>
          </a:xfrm>
          <a:prstGeom prst="rect">
            <a:avLst/>
          </a:prstGeom>
          <a:noFill/>
        </p:spPr>
        <p:txBody>
          <a:bodyPr wrap="square" rtlCol="0">
            <a:spAutoFit/>
          </a:bodyPr>
          <a:lstStyle/>
          <a:p>
            <a:pPr algn="ctr"/>
            <a:r>
              <a:rPr kumimoji="1" lang="en-US" altLang="ja-JP" b="1" dirty="0"/>
              <a:t>Mutation</a:t>
            </a:r>
            <a:endParaRPr kumimoji="1" lang="ja-JP" altLang="en-US" b="1" dirty="0"/>
          </a:p>
        </p:txBody>
      </p:sp>
      <p:cxnSp>
        <p:nvCxnSpPr>
          <p:cNvPr id="50" name="直線コネクタ 49">
            <a:extLst>
              <a:ext uri="{FF2B5EF4-FFF2-40B4-BE49-F238E27FC236}">
                <a16:creationId xmlns:a16="http://schemas.microsoft.com/office/drawing/2014/main" id="{F4C695C0-8D1A-3D32-98BC-D3BB0F65FB09}"/>
              </a:ext>
            </a:extLst>
          </p:cNvPr>
          <p:cNvCxnSpPr>
            <a:cxnSpLocks/>
            <a:stCxn id="45" idx="2"/>
            <a:endCxn id="48" idx="0"/>
          </p:cNvCxnSpPr>
          <p:nvPr/>
        </p:nvCxnSpPr>
        <p:spPr>
          <a:xfrm flipH="1">
            <a:off x="9826731" y="3582130"/>
            <a:ext cx="1" cy="774635"/>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1" name="直線コネクタ 50">
            <a:extLst>
              <a:ext uri="{FF2B5EF4-FFF2-40B4-BE49-F238E27FC236}">
                <a16:creationId xmlns:a16="http://schemas.microsoft.com/office/drawing/2014/main" id="{030AACE2-93B7-6D8F-F8E8-AB873D0790D8}"/>
              </a:ext>
            </a:extLst>
          </p:cNvPr>
          <p:cNvCxnSpPr>
            <a:cxnSpLocks/>
            <a:stCxn id="48" idx="1"/>
            <a:endCxn id="61" idx="3"/>
          </p:cNvCxnSpPr>
          <p:nvPr/>
        </p:nvCxnSpPr>
        <p:spPr>
          <a:xfrm flipH="1">
            <a:off x="8364209" y="4824356"/>
            <a:ext cx="496167" cy="2"/>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1" name="フローチャート: 判断 60">
            <a:extLst>
              <a:ext uri="{FF2B5EF4-FFF2-40B4-BE49-F238E27FC236}">
                <a16:creationId xmlns:a16="http://schemas.microsoft.com/office/drawing/2014/main" id="{EFA49CB9-BD31-0268-8A7D-1E3907629A1A}"/>
              </a:ext>
            </a:extLst>
          </p:cNvPr>
          <p:cNvSpPr/>
          <p:nvPr/>
        </p:nvSpPr>
        <p:spPr>
          <a:xfrm>
            <a:off x="6418510" y="4163488"/>
            <a:ext cx="1945699" cy="1321739"/>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B006F3E3-A105-1D6B-8E03-08C7917758D3}"/>
              </a:ext>
            </a:extLst>
          </p:cNvPr>
          <p:cNvSpPr txBox="1"/>
          <p:nvPr/>
        </p:nvSpPr>
        <p:spPr>
          <a:xfrm>
            <a:off x="6629359" y="4553638"/>
            <a:ext cx="1575956" cy="646331"/>
          </a:xfrm>
          <a:prstGeom prst="rect">
            <a:avLst/>
          </a:prstGeom>
          <a:noFill/>
        </p:spPr>
        <p:txBody>
          <a:bodyPr wrap="square" rtlCol="0">
            <a:spAutoFit/>
          </a:bodyPr>
          <a:lstStyle/>
          <a:p>
            <a:pPr algn="ctr"/>
            <a:r>
              <a:rPr lang="en-US" altLang="ja-JP" b="1" dirty="0"/>
              <a:t>Termination</a:t>
            </a:r>
          </a:p>
          <a:p>
            <a:pPr algn="ctr"/>
            <a:r>
              <a:rPr kumimoji="1" lang="en-US" altLang="ja-JP" b="1" dirty="0"/>
              <a:t>Condition</a:t>
            </a:r>
            <a:endParaRPr kumimoji="1" lang="ja-JP" altLang="en-US" b="1" dirty="0"/>
          </a:p>
        </p:txBody>
      </p:sp>
      <p:cxnSp>
        <p:nvCxnSpPr>
          <p:cNvPr id="63" name="直線コネクタ 62">
            <a:extLst>
              <a:ext uri="{FF2B5EF4-FFF2-40B4-BE49-F238E27FC236}">
                <a16:creationId xmlns:a16="http://schemas.microsoft.com/office/drawing/2014/main" id="{BCFD1CA7-BF8F-F246-E7FE-A4D69E2A6E3D}"/>
              </a:ext>
            </a:extLst>
          </p:cNvPr>
          <p:cNvCxnSpPr>
            <a:cxnSpLocks/>
            <a:stCxn id="61" idx="0"/>
            <a:endCxn id="43" idx="2"/>
          </p:cNvCxnSpPr>
          <p:nvPr/>
        </p:nvCxnSpPr>
        <p:spPr>
          <a:xfrm flipH="1" flipV="1">
            <a:off x="7384867" y="3582130"/>
            <a:ext cx="6493" cy="581358"/>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4" name="フローチャート: 端子 63">
            <a:extLst>
              <a:ext uri="{FF2B5EF4-FFF2-40B4-BE49-F238E27FC236}">
                <a16:creationId xmlns:a16="http://schemas.microsoft.com/office/drawing/2014/main" id="{681216DB-7AD1-A8A7-877E-7155A76EB081}"/>
              </a:ext>
            </a:extLst>
          </p:cNvPr>
          <p:cNvSpPr/>
          <p:nvPr/>
        </p:nvSpPr>
        <p:spPr>
          <a:xfrm>
            <a:off x="4003814" y="5501748"/>
            <a:ext cx="1735282" cy="716973"/>
          </a:xfrm>
          <a:prstGeom prst="flowChartTermina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End</a:t>
            </a:r>
            <a:endParaRPr kumimoji="1" lang="ja-JP" altLang="en-US" b="1" dirty="0">
              <a:solidFill>
                <a:schemeClr val="tx1"/>
              </a:solidFill>
            </a:endParaRPr>
          </a:p>
        </p:txBody>
      </p:sp>
      <p:cxnSp>
        <p:nvCxnSpPr>
          <p:cNvPr id="65" name="直線コネクタ 64">
            <a:extLst>
              <a:ext uri="{FF2B5EF4-FFF2-40B4-BE49-F238E27FC236}">
                <a16:creationId xmlns:a16="http://schemas.microsoft.com/office/drawing/2014/main" id="{A0EDC283-F28B-ADF6-5090-90E0BBAF9C63}"/>
              </a:ext>
            </a:extLst>
          </p:cNvPr>
          <p:cNvCxnSpPr>
            <a:cxnSpLocks/>
            <a:stCxn id="61" idx="1"/>
          </p:cNvCxnSpPr>
          <p:nvPr/>
        </p:nvCxnSpPr>
        <p:spPr>
          <a:xfrm flipH="1">
            <a:off x="5711929" y="4824358"/>
            <a:ext cx="706581" cy="0"/>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6" name="テキスト ボックス 65">
            <a:extLst>
              <a:ext uri="{FF2B5EF4-FFF2-40B4-BE49-F238E27FC236}">
                <a16:creationId xmlns:a16="http://schemas.microsoft.com/office/drawing/2014/main" id="{0DA2396B-07C5-7D6C-BDED-767FDCFFFD25}"/>
              </a:ext>
            </a:extLst>
          </p:cNvPr>
          <p:cNvSpPr txBox="1"/>
          <p:nvPr/>
        </p:nvSpPr>
        <p:spPr>
          <a:xfrm>
            <a:off x="7417337" y="3794107"/>
            <a:ext cx="927391" cy="369332"/>
          </a:xfrm>
          <a:prstGeom prst="rect">
            <a:avLst/>
          </a:prstGeom>
          <a:noFill/>
        </p:spPr>
        <p:txBody>
          <a:bodyPr wrap="square" rtlCol="0">
            <a:spAutoFit/>
          </a:bodyPr>
          <a:lstStyle/>
          <a:p>
            <a:r>
              <a:rPr kumimoji="1" lang="en-US" altLang="ja-JP" b="1" dirty="0"/>
              <a:t>False</a:t>
            </a:r>
            <a:endParaRPr kumimoji="1" lang="ja-JP" altLang="en-US" b="1" dirty="0"/>
          </a:p>
        </p:txBody>
      </p:sp>
      <p:sp>
        <p:nvSpPr>
          <p:cNvPr id="67" name="テキスト ボックス 66">
            <a:extLst>
              <a:ext uri="{FF2B5EF4-FFF2-40B4-BE49-F238E27FC236}">
                <a16:creationId xmlns:a16="http://schemas.microsoft.com/office/drawing/2014/main" id="{9ED0F3EE-13E0-9259-9E6F-4E1B222F5999}"/>
              </a:ext>
            </a:extLst>
          </p:cNvPr>
          <p:cNvSpPr txBox="1"/>
          <p:nvPr/>
        </p:nvSpPr>
        <p:spPr>
          <a:xfrm>
            <a:off x="5888141" y="4935317"/>
            <a:ext cx="927391" cy="369332"/>
          </a:xfrm>
          <a:prstGeom prst="rect">
            <a:avLst/>
          </a:prstGeom>
          <a:noFill/>
        </p:spPr>
        <p:txBody>
          <a:bodyPr wrap="square" rtlCol="0">
            <a:spAutoFit/>
          </a:bodyPr>
          <a:lstStyle/>
          <a:p>
            <a:r>
              <a:rPr kumimoji="1" lang="en-US" altLang="ja-JP" b="1" dirty="0"/>
              <a:t>True</a:t>
            </a:r>
            <a:endParaRPr kumimoji="1" lang="ja-JP" altLang="en-US" b="1" dirty="0"/>
          </a:p>
        </p:txBody>
      </p:sp>
      <p:grpSp>
        <p:nvGrpSpPr>
          <p:cNvPr id="77" name="グループ化 76">
            <a:extLst>
              <a:ext uri="{FF2B5EF4-FFF2-40B4-BE49-F238E27FC236}">
                <a16:creationId xmlns:a16="http://schemas.microsoft.com/office/drawing/2014/main" id="{05FBB461-0C7D-2121-11F6-E4C0E5C602FA}"/>
              </a:ext>
            </a:extLst>
          </p:cNvPr>
          <p:cNvGrpSpPr/>
          <p:nvPr/>
        </p:nvGrpSpPr>
        <p:grpSpPr>
          <a:xfrm>
            <a:off x="860468" y="3196902"/>
            <a:ext cx="2075802" cy="832562"/>
            <a:chOff x="546963" y="3755702"/>
            <a:chExt cx="2075802" cy="832562"/>
          </a:xfrm>
        </p:grpSpPr>
        <p:sp>
          <p:nvSpPr>
            <p:cNvPr id="69" name="フローチャート: データ 68">
              <a:extLst>
                <a:ext uri="{FF2B5EF4-FFF2-40B4-BE49-F238E27FC236}">
                  <a16:creationId xmlns:a16="http://schemas.microsoft.com/office/drawing/2014/main" id="{8B693E67-3288-B791-7DF1-B4CBEA239007}"/>
                </a:ext>
              </a:extLst>
            </p:cNvPr>
            <p:cNvSpPr/>
            <p:nvPr/>
          </p:nvSpPr>
          <p:spPr>
            <a:xfrm>
              <a:off x="546963" y="3755702"/>
              <a:ext cx="2075802" cy="832562"/>
            </a:xfrm>
            <a:prstGeom prst="flowChartInputOutp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テキスト ボックス 69">
              <a:extLst>
                <a:ext uri="{FF2B5EF4-FFF2-40B4-BE49-F238E27FC236}">
                  <a16:creationId xmlns:a16="http://schemas.microsoft.com/office/drawing/2014/main" id="{8BDADC2A-6015-041D-DD2F-DA91FE583B7B}"/>
                </a:ext>
              </a:extLst>
            </p:cNvPr>
            <p:cNvSpPr txBox="1"/>
            <p:nvPr/>
          </p:nvSpPr>
          <p:spPr>
            <a:xfrm>
              <a:off x="602907" y="3866493"/>
              <a:ext cx="2019858" cy="646330"/>
            </a:xfrm>
            <a:prstGeom prst="rect">
              <a:avLst/>
            </a:prstGeom>
            <a:noFill/>
          </p:spPr>
          <p:txBody>
            <a:bodyPr wrap="square" rtlCol="0">
              <a:spAutoFit/>
            </a:bodyPr>
            <a:lstStyle/>
            <a:p>
              <a:pPr algn="ctr"/>
              <a:r>
                <a:rPr kumimoji="1" lang="en-US" altLang="ja-JP" b="1" dirty="0"/>
                <a:t>Compression</a:t>
              </a:r>
            </a:p>
            <a:p>
              <a:pPr algn="ctr"/>
              <a:r>
                <a:rPr lang="en-US" altLang="ja-JP" b="1" dirty="0"/>
                <a:t>Number</a:t>
              </a:r>
              <a:endParaRPr kumimoji="1" lang="en-US" altLang="ja-JP" b="1" dirty="0"/>
            </a:p>
          </p:txBody>
        </p:sp>
      </p:grpSp>
      <p:grpSp>
        <p:nvGrpSpPr>
          <p:cNvPr id="76" name="グループ化 75">
            <a:extLst>
              <a:ext uri="{FF2B5EF4-FFF2-40B4-BE49-F238E27FC236}">
                <a16:creationId xmlns:a16="http://schemas.microsoft.com/office/drawing/2014/main" id="{A50D7986-8FF1-ABD5-2870-C197F5E2155D}"/>
              </a:ext>
            </a:extLst>
          </p:cNvPr>
          <p:cNvGrpSpPr/>
          <p:nvPr/>
        </p:nvGrpSpPr>
        <p:grpSpPr>
          <a:xfrm>
            <a:off x="838200" y="2161184"/>
            <a:ext cx="2098071" cy="832562"/>
            <a:chOff x="524695" y="2719984"/>
            <a:chExt cx="2098071" cy="832562"/>
          </a:xfrm>
        </p:grpSpPr>
        <p:sp>
          <p:nvSpPr>
            <p:cNvPr id="68" name="テキスト ボックス 67">
              <a:extLst>
                <a:ext uri="{FF2B5EF4-FFF2-40B4-BE49-F238E27FC236}">
                  <a16:creationId xmlns:a16="http://schemas.microsoft.com/office/drawing/2014/main" id="{A6E6EB2B-7AEB-A674-1A6C-ECB16BF8221C}"/>
                </a:ext>
              </a:extLst>
            </p:cNvPr>
            <p:cNvSpPr txBox="1"/>
            <p:nvPr/>
          </p:nvSpPr>
          <p:spPr>
            <a:xfrm>
              <a:off x="524695" y="2972738"/>
              <a:ext cx="2019858" cy="369332"/>
            </a:xfrm>
            <a:prstGeom prst="rect">
              <a:avLst/>
            </a:prstGeom>
            <a:noFill/>
          </p:spPr>
          <p:txBody>
            <a:bodyPr wrap="square" rtlCol="0">
              <a:spAutoFit/>
            </a:bodyPr>
            <a:lstStyle/>
            <a:p>
              <a:pPr algn="ctr"/>
              <a:r>
                <a:rPr kumimoji="1" lang="en-US" altLang="ja-JP" b="1" dirty="0"/>
                <a:t>SNN Model</a:t>
              </a:r>
            </a:p>
          </p:txBody>
        </p:sp>
        <p:sp>
          <p:nvSpPr>
            <p:cNvPr id="71" name="フローチャート: データ 70">
              <a:extLst>
                <a:ext uri="{FF2B5EF4-FFF2-40B4-BE49-F238E27FC236}">
                  <a16:creationId xmlns:a16="http://schemas.microsoft.com/office/drawing/2014/main" id="{EB163A63-7925-D143-31FE-3190E08ABDC9}"/>
                </a:ext>
              </a:extLst>
            </p:cNvPr>
            <p:cNvSpPr/>
            <p:nvPr/>
          </p:nvSpPr>
          <p:spPr>
            <a:xfrm>
              <a:off x="546964" y="2719984"/>
              <a:ext cx="2075802" cy="832562"/>
            </a:xfrm>
            <a:prstGeom prst="flowChartInputOutp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8" name="グループ化 77">
            <a:extLst>
              <a:ext uri="{FF2B5EF4-FFF2-40B4-BE49-F238E27FC236}">
                <a16:creationId xmlns:a16="http://schemas.microsoft.com/office/drawing/2014/main" id="{0E8A2BCB-EF1B-0D63-86A7-957B393D5EC0}"/>
              </a:ext>
            </a:extLst>
          </p:cNvPr>
          <p:cNvGrpSpPr/>
          <p:nvPr/>
        </p:nvGrpSpPr>
        <p:grpSpPr>
          <a:xfrm>
            <a:off x="3833554" y="4366803"/>
            <a:ext cx="2075802" cy="832562"/>
            <a:chOff x="892991" y="5401002"/>
            <a:chExt cx="2075802" cy="832562"/>
          </a:xfrm>
        </p:grpSpPr>
        <p:sp>
          <p:nvSpPr>
            <p:cNvPr id="72" name="テキスト ボックス 71">
              <a:extLst>
                <a:ext uri="{FF2B5EF4-FFF2-40B4-BE49-F238E27FC236}">
                  <a16:creationId xmlns:a16="http://schemas.microsoft.com/office/drawing/2014/main" id="{1E92BA88-D940-4C67-3F3B-57D05F663885}"/>
                </a:ext>
              </a:extLst>
            </p:cNvPr>
            <p:cNvSpPr txBox="1"/>
            <p:nvPr/>
          </p:nvSpPr>
          <p:spPr>
            <a:xfrm>
              <a:off x="948935" y="5494117"/>
              <a:ext cx="2019858" cy="646331"/>
            </a:xfrm>
            <a:prstGeom prst="rect">
              <a:avLst/>
            </a:prstGeom>
            <a:noFill/>
          </p:spPr>
          <p:txBody>
            <a:bodyPr wrap="square" rtlCol="0">
              <a:spAutoFit/>
            </a:bodyPr>
            <a:lstStyle/>
            <a:p>
              <a:pPr algn="ctr"/>
              <a:r>
                <a:rPr kumimoji="1" lang="en-US" altLang="ja-JP" b="1" dirty="0"/>
                <a:t>Neurons to</a:t>
              </a:r>
            </a:p>
            <a:p>
              <a:pPr algn="ctr"/>
              <a:r>
                <a:rPr kumimoji="1" lang="en-US" altLang="ja-JP" b="1" dirty="0"/>
                <a:t>remove</a:t>
              </a:r>
            </a:p>
          </p:txBody>
        </p:sp>
        <p:sp>
          <p:nvSpPr>
            <p:cNvPr id="73" name="フローチャート: データ 72">
              <a:extLst>
                <a:ext uri="{FF2B5EF4-FFF2-40B4-BE49-F238E27FC236}">
                  <a16:creationId xmlns:a16="http://schemas.microsoft.com/office/drawing/2014/main" id="{890F9309-C8F2-CCB4-EC14-D28B8E9572E8}"/>
                </a:ext>
              </a:extLst>
            </p:cNvPr>
            <p:cNvSpPr/>
            <p:nvPr/>
          </p:nvSpPr>
          <p:spPr>
            <a:xfrm>
              <a:off x="892991" y="5401002"/>
              <a:ext cx="2075802" cy="832562"/>
            </a:xfrm>
            <a:prstGeom prst="flowChartInputOutp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86" name="コネクタ: カギ線 85">
            <a:extLst>
              <a:ext uri="{FF2B5EF4-FFF2-40B4-BE49-F238E27FC236}">
                <a16:creationId xmlns:a16="http://schemas.microsoft.com/office/drawing/2014/main" id="{36258FEA-7351-F80C-C9E5-809AFF3C1B52}"/>
              </a:ext>
            </a:extLst>
          </p:cNvPr>
          <p:cNvCxnSpPr>
            <a:stCxn id="71" idx="5"/>
            <a:endCxn id="25" idx="1"/>
          </p:cNvCxnSpPr>
          <p:nvPr/>
        </p:nvCxnSpPr>
        <p:spPr>
          <a:xfrm>
            <a:off x="2728691" y="2577465"/>
            <a:ext cx="1247956" cy="556819"/>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87" name="コネクタ: カギ線 86">
            <a:extLst>
              <a:ext uri="{FF2B5EF4-FFF2-40B4-BE49-F238E27FC236}">
                <a16:creationId xmlns:a16="http://schemas.microsoft.com/office/drawing/2014/main" id="{EE14BFB2-700F-8A32-BCE9-182FB7E89D16}"/>
              </a:ext>
            </a:extLst>
          </p:cNvPr>
          <p:cNvCxnSpPr>
            <a:cxnSpLocks/>
            <a:endCxn id="25" idx="1"/>
          </p:cNvCxnSpPr>
          <p:nvPr/>
        </p:nvCxnSpPr>
        <p:spPr>
          <a:xfrm flipV="1">
            <a:off x="2728691" y="3134284"/>
            <a:ext cx="1247956" cy="49657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92" name="直線コネクタ 91">
            <a:extLst>
              <a:ext uri="{FF2B5EF4-FFF2-40B4-BE49-F238E27FC236}">
                <a16:creationId xmlns:a16="http://schemas.microsoft.com/office/drawing/2014/main" id="{6907389F-E994-A7B6-F9BA-3DAEF5964127}"/>
              </a:ext>
            </a:extLst>
          </p:cNvPr>
          <p:cNvCxnSpPr>
            <a:cxnSpLocks/>
            <a:stCxn id="73" idx="4"/>
            <a:endCxn id="64" idx="0"/>
          </p:cNvCxnSpPr>
          <p:nvPr/>
        </p:nvCxnSpPr>
        <p:spPr>
          <a:xfrm>
            <a:off x="4871455" y="5199365"/>
            <a:ext cx="0" cy="302383"/>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8" name="四角形: 角を丸くする 97">
            <a:extLst>
              <a:ext uri="{FF2B5EF4-FFF2-40B4-BE49-F238E27FC236}">
                <a16:creationId xmlns:a16="http://schemas.microsoft.com/office/drawing/2014/main" id="{4D95FB88-E08D-4572-9A91-0E0870987148}"/>
              </a:ext>
            </a:extLst>
          </p:cNvPr>
          <p:cNvSpPr/>
          <p:nvPr/>
        </p:nvSpPr>
        <p:spPr>
          <a:xfrm>
            <a:off x="3613246" y="2562542"/>
            <a:ext cx="2646522" cy="1159013"/>
          </a:xfrm>
          <a:prstGeom prst="round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8223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C6721-7CD9-2415-D7FE-62030D3CE1A4}"/>
              </a:ext>
            </a:extLst>
          </p:cNvPr>
          <p:cNvSpPr>
            <a:spLocks noGrp="1"/>
          </p:cNvSpPr>
          <p:nvPr>
            <p:ph type="title"/>
          </p:nvPr>
        </p:nvSpPr>
        <p:spPr/>
        <p:txBody>
          <a:bodyPr/>
          <a:lstStyle/>
          <a:p>
            <a:r>
              <a:rPr lang="en-US" dirty="0">
                <a:latin typeface="游ゴシック Light 見出し"/>
              </a:rPr>
              <a:t>Initialize Population (</a:t>
            </a:r>
            <a:r>
              <a:rPr lang="en-US" dirty="0" err="1">
                <a:latin typeface="游ゴシック Light 見出し"/>
              </a:rPr>
              <a:t>Cnt</a:t>
            </a:r>
            <a:r>
              <a:rPr lang="en-US" dirty="0">
                <a:latin typeface="游ゴシック Light 見出し"/>
              </a:rPr>
              <a:t>.)</a:t>
            </a:r>
            <a:endParaRPr lang="en-JP" dirty="0">
              <a:latin typeface="游ゴシック Light 見出し"/>
            </a:endParaRPr>
          </a:p>
        </p:txBody>
      </p:sp>
      <p:sp>
        <p:nvSpPr>
          <p:cNvPr id="95" name="Slide Number Placeholder 94">
            <a:extLst>
              <a:ext uri="{FF2B5EF4-FFF2-40B4-BE49-F238E27FC236}">
                <a16:creationId xmlns:a16="http://schemas.microsoft.com/office/drawing/2014/main" id="{6D9FC8C2-7F50-D23C-0BC8-F6366946A498}"/>
              </a:ext>
            </a:extLst>
          </p:cNvPr>
          <p:cNvSpPr>
            <a:spLocks noGrp="1"/>
          </p:cNvSpPr>
          <p:nvPr>
            <p:ph type="sldNum" sz="quarter" idx="12"/>
          </p:nvPr>
        </p:nvSpPr>
        <p:spPr/>
        <p:txBody>
          <a:bodyPr/>
          <a:lstStyle/>
          <a:p>
            <a:fld id="{05775D0E-D6FD-4847-A4AD-7D56F7F6616B}" type="slidenum">
              <a:rPr lang="en-JP" smtClean="0"/>
              <a:t>14</a:t>
            </a:fld>
            <a:endParaRPr lang="en-JP"/>
          </a:p>
        </p:txBody>
      </p:sp>
      <p:graphicFrame>
        <p:nvGraphicFramePr>
          <p:cNvPr id="3" name="表 2">
            <a:extLst>
              <a:ext uri="{FF2B5EF4-FFF2-40B4-BE49-F238E27FC236}">
                <a16:creationId xmlns:a16="http://schemas.microsoft.com/office/drawing/2014/main" id="{9AEA282E-C18B-94B0-549F-D0F8539F2D66}"/>
              </a:ext>
            </a:extLst>
          </p:cNvPr>
          <p:cNvGraphicFramePr>
            <a:graphicFrameLocks noGrp="1"/>
          </p:cNvGraphicFramePr>
          <p:nvPr>
            <p:extLst>
              <p:ext uri="{D42A27DB-BD31-4B8C-83A1-F6EECF244321}">
                <p14:modId xmlns:p14="http://schemas.microsoft.com/office/powerpoint/2010/main" val="1077035680"/>
              </p:ext>
            </p:extLst>
          </p:nvPr>
        </p:nvGraphicFramePr>
        <p:xfrm>
          <a:off x="838200" y="2682890"/>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graphicFrame>
        <p:nvGraphicFramePr>
          <p:cNvPr id="4" name="表 3">
            <a:extLst>
              <a:ext uri="{FF2B5EF4-FFF2-40B4-BE49-F238E27FC236}">
                <a16:creationId xmlns:a16="http://schemas.microsoft.com/office/drawing/2014/main" id="{EFAC2376-C782-ACF1-93BF-68B96BBEC8F6}"/>
              </a:ext>
            </a:extLst>
          </p:cNvPr>
          <p:cNvGraphicFramePr>
            <a:graphicFrameLocks noGrp="1"/>
          </p:cNvGraphicFramePr>
          <p:nvPr>
            <p:extLst>
              <p:ext uri="{D42A27DB-BD31-4B8C-83A1-F6EECF244321}">
                <p14:modId xmlns:p14="http://schemas.microsoft.com/office/powerpoint/2010/main" val="1554473849"/>
              </p:ext>
            </p:extLst>
          </p:nvPr>
        </p:nvGraphicFramePr>
        <p:xfrm>
          <a:off x="4384040" y="2682890"/>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graphicFrame>
        <p:nvGraphicFramePr>
          <p:cNvPr id="5" name="表 4">
            <a:extLst>
              <a:ext uri="{FF2B5EF4-FFF2-40B4-BE49-F238E27FC236}">
                <a16:creationId xmlns:a16="http://schemas.microsoft.com/office/drawing/2014/main" id="{9D3BC81E-EE9C-0D5D-BCDC-3750ED077702}"/>
              </a:ext>
            </a:extLst>
          </p:cNvPr>
          <p:cNvGraphicFramePr>
            <a:graphicFrameLocks noGrp="1"/>
          </p:cNvGraphicFramePr>
          <p:nvPr>
            <p:extLst>
              <p:ext uri="{D42A27DB-BD31-4B8C-83A1-F6EECF244321}">
                <p14:modId xmlns:p14="http://schemas.microsoft.com/office/powerpoint/2010/main" val="407089848"/>
              </p:ext>
            </p:extLst>
          </p:nvPr>
        </p:nvGraphicFramePr>
        <p:xfrm>
          <a:off x="7929880" y="2682890"/>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sp>
        <p:nvSpPr>
          <p:cNvPr id="6" name="テキスト ボックス 5">
            <a:extLst>
              <a:ext uri="{FF2B5EF4-FFF2-40B4-BE49-F238E27FC236}">
                <a16:creationId xmlns:a16="http://schemas.microsoft.com/office/drawing/2014/main" id="{23E95AF2-1382-BFD5-A3D1-B7C7021EA144}"/>
              </a:ext>
            </a:extLst>
          </p:cNvPr>
          <p:cNvSpPr txBox="1"/>
          <p:nvPr/>
        </p:nvSpPr>
        <p:spPr>
          <a:xfrm>
            <a:off x="1058222" y="2219578"/>
            <a:ext cx="2587636" cy="369332"/>
          </a:xfrm>
          <a:prstGeom prst="rect">
            <a:avLst/>
          </a:prstGeom>
          <a:noFill/>
        </p:spPr>
        <p:txBody>
          <a:bodyPr wrap="square" rtlCol="0">
            <a:spAutoFit/>
          </a:bodyPr>
          <a:lstStyle/>
          <a:p>
            <a:pPr algn="ctr"/>
            <a:r>
              <a:rPr kumimoji="1" lang="en-US" altLang="ja-JP" b="1" dirty="0"/>
              <a:t>Chromosome 1</a:t>
            </a:r>
            <a:endParaRPr kumimoji="1" lang="ja-JP" altLang="en-US" b="1" dirty="0"/>
          </a:p>
        </p:txBody>
      </p:sp>
      <p:sp>
        <p:nvSpPr>
          <p:cNvPr id="9" name="テキスト ボックス 8">
            <a:extLst>
              <a:ext uri="{FF2B5EF4-FFF2-40B4-BE49-F238E27FC236}">
                <a16:creationId xmlns:a16="http://schemas.microsoft.com/office/drawing/2014/main" id="{B606E931-E017-6F49-5A11-96ED61C6495E}"/>
              </a:ext>
            </a:extLst>
          </p:cNvPr>
          <p:cNvSpPr txBox="1"/>
          <p:nvPr/>
        </p:nvSpPr>
        <p:spPr>
          <a:xfrm>
            <a:off x="4677722" y="2219578"/>
            <a:ext cx="2587636" cy="369332"/>
          </a:xfrm>
          <a:prstGeom prst="rect">
            <a:avLst/>
          </a:prstGeom>
          <a:noFill/>
        </p:spPr>
        <p:txBody>
          <a:bodyPr wrap="square" rtlCol="0">
            <a:spAutoFit/>
          </a:bodyPr>
          <a:lstStyle/>
          <a:p>
            <a:pPr algn="ctr"/>
            <a:r>
              <a:rPr kumimoji="1" lang="en-US" altLang="ja-JP" b="1" dirty="0"/>
              <a:t>Chromosome 2</a:t>
            </a:r>
            <a:endParaRPr kumimoji="1" lang="ja-JP" altLang="en-US" b="1" dirty="0"/>
          </a:p>
        </p:txBody>
      </p:sp>
      <p:sp>
        <p:nvSpPr>
          <p:cNvPr id="10" name="テキスト ボックス 9">
            <a:extLst>
              <a:ext uri="{FF2B5EF4-FFF2-40B4-BE49-F238E27FC236}">
                <a16:creationId xmlns:a16="http://schemas.microsoft.com/office/drawing/2014/main" id="{7EE34ED4-148A-5DD2-A082-8C7125DA8999}"/>
              </a:ext>
            </a:extLst>
          </p:cNvPr>
          <p:cNvSpPr txBox="1"/>
          <p:nvPr/>
        </p:nvSpPr>
        <p:spPr>
          <a:xfrm>
            <a:off x="8149902" y="2219578"/>
            <a:ext cx="2587636" cy="369332"/>
          </a:xfrm>
          <a:prstGeom prst="rect">
            <a:avLst/>
          </a:prstGeom>
          <a:noFill/>
        </p:spPr>
        <p:txBody>
          <a:bodyPr wrap="square" rtlCol="0">
            <a:spAutoFit/>
          </a:bodyPr>
          <a:lstStyle/>
          <a:p>
            <a:pPr algn="ctr"/>
            <a:r>
              <a:rPr kumimoji="1" lang="en-US" altLang="ja-JP" b="1" dirty="0"/>
              <a:t>Chromosome 3</a:t>
            </a:r>
            <a:endParaRPr kumimoji="1" lang="ja-JP" altLang="en-US" b="1" dirty="0"/>
          </a:p>
        </p:txBody>
      </p:sp>
      <p:graphicFrame>
        <p:nvGraphicFramePr>
          <p:cNvPr id="16" name="表 15">
            <a:extLst>
              <a:ext uri="{FF2B5EF4-FFF2-40B4-BE49-F238E27FC236}">
                <a16:creationId xmlns:a16="http://schemas.microsoft.com/office/drawing/2014/main" id="{C427EE45-8CB3-7C42-396F-CAFEEFB0ECCA}"/>
              </a:ext>
            </a:extLst>
          </p:cNvPr>
          <p:cNvGraphicFramePr>
            <a:graphicFrameLocks noGrp="1"/>
          </p:cNvGraphicFramePr>
          <p:nvPr>
            <p:extLst>
              <p:ext uri="{D42A27DB-BD31-4B8C-83A1-F6EECF244321}">
                <p14:modId xmlns:p14="http://schemas.microsoft.com/office/powerpoint/2010/main" val="3424207781"/>
              </p:ext>
            </p:extLst>
          </p:nvPr>
        </p:nvGraphicFramePr>
        <p:xfrm>
          <a:off x="1724660" y="5064760"/>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grpSp>
        <p:nvGrpSpPr>
          <p:cNvPr id="24" name="グループ化 23">
            <a:extLst>
              <a:ext uri="{FF2B5EF4-FFF2-40B4-BE49-F238E27FC236}">
                <a16:creationId xmlns:a16="http://schemas.microsoft.com/office/drawing/2014/main" id="{ED88A930-FF5C-58A4-851D-D55BF908563E}"/>
              </a:ext>
            </a:extLst>
          </p:cNvPr>
          <p:cNvGrpSpPr/>
          <p:nvPr/>
        </p:nvGrpSpPr>
        <p:grpSpPr>
          <a:xfrm>
            <a:off x="589280" y="3261414"/>
            <a:ext cx="10764520" cy="408940"/>
            <a:chOff x="838200" y="3429000"/>
            <a:chExt cx="10515600" cy="408940"/>
          </a:xfrm>
        </p:grpSpPr>
        <p:cxnSp>
          <p:nvCxnSpPr>
            <p:cNvPr id="18" name="直線コネクタ 17">
              <a:extLst>
                <a:ext uri="{FF2B5EF4-FFF2-40B4-BE49-F238E27FC236}">
                  <a16:creationId xmlns:a16="http://schemas.microsoft.com/office/drawing/2014/main" id="{338A7FBB-F465-4C24-BF4E-DFB24E8F053A}"/>
                </a:ext>
              </a:extLst>
            </p:cNvPr>
            <p:cNvCxnSpPr/>
            <p:nvPr/>
          </p:nvCxnSpPr>
          <p:spPr>
            <a:xfrm>
              <a:off x="838200" y="3616960"/>
              <a:ext cx="105156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直線コネクタ 18">
              <a:extLst>
                <a:ext uri="{FF2B5EF4-FFF2-40B4-BE49-F238E27FC236}">
                  <a16:creationId xmlns:a16="http://schemas.microsoft.com/office/drawing/2014/main" id="{CFC3EC7D-F16D-7B24-05EF-CEC7EBFA1CC8}"/>
                </a:ext>
              </a:extLst>
            </p:cNvPr>
            <p:cNvCxnSpPr>
              <a:cxnSpLocks/>
            </p:cNvCxnSpPr>
            <p:nvPr/>
          </p:nvCxnSpPr>
          <p:spPr>
            <a:xfrm flipV="1">
              <a:off x="838200" y="3429000"/>
              <a:ext cx="0" cy="370840"/>
            </a:xfrm>
            <a:prstGeom prst="line">
              <a:avLst/>
            </a:prstGeom>
            <a:ln w="19050"/>
          </p:spPr>
          <p:style>
            <a:lnRef idx="1">
              <a:schemeClr val="dk1"/>
            </a:lnRef>
            <a:fillRef idx="0">
              <a:schemeClr val="dk1"/>
            </a:fillRef>
            <a:effectRef idx="0">
              <a:schemeClr val="dk1"/>
            </a:effectRef>
            <a:fontRef idx="minor">
              <a:schemeClr val="tx1"/>
            </a:fontRef>
          </p:style>
        </p:cxnSp>
        <p:cxnSp>
          <p:nvCxnSpPr>
            <p:cNvPr id="22" name="直線コネクタ 21">
              <a:extLst>
                <a:ext uri="{FF2B5EF4-FFF2-40B4-BE49-F238E27FC236}">
                  <a16:creationId xmlns:a16="http://schemas.microsoft.com/office/drawing/2014/main" id="{4E396584-DB7B-DB9F-1F02-24CD28630940}"/>
                </a:ext>
              </a:extLst>
            </p:cNvPr>
            <p:cNvCxnSpPr>
              <a:cxnSpLocks/>
            </p:cNvCxnSpPr>
            <p:nvPr/>
          </p:nvCxnSpPr>
          <p:spPr>
            <a:xfrm flipV="1">
              <a:off x="11353800" y="3467100"/>
              <a:ext cx="0" cy="370840"/>
            </a:xfrm>
            <a:prstGeom prst="line">
              <a:avLst/>
            </a:prstGeom>
            <a:ln w="19050"/>
          </p:spPr>
          <p:style>
            <a:lnRef idx="1">
              <a:schemeClr val="dk1"/>
            </a:lnRef>
            <a:fillRef idx="0">
              <a:schemeClr val="dk1"/>
            </a:fillRef>
            <a:effectRef idx="0">
              <a:schemeClr val="dk1"/>
            </a:effectRef>
            <a:fontRef idx="minor">
              <a:schemeClr val="tx1"/>
            </a:fontRef>
          </p:style>
        </p:cxnSp>
      </p:grpSp>
      <p:sp>
        <p:nvSpPr>
          <p:cNvPr id="23" name="テキスト ボックス 22">
            <a:extLst>
              <a:ext uri="{FF2B5EF4-FFF2-40B4-BE49-F238E27FC236}">
                <a16:creationId xmlns:a16="http://schemas.microsoft.com/office/drawing/2014/main" id="{9B4D33B7-6723-3EC8-5AA3-3EE1A620B560}"/>
              </a:ext>
            </a:extLst>
          </p:cNvPr>
          <p:cNvSpPr txBox="1"/>
          <p:nvPr/>
        </p:nvSpPr>
        <p:spPr>
          <a:xfrm>
            <a:off x="4685342" y="3529514"/>
            <a:ext cx="2587636" cy="369332"/>
          </a:xfrm>
          <a:prstGeom prst="rect">
            <a:avLst/>
          </a:prstGeom>
          <a:noFill/>
        </p:spPr>
        <p:txBody>
          <a:bodyPr wrap="square" rtlCol="0">
            <a:spAutoFit/>
          </a:bodyPr>
          <a:lstStyle/>
          <a:p>
            <a:pPr algn="ctr"/>
            <a:r>
              <a:rPr kumimoji="1" lang="en-US" altLang="ja-JP" b="1" dirty="0"/>
              <a:t>Population</a:t>
            </a:r>
            <a:endParaRPr kumimoji="1" lang="ja-JP" altLang="en-US" b="1" dirty="0"/>
          </a:p>
        </p:txBody>
      </p:sp>
      <p:sp>
        <p:nvSpPr>
          <p:cNvPr id="25" name="矢印: 右 24">
            <a:extLst>
              <a:ext uri="{FF2B5EF4-FFF2-40B4-BE49-F238E27FC236}">
                <a16:creationId xmlns:a16="http://schemas.microsoft.com/office/drawing/2014/main" id="{A23919EE-BD9E-E4C7-352D-E909D8911CFA}"/>
              </a:ext>
            </a:extLst>
          </p:cNvPr>
          <p:cNvSpPr/>
          <p:nvPr/>
        </p:nvSpPr>
        <p:spPr>
          <a:xfrm>
            <a:off x="5438141" y="4820921"/>
            <a:ext cx="965200" cy="858519"/>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F54906E7-6D4D-49AA-9086-12DEC270D564}"/>
              </a:ext>
            </a:extLst>
          </p:cNvPr>
          <p:cNvSpPr txBox="1"/>
          <p:nvPr/>
        </p:nvSpPr>
        <p:spPr>
          <a:xfrm>
            <a:off x="6753860" y="4597663"/>
            <a:ext cx="3713480" cy="1631216"/>
          </a:xfrm>
          <a:prstGeom prst="rect">
            <a:avLst/>
          </a:prstGeom>
          <a:noFill/>
        </p:spPr>
        <p:txBody>
          <a:bodyPr wrap="square" rtlCol="0">
            <a:spAutoFit/>
          </a:bodyPr>
          <a:lstStyle/>
          <a:p>
            <a:pPr algn="ctr"/>
            <a:r>
              <a:rPr kumimoji="1" lang="en-US" altLang="ja-JP" sz="2000" b="1" dirty="0"/>
              <a:t>Neurons before compression: 4</a:t>
            </a:r>
          </a:p>
          <a:p>
            <a:pPr algn="ctr"/>
            <a:r>
              <a:rPr kumimoji="1" lang="en-US" altLang="ja-JP" sz="2000" b="1" dirty="0"/>
              <a:t>Neuron 1: Discard</a:t>
            </a:r>
          </a:p>
          <a:p>
            <a:pPr algn="ctr"/>
            <a:r>
              <a:rPr kumimoji="1" lang="en-US" altLang="ja-JP" sz="2000" b="1" dirty="0"/>
              <a:t>Neuron 2: Keep</a:t>
            </a:r>
          </a:p>
          <a:p>
            <a:pPr algn="ctr"/>
            <a:r>
              <a:rPr kumimoji="1" lang="en-US" altLang="ja-JP" sz="2000" b="1" dirty="0"/>
              <a:t>Neuron 3: Discard</a:t>
            </a:r>
          </a:p>
          <a:p>
            <a:pPr algn="ctr"/>
            <a:r>
              <a:rPr kumimoji="1" lang="en-US" altLang="ja-JP" sz="2000" b="1" dirty="0"/>
              <a:t>Neuron 4: Keep</a:t>
            </a:r>
            <a:endParaRPr kumimoji="1" lang="ja-JP" altLang="en-US" sz="2000" b="1" dirty="0"/>
          </a:p>
        </p:txBody>
      </p:sp>
      <p:sp>
        <p:nvSpPr>
          <p:cNvPr id="27" name="テキスト ボックス 26">
            <a:extLst>
              <a:ext uri="{FF2B5EF4-FFF2-40B4-BE49-F238E27FC236}">
                <a16:creationId xmlns:a16="http://schemas.microsoft.com/office/drawing/2014/main" id="{2563DD37-8310-B3A1-C51D-BA1C245657C7}"/>
              </a:ext>
            </a:extLst>
          </p:cNvPr>
          <p:cNvSpPr txBox="1"/>
          <p:nvPr/>
        </p:nvSpPr>
        <p:spPr>
          <a:xfrm>
            <a:off x="2090086" y="4597663"/>
            <a:ext cx="2587636" cy="369332"/>
          </a:xfrm>
          <a:prstGeom prst="rect">
            <a:avLst/>
          </a:prstGeom>
          <a:noFill/>
        </p:spPr>
        <p:txBody>
          <a:bodyPr wrap="square" rtlCol="0">
            <a:spAutoFit/>
          </a:bodyPr>
          <a:lstStyle/>
          <a:p>
            <a:pPr algn="ctr"/>
            <a:r>
              <a:rPr kumimoji="1" lang="en-US" altLang="ja-JP" b="1" dirty="0"/>
              <a:t>Chromosome 1</a:t>
            </a:r>
            <a:endParaRPr kumimoji="1" lang="ja-JP" altLang="en-US" b="1" dirty="0"/>
          </a:p>
        </p:txBody>
      </p:sp>
    </p:spTree>
    <p:extLst>
      <p:ext uri="{BB962C8B-B14F-4D97-AF65-F5344CB8AC3E}">
        <p14:creationId xmlns:p14="http://schemas.microsoft.com/office/powerpoint/2010/main" val="3149281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2B39D7-27BF-232E-34C3-4487B2A33593}"/>
              </a:ext>
            </a:extLst>
          </p:cNvPr>
          <p:cNvSpPr>
            <a:spLocks noGrp="1"/>
          </p:cNvSpPr>
          <p:nvPr>
            <p:ph type="title"/>
          </p:nvPr>
        </p:nvSpPr>
        <p:spPr/>
        <p:txBody>
          <a:bodyPr/>
          <a:lstStyle/>
          <a:p>
            <a:r>
              <a:rPr kumimoji="1" lang="en-US" altLang="ja-JP" dirty="0">
                <a:latin typeface="游ゴシック Light 見出し"/>
              </a:rPr>
              <a:t>Initialize Population (</a:t>
            </a:r>
            <a:r>
              <a:rPr kumimoji="1" lang="en-US" altLang="ja-JP" dirty="0" err="1">
                <a:latin typeface="游ゴシック Light 見出し"/>
              </a:rPr>
              <a:t>Cnt</a:t>
            </a:r>
            <a:r>
              <a:rPr kumimoji="1" lang="en-US" altLang="ja-JP" dirty="0">
                <a:latin typeface="游ゴシック Light 見出し"/>
              </a:rPr>
              <a:t>.)</a:t>
            </a:r>
            <a:endParaRPr kumimoji="1" lang="ja-JP" altLang="en-US" dirty="0">
              <a:latin typeface="游ゴシック Light 見出し"/>
            </a:endParaRPr>
          </a:p>
        </p:txBody>
      </p:sp>
      <p:sp>
        <p:nvSpPr>
          <p:cNvPr id="6" name="スライド番号プレースホルダー 5">
            <a:extLst>
              <a:ext uri="{FF2B5EF4-FFF2-40B4-BE49-F238E27FC236}">
                <a16:creationId xmlns:a16="http://schemas.microsoft.com/office/drawing/2014/main" id="{8D4D8F57-6C22-EA95-E5FC-EA36B539DD7F}"/>
              </a:ext>
            </a:extLst>
          </p:cNvPr>
          <p:cNvSpPr>
            <a:spLocks noGrp="1"/>
          </p:cNvSpPr>
          <p:nvPr>
            <p:ph type="sldNum" sz="quarter" idx="12"/>
          </p:nvPr>
        </p:nvSpPr>
        <p:spPr/>
        <p:txBody>
          <a:bodyPr/>
          <a:lstStyle/>
          <a:p>
            <a:fld id="{05775D0E-D6FD-4847-A4AD-7D56F7F6616B}" type="slidenum">
              <a:rPr lang="en-JP" smtClean="0"/>
              <a:t>15</a:t>
            </a:fld>
            <a:endParaRPr lang="en-JP" dirty="0"/>
          </a:p>
        </p:txBody>
      </p:sp>
      <mc:AlternateContent xmlns:mc="http://schemas.openxmlformats.org/markup-compatibility/2006" xmlns:p14="http://schemas.microsoft.com/office/powerpoint/2010/main">
        <mc:Choice Requires="p14">
          <p:contentPart p14:bwMode="auto" r:id="rId3">
            <p14:nvContentPartPr>
              <p14:cNvPr id="11" name="インク 10">
                <a:extLst>
                  <a:ext uri="{FF2B5EF4-FFF2-40B4-BE49-F238E27FC236}">
                    <a16:creationId xmlns:a16="http://schemas.microsoft.com/office/drawing/2014/main" id="{9E56C1DA-4561-52A6-8AD4-4CBB9C39461D}"/>
                  </a:ext>
                </a:extLst>
              </p14:cNvPr>
              <p14:cNvContentPartPr/>
              <p14:nvPr/>
            </p14:nvContentPartPr>
            <p14:xfrm>
              <a:off x="5593806" y="2983381"/>
              <a:ext cx="1215720" cy="146880"/>
            </p14:xfrm>
          </p:contentPart>
        </mc:Choice>
        <mc:Fallback xmlns="">
          <p:pic>
            <p:nvPicPr>
              <p:cNvPr id="11" name="インク 10">
                <a:extLst>
                  <a:ext uri="{FF2B5EF4-FFF2-40B4-BE49-F238E27FC236}">
                    <a16:creationId xmlns:a16="http://schemas.microsoft.com/office/drawing/2014/main" id="{9E56C1DA-4561-52A6-8AD4-4CBB9C39461D}"/>
                  </a:ext>
                </a:extLst>
              </p:cNvPr>
              <p:cNvPicPr/>
              <p:nvPr/>
            </p:nvPicPr>
            <p:blipFill>
              <a:blip r:embed="rId4"/>
              <a:stretch>
                <a:fillRect/>
              </a:stretch>
            </p:blipFill>
            <p:spPr>
              <a:xfrm>
                <a:off x="5530806" y="2920226"/>
                <a:ext cx="1341360" cy="272829"/>
              </a:xfrm>
              <a:prstGeom prst="rect">
                <a:avLst/>
              </a:prstGeom>
            </p:spPr>
          </p:pic>
        </mc:Fallback>
      </mc:AlternateContent>
      <p:sp>
        <p:nvSpPr>
          <p:cNvPr id="4" name="楕円 3">
            <a:extLst>
              <a:ext uri="{FF2B5EF4-FFF2-40B4-BE49-F238E27FC236}">
                <a16:creationId xmlns:a16="http://schemas.microsoft.com/office/drawing/2014/main" id="{A1450831-57E9-71E7-97C2-88655B50DA01}"/>
              </a:ext>
            </a:extLst>
          </p:cNvPr>
          <p:cNvSpPr/>
          <p:nvPr/>
        </p:nvSpPr>
        <p:spPr>
          <a:xfrm>
            <a:off x="2828645" y="2695514"/>
            <a:ext cx="704857" cy="7048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7723D7EC-FD6B-C9CF-E428-7E7263D8E0CC}"/>
              </a:ext>
            </a:extLst>
          </p:cNvPr>
          <p:cNvSpPr/>
          <p:nvPr/>
        </p:nvSpPr>
        <p:spPr>
          <a:xfrm>
            <a:off x="2828644" y="3555942"/>
            <a:ext cx="704857" cy="7048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D38807EE-4F04-3278-618F-41D12CCDCBF4}"/>
              </a:ext>
            </a:extLst>
          </p:cNvPr>
          <p:cNvSpPr/>
          <p:nvPr/>
        </p:nvSpPr>
        <p:spPr>
          <a:xfrm>
            <a:off x="2828643" y="4416370"/>
            <a:ext cx="704857" cy="7048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C1DCF46F-1762-7636-1203-1078E7316526}"/>
              </a:ext>
            </a:extLst>
          </p:cNvPr>
          <p:cNvSpPr/>
          <p:nvPr/>
        </p:nvSpPr>
        <p:spPr>
          <a:xfrm>
            <a:off x="2839231" y="5276798"/>
            <a:ext cx="704857" cy="7048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楕円 26">
            <a:extLst>
              <a:ext uri="{FF2B5EF4-FFF2-40B4-BE49-F238E27FC236}">
                <a16:creationId xmlns:a16="http://schemas.microsoft.com/office/drawing/2014/main" id="{C8901898-09E1-8B85-3B84-7EF47B0181BC}"/>
              </a:ext>
            </a:extLst>
          </p:cNvPr>
          <p:cNvSpPr/>
          <p:nvPr/>
        </p:nvSpPr>
        <p:spPr>
          <a:xfrm>
            <a:off x="4733645" y="2695514"/>
            <a:ext cx="704857" cy="7048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E1F0C26F-65F2-216C-2F6A-7AB63A074E15}"/>
              </a:ext>
            </a:extLst>
          </p:cNvPr>
          <p:cNvSpPr/>
          <p:nvPr/>
        </p:nvSpPr>
        <p:spPr>
          <a:xfrm>
            <a:off x="4733644" y="3555942"/>
            <a:ext cx="704857" cy="7048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22FD3636-7D7A-BAF2-066B-64B2192BF2FC}"/>
              </a:ext>
            </a:extLst>
          </p:cNvPr>
          <p:cNvSpPr/>
          <p:nvPr/>
        </p:nvSpPr>
        <p:spPr>
          <a:xfrm>
            <a:off x="4733643" y="4416370"/>
            <a:ext cx="704857" cy="7048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楕円 29">
            <a:extLst>
              <a:ext uri="{FF2B5EF4-FFF2-40B4-BE49-F238E27FC236}">
                <a16:creationId xmlns:a16="http://schemas.microsoft.com/office/drawing/2014/main" id="{84030E1E-C8EC-89B2-657A-CC02C85EE0AD}"/>
              </a:ext>
            </a:extLst>
          </p:cNvPr>
          <p:cNvSpPr/>
          <p:nvPr/>
        </p:nvSpPr>
        <p:spPr>
          <a:xfrm>
            <a:off x="4744231" y="5276798"/>
            <a:ext cx="704857" cy="7048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6" name="直線コネクタ 35">
            <a:extLst>
              <a:ext uri="{FF2B5EF4-FFF2-40B4-BE49-F238E27FC236}">
                <a16:creationId xmlns:a16="http://schemas.microsoft.com/office/drawing/2014/main" id="{E5799853-3C03-1830-31DA-F99609E81BC0}"/>
              </a:ext>
            </a:extLst>
          </p:cNvPr>
          <p:cNvCxnSpPr>
            <a:stCxn id="4" idx="6"/>
            <a:endCxn id="27" idx="2"/>
          </p:cNvCxnSpPr>
          <p:nvPr/>
        </p:nvCxnSpPr>
        <p:spPr>
          <a:xfrm>
            <a:off x="3533502" y="3047943"/>
            <a:ext cx="1200143" cy="0"/>
          </a:xfrm>
          <a:prstGeom prst="line">
            <a:avLst/>
          </a:prstGeom>
        </p:spPr>
        <p:style>
          <a:lnRef idx="1">
            <a:schemeClr val="dk1"/>
          </a:lnRef>
          <a:fillRef idx="0">
            <a:schemeClr val="dk1"/>
          </a:fillRef>
          <a:effectRef idx="0">
            <a:schemeClr val="dk1"/>
          </a:effectRef>
          <a:fontRef idx="minor">
            <a:schemeClr val="tx1"/>
          </a:fontRef>
        </p:style>
      </p:cxnSp>
      <p:cxnSp>
        <p:nvCxnSpPr>
          <p:cNvPr id="37" name="直線コネクタ 36">
            <a:extLst>
              <a:ext uri="{FF2B5EF4-FFF2-40B4-BE49-F238E27FC236}">
                <a16:creationId xmlns:a16="http://schemas.microsoft.com/office/drawing/2014/main" id="{D7A8EFB3-431A-0D02-160C-51A92ED5193E}"/>
              </a:ext>
            </a:extLst>
          </p:cNvPr>
          <p:cNvCxnSpPr>
            <a:cxnSpLocks/>
            <a:stCxn id="4" idx="6"/>
            <a:endCxn id="28" idx="2"/>
          </p:cNvCxnSpPr>
          <p:nvPr/>
        </p:nvCxnSpPr>
        <p:spPr>
          <a:xfrm>
            <a:off x="3533502" y="3047943"/>
            <a:ext cx="1200142" cy="860428"/>
          </a:xfrm>
          <a:prstGeom prst="line">
            <a:avLst/>
          </a:prstGeom>
        </p:spPr>
        <p:style>
          <a:lnRef idx="1">
            <a:schemeClr val="dk1"/>
          </a:lnRef>
          <a:fillRef idx="0">
            <a:schemeClr val="dk1"/>
          </a:fillRef>
          <a:effectRef idx="0">
            <a:schemeClr val="dk1"/>
          </a:effectRef>
          <a:fontRef idx="minor">
            <a:schemeClr val="tx1"/>
          </a:fontRef>
        </p:style>
      </p:cxnSp>
      <p:cxnSp>
        <p:nvCxnSpPr>
          <p:cNvPr id="40" name="直線コネクタ 39">
            <a:extLst>
              <a:ext uri="{FF2B5EF4-FFF2-40B4-BE49-F238E27FC236}">
                <a16:creationId xmlns:a16="http://schemas.microsoft.com/office/drawing/2014/main" id="{EB0D0CC0-E21C-45BE-1DCE-897AF8FA7E4A}"/>
              </a:ext>
            </a:extLst>
          </p:cNvPr>
          <p:cNvCxnSpPr>
            <a:cxnSpLocks/>
            <a:stCxn id="4" idx="6"/>
            <a:endCxn id="29" idx="2"/>
          </p:cNvCxnSpPr>
          <p:nvPr/>
        </p:nvCxnSpPr>
        <p:spPr>
          <a:xfrm>
            <a:off x="3533502" y="3047943"/>
            <a:ext cx="1200141" cy="1720856"/>
          </a:xfrm>
          <a:prstGeom prst="line">
            <a:avLst/>
          </a:prstGeom>
        </p:spPr>
        <p:style>
          <a:lnRef idx="1">
            <a:schemeClr val="dk1"/>
          </a:lnRef>
          <a:fillRef idx="0">
            <a:schemeClr val="dk1"/>
          </a:fillRef>
          <a:effectRef idx="0">
            <a:schemeClr val="dk1"/>
          </a:effectRef>
          <a:fontRef idx="minor">
            <a:schemeClr val="tx1"/>
          </a:fontRef>
        </p:style>
      </p:cxnSp>
      <p:cxnSp>
        <p:nvCxnSpPr>
          <p:cNvPr id="43" name="直線コネクタ 42">
            <a:extLst>
              <a:ext uri="{FF2B5EF4-FFF2-40B4-BE49-F238E27FC236}">
                <a16:creationId xmlns:a16="http://schemas.microsoft.com/office/drawing/2014/main" id="{7B5BCB94-9491-581E-101E-FD7942BE633E}"/>
              </a:ext>
            </a:extLst>
          </p:cNvPr>
          <p:cNvCxnSpPr>
            <a:cxnSpLocks/>
            <a:stCxn id="4" idx="6"/>
            <a:endCxn id="30" idx="2"/>
          </p:cNvCxnSpPr>
          <p:nvPr/>
        </p:nvCxnSpPr>
        <p:spPr>
          <a:xfrm>
            <a:off x="3533502" y="3047943"/>
            <a:ext cx="1210729" cy="2581284"/>
          </a:xfrm>
          <a:prstGeom prst="line">
            <a:avLst/>
          </a:prstGeom>
        </p:spPr>
        <p:style>
          <a:lnRef idx="1">
            <a:schemeClr val="dk1"/>
          </a:lnRef>
          <a:fillRef idx="0">
            <a:schemeClr val="dk1"/>
          </a:fillRef>
          <a:effectRef idx="0">
            <a:schemeClr val="dk1"/>
          </a:effectRef>
          <a:fontRef idx="minor">
            <a:schemeClr val="tx1"/>
          </a:fontRef>
        </p:style>
      </p:cxnSp>
      <p:cxnSp>
        <p:nvCxnSpPr>
          <p:cNvPr id="46" name="直線コネクタ 45">
            <a:extLst>
              <a:ext uri="{FF2B5EF4-FFF2-40B4-BE49-F238E27FC236}">
                <a16:creationId xmlns:a16="http://schemas.microsoft.com/office/drawing/2014/main" id="{A4D01E4C-E197-8FED-639A-E12CA9482DD6}"/>
              </a:ext>
            </a:extLst>
          </p:cNvPr>
          <p:cNvCxnSpPr>
            <a:cxnSpLocks/>
            <a:stCxn id="5" idx="6"/>
            <a:endCxn id="27" idx="2"/>
          </p:cNvCxnSpPr>
          <p:nvPr/>
        </p:nvCxnSpPr>
        <p:spPr>
          <a:xfrm flipV="1">
            <a:off x="3533501" y="3047943"/>
            <a:ext cx="1200144" cy="860428"/>
          </a:xfrm>
          <a:prstGeom prst="line">
            <a:avLst/>
          </a:prstGeom>
        </p:spPr>
        <p:style>
          <a:lnRef idx="1">
            <a:schemeClr val="dk1"/>
          </a:lnRef>
          <a:fillRef idx="0">
            <a:schemeClr val="dk1"/>
          </a:fillRef>
          <a:effectRef idx="0">
            <a:schemeClr val="dk1"/>
          </a:effectRef>
          <a:fontRef idx="minor">
            <a:schemeClr val="tx1"/>
          </a:fontRef>
        </p:style>
      </p:cxnSp>
      <p:cxnSp>
        <p:nvCxnSpPr>
          <p:cNvPr id="49" name="直線コネクタ 48">
            <a:extLst>
              <a:ext uri="{FF2B5EF4-FFF2-40B4-BE49-F238E27FC236}">
                <a16:creationId xmlns:a16="http://schemas.microsoft.com/office/drawing/2014/main" id="{9350037A-AC26-2B4E-CCB3-7D7F102BE0D8}"/>
              </a:ext>
            </a:extLst>
          </p:cNvPr>
          <p:cNvCxnSpPr>
            <a:cxnSpLocks/>
            <a:stCxn id="5" idx="6"/>
            <a:endCxn id="28" idx="2"/>
          </p:cNvCxnSpPr>
          <p:nvPr/>
        </p:nvCxnSpPr>
        <p:spPr>
          <a:xfrm>
            <a:off x="3533501" y="3908371"/>
            <a:ext cx="1200143" cy="0"/>
          </a:xfrm>
          <a:prstGeom prst="line">
            <a:avLst/>
          </a:prstGeom>
        </p:spPr>
        <p:style>
          <a:lnRef idx="1">
            <a:schemeClr val="dk1"/>
          </a:lnRef>
          <a:fillRef idx="0">
            <a:schemeClr val="dk1"/>
          </a:fillRef>
          <a:effectRef idx="0">
            <a:schemeClr val="dk1"/>
          </a:effectRef>
          <a:fontRef idx="minor">
            <a:schemeClr val="tx1"/>
          </a:fontRef>
        </p:style>
      </p:cxnSp>
      <p:cxnSp>
        <p:nvCxnSpPr>
          <p:cNvPr id="52" name="直線コネクタ 51">
            <a:extLst>
              <a:ext uri="{FF2B5EF4-FFF2-40B4-BE49-F238E27FC236}">
                <a16:creationId xmlns:a16="http://schemas.microsoft.com/office/drawing/2014/main" id="{0FF656D9-D4DD-8C31-F5AC-1C48390249F9}"/>
              </a:ext>
            </a:extLst>
          </p:cNvPr>
          <p:cNvCxnSpPr>
            <a:cxnSpLocks/>
            <a:stCxn id="5" idx="6"/>
            <a:endCxn id="29" idx="2"/>
          </p:cNvCxnSpPr>
          <p:nvPr/>
        </p:nvCxnSpPr>
        <p:spPr>
          <a:xfrm>
            <a:off x="3533501" y="3908371"/>
            <a:ext cx="1200142" cy="860428"/>
          </a:xfrm>
          <a:prstGeom prst="line">
            <a:avLst/>
          </a:prstGeom>
        </p:spPr>
        <p:style>
          <a:lnRef idx="1">
            <a:schemeClr val="dk1"/>
          </a:lnRef>
          <a:fillRef idx="0">
            <a:schemeClr val="dk1"/>
          </a:fillRef>
          <a:effectRef idx="0">
            <a:schemeClr val="dk1"/>
          </a:effectRef>
          <a:fontRef idx="minor">
            <a:schemeClr val="tx1"/>
          </a:fontRef>
        </p:style>
      </p:cxnSp>
      <p:cxnSp>
        <p:nvCxnSpPr>
          <p:cNvPr id="55" name="直線コネクタ 54">
            <a:extLst>
              <a:ext uri="{FF2B5EF4-FFF2-40B4-BE49-F238E27FC236}">
                <a16:creationId xmlns:a16="http://schemas.microsoft.com/office/drawing/2014/main" id="{9E2C71B9-228F-CD80-236B-CF96103C2608}"/>
              </a:ext>
            </a:extLst>
          </p:cNvPr>
          <p:cNvCxnSpPr>
            <a:cxnSpLocks/>
            <a:stCxn id="5" idx="6"/>
            <a:endCxn id="30" idx="2"/>
          </p:cNvCxnSpPr>
          <p:nvPr/>
        </p:nvCxnSpPr>
        <p:spPr>
          <a:xfrm>
            <a:off x="3533501" y="3908371"/>
            <a:ext cx="1210730" cy="1720856"/>
          </a:xfrm>
          <a:prstGeom prst="line">
            <a:avLst/>
          </a:prstGeom>
        </p:spPr>
        <p:style>
          <a:lnRef idx="1">
            <a:schemeClr val="dk1"/>
          </a:lnRef>
          <a:fillRef idx="0">
            <a:schemeClr val="dk1"/>
          </a:fillRef>
          <a:effectRef idx="0">
            <a:schemeClr val="dk1"/>
          </a:effectRef>
          <a:fontRef idx="minor">
            <a:schemeClr val="tx1"/>
          </a:fontRef>
        </p:style>
      </p:cxnSp>
      <p:cxnSp>
        <p:nvCxnSpPr>
          <p:cNvPr id="58" name="直線コネクタ 57">
            <a:extLst>
              <a:ext uri="{FF2B5EF4-FFF2-40B4-BE49-F238E27FC236}">
                <a16:creationId xmlns:a16="http://schemas.microsoft.com/office/drawing/2014/main" id="{0F855A30-D4C0-C6ED-912B-8A6F2E33B210}"/>
              </a:ext>
            </a:extLst>
          </p:cNvPr>
          <p:cNvCxnSpPr>
            <a:cxnSpLocks/>
            <a:stCxn id="14" idx="6"/>
            <a:endCxn id="27" idx="2"/>
          </p:cNvCxnSpPr>
          <p:nvPr/>
        </p:nvCxnSpPr>
        <p:spPr>
          <a:xfrm flipV="1">
            <a:off x="3533500" y="3047943"/>
            <a:ext cx="1200145" cy="1720856"/>
          </a:xfrm>
          <a:prstGeom prst="line">
            <a:avLst/>
          </a:prstGeom>
        </p:spPr>
        <p:style>
          <a:lnRef idx="1">
            <a:schemeClr val="dk1"/>
          </a:lnRef>
          <a:fillRef idx="0">
            <a:schemeClr val="dk1"/>
          </a:fillRef>
          <a:effectRef idx="0">
            <a:schemeClr val="dk1"/>
          </a:effectRef>
          <a:fontRef idx="minor">
            <a:schemeClr val="tx1"/>
          </a:fontRef>
        </p:style>
      </p:cxnSp>
      <p:cxnSp>
        <p:nvCxnSpPr>
          <p:cNvPr id="62" name="直線コネクタ 61">
            <a:extLst>
              <a:ext uri="{FF2B5EF4-FFF2-40B4-BE49-F238E27FC236}">
                <a16:creationId xmlns:a16="http://schemas.microsoft.com/office/drawing/2014/main" id="{6A3120D8-EB12-42A9-7CEF-60C024F56906}"/>
              </a:ext>
            </a:extLst>
          </p:cNvPr>
          <p:cNvCxnSpPr>
            <a:cxnSpLocks/>
            <a:stCxn id="14" idx="6"/>
            <a:endCxn id="28" idx="2"/>
          </p:cNvCxnSpPr>
          <p:nvPr/>
        </p:nvCxnSpPr>
        <p:spPr>
          <a:xfrm flipV="1">
            <a:off x="3533500" y="3908371"/>
            <a:ext cx="1200144" cy="860428"/>
          </a:xfrm>
          <a:prstGeom prst="line">
            <a:avLst/>
          </a:prstGeom>
        </p:spPr>
        <p:style>
          <a:lnRef idx="1">
            <a:schemeClr val="dk1"/>
          </a:lnRef>
          <a:fillRef idx="0">
            <a:schemeClr val="dk1"/>
          </a:fillRef>
          <a:effectRef idx="0">
            <a:schemeClr val="dk1"/>
          </a:effectRef>
          <a:fontRef idx="minor">
            <a:schemeClr val="tx1"/>
          </a:fontRef>
        </p:style>
      </p:cxnSp>
      <p:cxnSp>
        <p:nvCxnSpPr>
          <p:cNvPr id="65" name="直線コネクタ 64">
            <a:extLst>
              <a:ext uri="{FF2B5EF4-FFF2-40B4-BE49-F238E27FC236}">
                <a16:creationId xmlns:a16="http://schemas.microsoft.com/office/drawing/2014/main" id="{5E5642C3-8210-D7A6-3AAD-175F95F39BCA}"/>
              </a:ext>
            </a:extLst>
          </p:cNvPr>
          <p:cNvCxnSpPr>
            <a:cxnSpLocks/>
            <a:stCxn id="14" idx="6"/>
            <a:endCxn id="29" idx="2"/>
          </p:cNvCxnSpPr>
          <p:nvPr/>
        </p:nvCxnSpPr>
        <p:spPr>
          <a:xfrm>
            <a:off x="3533500" y="4768799"/>
            <a:ext cx="1200143" cy="0"/>
          </a:xfrm>
          <a:prstGeom prst="line">
            <a:avLst/>
          </a:prstGeom>
        </p:spPr>
        <p:style>
          <a:lnRef idx="1">
            <a:schemeClr val="dk1"/>
          </a:lnRef>
          <a:fillRef idx="0">
            <a:schemeClr val="dk1"/>
          </a:fillRef>
          <a:effectRef idx="0">
            <a:schemeClr val="dk1"/>
          </a:effectRef>
          <a:fontRef idx="minor">
            <a:schemeClr val="tx1"/>
          </a:fontRef>
        </p:style>
      </p:cxnSp>
      <p:cxnSp>
        <p:nvCxnSpPr>
          <p:cNvPr id="68" name="直線コネクタ 67">
            <a:extLst>
              <a:ext uri="{FF2B5EF4-FFF2-40B4-BE49-F238E27FC236}">
                <a16:creationId xmlns:a16="http://schemas.microsoft.com/office/drawing/2014/main" id="{647E3A11-E838-742A-EF83-EC17C62E8519}"/>
              </a:ext>
            </a:extLst>
          </p:cNvPr>
          <p:cNvCxnSpPr>
            <a:cxnSpLocks/>
            <a:stCxn id="14" idx="6"/>
            <a:endCxn id="30" idx="2"/>
          </p:cNvCxnSpPr>
          <p:nvPr/>
        </p:nvCxnSpPr>
        <p:spPr>
          <a:xfrm>
            <a:off x="3533500" y="4768799"/>
            <a:ext cx="1210731" cy="860428"/>
          </a:xfrm>
          <a:prstGeom prst="line">
            <a:avLst/>
          </a:prstGeom>
        </p:spPr>
        <p:style>
          <a:lnRef idx="1">
            <a:schemeClr val="dk1"/>
          </a:lnRef>
          <a:fillRef idx="0">
            <a:schemeClr val="dk1"/>
          </a:fillRef>
          <a:effectRef idx="0">
            <a:schemeClr val="dk1"/>
          </a:effectRef>
          <a:fontRef idx="minor">
            <a:schemeClr val="tx1"/>
          </a:fontRef>
        </p:style>
      </p:cxnSp>
      <p:cxnSp>
        <p:nvCxnSpPr>
          <p:cNvPr id="71" name="直線コネクタ 70">
            <a:extLst>
              <a:ext uri="{FF2B5EF4-FFF2-40B4-BE49-F238E27FC236}">
                <a16:creationId xmlns:a16="http://schemas.microsoft.com/office/drawing/2014/main" id="{F0516E1A-DD33-2818-4D71-C3619449039E}"/>
              </a:ext>
            </a:extLst>
          </p:cNvPr>
          <p:cNvCxnSpPr>
            <a:cxnSpLocks/>
            <a:stCxn id="26" idx="6"/>
            <a:endCxn id="27" idx="2"/>
          </p:cNvCxnSpPr>
          <p:nvPr/>
        </p:nvCxnSpPr>
        <p:spPr>
          <a:xfrm flipV="1">
            <a:off x="3544088" y="3047943"/>
            <a:ext cx="1189557" cy="2581284"/>
          </a:xfrm>
          <a:prstGeom prst="line">
            <a:avLst/>
          </a:prstGeom>
        </p:spPr>
        <p:style>
          <a:lnRef idx="1">
            <a:schemeClr val="dk1"/>
          </a:lnRef>
          <a:fillRef idx="0">
            <a:schemeClr val="dk1"/>
          </a:fillRef>
          <a:effectRef idx="0">
            <a:schemeClr val="dk1"/>
          </a:effectRef>
          <a:fontRef idx="minor">
            <a:schemeClr val="tx1"/>
          </a:fontRef>
        </p:style>
      </p:cxnSp>
      <p:cxnSp>
        <p:nvCxnSpPr>
          <p:cNvPr id="74" name="直線コネクタ 73">
            <a:extLst>
              <a:ext uri="{FF2B5EF4-FFF2-40B4-BE49-F238E27FC236}">
                <a16:creationId xmlns:a16="http://schemas.microsoft.com/office/drawing/2014/main" id="{F115141A-AB3D-CACC-D88C-A7389A50605E}"/>
              </a:ext>
            </a:extLst>
          </p:cNvPr>
          <p:cNvCxnSpPr>
            <a:cxnSpLocks/>
            <a:stCxn id="26" idx="6"/>
            <a:endCxn id="28" idx="2"/>
          </p:cNvCxnSpPr>
          <p:nvPr/>
        </p:nvCxnSpPr>
        <p:spPr>
          <a:xfrm flipV="1">
            <a:off x="3544088" y="3908371"/>
            <a:ext cx="1189556" cy="1720856"/>
          </a:xfrm>
          <a:prstGeom prst="line">
            <a:avLst/>
          </a:prstGeom>
        </p:spPr>
        <p:style>
          <a:lnRef idx="1">
            <a:schemeClr val="dk1"/>
          </a:lnRef>
          <a:fillRef idx="0">
            <a:schemeClr val="dk1"/>
          </a:fillRef>
          <a:effectRef idx="0">
            <a:schemeClr val="dk1"/>
          </a:effectRef>
          <a:fontRef idx="minor">
            <a:schemeClr val="tx1"/>
          </a:fontRef>
        </p:style>
      </p:cxnSp>
      <p:cxnSp>
        <p:nvCxnSpPr>
          <p:cNvPr id="77" name="直線コネクタ 76">
            <a:extLst>
              <a:ext uri="{FF2B5EF4-FFF2-40B4-BE49-F238E27FC236}">
                <a16:creationId xmlns:a16="http://schemas.microsoft.com/office/drawing/2014/main" id="{EE9F9689-4FAA-6D97-F0A4-6FE540158EEC}"/>
              </a:ext>
            </a:extLst>
          </p:cNvPr>
          <p:cNvCxnSpPr>
            <a:cxnSpLocks/>
            <a:stCxn id="26" idx="6"/>
            <a:endCxn id="29" idx="2"/>
          </p:cNvCxnSpPr>
          <p:nvPr/>
        </p:nvCxnSpPr>
        <p:spPr>
          <a:xfrm flipV="1">
            <a:off x="3544088" y="4768799"/>
            <a:ext cx="1189555" cy="860428"/>
          </a:xfrm>
          <a:prstGeom prst="line">
            <a:avLst/>
          </a:prstGeom>
        </p:spPr>
        <p:style>
          <a:lnRef idx="1">
            <a:schemeClr val="dk1"/>
          </a:lnRef>
          <a:fillRef idx="0">
            <a:schemeClr val="dk1"/>
          </a:fillRef>
          <a:effectRef idx="0">
            <a:schemeClr val="dk1"/>
          </a:effectRef>
          <a:fontRef idx="minor">
            <a:schemeClr val="tx1"/>
          </a:fontRef>
        </p:style>
      </p:cxnSp>
      <p:cxnSp>
        <p:nvCxnSpPr>
          <p:cNvPr id="80" name="直線コネクタ 79">
            <a:extLst>
              <a:ext uri="{FF2B5EF4-FFF2-40B4-BE49-F238E27FC236}">
                <a16:creationId xmlns:a16="http://schemas.microsoft.com/office/drawing/2014/main" id="{E0BEAC4E-A7DC-851C-5192-7D67D8E6309E}"/>
              </a:ext>
            </a:extLst>
          </p:cNvPr>
          <p:cNvCxnSpPr>
            <a:cxnSpLocks/>
            <a:stCxn id="26" idx="6"/>
            <a:endCxn id="30" idx="2"/>
          </p:cNvCxnSpPr>
          <p:nvPr/>
        </p:nvCxnSpPr>
        <p:spPr>
          <a:xfrm>
            <a:off x="3544088" y="5629227"/>
            <a:ext cx="1200143" cy="0"/>
          </a:xfrm>
          <a:prstGeom prst="line">
            <a:avLst/>
          </a:prstGeom>
        </p:spPr>
        <p:style>
          <a:lnRef idx="1">
            <a:schemeClr val="dk1"/>
          </a:lnRef>
          <a:fillRef idx="0">
            <a:schemeClr val="dk1"/>
          </a:fillRef>
          <a:effectRef idx="0">
            <a:schemeClr val="dk1"/>
          </a:effectRef>
          <a:fontRef idx="minor">
            <a:schemeClr val="tx1"/>
          </a:fontRef>
        </p:style>
      </p:cxnSp>
      <p:cxnSp>
        <p:nvCxnSpPr>
          <p:cNvPr id="84" name="直線コネクタ 83">
            <a:extLst>
              <a:ext uri="{FF2B5EF4-FFF2-40B4-BE49-F238E27FC236}">
                <a16:creationId xmlns:a16="http://schemas.microsoft.com/office/drawing/2014/main" id="{9E72313F-488A-D568-6665-C4DEF29532EF}"/>
              </a:ext>
            </a:extLst>
          </p:cNvPr>
          <p:cNvCxnSpPr>
            <a:stCxn id="27" idx="7"/>
            <a:endCxn id="27" idx="3"/>
          </p:cNvCxnSpPr>
          <p:nvPr/>
        </p:nvCxnSpPr>
        <p:spPr>
          <a:xfrm flipH="1">
            <a:off x="4836869" y="2798738"/>
            <a:ext cx="498409" cy="49840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5B35C1F9-7A13-2C53-519B-B8036E2F2B4D}"/>
              </a:ext>
            </a:extLst>
          </p:cNvPr>
          <p:cNvCxnSpPr>
            <a:cxnSpLocks/>
            <a:stCxn id="27" idx="1"/>
            <a:endCxn id="27" idx="5"/>
          </p:cNvCxnSpPr>
          <p:nvPr/>
        </p:nvCxnSpPr>
        <p:spPr>
          <a:xfrm>
            <a:off x="4836869" y="2798738"/>
            <a:ext cx="498409" cy="49840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274D49F7-8CEB-912D-8857-437F4B974115}"/>
              </a:ext>
            </a:extLst>
          </p:cNvPr>
          <p:cNvCxnSpPr>
            <a:cxnSpLocks/>
            <a:stCxn id="29" idx="1"/>
            <a:endCxn id="29" idx="5"/>
          </p:cNvCxnSpPr>
          <p:nvPr/>
        </p:nvCxnSpPr>
        <p:spPr>
          <a:xfrm>
            <a:off x="4836867" y="4519594"/>
            <a:ext cx="498409" cy="49840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62E8C3DC-88AA-8FCE-0A8C-CA05F55E7D01}"/>
              </a:ext>
            </a:extLst>
          </p:cNvPr>
          <p:cNvCxnSpPr>
            <a:cxnSpLocks/>
            <a:stCxn id="29" idx="3"/>
            <a:endCxn id="29" idx="7"/>
          </p:cNvCxnSpPr>
          <p:nvPr/>
        </p:nvCxnSpPr>
        <p:spPr>
          <a:xfrm flipV="1">
            <a:off x="4836867" y="4519594"/>
            <a:ext cx="498409" cy="49840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94" name="表 93">
            <a:extLst>
              <a:ext uri="{FF2B5EF4-FFF2-40B4-BE49-F238E27FC236}">
                <a16:creationId xmlns:a16="http://schemas.microsoft.com/office/drawing/2014/main" id="{A98DC272-5254-73AE-AB24-11422CF398FC}"/>
              </a:ext>
            </a:extLst>
          </p:cNvPr>
          <p:cNvGraphicFramePr>
            <a:graphicFrameLocks noGrp="1"/>
          </p:cNvGraphicFramePr>
          <p:nvPr>
            <p:extLst>
              <p:ext uri="{D42A27DB-BD31-4B8C-83A1-F6EECF244321}">
                <p14:modId xmlns:p14="http://schemas.microsoft.com/office/powerpoint/2010/main" val="3492140504"/>
              </p:ext>
            </p:extLst>
          </p:nvPr>
        </p:nvGraphicFramePr>
        <p:xfrm>
          <a:off x="6964830" y="2862522"/>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sp>
        <p:nvSpPr>
          <p:cNvPr id="95" name="テキスト ボックス 94">
            <a:extLst>
              <a:ext uri="{FF2B5EF4-FFF2-40B4-BE49-F238E27FC236}">
                <a16:creationId xmlns:a16="http://schemas.microsoft.com/office/drawing/2014/main" id="{D0D25670-DABB-C366-4BFB-25D71F8F1B06}"/>
              </a:ext>
            </a:extLst>
          </p:cNvPr>
          <p:cNvSpPr txBox="1"/>
          <p:nvPr/>
        </p:nvSpPr>
        <p:spPr>
          <a:xfrm>
            <a:off x="2171142" y="2256848"/>
            <a:ext cx="2019858" cy="369332"/>
          </a:xfrm>
          <a:prstGeom prst="rect">
            <a:avLst/>
          </a:prstGeom>
          <a:noFill/>
        </p:spPr>
        <p:txBody>
          <a:bodyPr wrap="square" rtlCol="0">
            <a:spAutoFit/>
          </a:bodyPr>
          <a:lstStyle/>
          <a:p>
            <a:pPr algn="ctr"/>
            <a:r>
              <a:rPr kumimoji="1" lang="en-US" altLang="ja-JP" b="1" dirty="0"/>
              <a:t>Input Layer</a:t>
            </a:r>
          </a:p>
        </p:txBody>
      </p:sp>
      <p:sp>
        <p:nvSpPr>
          <p:cNvPr id="96" name="テキスト ボックス 95">
            <a:extLst>
              <a:ext uri="{FF2B5EF4-FFF2-40B4-BE49-F238E27FC236}">
                <a16:creationId xmlns:a16="http://schemas.microsoft.com/office/drawing/2014/main" id="{8D2002D1-43C0-6AE5-DEEE-BFF59D51C0C4}"/>
              </a:ext>
            </a:extLst>
          </p:cNvPr>
          <p:cNvSpPr txBox="1"/>
          <p:nvPr/>
        </p:nvSpPr>
        <p:spPr>
          <a:xfrm>
            <a:off x="4076142" y="2283063"/>
            <a:ext cx="2019858" cy="369332"/>
          </a:xfrm>
          <a:prstGeom prst="rect">
            <a:avLst/>
          </a:prstGeom>
          <a:noFill/>
        </p:spPr>
        <p:txBody>
          <a:bodyPr wrap="square" rtlCol="0">
            <a:spAutoFit/>
          </a:bodyPr>
          <a:lstStyle/>
          <a:p>
            <a:pPr algn="ctr"/>
            <a:r>
              <a:rPr kumimoji="1" lang="en-US" altLang="ja-JP" b="1" dirty="0"/>
              <a:t>Excitatory Layer</a:t>
            </a:r>
          </a:p>
        </p:txBody>
      </p:sp>
      <p:cxnSp>
        <p:nvCxnSpPr>
          <p:cNvPr id="98" name="直線矢印コネクタ 97">
            <a:extLst>
              <a:ext uri="{FF2B5EF4-FFF2-40B4-BE49-F238E27FC236}">
                <a16:creationId xmlns:a16="http://schemas.microsoft.com/office/drawing/2014/main" id="{C24D1888-0854-09E8-1E7F-7A03E620673B}"/>
              </a:ext>
            </a:extLst>
          </p:cNvPr>
          <p:cNvCxnSpPr>
            <a:cxnSpLocks/>
            <a:stCxn id="94" idx="1"/>
            <a:endCxn id="27" idx="6"/>
          </p:cNvCxnSpPr>
          <p:nvPr/>
        </p:nvCxnSpPr>
        <p:spPr>
          <a:xfrm flipH="1">
            <a:off x="5438502" y="3047942"/>
            <a:ext cx="152632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1" name="コネクタ: カギ線 100">
            <a:extLst>
              <a:ext uri="{FF2B5EF4-FFF2-40B4-BE49-F238E27FC236}">
                <a16:creationId xmlns:a16="http://schemas.microsoft.com/office/drawing/2014/main" id="{8DBCA57C-1773-4290-1173-6BA27AEADF8A}"/>
              </a:ext>
            </a:extLst>
          </p:cNvPr>
          <p:cNvCxnSpPr>
            <a:endCxn id="29" idx="6"/>
          </p:cNvCxnSpPr>
          <p:nvPr/>
        </p:nvCxnSpPr>
        <p:spPr>
          <a:xfrm rot="10800000" flipV="1">
            <a:off x="5438500" y="3233361"/>
            <a:ext cx="3426878" cy="1535437"/>
          </a:xfrm>
          <a:prstGeom prst="bentConnector3">
            <a:avLst>
              <a:gd name="adj1" fmla="val 93"/>
            </a:avLst>
          </a:prstGeom>
          <a:ln>
            <a:tailEnd type="triangle"/>
          </a:ln>
        </p:spPr>
        <p:style>
          <a:lnRef idx="1">
            <a:schemeClr val="dk1"/>
          </a:lnRef>
          <a:fillRef idx="0">
            <a:schemeClr val="dk1"/>
          </a:fillRef>
          <a:effectRef idx="0">
            <a:schemeClr val="dk1"/>
          </a:effectRef>
          <a:fontRef idx="minor">
            <a:schemeClr val="tx1"/>
          </a:fontRef>
        </p:style>
      </p:cxnSp>
      <p:sp>
        <p:nvSpPr>
          <p:cNvPr id="103" name="テキスト ボックス 102">
            <a:extLst>
              <a:ext uri="{FF2B5EF4-FFF2-40B4-BE49-F238E27FC236}">
                <a16:creationId xmlns:a16="http://schemas.microsoft.com/office/drawing/2014/main" id="{B6987F95-3F04-6C70-4E0A-4169F360567C}"/>
              </a:ext>
            </a:extLst>
          </p:cNvPr>
          <p:cNvSpPr txBox="1"/>
          <p:nvPr/>
        </p:nvSpPr>
        <p:spPr>
          <a:xfrm>
            <a:off x="5227150" y="3021777"/>
            <a:ext cx="2019858" cy="646331"/>
          </a:xfrm>
          <a:prstGeom prst="rect">
            <a:avLst/>
          </a:prstGeom>
          <a:noFill/>
        </p:spPr>
        <p:txBody>
          <a:bodyPr wrap="square" rtlCol="0">
            <a:spAutoFit/>
          </a:bodyPr>
          <a:lstStyle/>
          <a:p>
            <a:pPr algn="ctr"/>
            <a:r>
              <a:rPr kumimoji="1" lang="en-US" altLang="ja-JP" b="1" dirty="0"/>
              <a:t>Deactivate</a:t>
            </a:r>
          </a:p>
          <a:p>
            <a:pPr algn="ctr"/>
            <a:r>
              <a:rPr kumimoji="1" lang="en-US" altLang="ja-JP" b="1" dirty="0"/>
              <a:t>Neuron</a:t>
            </a:r>
          </a:p>
        </p:txBody>
      </p:sp>
      <p:cxnSp>
        <p:nvCxnSpPr>
          <p:cNvPr id="104" name="コネクタ: カギ線 103">
            <a:extLst>
              <a:ext uri="{FF2B5EF4-FFF2-40B4-BE49-F238E27FC236}">
                <a16:creationId xmlns:a16="http://schemas.microsoft.com/office/drawing/2014/main" id="{C43CE749-E74E-3998-0220-0F46770F622F}"/>
              </a:ext>
            </a:extLst>
          </p:cNvPr>
          <p:cNvCxnSpPr>
            <a:cxnSpLocks/>
          </p:cNvCxnSpPr>
          <p:nvPr/>
        </p:nvCxnSpPr>
        <p:spPr>
          <a:xfrm rot="10800000" flipV="1">
            <a:off x="5411380" y="3233359"/>
            <a:ext cx="2688498" cy="712895"/>
          </a:xfrm>
          <a:prstGeom prst="bentConnector3">
            <a:avLst>
              <a:gd name="adj1" fmla="val -1017"/>
            </a:avLst>
          </a:prstGeom>
          <a:ln>
            <a:tailEnd type="triangle"/>
          </a:ln>
        </p:spPr>
        <p:style>
          <a:lnRef idx="1">
            <a:schemeClr val="dk1"/>
          </a:lnRef>
          <a:fillRef idx="0">
            <a:schemeClr val="dk1"/>
          </a:fillRef>
          <a:effectRef idx="0">
            <a:schemeClr val="dk1"/>
          </a:effectRef>
          <a:fontRef idx="minor">
            <a:schemeClr val="tx1"/>
          </a:fontRef>
        </p:style>
      </p:cxnSp>
      <p:sp>
        <p:nvSpPr>
          <p:cNvPr id="109" name="テキスト ボックス 108">
            <a:extLst>
              <a:ext uri="{FF2B5EF4-FFF2-40B4-BE49-F238E27FC236}">
                <a16:creationId xmlns:a16="http://schemas.microsoft.com/office/drawing/2014/main" id="{A46847D5-824D-CC9B-271A-BC0300F11ED7}"/>
              </a:ext>
            </a:extLst>
          </p:cNvPr>
          <p:cNvSpPr txBox="1"/>
          <p:nvPr/>
        </p:nvSpPr>
        <p:spPr>
          <a:xfrm>
            <a:off x="5325906" y="3884316"/>
            <a:ext cx="2019858" cy="646331"/>
          </a:xfrm>
          <a:prstGeom prst="rect">
            <a:avLst/>
          </a:prstGeom>
          <a:noFill/>
        </p:spPr>
        <p:txBody>
          <a:bodyPr wrap="square" rtlCol="0">
            <a:spAutoFit/>
          </a:bodyPr>
          <a:lstStyle/>
          <a:p>
            <a:pPr algn="ctr"/>
            <a:r>
              <a:rPr kumimoji="1" lang="en-US" altLang="ja-JP" b="1" dirty="0"/>
              <a:t>Keep</a:t>
            </a:r>
          </a:p>
          <a:p>
            <a:pPr algn="ctr"/>
            <a:r>
              <a:rPr kumimoji="1" lang="en-US" altLang="ja-JP" b="1" dirty="0"/>
              <a:t>Neuron</a:t>
            </a:r>
          </a:p>
        </p:txBody>
      </p:sp>
      <p:cxnSp>
        <p:nvCxnSpPr>
          <p:cNvPr id="110" name="コネクタ: カギ線 109">
            <a:extLst>
              <a:ext uri="{FF2B5EF4-FFF2-40B4-BE49-F238E27FC236}">
                <a16:creationId xmlns:a16="http://schemas.microsoft.com/office/drawing/2014/main" id="{1EEE467B-048F-CB73-7183-0FD211340FFF}"/>
              </a:ext>
            </a:extLst>
          </p:cNvPr>
          <p:cNvCxnSpPr>
            <a:cxnSpLocks/>
          </p:cNvCxnSpPr>
          <p:nvPr/>
        </p:nvCxnSpPr>
        <p:spPr>
          <a:xfrm rot="10800000" flipV="1">
            <a:off x="5476210" y="3233359"/>
            <a:ext cx="4149996" cy="2395862"/>
          </a:xfrm>
          <a:prstGeom prst="bentConnector3">
            <a:avLst>
              <a:gd name="adj1" fmla="val -188"/>
            </a:avLst>
          </a:prstGeom>
          <a:ln>
            <a:tailEnd type="triangle"/>
          </a:ln>
        </p:spPr>
        <p:style>
          <a:lnRef idx="1">
            <a:schemeClr val="dk1"/>
          </a:lnRef>
          <a:fillRef idx="0">
            <a:schemeClr val="dk1"/>
          </a:fillRef>
          <a:effectRef idx="0">
            <a:schemeClr val="dk1"/>
          </a:effectRef>
          <a:fontRef idx="minor">
            <a:schemeClr val="tx1"/>
          </a:fontRef>
        </p:style>
      </p:cxnSp>
      <p:sp>
        <p:nvSpPr>
          <p:cNvPr id="117" name="テキスト ボックス 116">
            <a:extLst>
              <a:ext uri="{FF2B5EF4-FFF2-40B4-BE49-F238E27FC236}">
                <a16:creationId xmlns:a16="http://schemas.microsoft.com/office/drawing/2014/main" id="{99090DB7-9A21-9A52-9862-0F01FD0693B1}"/>
              </a:ext>
            </a:extLst>
          </p:cNvPr>
          <p:cNvSpPr txBox="1"/>
          <p:nvPr/>
        </p:nvSpPr>
        <p:spPr>
          <a:xfrm>
            <a:off x="838200" y="1420488"/>
            <a:ext cx="10515600" cy="461665"/>
          </a:xfrm>
          <a:prstGeom prst="rect">
            <a:avLst/>
          </a:prstGeom>
          <a:noFill/>
        </p:spPr>
        <p:txBody>
          <a:bodyPr wrap="square" rtlCol="0">
            <a:spAutoFit/>
          </a:bodyPr>
          <a:lstStyle/>
          <a:p>
            <a:r>
              <a:rPr kumimoji="1" lang="en-US" altLang="ja-JP" sz="2400" dirty="0"/>
              <a:t>Chromosome Evaluation 1: Network Testing</a:t>
            </a:r>
            <a:endParaRPr kumimoji="1" lang="ja-JP" altLang="en-US" sz="2400" dirty="0"/>
          </a:p>
        </p:txBody>
      </p:sp>
      <p:sp>
        <p:nvSpPr>
          <p:cNvPr id="118" name="テキスト ボックス 117">
            <a:extLst>
              <a:ext uri="{FF2B5EF4-FFF2-40B4-BE49-F238E27FC236}">
                <a16:creationId xmlns:a16="http://schemas.microsoft.com/office/drawing/2014/main" id="{431605DC-5842-C35A-9BC1-68D67D35E9D2}"/>
              </a:ext>
            </a:extLst>
          </p:cNvPr>
          <p:cNvSpPr txBox="1"/>
          <p:nvPr/>
        </p:nvSpPr>
        <p:spPr>
          <a:xfrm>
            <a:off x="7184852" y="2376840"/>
            <a:ext cx="2587636" cy="369332"/>
          </a:xfrm>
          <a:prstGeom prst="rect">
            <a:avLst/>
          </a:prstGeom>
          <a:noFill/>
        </p:spPr>
        <p:txBody>
          <a:bodyPr wrap="square" rtlCol="0">
            <a:spAutoFit/>
          </a:bodyPr>
          <a:lstStyle/>
          <a:p>
            <a:pPr algn="ctr"/>
            <a:r>
              <a:rPr kumimoji="1" lang="en-US" altLang="ja-JP" b="1" dirty="0"/>
              <a:t>Chromosome 1</a:t>
            </a:r>
            <a:endParaRPr kumimoji="1" lang="ja-JP" altLang="en-US" b="1" dirty="0"/>
          </a:p>
        </p:txBody>
      </p:sp>
    </p:spTree>
    <p:extLst>
      <p:ext uri="{BB962C8B-B14F-4D97-AF65-F5344CB8AC3E}">
        <p14:creationId xmlns:p14="http://schemas.microsoft.com/office/powerpoint/2010/main" val="1194178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9727E-E1B3-8989-D800-53FD63345F9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1369C0B-4EDB-890A-58C0-FC11179ACEEF}"/>
              </a:ext>
            </a:extLst>
          </p:cNvPr>
          <p:cNvSpPr>
            <a:spLocks noGrp="1"/>
          </p:cNvSpPr>
          <p:nvPr>
            <p:ph type="title"/>
          </p:nvPr>
        </p:nvSpPr>
        <p:spPr/>
        <p:txBody>
          <a:bodyPr/>
          <a:lstStyle/>
          <a:p>
            <a:r>
              <a:rPr kumimoji="1" lang="en-US" altLang="ja-JP" dirty="0">
                <a:latin typeface="游ゴシック Light 見出し"/>
              </a:rPr>
              <a:t>Initialize Population (</a:t>
            </a:r>
            <a:r>
              <a:rPr kumimoji="1" lang="en-US" altLang="ja-JP" dirty="0" err="1">
                <a:latin typeface="游ゴシック Light 見出し"/>
              </a:rPr>
              <a:t>Cnt</a:t>
            </a:r>
            <a:r>
              <a:rPr kumimoji="1" lang="en-US" altLang="ja-JP" dirty="0">
                <a:latin typeface="游ゴシック Light 見出し"/>
              </a:rPr>
              <a:t>.)</a:t>
            </a:r>
            <a:endParaRPr kumimoji="1" lang="ja-JP" altLang="en-US" dirty="0">
              <a:latin typeface="游ゴシック Light 見出し"/>
            </a:endParaRPr>
          </a:p>
        </p:txBody>
      </p:sp>
      <p:sp>
        <p:nvSpPr>
          <p:cNvPr id="6" name="スライド番号プレースホルダー 5">
            <a:extLst>
              <a:ext uri="{FF2B5EF4-FFF2-40B4-BE49-F238E27FC236}">
                <a16:creationId xmlns:a16="http://schemas.microsoft.com/office/drawing/2014/main" id="{2C296B13-9BC5-AA53-DDF5-3D36273E8C31}"/>
              </a:ext>
            </a:extLst>
          </p:cNvPr>
          <p:cNvSpPr>
            <a:spLocks noGrp="1"/>
          </p:cNvSpPr>
          <p:nvPr>
            <p:ph type="sldNum" sz="quarter" idx="12"/>
          </p:nvPr>
        </p:nvSpPr>
        <p:spPr/>
        <p:txBody>
          <a:bodyPr/>
          <a:lstStyle/>
          <a:p>
            <a:fld id="{05775D0E-D6FD-4847-A4AD-7D56F7F6616B}" type="slidenum">
              <a:rPr lang="en-JP" smtClean="0"/>
              <a:t>16</a:t>
            </a:fld>
            <a:endParaRPr lang="en-JP" dirty="0"/>
          </a:p>
        </p:txBody>
      </p:sp>
      <p:sp>
        <p:nvSpPr>
          <p:cNvPr id="117" name="テキスト ボックス 116">
            <a:extLst>
              <a:ext uri="{FF2B5EF4-FFF2-40B4-BE49-F238E27FC236}">
                <a16:creationId xmlns:a16="http://schemas.microsoft.com/office/drawing/2014/main" id="{F2390A84-58A5-5E30-F746-B285095EBC0C}"/>
              </a:ext>
            </a:extLst>
          </p:cNvPr>
          <p:cNvSpPr txBox="1"/>
          <p:nvPr/>
        </p:nvSpPr>
        <p:spPr>
          <a:xfrm>
            <a:off x="838200" y="1420488"/>
            <a:ext cx="10515600" cy="461665"/>
          </a:xfrm>
          <a:prstGeom prst="rect">
            <a:avLst/>
          </a:prstGeom>
          <a:noFill/>
        </p:spPr>
        <p:txBody>
          <a:bodyPr wrap="square" rtlCol="0">
            <a:spAutoFit/>
          </a:bodyPr>
          <a:lstStyle/>
          <a:p>
            <a:r>
              <a:rPr kumimoji="1" lang="en-US" altLang="ja-JP" sz="2400" dirty="0"/>
              <a:t>Chromosome Evaluation 2: Redundancy Penalty</a:t>
            </a:r>
            <a:endParaRPr kumimoji="1" lang="ja-JP" altLang="en-US" sz="2400" dirty="0"/>
          </a:p>
        </p:txBody>
      </p:sp>
      <p:pic>
        <p:nvPicPr>
          <p:cNvPr id="7" name="図 6" descr="時計, 光 が含まれている画像&#10;&#10;自動的に生成された説明">
            <a:extLst>
              <a:ext uri="{FF2B5EF4-FFF2-40B4-BE49-F238E27FC236}">
                <a16:creationId xmlns:a16="http://schemas.microsoft.com/office/drawing/2014/main" id="{938BC723-97A8-F8D0-4B34-B56FBB773F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0787" y="3841113"/>
            <a:ext cx="581025" cy="600075"/>
          </a:xfrm>
          <a:prstGeom prst="rect">
            <a:avLst/>
          </a:prstGeom>
        </p:spPr>
      </p:pic>
      <p:pic>
        <p:nvPicPr>
          <p:cNvPr id="8" name="図 7" descr="食品 が含まれている画像&#10;&#10;自動的に生成された説明">
            <a:extLst>
              <a:ext uri="{FF2B5EF4-FFF2-40B4-BE49-F238E27FC236}">
                <a16:creationId xmlns:a16="http://schemas.microsoft.com/office/drawing/2014/main" id="{9FBE4DC0-73F3-B277-B509-BF651CE1BA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62759" y="3863554"/>
            <a:ext cx="581025" cy="600075"/>
          </a:xfrm>
          <a:prstGeom prst="rect">
            <a:avLst/>
          </a:prstGeom>
        </p:spPr>
      </p:pic>
      <p:pic>
        <p:nvPicPr>
          <p:cNvPr id="9" name="図 8" descr="星, 光 が含まれている画像&#10;&#10;自動的に生成された説明">
            <a:extLst>
              <a:ext uri="{FF2B5EF4-FFF2-40B4-BE49-F238E27FC236}">
                <a16:creationId xmlns:a16="http://schemas.microsoft.com/office/drawing/2014/main" id="{CF54EE6B-0657-48FC-5F57-8EEE1F183C2A}"/>
              </a:ext>
            </a:extLst>
          </p:cNvPr>
          <p:cNvPicPr>
            <a:picLocks noChangeAspect="1"/>
          </p:cNvPicPr>
          <p:nvPr/>
        </p:nvPicPr>
        <p:blipFill>
          <a:blip r:embed="rId5">
            <a:extLst>
              <a:ext uri="{28A0092B-C50C-407E-A947-70E740481C1C}">
                <a14:useLocalDpi xmlns:a14="http://schemas.microsoft.com/office/drawing/2010/main" val="0"/>
              </a:ext>
            </a:extLst>
          </a:blip>
          <a:srcRect t="11363" b="-1"/>
          <a:stretch>
            <a:fillRect/>
          </a:stretch>
        </p:blipFill>
        <p:spPr>
          <a:xfrm>
            <a:off x="3835092" y="3903133"/>
            <a:ext cx="581025" cy="520918"/>
          </a:xfrm>
          <a:prstGeom prst="rect">
            <a:avLst/>
          </a:prstGeom>
        </p:spPr>
      </p:pic>
      <p:pic>
        <p:nvPicPr>
          <p:cNvPr id="10" name="図 9" descr="アイコン&#10;&#10;自動的に生成された説明">
            <a:extLst>
              <a:ext uri="{FF2B5EF4-FFF2-40B4-BE49-F238E27FC236}">
                <a16:creationId xmlns:a16="http://schemas.microsoft.com/office/drawing/2014/main" id="{9995FD96-DB08-91B1-2888-4DF2FE7E482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52845" y="3836351"/>
            <a:ext cx="581025" cy="609600"/>
          </a:xfrm>
          <a:prstGeom prst="rect">
            <a:avLst/>
          </a:prstGeom>
        </p:spPr>
      </p:pic>
      <p:graphicFrame>
        <p:nvGraphicFramePr>
          <p:cNvPr id="56" name="表 55">
            <a:extLst>
              <a:ext uri="{FF2B5EF4-FFF2-40B4-BE49-F238E27FC236}">
                <a16:creationId xmlns:a16="http://schemas.microsoft.com/office/drawing/2014/main" id="{4FCC2ADC-ED04-5F16-AEAE-724CA87EB0D0}"/>
              </a:ext>
            </a:extLst>
          </p:cNvPr>
          <p:cNvGraphicFramePr>
            <a:graphicFrameLocks noGrp="1"/>
          </p:cNvGraphicFramePr>
          <p:nvPr>
            <p:extLst>
              <p:ext uri="{D42A27DB-BD31-4B8C-83A1-F6EECF244321}">
                <p14:modId xmlns:p14="http://schemas.microsoft.com/office/powerpoint/2010/main" val="2890100102"/>
              </p:ext>
            </p:extLst>
          </p:nvPr>
        </p:nvGraphicFramePr>
        <p:xfrm>
          <a:off x="2116104" y="2858078"/>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sp>
        <p:nvSpPr>
          <p:cNvPr id="57" name="テキスト ボックス 56">
            <a:extLst>
              <a:ext uri="{FF2B5EF4-FFF2-40B4-BE49-F238E27FC236}">
                <a16:creationId xmlns:a16="http://schemas.microsoft.com/office/drawing/2014/main" id="{84214FB2-45B2-C823-C098-DE53480B86EC}"/>
              </a:ext>
            </a:extLst>
          </p:cNvPr>
          <p:cNvSpPr txBox="1"/>
          <p:nvPr/>
        </p:nvSpPr>
        <p:spPr>
          <a:xfrm>
            <a:off x="2336126" y="2372396"/>
            <a:ext cx="2587636" cy="369332"/>
          </a:xfrm>
          <a:prstGeom prst="rect">
            <a:avLst/>
          </a:prstGeom>
          <a:noFill/>
        </p:spPr>
        <p:txBody>
          <a:bodyPr wrap="square" rtlCol="0">
            <a:spAutoFit/>
          </a:bodyPr>
          <a:lstStyle/>
          <a:p>
            <a:pPr algn="ctr"/>
            <a:r>
              <a:rPr kumimoji="1" lang="en-US" altLang="ja-JP" b="1" dirty="0"/>
              <a:t>Chromosome 1</a:t>
            </a:r>
            <a:endParaRPr kumimoji="1" lang="ja-JP" altLang="en-US" b="1" dirty="0"/>
          </a:p>
        </p:txBody>
      </p:sp>
      <p:graphicFrame>
        <p:nvGraphicFramePr>
          <p:cNvPr id="59" name="表 58">
            <a:extLst>
              <a:ext uri="{FF2B5EF4-FFF2-40B4-BE49-F238E27FC236}">
                <a16:creationId xmlns:a16="http://schemas.microsoft.com/office/drawing/2014/main" id="{E58085FD-27A2-B3DA-3105-B99844E6E3A6}"/>
              </a:ext>
            </a:extLst>
          </p:cNvPr>
          <p:cNvGraphicFramePr>
            <a:graphicFrameLocks noGrp="1"/>
          </p:cNvGraphicFramePr>
          <p:nvPr>
            <p:extLst>
              <p:ext uri="{D42A27DB-BD31-4B8C-83A1-F6EECF244321}">
                <p14:modId xmlns:p14="http://schemas.microsoft.com/office/powerpoint/2010/main" val="1251164322"/>
              </p:ext>
            </p:extLst>
          </p:nvPr>
        </p:nvGraphicFramePr>
        <p:xfrm>
          <a:off x="6501598" y="2858078"/>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sp>
        <p:nvSpPr>
          <p:cNvPr id="60" name="テキスト ボックス 59">
            <a:extLst>
              <a:ext uri="{FF2B5EF4-FFF2-40B4-BE49-F238E27FC236}">
                <a16:creationId xmlns:a16="http://schemas.microsoft.com/office/drawing/2014/main" id="{EC453AE0-D216-1DB7-4424-ED4CB354A750}"/>
              </a:ext>
            </a:extLst>
          </p:cNvPr>
          <p:cNvSpPr txBox="1"/>
          <p:nvPr/>
        </p:nvSpPr>
        <p:spPr>
          <a:xfrm>
            <a:off x="6795280" y="2394766"/>
            <a:ext cx="2587636" cy="369332"/>
          </a:xfrm>
          <a:prstGeom prst="rect">
            <a:avLst/>
          </a:prstGeom>
          <a:noFill/>
        </p:spPr>
        <p:txBody>
          <a:bodyPr wrap="square" rtlCol="0">
            <a:spAutoFit/>
          </a:bodyPr>
          <a:lstStyle/>
          <a:p>
            <a:pPr algn="ctr"/>
            <a:r>
              <a:rPr kumimoji="1" lang="en-US" altLang="ja-JP" b="1" dirty="0"/>
              <a:t>Chromosome 2</a:t>
            </a:r>
            <a:endParaRPr kumimoji="1" lang="ja-JP" altLang="en-US" b="1" dirty="0"/>
          </a:p>
        </p:txBody>
      </p:sp>
      <p:pic>
        <p:nvPicPr>
          <p:cNvPr id="61" name="図 60" descr="時計, 光 が含まれている画像&#10;&#10;自動的に生成された説明">
            <a:extLst>
              <a:ext uri="{FF2B5EF4-FFF2-40B4-BE49-F238E27FC236}">
                <a16:creationId xmlns:a16="http://schemas.microsoft.com/office/drawing/2014/main" id="{C5622632-CBC0-5421-FC63-6B4D7B31D5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6281" y="3818672"/>
            <a:ext cx="581025" cy="600075"/>
          </a:xfrm>
          <a:prstGeom prst="rect">
            <a:avLst/>
          </a:prstGeom>
        </p:spPr>
      </p:pic>
      <p:pic>
        <p:nvPicPr>
          <p:cNvPr id="63" name="図 62" descr="食品 が含まれている画像&#10;&#10;自動的に生成された説明">
            <a:extLst>
              <a:ext uri="{FF2B5EF4-FFF2-40B4-BE49-F238E27FC236}">
                <a16:creationId xmlns:a16="http://schemas.microsoft.com/office/drawing/2014/main" id="{59C42873-E3A9-8EC6-AFFC-EEE1C7C009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48253" y="3841113"/>
            <a:ext cx="581025" cy="600075"/>
          </a:xfrm>
          <a:prstGeom prst="rect">
            <a:avLst/>
          </a:prstGeom>
        </p:spPr>
      </p:pic>
      <p:pic>
        <p:nvPicPr>
          <p:cNvPr id="64" name="図 63" descr="星, 光 が含まれている画像&#10;&#10;自動的に生成された説明">
            <a:extLst>
              <a:ext uri="{FF2B5EF4-FFF2-40B4-BE49-F238E27FC236}">
                <a16:creationId xmlns:a16="http://schemas.microsoft.com/office/drawing/2014/main" id="{92368482-20B1-25B4-3D4E-1105CA541C8E}"/>
              </a:ext>
            </a:extLst>
          </p:cNvPr>
          <p:cNvPicPr>
            <a:picLocks noChangeAspect="1"/>
          </p:cNvPicPr>
          <p:nvPr/>
        </p:nvPicPr>
        <p:blipFill>
          <a:blip r:embed="rId5">
            <a:extLst>
              <a:ext uri="{28A0092B-C50C-407E-A947-70E740481C1C}">
                <a14:useLocalDpi xmlns:a14="http://schemas.microsoft.com/office/drawing/2010/main" val="0"/>
              </a:ext>
            </a:extLst>
          </a:blip>
          <a:srcRect t="11363" b="-1"/>
          <a:stretch>
            <a:fillRect/>
          </a:stretch>
        </p:blipFill>
        <p:spPr>
          <a:xfrm>
            <a:off x="8220586" y="3880692"/>
            <a:ext cx="581025" cy="520918"/>
          </a:xfrm>
          <a:prstGeom prst="rect">
            <a:avLst/>
          </a:prstGeom>
        </p:spPr>
      </p:pic>
      <p:pic>
        <p:nvPicPr>
          <p:cNvPr id="66" name="図 65" descr="アイコン&#10;&#10;自動的に生成された説明">
            <a:extLst>
              <a:ext uri="{FF2B5EF4-FFF2-40B4-BE49-F238E27FC236}">
                <a16:creationId xmlns:a16="http://schemas.microsoft.com/office/drawing/2014/main" id="{51F325D7-9222-652B-FD0F-66BBA2B8DC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38339" y="3813910"/>
            <a:ext cx="581025" cy="609600"/>
          </a:xfrm>
          <a:prstGeom prst="rect">
            <a:avLst/>
          </a:prstGeom>
        </p:spPr>
      </p:pic>
      <p:sp>
        <p:nvSpPr>
          <p:cNvPr id="67" name="楕円 66">
            <a:extLst>
              <a:ext uri="{FF2B5EF4-FFF2-40B4-BE49-F238E27FC236}">
                <a16:creationId xmlns:a16="http://schemas.microsoft.com/office/drawing/2014/main" id="{CEF663B1-FD8C-BF57-3874-0545380F58DD}"/>
              </a:ext>
            </a:extLst>
          </p:cNvPr>
          <p:cNvSpPr/>
          <p:nvPr/>
        </p:nvSpPr>
        <p:spPr>
          <a:xfrm>
            <a:off x="2983593" y="3756911"/>
            <a:ext cx="704857" cy="704857"/>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楕円 68">
            <a:extLst>
              <a:ext uri="{FF2B5EF4-FFF2-40B4-BE49-F238E27FC236}">
                <a16:creationId xmlns:a16="http://schemas.microsoft.com/office/drawing/2014/main" id="{034D7ABE-65E6-B1A6-80E4-16E0434C2D84}"/>
              </a:ext>
            </a:extLst>
          </p:cNvPr>
          <p:cNvSpPr/>
          <p:nvPr/>
        </p:nvSpPr>
        <p:spPr>
          <a:xfrm>
            <a:off x="4500842" y="3766280"/>
            <a:ext cx="704857" cy="704857"/>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楕円 69">
            <a:extLst>
              <a:ext uri="{FF2B5EF4-FFF2-40B4-BE49-F238E27FC236}">
                <a16:creationId xmlns:a16="http://schemas.microsoft.com/office/drawing/2014/main" id="{4BED64B6-7368-E1B8-7611-F70B033CECC3}"/>
              </a:ext>
            </a:extLst>
          </p:cNvPr>
          <p:cNvSpPr/>
          <p:nvPr/>
        </p:nvSpPr>
        <p:spPr>
          <a:xfrm>
            <a:off x="6466871" y="3756910"/>
            <a:ext cx="704857" cy="704857"/>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楕円 71">
            <a:extLst>
              <a:ext uri="{FF2B5EF4-FFF2-40B4-BE49-F238E27FC236}">
                <a16:creationId xmlns:a16="http://schemas.microsoft.com/office/drawing/2014/main" id="{D2C23E11-9C1A-4651-BBF8-469F5E205973}"/>
              </a:ext>
            </a:extLst>
          </p:cNvPr>
          <p:cNvSpPr/>
          <p:nvPr/>
        </p:nvSpPr>
        <p:spPr>
          <a:xfrm>
            <a:off x="7384241" y="3770222"/>
            <a:ext cx="704857" cy="704857"/>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矢印: 右 72">
            <a:extLst>
              <a:ext uri="{FF2B5EF4-FFF2-40B4-BE49-F238E27FC236}">
                <a16:creationId xmlns:a16="http://schemas.microsoft.com/office/drawing/2014/main" id="{D452791D-F7B4-CA6D-2583-1674DDC779C9}"/>
              </a:ext>
            </a:extLst>
          </p:cNvPr>
          <p:cNvSpPr/>
          <p:nvPr/>
        </p:nvSpPr>
        <p:spPr>
          <a:xfrm rot="16200000">
            <a:off x="3147344" y="4652989"/>
            <a:ext cx="965200" cy="858519"/>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テキスト ボックス 74">
            <a:extLst>
              <a:ext uri="{FF2B5EF4-FFF2-40B4-BE49-F238E27FC236}">
                <a16:creationId xmlns:a16="http://schemas.microsoft.com/office/drawing/2014/main" id="{B841DF09-2CB1-71AF-425D-580C0775817D}"/>
              </a:ext>
            </a:extLst>
          </p:cNvPr>
          <p:cNvSpPr txBox="1"/>
          <p:nvPr/>
        </p:nvSpPr>
        <p:spPr>
          <a:xfrm>
            <a:off x="1571051" y="5729767"/>
            <a:ext cx="5388014" cy="830997"/>
          </a:xfrm>
          <a:prstGeom prst="rect">
            <a:avLst/>
          </a:prstGeom>
          <a:noFill/>
        </p:spPr>
        <p:txBody>
          <a:bodyPr wrap="square" rtlCol="0">
            <a:spAutoFit/>
          </a:bodyPr>
          <a:lstStyle/>
          <a:p>
            <a:r>
              <a:rPr kumimoji="1" lang="en-US" altLang="ja-JP" sz="2400" b="1" dirty="0"/>
              <a:t>Chromosome 1 has more redundancy: </a:t>
            </a:r>
            <a:r>
              <a:rPr kumimoji="1" lang="en-US" altLang="ja-JP" sz="2400" dirty="0"/>
              <a:t>Subtract penalty from test result</a:t>
            </a:r>
            <a:endParaRPr kumimoji="1" lang="ja-JP" altLang="en-US" sz="2400" dirty="0"/>
          </a:p>
        </p:txBody>
      </p:sp>
    </p:spTree>
    <p:extLst>
      <p:ext uri="{BB962C8B-B14F-4D97-AF65-F5344CB8AC3E}">
        <p14:creationId xmlns:p14="http://schemas.microsoft.com/office/powerpoint/2010/main" val="1832861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1546E-934E-0957-55E3-B8FF275DDFC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40D3B18-86BA-1DC2-A15D-B7866A802246}"/>
              </a:ext>
            </a:extLst>
          </p:cNvPr>
          <p:cNvSpPr>
            <a:spLocks noGrp="1"/>
          </p:cNvSpPr>
          <p:nvPr>
            <p:ph type="title"/>
          </p:nvPr>
        </p:nvSpPr>
        <p:spPr/>
        <p:txBody>
          <a:bodyPr/>
          <a:lstStyle/>
          <a:p>
            <a:r>
              <a:rPr kumimoji="1" lang="en-US" altLang="ja-JP" dirty="0">
                <a:latin typeface="游ゴシック Light 見出し"/>
              </a:rPr>
              <a:t>Initialize Population (</a:t>
            </a:r>
            <a:r>
              <a:rPr kumimoji="1" lang="en-US" altLang="ja-JP" dirty="0" err="1">
                <a:latin typeface="游ゴシック Light 見出し"/>
              </a:rPr>
              <a:t>Cnt</a:t>
            </a:r>
            <a:r>
              <a:rPr kumimoji="1" lang="en-US" altLang="ja-JP" dirty="0">
                <a:latin typeface="游ゴシック Light 見出し"/>
              </a:rPr>
              <a:t>.)</a:t>
            </a:r>
            <a:endParaRPr kumimoji="1" lang="ja-JP" altLang="en-US" dirty="0">
              <a:latin typeface="游ゴシック Light 見出し"/>
            </a:endParaRPr>
          </a:p>
        </p:txBody>
      </p:sp>
      <p:sp>
        <p:nvSpPr>
          <p:cNvPr id="6" name="スライド番号プレースホルダー 5">
            <a:extLst>
              <a:ext uri="{FF2B5EF4-FFF2-40B4-BE49-F238E27FC236}">
                <a16:creationId xmlns:a16="http://schemas.microsoft.com/office/drawing/2014/main" id="{E9302462-3512-E4D9-123F-00776D7C1926}"/>
              </a:ext>
            </a:extLst>
          </p:cNvPr>
          <p:cNvSpPr>
            <a:spLocks noGrp="1"/>
          </p:cNvSpPr>
          <p:nvPr>
            <p:ph type="sldNum" sz="quarter" idx="12"/>
          </p:nvPr>
        </p:nvSpPr>
        <p:spPr/>
        <p:txBody>
          <a:bodyPr/>
          <a:lstStyle/>
          <a:p>
            <a:fld id="{05775D0E-D6FD-4847-A4AD-7D56F7F6616B}" type="slidenum">
              <a:rPr lang="en-JP" smtClean="0"/>
              <a:t>17</a:t>
            </a:fld>
            <a:endParaRPr lang="en-JP"/>
          </a:p>
        </p:txBody>
      </p:sp>
      <p:graphicFrame>
        <p:nvGraphicFramePr>
          <p:cNvPr id="3" name="表 2">
            <a:extLst>
              <a:ext uri="{FF2B5EF4-FFF2-40B4-BE49-F238E27FC236}">
                <a16:creationId xmlns:a16="http://schemas.microsoft.com/office/drawing/2014/main" id="{1872A0A4-11EA-3856-19DB-A62BCD64C519}"/>
              </a:ext>
            </a:extLst>
          </p:cNvPr>
          <p:cNvGraphicFramePr>
            <a:graphicFrameLocks noGrp="1"/>
          </p:cNvGraphicFramePr>
          <p:nvPr>
            <p:extLst>
              <p:ext uri="{D42A27DB-BD31-4B8C-83A1-F6EECF244321}">
                <p14:modId xmlns:p14="http://schemas.microsoft.com/office/powerpoint/2010/main" val="3913244796"/>
              </p:ext>
            </p:extLst>
          </p:nvPr>
        </p:nvGraphicFramePr>
        <p:xfrm>
          <a:off x="838200" y="2682890"/>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graphicFrame>
        <p:nvGraphicFramePr>
          <p:cNvPr id="5" name="表 4">
            <a:extLst>
              <a:ext uri="{FF2B5EF4-FFF2-40B4-BE49-F238E27FC236}">
                <a16:creationId xmlns:a16="http://schemas.microsoft.com/office/drawing/2014/main" id="{6F18A431-AFBE-5BE2-B1F1-0BD11AFC821A}"/>
              </a:ext>
            </a:extLst>
          </p:cNvPr>
          <p:cNvGraphicFramePr>
            <a:graphicFrameLocks noGrp="1"/>
          </p:cNvGraphicFramePr>
          <p:nvPr>
            <p:extLst>
              <p:ext uri="{D42A27DB-BD31-4B8C-83A1-F6EECF244321}">
                <p14:modId xmlns:p14="http://schemas.microsoft.com/office/powerpoint/2010/main" val="2899611533"/>
              </p:ext>
            </p:extLst>
          </p:nvPr>
        </p:nvGraphicFramePr>
        <p:xfrm>
          <a:off x="4384040" y="2682890"/>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graphicFrame>
        <p:nvGraphicFramePr>
          <p:cNvPr id="7" name="表 6">
            <a:extLst>
              <a:ext uri="{FF2B5EF4-FFF2-40B4-BE49-F238E27FC236}">
                <a16:creationId xmlns:a16="http://schemas.microsoft.com/office/drawing/2014/main" id="{2A972A99-E293-EE50-58DA-6336B5CFCA95}"/>
              </a:ext>
            </a:extLst>
          </p:cNvPr>
          <p:cNvGraphicFramePr>
            <a:graphicFrameLocks noGrp="1"/>
          </p:cNvGraphicFramePr>
          <p:nvPr>
            <p:extLst>
              <p:ext uri="{D42A27DB-BD31-4B8C-83A1-F6EECF244321}">
                <p14:modId xmlns:p14="http://schemas.microsoft.com/office/powerpoint/2010/main" val="2556989441"/>
              </p:ext>
            </p:extLst>
          </p:nvPr>
        </p:nvGraphicFramePr>
        <p:xfrm>
          <a:off x="7929880" y="2682890"/>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sp>
        <p:nvSpPr>
          <p:cNvPr id="9" name="テキスト ボックス 8">
            <a:extLst>
              <a:ext uri="{FF2B5EF4-FFF2-40B4-BE49-F238E27FC236}">
                <a16:creationId xmlns:a16="http://schemas.microsoft.com/office/drawing/2014/main" id="{8A8FFE84-9255-33E3-AC1B-3E3AECCE96FB}"/>
              </a:ext>
            </a:extLst>
          </p:cNvPr>
          <p:cNvSpPr txBox="1"/>
          <p:nvPr/>
        </p:nvSpPr>
        <p:spPr>
          <a:xfrm>
            <a:off x="1058222" y="2219578"/>
            <a:ext cx="2587636" cy="369332"/>
          </a:xfrm>
          <a:prstGeom prst="rect">
            <a:avLst/>
          </a:prstGeom>
          <a:noFill/>
        </p:spPr>
        <p:txBody>
          <a:bodyPr wrap="square" rtlCol="0">
            <a:spAutoFit/>
          </a:bodyPr>
          <a:lstStyle/>
          <a:p>
            <a:pPr algn="ctr"/>
            <a:r>
              <a:rPr kumimoji="1" lang="en-US" altLang="ja-JP" b="1" dirty="0"/>
              <a:t>Chromosome 1</a:t>
            </a:r>
            <a:endParaRPr kumimoji="1" lang="ja-JP" altLang="en-US" b="1" dirty="0"/>
          </a:p>
        </p:txBody>
      </p:sp>
      <p:sp>
        <p:nvSpPr>
          <p:cNvPr id="10" name="テキスト ボックス 9">
            <a:extLst>
              <a:ext uri="{FF2B5EF4-FFF2-40B4-BE49-F238E27FC236}">
                <a16:creationId xmlns:a16="http://schemas.microsoft.com/office/drawing/2014/main" id="{669B7676-3B45-989C-176F-EB8A5CF28558}"/>
              </a:ext>
            </a:extLst>
          </p:cNvPr>
          <p:cNvSpPr txBox="1"/>
          <p:nvPr/>
        </p:nvSpPr>
        <p:spPr>
          <a:xfrm>
            <a:off x="4677722" y="2219578"/>
            <a:ext cx="2587636" cy="369332"/>
          </a:xfrm>
          <a:prstGeom prst="rect">
            <a:avLst/>
          </a:prstGeom>
          <a:noFill/>
        </p:spPr>
        <p:txBody>
          <a:bodyPr wrap="square" rtlCol="0">
            <a:spAutoFit/>
          </a:bodyPr>
          <a:lstStyle/>
          <a:p>
            <a:pPr algn="ctr"/>
            <a:r>
              <a:rPr kumimoji="1" lang="en-US" altLang="ja-JP" b="1" dirty="0"/>
              <a:t>Chromosome 2</a:t>
            </a:r>
            <a:endParaRPr kumimoji="1" lang="ja-JP" altLang="en-US" b="1" dirty="0"/>
          </a:p>
        </p:txBody>
      </p:sp>
      <p:sp>
        <p:nvSpPr>
          <p:cNvPr id="11" name="テキスト ボックス 10">
            <a:extLst>
              <a:ext uri="{FF2B5EF4-FFF2-40B4-BE49-F238E27FC236}">
                <a16:creationId xmlns:a16="http://schemas.microsoft.com/office/drawing/2014/main" id="{12A0B3C2-004A-264F-8A44-775843E9DDF7}"/>
              </a:ext>
            </a:extLst>
          </p:cNvPr>
          <p:cNvSpPr txBox="1"/>
          <p:nvPr/>
        </p:nvSpPr>
        <p:spPr>
          <a:xfrm>
            <a:off x="8149902" y="2219578"/>
            <a:ext cx="2587636" cy="369332"/>
          </a:xfrm>
          <a:prstGeom prst="rect">
            <a:avLst/>
          </a:prstGeom>
          <a:noFill/>
        </p:spPr>
        <p:txBody>
          <a:bodyPr wrap="square" rtlCol="0">
            <a:spAutoFit/>
          </a:bodyPr>
          <a:lstStyle/>
          <a:p>
            <a:pPr algn="ctr"/>
            <a:r>
              <a:rPr kumimoji="1" lang="en-US" altLang="ja-JP" b="1" dirty="0"/>
              <a:t>Chromosome 3</a:t>
            </a:r>
            <a:endParaRPr kumimoji="1" lang="ja-JP" altLang="en-US" b="1" dirty="0"/>
          </a:p>
        </p:txBody>
      </p:sp>
      <p:grpSp>
        <p:nvGrpSpPr>
          <p:cNvPr id="12" name="グループ化 11">
            <a:extLst>
              <a:ext uri="{FF2B5EF4-FFF2-40B4-BE49-F238E27FC236}">
                <a16:creationId xmlns:a16="http://schemas.microsoft.com/office/drawing/2014/main" id="{A72F5859-AAEC-29B9-C064-4AAA084B8BC9}"/>
              </a:ext>
            </a:extLst>
          </p:cNvPr>
          <p:cNvGrpSpPr/>
          <p:nvPr/>
        </p:nvGrpSpPr>
        <p:grpSpPr>
          <a:xfrm>
            <a:off x="589280" y="3261414"/>
            <a:ext cx="10764520" cy="408940"/>
            <a:chOff x="838200" y="3429000"/>
            <a:chExt cx="10515600" cy="408940"/>
          </a:xfrm>
        </p:grpSpPr>
        <p:cxnSp>
          <p:nvCxnSpPr>
            <p:cNvPr id="13" name="直線コネクタ 12">
              <a:extLst>
                <a:ext uri="{FF2B5EF4-FFF2-40B4-BE49-F238E27FC236}">
                  <a16:creationId xmlns:a16="http://schemas.microsoft.com/office/drawing/2014/main" id="{47562181-AF51-924D-7235-19FF6191072F}"/>
                </a:ext>
              </a:extLst>
            </p:cNvPr>
            <p:cNvCxnSpPr/>
            <p:nvPr/>
          </p:nvCxnSpPr>
          <p:spPr>
            <a:xfrm>
              <a:off x="838200" y="3616960"/>
              <a:ext cx="105156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4" name="直線コネクタ 13">
              <a:extLst>
                <a:ext uri="{FF2B5EF4-FFF2-40B4-BE49-F238E27FC236}">
                  <a16:creationId xmlns:a16="http://schemas.microsoft.com/office/drawing/2014/main" id="{317BC1F4-77C3-B66C-8C02-F759BCF62093}"/>
                </a:ext>
              </a:extLst>
            </p:cNvPr>
            <p:cNvCxnSpPr>
              <a:cxnSpLocks/>
            </p:cNvCxnSpPr>
            <p:nvPr/>
          </p:nvCxnSpPr>
          <p:spPr>
            <a:xfrm flipV="1">
              <a:off x="838200" y="3429000"/>
              <a:ext cx="0" cy="370840"/>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直線コネクタ 14">
              <a:extLst>
                <a:ext uri="{FF2B5EF4-FFF2-40B4-BE49-F238E27FC236}">
                  <a16:creationId xmlns:a16="http://schemas.microsoft.com/office/drawing/2014/main" id="{3973784B-B434-CD61-1993-C01DFBC5F240}"/>
                </a:ext>
              </a:extLst>
            </p:cNvPr>
            <p:cNvCxnSpPr>
              <a:cxnSpLocks/>
            </p:cNvCxnSpPr>
            <p:nvPr/>
          </p:nvCxnSpPr>
          <p:spPr>
            <a:xfrm flipV="1">
              <a:off x="11353800" y="3467100"/>
              <a:ext cx="0" cy="370840"/>
            </a:xfrm>
            <a:prstGeom prst="line">
              <a:avLst/>
            </a:prstGeom>
            <a:ln w="19050"/>
          </p:spPr>
          <p:style>
            <a:lnRef idx="1">
              <a:schemeClr val="dk1"/>
            </a:lnRef>
            <a:fillRef idx="0">
              <a:schemeClr val="dk1"/>
            </a:fillRef>
            <a:effectRef idx="0">
              <a:schemeClr val="dk1"/>
            </a:effectRef>
            <a:fontRef idx="minor">
              <a:schemeClr val="tx1"/>
            </a:fontRef>
          </p:style>
        </p:cxnSp>
      </p:grpSp>
      <p:sp>
        <p:nvSpPr>
          <p:cNvPr id="17" name="テキスト ボックス 16">
            <a:extLst>
              <a:ext uri="{FF2B5EF4-FFF2-40B4-BE49-F238E27FC236}">
                <a16:creationId xmlns:a16="http://schemas.microsoft.com/office/drawing/2014/main" id="{F50D754C-C2ED-04CE-103C-21FAAB05A504}"/>
              </a:ext>
            </a:extLst>
          </p:cNvPr>
          <p:cNvSpPr txBox="1"/>
          <p:nvPr/>
        </p:nvSpPr>
        <p:spPr>
          <a:xfrm>
            <a:off x="1058222" y="3039294"/>
            <a:ext cx="2587636" cy="369332"/>
          </a:xfrm>
          <a:prstGeom prst="rect">
            <a:avLst/>
          </a:prstGeom>
          <a:noFill/>
        </p:spPr>
        <p:txBody>
          <a:bodyPr wrap="square" rtlCol="0">
            <a:spAutoFit/>
          </a:bodyPr>
          <a:lstStyle/>
          <a:p>
            <a:pPr algn="ctr"/>
            <a:r>
              <a:rPr kumimoji="1" lang="en-US" altLang="ja-JP" b="1" dirty="0"/>
              <a:t>0.69</a:t>
            </a:r>
            <a:endParaRPr kumimoji="1" lang="ja-JP" altLang="en-US" b="1" dirty="0"/>
          </a:p>
        </p:txBody>
      </p:sp>
      <p:sp>
        <p:nvSpPr>
          <p:cNvPr id="18" name="テキスト ボックス 17">
            <a:extLst>
              <a:ext uri="{FF2B5EF4-FFF2-40B4-BE49-F238E27FC236}">
                <a16:creationId xmlns:a16="http://schemas.microsoft.com/office/drawing/2014/main" id="{CB287902-58AF-FB21-0EA2-D3213AE2DFEC}"/>
              </a:ext>
            </a:extLst>
          </p:cNvPr>
          <p:cNvSpPr txBox="1"/>
          <p:nvPr/>
        </p:nvSpPr>
        <p:spPr>
          <a:xfrm>
            <a:off x="4604062" y="3023768"/>
            <a:ext cx="2587636" cy="369332"/>
          </a:xfrm>
          <a:prstGeom prst="rect">
            <a:avLst/>
          </a:prstGeom>
          <a:noFill/>
        </p:spPr>
        <p:txBody>
          <a:bodyPr wrap="square" rtlCol="0">
            <a:spAutoFit/>
          </a:bodyPr>
          <a:lstStyle/>
          <a:p>
            <a:pPr algn="ctr"/>
            <a:r>
              <a:rPr kumimoji="1" lang="en-US" altLang="ja-JP" b="1" dirty="0"/>
              <a:t>0.70</a:t>
            </a:r>
            <a:endParaRPr kumimoji="1" lang="ja-JP" altLang="en-US" b="1" dirty="0"/>
          </a:p>
        </p:txBody>
      </p:sp>
      <p:sp>
        <p:nvSpPr>
          <p:cNvPr id="19" name="テキスト ボックス 18">
            <a:extLst>
              <a:ext uri="{FF2B5EF4-FFF2-40B4-BE49-F238E27FC236}">
                <a16:creationId xmlns:a16="http://schemas.microsoft.com/office/drawing/2014/main" id="{25DDDDF6-204B-DE60-9A5D-33BF8066FB29}"/>
              </a:ext>
            </a:extLst>
          </p:cNvPr>
          <p:cNvSpPr txBox="1"/>
          <p:nvPr/>
        </p:nvSpPr>
        <p:spPr>
          <a:xfrm>
            <a:off x="8149902" y="3051905"/>
            <a:ext cx="2587636" cy="369332"/>
          </a:xfrm>
          <a:prstGeom prst="rect">
            <a:avLst/>
          </a:prstGeom>
          <a:noFill/>
        </p:spPr>
        <p:txBody>
          <a:bodyPr wrap="square" rtlCol="0">
            <a:spAutoFit/>
          </a:bodyPr>
          <a:lstStyle/>
          <a:p>
            <a:pPr algn="ctr"/>
            <a:r>
              <a:rPr kumimoji="1" lang="en-US" altLang="ja-JP" b="1" dirty="0"/>
              <a:t>0.72</a:t>
            </a:r>
            <a:endParaRPr kumimoji="1" lang="ja-JP" altLang="en-US" b="1" dirty="0"/>
          </a:p>
        </p:txBody>
      </p:sp>
      <p:sp>
        <p:nvSpPr>
          <p:cNvPr id="20" name="テキスト ボックス 19">
            <a:extLst>
              <a:ext uri="{FF2B5EF4-FFF2-40B4-BE49-F238E27FC236}">
                <a16:creationId xmlns:a16="http://schemas.microsoft.com/office/drawing/2014/main" id="{F3ABA4A1-4696-62ED-1BBE-590C0887474A}"/>
              </a:ext>
            </a:extLst>
          </p:cNvPr>
          <p:cNvSpPr txBox="1"/>
          <p:nvPr/>
        </p:nvSpPr>
        <p:spPr>
          <a:xfrm>
            <a:off x="3414952" y="4874924"/>
            <a:ext cx="5113176" cy="584775"/>
          </a:xfrm>
          <a:prstGeom prst="rect">
            <a:avLst/>
          </a:prstGeom>
          <a:noFill/>
        </p:spPr>
        <p:txBody>
          <a:bodyPr wrap="square" rtlCol="0">
            <a:spAutoFit/>
          </a:bodyPr>
          <a:lstStyle/>
          <a:p>
            <a:pPr algn="ctr"/>
            <a:r>
              <a:rPr kumimoji="1" lang="en-US" altLang="ja-JP" sz="3200" b="1" dirty="0"/>
              <a:t>Generation 1 Complete</a:t>
            </a:r>
            <a:endParaRPr kumimoji="1" lang="ja-JP" altLang="en-US" sz="3200" b="1" dirty="0"/>
          </a:p>
        </p:txBody>
      </p:sp>
      <p:sp>
        <p:nvSpPr>
          <p:cNvPr id="21" name="矢印: 右 20">
            <a:extLst>
              <a:ext uri="{FF2B5EF4-FFF2-40B4-BE49-F238E27FC236}">
                <a16:creationId xmlns:a16="http://schemas.microsoft.com/office/drawing/2014/main" id="{D2C688FC-3088-1D5C-31FC-237B2C175535}"/>
              </a:ext>
            </a:extLst>
          </p:cNvPr>
          <p:cNvSpPr/>
          <p:nvPr/>
        </p:nvSpPr>
        <p:spPr>
          <a:xfrm rot="5400000">
            <a:off x="5488940" y="3787319"/>
            <a:ext cx="965200" cy="858519"/>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02361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D42EB-68A6-FAE6-03FF-430A549E3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E2F40-6053-EF53-F9B8-2C021251C119}"/>
              </a:ext>
            </a:extLst>
          </p:cNvPr>
          <p:cNvSpPr>
            <a:spLocks noGrp="1"/>
          </p:cNvSpPr>
          <p:nvPr>
            <p:ph type="title"/>
          </p:nvPr>
        </p:nvSpPr>
        <p:spPr/>
        <p:txBody>
          <a:bodyPr/>
          <a:lstStyle/>
          <a:p>
            <a:r>
              <a:rPr lang="en-US" dirty="0">
                <a:latin typeface="游ゴシック Light 見出し"/>
              </a:rPr>
              <a:t>Elitism &amp; Parent Selection</a:t>
            </a:r>
            <a:endParaRPr lang="en-JP" dirty="0">
              <a:latin typeface="游ゴシック Light 見出し"/>
            </a:endParaRPr>
          </a:p>
        </p:txBody>
      </p:sp>
      <p:sp>
        <p:nvSpPr>
          <p:cNvPr id="3" name="スライド番号プレースホルダー 2">
            <a:extLst>
              <a:ext uri="{FF2B5EF4-FFF2-40B4-BE49-F238E27FC236}">
                <a16:creationId xmlns:a16="http://schemas.microsoft.com/office/drawing/2014/main" id="{4DE1CEA8-1BC3-5DB4-FC28-CFD2CFED9256}"/>
              </a:ext>
            </a:extLst>
          </p:cNvPr>
          <p:cNvSpPr>
            <a:spLocks noGrp="1"/>
          </p:cNvSpPr>
          <p:nvPr>
            <p:ph type="sldNum" sz="quarter" idx="12"/>
          </p:nvPr>
        </p:nvSpPr>
        <p:spPr/>
        <p:txBody>
          <a:bodyPr/>
          <a:lstStyle/>
          <a:p>
            <a:fld id="{05775D0E-D6FD-4847-A4AD-7D56F7F6616B}" type="slidenum">
              <a:rPr lang="en-JP" smtClean="0"/>
              <a:t>18</a:t>
            </a:fld>
            <a:endParaRPr lang="en-JP"/>
          </a:p>
        </p:txBody>
      </p:sp>
      <p:sp>
        <p:nvSpPr>
          <p:cNvPr id="25" name="フローチャート: 処理 24">
            <a:extLst>
              <a:ext uri="{FF2B5EF4-FFF2-40B4-BE49-F238E27FC236}">
                <a16:creationId xmlns:a16="http://schemas.microsoft.com/office/drawing/2014/main" id="{A8312364-E2B1-63DB-52CB-5EE0C92DD37F}"/>
              </a:ext>
            </a:extLst>
          </p:cNvPr>
          <p:cNvSpPr/>
          <p:nvPr/>
        </p:nvSpPr>
        <p:spPr>
          <a:xfrm>
            <a:off x="3976647" y="2666693"/>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26" name="直線コネクタ 25">
            <a:extLst>
              <a:ext uri="{FF2B5EF4-FFF2-40B4-BE49-F238E27FC236}">
                <a16:creationId xmlns:a16="http://schemas.microsoft.com/office/drawing/2014/main" id="{EBFA9F9D-F5C9-73DC-29C9-8D34EF064909}"/>
              </a:ext>
            </a:extLst>
          </p:cNvPr>
          <p:cNvCxnSpPr>
            <a:cxnSpLocks/>
            <a:stCxn id="25" idx="3"/>
          </p:cNvCxnSpPr>
          <p:nvPr/>
        </p:nvCxnSpPr>
        <p:spPr>
          <a:xfrm>
            <a:off x="5909356" y="3134284"/>
            <a:ext cx="509155" cy="0"/>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フローチャート: 端子 26">
            <a:extLst>
              <a:ext uri="{FF2B5EF4-FFF2-40B4-BE49-F238E27FC236}">
                <a16:creationId xmlns:a16="http://schemas.microsoft.com/office/drawing/2014/main" id="{0E37306C-D608-8DEC-940A-A7580DF6EC12}"/>
              </a:ext>
            </a:extLst>
          </p:cNvPr>
          <p:cNvSpPr/>
          <p:nvPr/>
        </p:nvSpPr>
        <p:spPr>
          <a:xfrm>
            <a:off x="4075360" y="1444211"/>
            <a:ext cx="1735282" cy="716973"/>
          </a:xfrm>
          <a:prstGeom prst="flowChartTermina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Start</a:t>
            </a:r>
            <a:endParaRPr kumimoji="1" lang="ja-JP" altLang="en-US" b="1" dirty="0">
              <a:solidFill>
                <a:schemeClr val="tx1"/>
              </a:solidFill>
            </a:endParaRPr>
          </a:p>
        </p:txBody>
      </p:sp>
      <p:cxnSp>
        <p:nvCxnSpPr>
          <p:cNvPr id="32" name="直線矢印コネクタ 31">
            <a:extLst>
              <a:ext uri="{FF2B5EF4-FFF2-40B4-BE49-F238E27FC236}">
                <a16:creationId xmlns:a16="http://schemas.microsoft.com/office/drawing/2014/main" id="{54B20100-49E1-8FD7-00B5-D04AC2E2831D}"/>
              </a:ext>
            </a:extLst>
          </p:cNvPr>
          <p:cNvCxnSpPr>
            <a:cxnSpLocks/>
            <a:stCxn id="27" idx="2"/>
            <a:endCxn id="25" idx="0"/>
          </p:cNvCxnSpPr>
          <p:nvPr/>
        </p:nvCxnSpPr>
        <p:spPr>
          <a:xfrm>
            <a:off x="4943001" y="2161184"/>
            <a:ext cx="1" cy="5055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テキスト ボックス 39">
            <a:extLst>
              <a:ext uri="{FF2B5EF4-FFF2-40B4-BE49-F238E27FC236}">
                <a16:creationId xmlns:a16="http://schemas.microsoft.com/office/drawing/2014/main" id="{85C6CB9E-98E9-8402-A057-861A93A1096A}"/>
              </a:ext>
            </a:extLst>
          </p:cNvPr>
          <p:cNvSpPr txBox="1"/>
          <p:nvPr/>
        </p:nvSpPr>
        <p:spPr>
          <a:xfrm>
            <a:off x="4239884" y="2803325"/>
            <a:ext cx="1472045" cy="646331"/>
          </a:xfrm>
          <a:prstGeom prst="rect">
            <a:avLst/>
          </a:prstGeom>
          <a:noFill/>
        </p:spPr>
        <p:txBody>
          <a:bodyPr wrap="square" rtlCol="0">
            <a:spAutoFit/>
          </a:bodyPr>
          <a:lstStyle/>
          <a:p>
            <a:pPr algn="ctr"/>
            <a:r>
              <a:rPr kumimoji="1" lang="en-US" altLang="ja-JP" b="1" dirty="0"/>
              <a:t>Initialize Population</a:t>
            </a:r>
            <a:endParaRPr kumimoji="1" lang="ja-JP" altLang="en-US" b="1" dirty="0"/>
          </a:p>
        </p:txBody>
      </p:sp>
      <p:sp>
        <p:nvSpPr>
          <p:cNvPr id="43" name="フローチャート: 処理 42">
            <a:extLst>
              <a:ext uri="{FF2B5EF4-FFF2-40B4-BE49-F238E27FC236}">
                <a16:creationId xmlns:a16="http://schemas.microsoft.com/office/drawing/2014/main" id="{AB094F40-F723-304E-46FF-E7F19FB32287}"/>
              </a:ext>
            </a:extLst>
          </p:cNvPr>
          <p:cNvSpPr/>
          <p:nvPr/>
        </p:nvSpPr>
        <p:spPr>
          <a:xfrm>
            <a:off x="6418512" y="2646948"/>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4" name="テキスト ボックス 43">
            <a:extLst>
              <a:ext uri="{FF2B5EF4-FFF2-40B4-BE49-F238E27FC236}">
                <a16:creationId xmlns:a16="http://schemas.microsoft.com/office/drawing/2014/main" id="{064A71EE-B90F-0C89-4746-979D33D92676}"/>
              </a:ext>
            </a:extLst>
          </p:cNvPr>
          <p:cNvSpPr txBox="1"/>
          <p:nvPr/>
        </p:nvSpPr>
        <p:spPr>
          <a:xfrm>
            <a:off x="6681748" y="2668262"/>
            <a:ext cx="1472045" cy="923330"/>
          </a:xfrm>
          <a:prstGeom prst="rect">
            <a:avLst/>
          </a:prstGeom>
          <a:noFill/>
        </p:spPr>
        <p:txBody>
          <a:bodyPr wrap="square" rtlCol="0">
            <a:spAutoFit/>
          </a:bodyPr>
          <a:lstStyle/>
          <a:p>
            <a:pPr algn="ctr"/>
            <a:r>
              <a:rPr kumimoji="1" lang="en-US" altLang="ja-JP" b="1" dirty="0"/>
              <a:t>Elitism &amp; Parent Selection</a:t>
            </a:r>
            <a:endParaRPr kumimoji="1" lang="ja-JP" altLang="en-US" b="1" dirty="0"/>
          </a:p>
        </p:txBody>
      </p:sp>
      <p:sp>
        <p:nvSpPr>
          <p:cNvPr id="45" name="フローチャート: 処理 44">
            <a:extLst>
              <a:ext uri="{FF2B5EF4-FFF2-40B4-BE49-F238E27FC236}">
                <a16:creationId xmlns:a16="http://schemas.microsoft.com/office/drawing/2014/main" id="{6D37ED99-CB4D-ECDC-9D6C-1FF919526982}"/>
              </a:ext>
            </a:extLst>
          </p:cNvPr>
          <p:cNvSpPr/>
          <p:nvPr/>
        </p:nvSpPr>
        <p:spPr>
          <a:xfrm>
            <a:off x="8860377" y="2646948"/>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6" name="テキスト ボックス 45">
            <a:extLst>
              <a:ext uri="{FF2B5EF4-FFF2-40B4-BE49-F238E27FC236}">
                <a16:creationId xmlns:a16="http://schemas.microsoft.com/office/drawing/2014/main" id="{59F53431-CA59-7AAE-7CF2-44D3D5B92F5D}"/>
              </a:ext>
            </a:extLst>
          </p:cNvPr>
          <p:cNvSpPr txBox="1"/>
          <p:nvPr/>
        </p:nvSpPr>
        <p:spPr>
          <a:xfrm>
            <a:off x="9123613" y="2926228"/>
            <a:ext cx="1472045" cy="369332"/>
          </a:xfrm>
          <a:prstGeom prst="rect">
            <a:avLst/>
          </a:prstGeom>
          <a:noFill/>
        </p:spPr>
        <p:txBody>
          <a:bodyPr wrap="square" rtlCol="0">
            <a:spAutoFit/>
          </a:bodyPr>
          <a:lstStyle/>
          <a:p>
            <a:pPr algn="ctr"/>
            <a:r>
              <a:rPr kumimoji="1" lang="en-US" altLang="ja-JP" b="1" dirty="0"/>
              <a:t>Crossover</a:t>
            </a:r>
            <a:endParaRPr kumimoji="1" lang="ja-JP" altLang="en-US" b="1" dirty="0"/>
          </a:p>
        </p:txBody>
      </p:sp>
      <p:cxnSp>
        <p:nvCxnSpPr>
          <p:cNvPr id="47" name="直線コネクタ 46">
            <a:extLst>
              <a:ext uri="{FF2B5EF4-FFF2-40B4-BE49-F238E27FC236}">
                <a16:creationId xmlns:a16="http://schemas.microsoft.com/office/drawing/2014/main" id="{5D954245-7A70-9CDD-F29E-51819A328EF2}"/>
              </a:ext>
            </a:extLst>
          </p:cNvPr>
          <p:cNvCxnSpPr>
            <a:cxnSpLocks/>
            <a:stCxn id="43" idx="3"/>
            <a:endCxn id="45" idx="1"/>
          </p:cNvCxnSpPr>
          <p:nvPr/>
        </p:nvCxnSpPr>
        <p:spPr>
          <a:xfrm>
            <a:off x="8351221" y="3114539"/>
            <a:ext cx="509156" cy="0"/>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8" name="フローチャート: 処理 47">
            <a:extLst>
              <a:ext uri="{FF2B5EF4-FFF2-40B4-BE49-F238E27FC236}">
                <a16:creationId xmlns:a16="http://schemas.microsoft.com/office/drawing/2014/main" id="{071239D9-06F4-D405-F2C4-2D84B4FFBEF0}"/>
              </a:ext>
            </a:extLst>
          </p:cNvPr>
          <p:cNvSpPr/>
          <p:nvPr/>
        </p:nvSpPr>
        <p:spPr>
          <a:xfrm>
            <a:off x="8860376" y="4356765"/>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FA99C0E7-6122-529F-A676-C69B5191A249}"/>
              </a:ext>
            </a:extLst>
          </p:cNvPr>
          <p:cNvSpPr txBox="1"/>
          <p:nvPr/>
        </p:nvSpPr>
        <p:spPr>
          <a:xfrm>
            <a:off x="9130540" y="4631076"/>
            <a:ext cx="1472045" cy="369332"/>
          </a:xfrm>
          <a:prstGeom prst="rect">
            <a:avLst/>
          </a:prstGeom>
          <a:noFill/>
        </p:spPr>
        <p:txBody>
          <a:bodyPr wrap="square" rtlCol="0">
            <a:spAutoFit/>
          </a:bodyPr>
          <a:lstStyle/>
          <a:p>
            <a:pPr algn="ctr"/>
            <a:r>
              <a:rPr kumimoji="1" lang="en-US" altLang="ja-JP" b="1" dirty="0"/>
              <a:t>Mutation</a:t>
            </a:r>
            <a:endParaRPr kumimoji="1" lang="ja-JP" altLang="en-US" b="1" dirty="0"/>
          </a:p>
        </p:txBody>
      </p:sp>
      <p:cxnSp>
        <p:nvCxnSpPr>
          <p:cNvPr id="50" name="直線コネクタ 49">
            <a:extLst>
              <a:ext uri="{FF2B5EF4-FFF2-40B4-BE49-F238E27FC236}">
                <a16:creationId xmlns:a16="http://schemas.microsoft.com/office/drawing/2014/main" id="{0A5B941A-C722-3052-034D-D3C9E1ACCEDB}"/>
              </a:ext>
            </a:extLst>
          </p:cNvPr>
          <p:cNvCxnSpPr>
            <a:cxnSpLocks/>
            <a:stCxn id="45" idx="2"/>
            <a:endCxn id="48" idx="0"/>
          </p:cNvCxnSpPr>
          <p:nvPr/>
        </p:nvCxnSpPr>
        <p:spPr>
          <a:xfrm flipH="1">
            <a:off x="9826731" y="3582130"/>
            <a:ext cx="1" cy="774635"/>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1" name="直線コネクタ 50">
            <a:extLst>
              <a:ext uri="{FF2B5EF4-FFF2-40B4-BE49-F238E27FC236}">
                <a16:creationId xmlns:a16="http://schemas.microsoft.com/office/drawing/2014/main" id="{8DD0C698-277D-EA62-CEFB-4EDC6CC6D561}"/>
              </a:ext>
            </a:extLst>
          </p:cNvPr>
          <p:cNvCxnSpPr>
            <a:cxnSpLocks/>
            <a:stCxn id="48" idx="1"/>
            <a:endCxn id="61" idx="3"/>
          </p:cNvCxnSpPr>
          <p:nvPr/>
        </p:nvCxnSpPr>
        <p:spPr>
          <a:xfrm flipH="1">
            <a:off x="8364209" y="4824356"/>
            <a:ext cx="496167" cy="2"/>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1" name="フローチャート: 判断 60">
            <a:extLst>
              <a:ext uri="{FF2B5EF4-FFF2-40B4-BE49-F238E27FC236}">
                <a16:creationId xmlns:a16="http://schemas.microsoft.com/office/drawing/2014/main" id="{EAAB13FD-7BD6-C016-2586-EE69D539BFB8}"/>
              </a:ext>
            </a:extLst>
          </p:cNvPr>
          <p:cNvSpPr/>
          <p:nvPr/>
        </p:nvSpPr>
        <p:spPr>
          <a:xfrm>
            <a:off x="6418510" y="4163488"/>
            <a:ext cx="1945699" cy="1321739"/>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3E1D7D39-6743-82C6-84FA-49A921C20A94}"/>
              </a:ext>
            </a:extLst>
          </p:cNvPr>
          <p:cNvSpPr txBox="1"/>
          <p:nvPr/>
        </p:nvSpPr>
        <p:spPr>
          <a:xfrm>
            <a:off x="6629359" y="4553638"/>
            <a:ext cx="1575956" cy="646331"/>
          </a:xfrm>
          <a:prstGeom prst="rect">
            <a:avLst/>
          </a:prstGeom>
          <a:noFill/>
        </p:spPr>
        <p:txBody>
          <a:bodyPr wrap="square" rtlCol="0">
            <a:spAutoFit/>
          </a:bodyPr>
          <a:lstStyle/>
          <a:p>
            <a:pPr algn="ctr"/>
            <a:r>
              <a:rPr lang="en-US" altLang="ja-JP" b="1" dirty="0"/>
              <a:t>Termination</a:t>
            </a:r>
          </a:p>
          <a:p>
            <a:pPr algn="ctr"/>
            <a:r>
              <a:rPr kumimoji="1" lang="en-US" altLang="ja-JP" b="1" dirty="0"/>
              <a:t>Condition</a:t>
            </a:r>
            <a:endParaRPr kumimoji="1" lang="ja-JP" altLang="en-US" b="1" dirty="0"/>
          </a:p>
        </p:txBody>
      </p:sp>
      <p:cxnSp>
        <p:nvCxnSpPr>
          <p:cNvPr id="63" name="直線コネクタ 62">
            <a:extLst>
              <a:ext uri="{FF2B5EF4-FFF2-40B4-BE49-F238E27FC236}">
                <a16:creationId xmlns:a16="http://schemas.microsoft.com/office/drawing/2014/main" id="{922547CF-7DBC-AEB4-9AB8-FC077A9100D9}"/>
              </a:ext>
            </a:extLst>
          </p:cNvPr>
          <p:cNvCxnSpPr>
            <a:cxnSpLocks/>
            <a:stCxn id="61" idx="0"/>
            <a:endCxn id="43" idx="2"/>
          </p:cNvCxnSpPr>
          <p:nvPr/>
        </p:nvCxnSpPr>
        <p:spPr>
          <a:xfrm flipH="1" flipV="1">
            <a:off x="7384867" y="3582130"/>
            <a:ext cx="6493" cy="581358"/>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4" name="フローチャート: 端子 63">
            <a:extLst>
              <a:ext uri="{FF2B5EF4-FFF2-40B4-BE49-F238E27FC236}">
                <a16:creationId xmlns:a16="http://schemas.microsoft.com/office/drawing/2014/main" id="{A4CD04C9-523B-BC4A-2A27-4DCC5474272C}"/>
              </a:ext>
            </a:extLst>
          </p:cNvPr>
          <p:cNvSpPr/>
          <p:nvPr/>
        </p:nvSpPr>
        <p:spPr>
          <a:xfrm>
            <a:off x="4003814" y="5501748"/>
            <a:ext cx="1735282" cy="716973"/>
          </a:xfrm>
          <a:prstGeom prst="flowChartTermina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End</a:t>
            </a:r>
            <a:endParaRPr kumimoji="1" lang="ja-JP" altLang="en-US" b="1" dirty="0">
              <a:solidFill>
                <a:schemeClr val="tx1"/>
              </a:solidFill>
            </a:endParaRPr>
          </a:p>
        </p:txBody>
      </p:sp>
      <p:cxnSp>
        <p:nvCxnSpPr>
          <p:cNvPr id="65" name="直線コネクタ 64">
            <a:extLst>
              <a:ext uri="{FF2B5EF4-FFF2-40B4-BE49-F238E27FC236}">
                <a16:creationId xmlns:a16="http://schemas.microsoft.com/office/drawing/2014/main" id="{E79D6591-40B6-B3DE-61C8-A04AFBD9892F}"/>
              </a:ext>
            </a:extLst>
          </p:cNvPr>
          <p:cNvCxnSpPr>
            <a:cxnSpLocks/>
            <a:stCxn id="61" idx="1"/>
          </p:cNvCxnSpPr>
          <p:nvPr/>
        </p:nvCxnSpPr>
        <p:spPr>
          <a:xfrm flipH="1">
            <a:off x="5711929" y="4824358"/>
            <a:ext cx="706581" cy="0"/>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6" name="テキスト ボックス 65">
            <a:extLst>
              <a:ext uri="{FF2B5EF4-FFF2-40B4-BE49-F238E27FC236}">
                <a16:creationId xmlns:a16="http://schemas.microsoft.com/office/drawing/2014/main" id="{139E9283-0A9E-F751-468A-B8466514F417}"/>
              </a:ext>
            </a:extLst>
          </p:cNvPr>
          <p:cNvSpPr txBox="1"/>
          <p:nvPr/>
        </p:nvSpPr>
        <p:spPr>
          <a:xfrm>
            <a:off x="7417337" y="3794107"/>
            <a:ext cx="927391" cy="369332"/>
          </a:xfrm>
          <a:prstGeom prst="rect">
            <a:avLst/>
          </a:prstGeom>
          <a:noFill/>
        </p:spPr>
        <p:txBody>
          <a:bodyPr wrap="square" rtlCol="0">
            <a:spAutoFit/>
          </a:bodyPr>
          <a:lstStyle/>
          <a:p>
            <a:r>
              <a:rPr kumimoji="1" lang="en-US" altLang="ja-JP" b="1" dirty="0"/>
              <a:t>False</a:t>
            </a:r>
            <a:endParaRPr kumimoji="1" lang="ja-JP" altLang="en-US" b="1" dirty="0"/>
          </a:p>
        </p:txBody>
      </p:sp>
      <p:sp>
        <p:nvSpPr>
          <p:cNvPr id="67" name="テキスト ボックス 66">
            <a:extLst>
              <a:ext uri="{FF2B5EF4-FFF2-40B4-BE49-F238E27FC236}">
                <a16:creationId xmlns:a16="http://schemas.microsoft.com/office/drawing/2014/main" id="{51A15A01-0C0A-AAC5-0F76-8DB6241DBDEA}"/>
              </a:ext>
            </a:extLst>
          </p:cNvPr>
          <p:cNvSpPr txBox="1"/>
          <p:nvPr/>
        </p:nvSpPr>
        <p:spPr>
          <a:xfrm>
            <a:off x="5888141" y="4935317"/>
            <a:ext cx="927391" cy="369332"/>
          </a:xfrm>
          <a:prstGeom prst="rect">
            <a:avLst/>
          </a:prstGeom>
          <a:noFill/>
        </p:spPr>
        <p:txBody>
          <a:bodyPr wrap="square" rtlCol="0">
            <a:spAutoFit/>
          </a:bodyPr>
          <a:lstStyle/>
          <a:p>
            <a:r>
              <a:rPr kumimoji="1" lang="en-US" altLang="ja-JP" b="1" dirty="0"/>
              <a:t>True</a:t>
            </a:r>
            <a:endParaRPr kumimoji="1" lang="ja-JP" altLang="en-US" b="1" dirty="0"/>
          </a:p>
        </p:txBody>
      </p:sp>
      <p:grpSp>
        <p:nvGrpSpPr>
          <p:cNvPr id="77" name="グループ化 76">
            <a:extLst>
              <a:ext uri="{FF2B5EF4-FFF2-40B4-BE49-F238E27FC236}">
                <a16:creationId xmlns:a16="http://schemas.microsoft.com/office/drawing/2014/main" id="{B613C3A7-8479-8E52-E495-A83C3431D7CD}"/>
              </a:ext>
            </a:extLst>
          </p:cNvPr>
          <p:cNvGrpSpPr/>
          <p:nvPr/>
        </p:nvGrpSpPr>
        <p:grpSpPr>
          <a:xfrm>
            <a:off x="860468" y="3196902"/>
            <a:ext cx="2075802" cy="832562"/>
            <a:chOff x="546963" y="3755702"/>
            <a:chExt cx="2075802" cy="832562"/>
          </a:xfrm>
        </p:grpSpPr>
        <p:sp>
          <p:nvSpPr>
            <p:cNvPr id="69" name="フローチャート: データ 68">
              <a:extLst>
                <a:ext uri="{FF2B5EF4-FFF2-40B4-BE49-F238E27FC236}">
                  <a16:creationId xmlns:a16="http://schemas.microsoft.com/office/drawing/2014/main" id="{167653C7-5510-0BC8-D14A-33FE54CB0723}"/>
                </a:ext>
              </a:extLst>
            </p:cNvPr>
            <p:cNvSpPr/>
            <p:nvPr/>
          </p:nvSpPr>
          <p:spPr>
            <a:xfrm>
              <a:off x="546963" y="3755702"/>
              <a:ext cx="2075802" cy="832562"/>
            </a:xfrm>
            <a:prstGeom prst="flowChartInputOutp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テキスト ボックス 69">
              <a:extLst>
                <a:ext uri="{FF2B5EF4-FFF2-40B4-BE49-F238E27FC236}">
                  <a16:creationId xmlns:a16="http://schemas.microsoft.com/office/drawing/2014/main" id="{93EBBF1A-0A52-F681-C020-4C4E29FCB5DB}"/>
                </a:ext>
              </a:extLst>
            </p:cNvPr>
            <p:cNvSpPr txBox="1"/>
            <p:nvPr/>
          </p:nvSpPr>
          <p:spPr>
            <a:xfrm>
              <a:off x="602907" y="3866493"/>
              <a:ext cx="2019858" cy="646330"/>
            </a:xfrm>
            <a:prstGeom prst="rect">
              <a:avLst/>
            </a:prstGeom>
            <a:noFill/>
          </p:spPr>
          <p:txBody>
            <a:bodyPr wrap="square" rtlCol="0">
              <a:spAutoFit/>
            </a:bodyPr>
            <a:lstStyle/>
            <a:p>
              <a:pPr algn="ctr"/>
              <a:r>
                <a:rPr kumimoji="1" lang="en-US" altLang="ja-JP" b="1" dirty="0"/>
                <a:t>Compression</a:t>
              </a:r>
            </a:p>
            <a:p>
              <a:pPr algn="ctr"/>
              <a:r>
                <a:rPr lang="en-US" altLang="ja-JP" b="1" dirty="0"/>
                <a:t>Number</a:t>
              </a:r>
              <a:endParaRPr kumimoji="1" lang="en-US" altLang="ja-JP" b="1" dirty="0"/>
            </a:p>
          </p:txBody>
        </p:sp>
      </p:grpSp>
      <p:grpSp>
        <p:nvGrpSpPr>
          <p:cNvPr id="76" name="グループ化 75">
            <a:extLst>
              <a:ext uri="{FF2B5EF4-FFF2-40B4-BE49-F238E27FC236}">
                <a16:creationId xmlns:a16="http://schemas.microsoft.com/office/drawing/2014/main" id="{8AFBEFE6-7779-C73C-1D1D-844BF5702226}"/>
              </a:ext>
            </a:extLst>
          </p:cNvPr>
          <p:cNvGrpSpPr/>
          <p:nvPr/>
        </p:nvGrpSpPr>
        <p:grpSpPr>
          <a:xfrm>
            <a:off x="838200" y="2161184"/>
            <a:ext cx="2098071" cy="832562"/>
            <a:chOff x="524695" y="2719984"/>
            <a:chExt cx="2098071" cy="832562"/>
          </a:xfrm>
        </p:grpSpPr>
        <p:sp>
          <p:nvSpPr>
            <p:cNvPr id="68" name="テキスト ボックス 67">
              <a:extLst>
                <a:ext uri="{FF2B5EF4-FFF2-40B4-BE49-F238E27FC236}">
                  <a16:creationId xmlns:a16="http://schemas.microsoft.com/office/drawing/2014/main" id="{8F94FA71-63EC-381C-1D3C-B4E9C4F420C8}"/>
                </a:ext>
              </a:extLst>
            </p:cNvPr>
            <p:cNvSpPr txBox="1"/>
            <p:nvPr/>
          </p:nvSpPr>
          <p:spPr>
            <a:xfrm>
              <a:off x="524695" y="2972738"/>
              <a:ext cx="2019858" cy="369332"/>
            </a:xfrm>
            <a:prstGeom prst="rect">
              <a:avLst/>
            </a:prstGeom>
            <a:noFill/>
          </p:spPr>
          <p:txBody>
            <a:bodyPr wrap="square" rtlCol="0">
              <a:spAutoFit/>
            </a:bodyPr>
            <a:lstStyle/>
            <a:p>
              <a:pPr algn="ctr"/>
              <a:r>
                <a:rPr kumimoji="1" lang="en-US" altLang="ja-JP" b="1" dirty="0"/>
                <a:t>SNN Model</a:t>
              </a:r>
            </a:p>
          </p:txBody>
        </p:sp>
        <p:sp>
          <p:nvSpPr>
            <p:cNvPr id="71" name="フローチャート: データ 70">
              <a:extLst>
                <a:ext uri="{FF2B5EF4-FFF2-40B4-BE49-F238E27FC236}">
                  <a16:creationId xmlns:a16="http://schemas.microsoft.com/office/drawing/2014/main" id="{C86FAEB4-EFA7-F54F-B38A-C345E17BC8EB}"/>
                </a:ext>
              </a:extLst>
            </p:cNvPr>
            <p:cNvSpPr/>
            <p:nvPr/>
          </p:nvSpPr>
          <p:spPr>
            <a:xfrm>
              <a:off x="546964" y="2719984"/>
              <a:ext cx="2075802" cy="832562"/>
            </a:xfrm>
            <a:prstGeom prst="flowChartInputOutp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8" name="グループ化 77">
            <a:extLst>
              <a:ext uri="{FF2B5EF4-FFF2-40B4-BE49-F238E27FC236}">
                <a16:creationId xmlns:a16="http://schemas.microsoft.com/office/drawing/2014/main" id="{D3DC787D-75E4-EBE7-B77B-8A26C2F8172F}"/>
              </a:ext>
            </a:extLst>
          </p:cNvPr>
          <p:cNvGrpSpPr/>
          <p:nvPr/>
        </p:nvGrpSpPr>
        <p:grpSpPr>
          <a:xfrm>
            <a:off x="3833554" y="4366803"/>
            <a:ext cx="2075802" cy="832562"/>
            <a:chOff x="892991" y="5401002"/>
            <a:chExt cx="2075802" cy="832562"/>
          </a:xfrm>
        </p:grpSpPr>
        <p:sp>
          <p:nvSpPr>
            <p:cNvPr id="72" name="テキスト ボックス 71">
              <a:extLst>
                <a:ext uri="{FF2B5EF4-FFF2-40B4-BE49-F238E27FC236}">
                  <a16:creationId xmlns:a16="http://schemas.microsoft.com/office/drawing/2014/main" id="{D0A59C87-A96E-C7DD-367B-786E563F6177}"/>
                </a:ext>
              </a:extLst>
            </p:cNvPr>
            <p:cNvSpPr txBox="1"/>
            <p:nvPr/>
          </p:nvSpPr>
          <p:spPr>
            <a:xfrm>
              <a:off x="948935" y="5494117"/>
              <a:ext cx="2019858" cy="646331"/>
            </a:xfrm>
            <a:prstGeom prst="rect">
              <a:avLst/>
            </a:prstGeom>
            <a:noFill/>
          </p:spPr>
          <p:txBody>
            <a:bodyPr wrap="square" rtlCol="0">
              <a:spAutoFit/>
            </a:bodyPr>
            <a:lstStyle/>
            <a:p>
              <a:pPr algn="ctr"/>
              <a:r>
                <a:rPr kumimoji="1" lang="en-US" altLang="ja-JP" b="1" dirty="0"/>
                <a:t>Neurons to</a:t>
              </a:r>
            </a:p>
            <a:p>
              <a:pPr algn="ctr"/>
              <a:r>
                <a:rPr kumimoji="1" lang="en-US" altLang="ja-JP" b="1" dirty="0"/>
                <a:t>remove</a:t>
              </a:r>
            </a:p>
          </p:txBody>
        </p:sp>
        <p:sp>
          <p:nvSpPr>
            <p:cNvPr id="73" name="フローチャート: データ 72">
              <a:extLst>
                <a:ext uri="{FF2B5EF4-FFF2-40B4-BE49-F238E27FC236}">
                  <a16:creationId xmlns:a16="http://schemas.microsoft.com/office/drawing/2014/main" id="{7720C951-6968-A456-EAC3-DC0F4F980EF9}"/>
                </a:ext>
              </a:extLst>
            </p:cNvPr>
            <p:cNvSpPr/>
            <p:nvPr/>
          </p:nvSpPr>
          <p:spPr>
            <a:xfrm>
              <a:off x="892991" y="5401002"/>
              <a:ext cx="2075802" cy="832562"/>
            </a:xfrm>
            <a:prstGeom prst="flowChartInputOutp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86" name="コネクタ: カギ線 85">
            <a:extLst>
              <a:ext uri="{FF2B5EF4-FFF2-40B4-BE49-F238E27FC236}">
                <a16:creationId xmlns:a16="http://schemas.microsoft.com/office/drawing/2014/main" id="{F403E730-33B4-08FC-F9B3-80BC3AE548CD}"/>
              </a:ext>
            </a:extLst>
          </p:cNvPr>
          <p:cNvCxnSpPr>
            <a:stCxn id="71" idx="5"/>
            <a:endCxn id="25" idx="1"/>
          </p:cNvCxnSpPr>
          <p:nvPr/>
        </p:nvCxnSpPr>
        <p:spPr>
          <a:xfrm>
            <a:off x="2728691" y="2577465"/>
            <a:ext cx="1247956" cy="556819"/>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87" name="コネクタ: カギ線 86">
            <a:extLst>
              <a:ext uri="{FF2B5EF4-FFF2-40B4-BE49-F238E27FC236}">
                <a16:creationId xmlns:a16="http://schemas.microsoft.com/office/drawing/2014/main" id="{015F72AD-C9AD-4C5D-4586-D5B79DBB044E}"/>
              </a:ext>
            </a:extLst>
          </p:cNvPr>
          <p:cNvCxnSpPr>
            <a:cxnSpLocks/>
            <a:endCxn id="25" idx="1"/>
          </p:cNvCxnSpPr>
          <p:nvPr/>
        </p:nvCxnSpPr>
        <p:spPr>
          <a:xfrm flipV="1">
            <a:off x="2728691" y="3134284"/>
            <a:ext cx="1247956" cy="49657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92" name="直線コネクタ 91">
            <a:extLst>
              <a:ext uri="{FF2B5EF4-FFF2-40B4-BE49-F238E27FC236}">
                <a16:creationId xmlns:a16="http://schemas.microsoft.com/office/drawing/2014/main" id="{170ADBA3-4A08-8EB4-6216-D3B44BB5E643}"/>
              </a:ext>
            </a:extLst>
          </p:cNvPr>
          <p:cNvCxnSpPr>
            <a:cxnSpLocks/>
            <a:stCxn id="73" idx="4"/>
            <a:endCxn id="64" idx="0"/>
          </p:cNvCxnSpPr>
          <p:nvPr/>
        </p:nvCxnSpPr>
        <p:spPr>
          <a:xfrm>
            <a:off x="4871455" y="5199365"/>
            <a:ext cx="0" cy="302383"/>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8" name="四角形: 角を丸くする 97">
            <a:extLst>
              <a:ext uri="{FF2B5EF4-FFF2-40B4-BE49-F238E27FC236}">
                <a16:creationId xmlns:a16="http://schemas.microsoft.com/office/drawing/2014/main" id="{C52CF753-7CBA-A531-7989-DB2FC2AD6D8B}"/>
              </a:ext>
            </a:extLst>
          </p:cNvPr>
          <p:cNvSpPr/>
          <p:nvPr/>
        </p:nvSpPr>
        <p:spPr>
          <a:xfrm>
            <a:off x="6106782" y="2544407"/>
            <a:ext cx="2503809" cy="1179307"/>
          </a:xfrm>
          <a:prstGeom prst="round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28688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2B39D7-27BF-232E-34C3-4487B2A33593}"/>
              </a:ext>
            </a:extLst>
          </p:cNvPr>
          <p:cNvSpPr>
            <a:spLocks noGrp="1"/>
          </p:cNvSpPr>
          <p:nvPr>
            <p:ph type="title"/>
          </p:nvPr>
        </p:nvSpPr>
        <p:spPr/>
        <p:txBody>
          <a:bodyPr/>
          <a:lstStyle/>
          <a:p>
            <a:r>
              <a:rPr lang="en-US" altLang="ja-JP" dirty="0">
                <a:latin typeface="游ゴシック Light 見出し"/>
              </a:rPr>
              <a:t>Elitism &amp; Parent Selection </a:t>
            </a:r>
            <a:r>
              <a:rPr kumimoji="1" lang="en-US" altLang="ja-JP" dirty="0">
                <a:latin typeface="游ゴシック Light 見出し"/>
              </a:rPr>
              <a:t>(</a:t>
            </a:r>
            <a:r>
              <a:rPr kumimoji="1" lang="en-US" altLang="ja-JP" dirty="0" err="1">
                <a:latin typeface="游ゴシック Light 見出し"/>
              </a:rPr>
              <a:t>Cnt</a:t>
            </a:r>
            <a:r>
              <a:rPr kumimoji="1" lang="en-US" altLang="ja-JP" dirty="0">
                <a:latin typeface="游ゴシック Light 見出し"/>
              </a:rPr>
              <a:t>.)</a:t>
            </a:r>
            <a:endParaRPr kumimoji="1" lang="ja-JP" altLang="en-US" dirty="0">
              <a:latin typeface="游ゴシック Light 見出し"/>
            </a:endParaRPr>
          </a:p>
        </p:txBody>
      </p:sp>
      <p:sp>
        <p:nvSpPr>
          <p:cNvPr id="6" name="スライド番号プレースホルダー 5">
            <a:extLst>
              <a:ext uri="{FF2B5EF4-FFF2-40B4-BE49-F238E27FC236}">
                <a16:creationId xmlns:a16="http://schemas.microsoft.com/office/drawing/2014/main" id="{8D4D8F57-6C22-EA95-E5FC-EA36B539DD7F}"/>
              </a:ext>
            </a:extLst>
          </p:cNvPr>
          <p:cNvSpPr>
            <a:spLocks noGrp="1"/>
          </p:cNvSpPr>
          <p:nvPr>
            <p:ph type="sldNum" sz="quarter" idx="12"/>
          </p:nvPr>
        </p:nvSpPr>
        <p:spPr/>
        <p:txBody>
          <a:bodyPr/>
          <a:lstStyle/>
          <a:p>
            <a:fld id="{05775D0E-D6FD-4847-A4AD-7D56F7F6616B}" type="slidenum">
              <a:rPr lang="en-JP" smtClean="0"/>
              <a:t>19</a:t>
            </a:fld>
            <a:endParaRPr lang="en-JP"/>
          </a:p>
        </p:txBody>
      </p:sp>
      <p:graphicFrame>
        <p:nvGraphicFramePr>
          <p:cNvPr id="4" name="表 3">
            <a:extLst>
              <a:ext uri="{FF2B5EF4-FFF2-40B4-BE49-F238E27FC236}">
                <a16:creationId xmlns:a16="http://schemas.microsoft.com/office/drawing/2014/main" id="{B5DBDB31-3934-4E97-9439-CCEAF66019CD}"/>
              </a:ext>
            </a:extLst>
          </p:cNvPr>
          <p:cNvGraphicFramePr>
            <a:graphicFrameLocks noGrp="1"/>
          </p:cNvGraphicFramePr>
          <p:nvPr>
            <p:extLst>
              <p:ext uri="{D42A27DB-BD31-4B8C-83A1-F6EECF244321}">
                <p14:modId xmlns:p14="http://schemas.microsoft.com/office/powerpoint/2010/main" val="1658860937"/>
              </p:ext>
            </p:extLst>
          </p:nvPr>
        </p:nvGraphicFramePr>
        <p:xfrm>
          <a:off x="838200" y="2310667"/>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graphicFrame>
        <p:nvGraphicFramePr>
          <p:cNvPr id="5" name="表 4">
            <a:extLst>
              <a:ext uri="{FF2B5EF4-FFF2-40B4-BE49-F238E27FC236}">
                <a16:creationId xmlns:a16="http://schemas.microsoft.com/office/drawing/2014/main" id="{DCA35535-C956-0498-0D0B-3109A21CA999}"/>
              </a:ext>
            </a:extLst>
          </p:cNvPr>
          <p:cNvGraphicFramePr>
            <a:graphicFrameLocks noGrp="1"/>
          </p:cNvGraphicFramePr>
          <p:nvPr>
            <p:extLst>
              <p:ext uri="{D42A27DB-BD31-4B8C-83A1-F6EECF244321}">
                <p14:modId xmlns:p14="http://schemas.microsoft.com/office/powerpoint/2010/main" val="2255032357"/>
              </p:ext>
            </p:extLst>
          </p:nvPr>
        </p:nvGraphicFramePr>
        <p:xfrm>
          <a:off x="4384040" y="2310667"/>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graphicFrame>
        <p:nvGraphicFramePr>
          <p:cNvPr id="7" name="表 6">
            <a:extLst>
              <a:ext uri="{FF2B5EF4-FFF2-40B4-BE49-F238E27FC236}">
                <a16:creationId xmlns:a16="http://schemas.microsoft.com/office/drawing/2014/main" id="{17405CC2-3436-3849-8347-9417D4C25415}"/>
              </a:ext>
            </a:extLst>
          </p:cNvPr>
          <p:cNvGraphicFramePr>
            <a:graphicFrameLocks noGrp="1"/>
          </p:cNvGraphicFramePr>
          <p:nvPr>
            <p:extLst>
              <p:ext uri="{D42A27DB-BD31-4B8C-83A1-F6EECF244321}">
                <p14:modId xmlns:p14="http://schemas.microsoft.com/office/powerpoint/2010/main" val="1510863723"/>
              </p:ext>
            </p:extLst>
          </p:nvPr>
        </p:nvGraphicFramePr>
        <p:xfrm>
          <a:off x="7929880" y="2310667"/>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sp>
        <p:nvSpPr>
          <p:cNvPr id="8" name="テキスト ボックス 7">
            <a:extLst>
              <a:ext uri="{FF2B5EF4-FFF2-40B4-BE49-F238E27FC236}">
                <a16:creationId xmlns:a16="http://schemas.microsoft.com/office/drawing/2014/main" id="{DA11AB9A-653B-8C66-61CB-6E8794953C82}"/>
              </a:ext>
            </a:extLst>
          </p:cNvPr>
          <p:cNvSpPr txBox="1"/>
          <p:nvPr/>
        </p:nvSpPr>
        <p:spPr>
          <a:xfrm>
            <a:off x="1058222" y="1847355"/>
            <a:ext cx="2587636" cy="369332"/>
          </a:xfrm>
          <a:prstGeom prst="rect">
            <a:avLst/>
          </a:prstGeom>
          <a:noFill/>
        </p:spPr>
        <p:txBody>
          <a:bodyPr wrap="square" rtlCol="0">
            <a:spAutoFit/>
          </a:bodyPr>
          <a:lstStyle/>
          <a:p>
            <a:pPr algn="ctr"/>
            <a:r>
              <a:rPr kumimoji="1" lang="en-US" altLang="ja-JP" b="1" dirty="0"/>
              <a:t>Chromosome 1</a:t>
            </a:r>
            <a:endParaRPr kumimoji="1" lang="ja-JP" altLang="en-US" b="1" dirty="0"/>
          </a:p>
        </p:txBody>
      </p:sp>
      <p:sp>
        <p:nvSpPr>
          <p:cNvPr id="12" name="テキスト ボックス 11">
            <a:extLst>
              <a:ext uri="{FF2B5EF4-FFF2-40B4-BE49-F238E27FC236}">
                <a16:creationId xmlns:a16="http://schemas.microsoft.com/office/drawing/2014/main" id="{D00CCAC7-6C48-30F4-83A6-DE5EB5E73AB7}"/>
              </a:ext>
            </a:extLst>
          </p:cNvPr>
          <p:cNvSpPr txBox="1"/>
          <p:nvPr/>
        </p:nvSpPr>
        <p:spPr>
          <a:xfrm>
            <a:off x="4677722" y="1847355"/>
            <a:ext cx="2587636" cy="369332"/>
          </a:xfrm>
          <a:prstGeom prst="rect">
            <a:avLst/>
          </a:prstGeom>
          <a:noFill/>
        </p:spPr>
        <p:txBody>
          <a:bodyPr wrap="square" rtlCol="0">
            <a:spAutoFit/>
          </a:bodyPr>
          <a:lstStyle/>
          <a:p>
            <a:pPr algn="ctr"/>
            <a:r>
              <a:rPr kumimoji="1" lang="en-US" altLang="ja-JP" b="1" dirty="0"/>
              <a:t>Chromosome 2</a:t>
            </a:r>
            <a:endParaRPr kumimoji="1" lang="ja-JP" altLang="en-US" b="1" dirty="0"/>
          </a:p>
        </p:txBody>
      </p:sp>
      <p:sp>
        <p:nvSpPr>
          <p:cNvPr id="13" name="テキスト ボックス 12">
            <a:extLst>
              <a:ext uri="{FF2B5EF4-FFF2-40B4-BE49-F238E27FC236}">
                <a16:creationId xmlns:a16="http://schemas.microsoft.com/office/drawing/2014/main" id="{527E41A0-6BD5-7B5D-27BE-1B9B2D1A3458}"/>
              </a:ext>
            </a:extLst>
          </p:cNvPr>
          <p:cNvSpPr txBox="1"/>
          <p:nvPr/>
        </p:nvSpPr>
        <p:spPr>
          <a:xfrm>
            <a:off x="8149902" y="1847355"/>
            <a:ext cx="2587636" cy="369332"/>
          </a:xfrm>
          <a:prstGeom prst="rect">
            <a:avLst/>
          </a:prstGeom>
          <a:noFill/>
        </p:spPr>
        <p:txBody>
          <a:bodyPr wrap="square" rtlCol="0">
            <a:spAutoFit/>
          </a:bodyPr>
          <a:lstStyle/>
          <a:p>
            <a:pPr algn="ctr"/>
            <a:r>
              <a:rPr kumimoji="1" lang="en-US" altLang="ja-JP" b="1" dirty="0"/>
              <a:t>Chromosome 3</a:t>
            </a:r>
            <a:endParaRPr kumimoji="1" lang="ja-JP" altLang="en-US" b="1" dirty="0"/>
          </a:p>
        </p:txBody>
      </p:sp>
      <p:grpSp>
        <p:nvGrpSpPr>
          <p:cNvPr id="14" name="グループ化 13">
            <a:extLst>
              <a:ext uri="{FF2B5EF4-FFF2-40B4-BE49-F238E27FC236}">
                <a16:creationId xmlns:a16="http://schemas.microsoft.com/office/drawing/2014/main" id="{5E4ABAEA-16FB-B27A-4A92-9D81A6175872}"/>
              </a:ext>
            </a:extLst>
          </p:cNvPr>
          <p:cNvGrpSpPr/>
          <p:nvPr/>
        </p:nvGrpSpPr>
        <p:grpSpPr>
          <a:xfrm>
            <a:off x="589280" y="2889191"/>
            <a:ext cx="10764520" cy="408940"/>
            <a:chOff x="838200" y="3429000"/>
            <a:chExt cx="10515600" cy="408940"/>
          </a:xfrm>
        </p:grpSpPr>
        <p:cxnSp>
          <p:nvCxnSpPr>
            <p:cNvPr id="15" name="直線コネクタ 14">
              <a:extLst>
                <a:ext uri="{FF2B5EF4-FFF2-40B4-BE49-F238E27FC236}">
                  <a16:creationId xmlns:a16="http://schemas.microsoft.com/office/drawing/2014/main" id="{8B112FDE-D0F4-6010-1E5D-91637BE9A5B6}"/>
                </a:ext>
              </a:extLst>
            </p:cNvPr>
            <p:cNvCxnSpPr/>
            <p:nvPr/>
          </p:nvCxnSpPr>
          <p:spPr>
            <a:xfrm>
              <a:off x="838200" y="3616960"/>
              <a:ext cx="105156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直線コネクタ 15">
              <a:extLst>
                <a:ext uri="{FF2B5EF4-FFF2-40B4-BE49-F238E27FC236}">
                  <a16:creationId xmlns:a16="http://schemas.microsoft.com/office/drawing/2014/main" id="{656E5E1F-FC96-1FD5-4AA5-73376F86ADE2}"/>
                </a:ext>
              </a:extLst>
            </p:cNvPr>
            <p:cNvCxnSpPr>
              <a:cxnSpLocks/>
            </p:cNvCxnSpPr>
            <p:nvPr/>
          </p:nvCxnSpPr>
          <p:spPr>
            <a:xfrm flipV="1">
              <a:off x="838200" y="3429000"/>
              <a:ext cx="0" cy="370840"/>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直線コネクタ 16">
              <a:extLst>
                <a:ext uri="{FF2B5EF4-FFF2-40B4-BE49-F238E27FC236}">
                  <a16:creationId xmlns:a16="http://schemas.microsoft.com/office/drawing/2014/main" id="{41F5173E-D0F7-C8FD-FA5A-C62EBEB1B31E}"/>
                </a:ext>
              </a:extLst>
            </p:cNvPr>
            <p:cNvCxnSpPr>
              <a:cxnSpLocks/>
            </p:cNvCxnSpPr>
            <p:nvPr/>
          </p:nvCxnSpPr>
          <p:spPr>
            <a:xfrm flipV="1">
              <a:off x="11353800" y="3467100"/>
              <a:ext cx="0" cy="370840"/>
            </a:xfrm>
            <a:prstGeom prst="line">
              <a:avLst/>
            </a:prstGeom>
            <a:ln w="19050"/>
          </p:spPr>
          <p:style>
            <a:lnRef idx="1">
              <a:schemeClr val="dk1"/>
            </a:lnRef>
            <a:fillRef idx="0">
              <a:schemeClr val="dk1"/>
            </a:fillRef>
            <a:effectRef idx="0">
              <a:schemeClr val="dk1"/>
            </a:effectRef>
            <a:fontRef idx="minor">
              <a:schemeClr val="tx1"/>
            </a:fontRef>
          </p:style>
        </p:cxnSp>
      </p:grpSp>
      <p:sp>
        <p:nvSpPr>
          <p:cNvPr id="18" name="テキスト ボックス 17">
            <a:extLst>
              <a:ext uri="{FF2B5EF4-FFF2-40B4-BE49-F238E27FC236}">
                <a16:creationId xmlns:a16="http://schemas.microsoft.com/office/drawing/2014/main" id="{AB349966-C073-DCFB-B0AA-5D7629FA714F}"/>
              </a:ext>
            </a:extLst>
          </p:cNvPr>
          <p:cNvSpPr txBox="1"/>
          <p:nvPr/>
        </p:nvSpPr>
        <p:spPr>
          <a:xfrm>
            <a:off x="1058222" y="2667071"/>
            <a:ext cx="2587636" cy="369332"/>
          </a:xfrm>
          <a:prstGeom prst="rect">
            <a:avLst/>
          </a:prstGeom>
          <a:noFill/>
        </p:spPr>
        <p:txBody>
          <a:bodyPr wrap="square" rtlCol="0">
            <a:spAutoFit/>
          </a:bodyPr>
          <a:lstStyle/>
          <a:p>
            <a:pPr algn="ctr"/>
            <a:r>
              <a:rPr kumimoji="1" lang="en-US" altLang="ja-JP" b="1" dirty="0"/>
              <a:t>0.69</a:t>
            </a:r>
            <a:endParaRPr kumimoji="1" lang="ja-JP" altLang="en-US" b="1" dirty="0"/>
          </a:p>
        </p:txBody>
      </p:sp>
      <p:sp>
        <p:nvSpPr>
          <p:cNvPr id="19" name="テキスト ボックス 18">
            <a:extLst>
              <a:ext uri="{FF2B5EF4-FFF2-40B4-BE49-F238E27FC236}">
                <a16:creationId xmlns:a16="http://schemas.microsoft.com/office/drawing/2014/main" id="{91A8B2E1-4D2D-050B-D9E0-1341661FC68D}"/>
              </a:ext>
            </a:extLst>
          </p:cNvPr>
          <p:cNvSpPr txBox="1"/>
          <p:nvPr/>
        </p:nvSpPr>
        <p:spPr>
          <a:xfrm>
            <a:off x="4604062" y="2651545"/>
            <a:ext cx="2587636" cy="369332"/>
          </a:xfrm>
          <a:prstGeom prst="rect">
            <a:avLst/>
          </a:prstGeom>
          <a:noFill/>
        </p:spPr>
        <p:txBody>
          <a:bodyPr wrap="square" rtlCol="0">
            <a:spAutoFit/>
          </a:bodyPr>
          <a:lstStyle/>
          <a:p>
            <a:pPr algn="ctr"/>
            <a:r>
              <a:rPr kumimoji="1" lang="en-US" altLang="ja-JP" b="1" dirty="0"/>
              <a:t>0.70</a:t>
            </a:r>
            <a:endParaRPr kumimoji="1" lang="ja-JP" altLang="en-US" b="1" dirty="0"/>
          </a:p>
        </p:txBody>
      </p:sp>
      <p:sp>
        <p:nvSpPr>
          <p:cNvPr id="20" name="テキスト ボックス 19">
            <a:extLst>
              <a:ext uri="{FF2B5EF4-FFF2-40B4-BE49-F238E27FC236}">
                <a16:creationId xmlns:a16="http://schemas.microsoft.com/office/drawing/2014/main" id="{2DB2C863-371D-E57D-1FE0-1B2F033D800C}"/>
              </a:ext>
            </a:extLst>
          </p:cNvPr>
          <p:cNvSpPr txBox="1"/>
          <p:nvPr/>
        </p:nvSpPr>
        <p:spPr>
          <a:xfrm>
            <a:off x="8149902" y="2679682"/>
            <a:ext cx="2587636" cy="369332"/>
          </a:xfrm>
          <a:prstGeom prst="rect">
            <a:avLst/>
          </a:prstGeom>
          <a:noFill/>
        </p:spPr>
        <p:txBody>
          <a:bodyPr wrap="square" rtlCol="0">
            <a:spAutoFit/>
          </a:bodyPr>
          <a:lstStyle/>
          <a:p>
            <a:pPr algn="ctr"/>
            <a:r>
              <a:rPr kumimoji="1" lang="en-US" altLang="ja-JP" b="1" dirty="0"/>
              <a:t>0.72</a:t>
            </a:r>
            <a:endParaRPr kumimoji="1" lang="ja-JP" altLang="en-US" b="1" dirty="0"/>
          </a:p>
        </p:txBody>
      </p:sp>
      <p:sp>
        <p:nvSpPr>
          <p:cNvPr id="21" name="テキスト ボックス 20">
            <a:extLst>
              <a:ext uri="{FF2B5EF4-FFF2-40B4-BE49-F238E27FC236}">
                <a16:creationId xmlns:a16="http://schemas.microsoft.com/office/drawing/2014/main" id="{99A082B0-E68C-0F94-5AF9-2609B5B4C013}"/>
              </a:ext>
            </a:extLst>
          </p:cNvPr>
          <p:cNvSpPr txBox="1"/>
          <p:nvPr/>
        </p:nvSpPr>
        <p:spPr>
          <a:xfrm>
            <a:off x="4604062" y="3244334"/>
            <a:ext cx="2587636" cy="369332"/>
          </a:xfrm>
          <a:prstGeom prst="rect">
            <a:avLst/>
          </a:prstGeom>
          <a:noFill/>
        </p:spPr>
        <p:txBody>
          <a:bodyPr wrap="square" rtlCol="0">
            <a:spAutoFit/>
          </a:bodyPr>
          <a:lstStyle/>
          <a:p>
            <a:pPr algn="ctr"/>
            <a:r>
              <a:rPr kumimoji="1" lang="en-US" altLang="ja-JP" b="1" dirty="0"/>
              <a:t>Generation 1</a:t>
            </a:r>
            <a:endParaRPr kumimoji="1" lang="ja-JP" altLang="en-US" b="1" dirty="0"/>
          </a:p>
        </p:txBody>
      </p:sp>
      <p:grpSp>
        <p:nvGrpSpPr>
          <p:cNvPr id="30" name="グループ化 29">
            <a:extLst>
              <a:ext uri="{FF2B5EF4-FFF2-40B4-BE49-F238E27FC236}">
                <a16:creationId xmlns:a16="http://schemas.microsoft.com/office/drawing/2014/main" id="{76EE5004-893E-7933-C482-86C07A021A0E}"/>
              </a:ext>
            </a:extLst>
          </p:cNvPr>
          <p:cNvGrpSpPr/>
          <p:nvPr/>
        </p:nvGrpSpPr>
        <p:grpSpPr>
          <a:xfrm>
            <a:off x="589280" y="5631875"/>
            <a:ext cx="10764520" cy="408940"/>
            <a:chOff x="838200" y="3429000"/>
            <a:chExt cx="10515600" cy="408940"/>
          </a:xfrm>
        </p:grpSpPr>
        <p:cxnSp>
          <p:nvCxnSpPr>
            <p:cNvPr id="31" name="直線コネクタ 30">
              <a:extLst>
                <a:ext uri="{FF2B5EF4-FFF2-40B4-BE49-F238E27FC236}">
                  <a16:creationId xmlns:a16="http://schemas.microsoft.com/office/drawing/2014/main" id="{09D6F0C2-C0F6-0981-7AA1-7E14F2E815EE}"/>
                </a:ext>
              </a:extLst>
            </p:cNvPr>
            <p:cNvCxnSpPr/>
            <p:nvPr/>
          </p:nvCxnSpPr>
          <p:spPr>
            <a:xfrm>
              <a:off x="838200" y="3616960"/>
              <a:ext cx="105156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 name="直線コネクタ 31">
              <a:extLst>
                <a:ext uri="{FF2B5EF4-FFF2-40B4-BE49-F238E27FC236}">
                  <a16:creationId xmlns:a16="http://schemas.microsoft.com/office/drawing/2014/main" id="{9797E243-BD44-F383-3B3A-CE2B6E81D569}"/>
                </a:ext>
              </a:extLst>
            </p:cNvPr>
            <p:cNvCxnSpPr>
              <a:cxnSpLocks/>
            </p:cNvCxnSpPr>
            <p:nvPr/>
          </p:nvCxnSpPr>
          <p:spPr>
            <a:xfrm flipV="1">
              <a:off x="838200" y="3429000"/>
              <a:ext cx="0" cy="370840"/>
            </a:xfrm>
            <a:prstGeom prst="line">
              <a:avLst/>
            </a:prstGeom>
            <a:ln w="19050"/>
          </p:spPr>
          <p:style>
            <a:lnRef idx="1">
              <a:schemeClr val="dk1"/>
            </a:lnRef>
            <a:fillRef idx="0">
              <a:schemeClr val="dk1"/>
            </a:fillRef>
            <a:effectRef idx="0">
              <a:schemeClr val="dk1"/>
            </a:effectRef>
            <a:fontRef idx="minor">
              <a:schemeClr val="tx1"/>
            </a:fontRef>
          </p:style>
        </p:cxnSp>
        <p:cxnSp>
          <p:nvCxnSpPr>
            <p:cNvPr id="33" name="直線コネクタ 32">
              <a:extLst>
                <a:ext uri="{FF2B5EF4-FFF2-40B4-BE49-F238E27FC236}">
                  <a16:creationId xmlns:a16="http://schemas.microsoft.com/office/drawing/2014/main" id="{D6728D10-AF4E-C223-5073-9F0D76F7FFEB}"/>
                </a:ext>
              </a:extLst>
            </p:cNvPr>
            <p:cNvCxnSpPr>
              <a:cxnSpLocks/>
            </p:cNvCxnSpPr>
            <p:nvPr/>
          </p:nvCxnSpPr>
          <p:spPr>
            <a:xfrm flipV="1">
              <a:off x="11353800" y="3467100"/>
              <a:ext cx="0" cy="370840"/>
            </a:xfrm>
            <a:prstGeom prst="line">
              <a:avLst/>
            </a:prstGeom>
            <a:ln w="19050"/>
          </p:spPr>
          <p:style>
            <a:lnRef idx="1">
              <a:schemeClr val="dk1"/>
            </a:lnRef>
            <a:fillRef idx="0">
              <a:schemeClr val="dk1"/>
            </a:fillRef>
            <a:effectRef idx="0">
              <a:schemeClr val="dk1"/>
            </a:effectRef>
            <a:fontRef idx="minor">
              <a:schemeClr val="tx1"/>
            </a:fontRef>
          </p:style>
        </p:cxnSp>
      </p:grpSp>
      <p:sp>
        <p:nvSpPr>
          <p:cNvPr id="37" name="テキスト ボックス 36">
            <a:extLst>
              <a:ext uri="{FF2B5EF4-FFF2-40B4-BE49-F238E27FC236}">
                <a16:creationId xmlns:a16="http://schemas.microsoft.com/office/drawing/2014/main" id="{ACB704AC-BBC8-B5A3-BCC7-146155D8406E}"/>
              </a:ext>
            </a:extLst>
          </p:cNvPr>
          <p:cNvSpPr txBox="1"/>
          <p:nvPr/>
        </p:nvSpPr>
        <p:spPr>
          <a:xfrm>
            <a:off x="4604062" y="5987018"/>
            <a:ext cx="2587636" cy="369332"/>
          </a:xfrm>
          <a:prstGeom prst="rect">
            <a:avLst/>
          </a:prstGeom>
          <a:noFill/>
        </p:spPr>
        <p:txBody>
          <a:bodyPr wrap="square" rtlCol="0">
            <a:spAutoFit/>
          </a:bodyPr>
          <a:lstStyle/>
          <a:p>
            <a:pPr algn="ctr"/>
            <a:r>
              <a:rPr kumimoji="1" lang="en-US" altLang="ja-JP" b="1" dirty="0"/>
              <a:t>Generation 2</a:t>
            </a:r>
            <a:endParaRPr kumimoji="1" lang="ja-JP" altLang="en-US" b="1" dirty="0"/>
          </a:p>
        </p:txBody>
      </p:sp>
      <p:graphicFrame>
        <p:nvGraphicFramePr>
          <p:cNvPr id="38" name="表 37">
            <a:extLst>
              <a:ext uri="{FF2B5EF4-FFF2-40B4-BE49-F238E27FC236}">
                <a16:creationId xmlns:a16="http://schemas.microsoft.com/office/drawing/2014/main" id="{3F8DEAE5-0067-70DA-E2C5-E1CFB5EC183A}"/>
              </a:ext>
            </a:extLst>
          </p:cNvPr>
          <p:cNvGraphicFramePr>
            <a:graphicFrameLocks noGrp="1"/>
          </p:cNvGraphicFramePr>
          <p:nvPr>
            <p:extLst>
              <p:ext uri="{D42A27DB-BD31-4B8C-83A1-F6EECF244321}">
                <p14:modId xmlns:p14="http://schemas.microsoft.com/office/powerpoint/2010/main" val="843943378"/>
              </p:ext>
            </p:extLst>
          </p:nvPr>
        </p:nvGraphicFramePr>
        <p:xfrm>
          <a:off x="7929880" y="5053350"/>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sp>
        <p:nvSpPr>
          <p:cNvPr id="39" name="テキスト ボックス 38">
            <a:extLst>
              <a:ext uri="{FF2B5EF4-FFF2-40B4-BE49-F238E27FC236}">
                <a16:creationId xmlns:a16="http://schemas.microsoft.com/office/drawing/2014/main" id="{2A8A6709-FA71-A39C-D6BF-436CBD4DCC7A}"/>
              </a:ext>
            </a:extLst>
          </p:cNvPr>
          <p:cNvSpPr txBox="1"/>
          <p:nvPr/>
        </p:nvSpPr>
        <p:spPr>
          <a:xfrm>
            <a:off x="8149902" y="4590038"/>
            <a:ext cx="2587636" cy="369332"/>
          </a:xfrm>
          <a:prstGeom prst="rect">
            <a:avLst/>
          </a:prstGeom>
          <a:noFill/>
        </p:spPr>
        <p:txBody>
          <a:bodyPr wrap="square" rtlCol="0">
            <a:spAutoFit/>
          </a:bodyPr>
          <a:lstStyle/>
          <a:p>
            <a:pPr algn="ctr"/>
            <a:r>
              <a:rPr kumimoji="1" lang="en-US" altLang="ja-JP" b="1" dirty="0"/>
              <a:t>Chromosome 3</a:t>
            </a:r>
            <a:endParaRPr kumimoji="1" lang="ja-JP" altLang="en-US" b="1" dirty="0"/>
          </a:p>
        </p:txBody>
      </p:sp>
      <p:sp>
        <p:nvSpPr>
          <p:cNvPr id="40" name="テキスト ボックス 39">
            <a:extLst>
              <a:ext uri="{FF2B5EF4-FFF2-40B4-BE49-F238E27FC236}">
                <a16:creationId xmlns:a16="http://schemas.microsoft.com/office/drawing/2014/main" id="{11965162-6798-BDE6-BC11-D4D72140196D}"/>
              </a:ext>
            </a:extLst>
          </p:cNvPr>
          <p:cNvSpPr txBox="1"/>
          <p:nvPr/>
        </p:nvSpPr>
        <p:spPr>
          <a:xfrm>
            <a:off x="8149902" y="5422365"/>
            <a:ext cx="2587636" cy="369332"/>
          </a:xfrm>
          <a:prstGeom prst="rect">
            <a:avLst/>
          </a:prstGeom>
          <a:noFill/>
        </p:spPr>
        <p:txBody>
          <a:bodyPr wrap="square" rtlCol="0">
            <a:spAutoFit/>
          </a:bodyPr>
          <a:lstStyle/>
          <a:p>
            <a:pPr algn="ctr"/>
            <a:r>
              <a:rPr kumimoji="1" lang="en-US" altLang="ja-JP" b="1" dirty="0"/>
              <a:t>0.72</a:t>
            </a:r>
            <a:endParaRPr kumimoji="1" lang="ja-JP" altLang="en-US" b="1" dirty="0"/>
          </a:p>
        </p:txBody>
      </p:sp>
      <p:sp>
        <p:nvSpPr>
          <p:cNvPr id="41" name="矢印: 右 40">
            <a:extLst>
              <a:ext uri="{FF2B5EF4-FFF2-40B4-BE49-F238E27FC236}">
                <a16:creationId xmlns:a16="http://schemas.microsoft.com/office/drawing/2014/main" id="{D7AD2EB8-B2D5-30E6-B100-4DDA79B2295C}"/>
              </a:ext>
            </a:extLst>
          </p:cNvPr>
          <p:cNvSpPr/>
          <p:nvPr/>
        </p:nvSpPr>
        <p:spPr>
          <a:xfrm rot="5400000">
            <a:off x="8961119" y="3713204"/>
            <a:ext cx="965200" cy="858519"/>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79623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56ED8-5E97-5A8D-63D0-729CD2D0C82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3DB5223-D1FF-1CB7-C2C5-1C4184753BDA}"/>
              </a:ext>
            </a:extLst>
          </p:cNvPr>
          <p:cNvSpPr>
            <a:spLocks noGrp="1"/>
          </p:cNvSpPr>
          <p:nvPr>
            <p:ph type="title"/>
          </p:nvPr>
        </p:nvSpPr>
        <p:spPr/>
        <p:txBody>
          <a:bodyPr/>
          <a:lstStyle/>
          <a:p>
            <a:r>
              <a:rPr lang="en-US" altLang="ja-JP" dirty="0">
                <a:latin typeface="游ゴシック Light 見出し"/>
              </a:rPr>
              <a:t>Elitism &amp; Parent Selection </a:t>
            </a:r>
            <a:r>
              <a:rPr kumimoji="1" lang="en-US" altLang="ja-JP" dirty="0">
                <a:latin typeface="游ゴシック Light 見出し"/>
              </a:rPr>
              <a:t>(</a:t>
            </a:r>
            <a:r>
              <a:rPr kumimoji="1" lang="en-US" altLang="ja-JP" dirty="0" err="1">
                <a:latin typeface="游ゴシック Light 見出し"/>
              </a:rPr>
              <a:t>Cnt</a:t>
            </a:r>
            <a:r>
              <a:rPr kumimoji="1" lang="en-US" altLang="ja-JP" dirty="0">
                <a:latin typeface="游ゴシック Light 見出し"/>
              </a:rPr>
              <a:t>.)</a:t>
            </a:r>
            <a:endParaRPr kumimoji="1" lang="ja-JP" altLang="en-US" dirty="0">
              <a:latin typeface="游ゴシック Light 見出し"/>
            </a:endParaRPr>
          </a:p>
        </p:txBody>
      </p:sp>
      <p:sp>
        <p:nvSpPr>
          <p:cNvPr id="6" name="スライド番号プレースホルダー 5">
            <a:extLst>
              <a:ext uri="{FF2B5EF4-FFF2-40B4-BE49-F238E27FC236}">
                <a16:creationId xmlns:a16="http://schemas.microsoft.com/office/drawing/2014/main" id="{0FC107D5-3699-82A2-1C75-A020B4385A25}"/>
              </a:ext>
            </a:extLst>
          </p:cNvPr>
          <p:cNvSpPr>
            <a:spLocks noGrp="1"/>
          </p:cNvSpPr>
          <p:nvPr>
            <p:ph type="sldNum" sz="quarter" idx="12"/>
          </p:nvPr>
        </p:nvSpPr>
        <p:spPr/>
        <p:txBody>
          <a:bodyPr/>
          <a:lstStyle/>
          <a:p>
            <a:fld id="{05775D0E-D6FD-4847-A4AD-7D56F7F6616B}" type="slidenum">
              <a:rPr lang="en-JP" smtClean="0"/>
              <a:t>20</a:t>
            </a:fld>
            <a:endParaRPr lang="en-JP"/>
          </a:p>
        </p:txBody>
      </p:sp>
      <p:graphicFrame>
        <p:nvGraphicFramePr>
          <p:cNvPr id="4" name="表 3">
            <a:extLst>
              <a:ext uri="{FF2B5EF4-FFF2-40B4-BE49-F238E27FC236}">
                <a16:creationId xmlns:a16="http://schemas.microsoft.com/office/drawing/2014/main" id="{905EBEAE-41CC-303E-E74F-EB5E02E81FCA}"/>
              </a:ext>
            </a:extLst>
          </p:cNvPr>
          <p:cNvGraphicFramePr>
            <a:graphicFrameLocks noGrp="1"/>
          </p:cNvGraphicFramePr>
          <p:nvPr>
            <p:extLst>
              <p:ext uri="{D42A27DB-BD31-4B8C-83A1-F6EECF244321}">
                <p14:modId xmlns:p14="http://schemas.microsoft.com/office/powerpoint/2010/main" val="1792977210"/>
              </p:ext>
            </p:extLst>
          </p:nvPr>
        </p:nvGraphicFramePr>
        <p:xfrm>
          <a:off x="838200" y="2791930"/>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graphicFrame>
        <p:nvGraphicFramePr>
          <p:cNvPr id="5" name="表 4">
            <a:extLst>
              <a:ext uri="{FF2B5EF4-FFF2-40B4-BE49-F238E27FC236}">
                <a16:creationId xmlns:a16="http://schemas.microsoft.com/office/drawing/2014/main" id="{39C0247A-D984-5FB7-9384-8CB3F8C919F3}"/>
              </a:ext>
            </a:extLst>
          </p:cNvPr>
          <p:cNvGraphicFramePr>
            <a:graphicFrameLocks noGrp="1"/>
          </p:cNvGraphicFramePr>
          <p:nvPr>
            <p:extLst>
              <p:ext uri="{D42A27DB-BD31-4B8C-83A1-F6EECF244321}">
                <p14:modId xmlns:p14="http://schemas.microsoft.com/office/powerpoint/2010/main" val="444100227"/>
              </p:ext>
            </p:extLst>
          </p:nvPr>
        </p:nvGraphicFramePr>
        <p:xfrm>
          <a:off x="4384040" y="2791930"/>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graphicFrame>
        <p:nvGraphicFramePr>
          <p:cNvPr id="7" name="表 6">
            <a:extLst>
              <a:ext uri="{FF2B5EF4-FFF2-40B4-BE49-F238E27FC236}">
                <a16:creationId xmlns:a16="http://schemas.microsoft.com/office/drawing/2014/main" id="{C9FE9326-0F34-488C-D6AF-344E95E14FBF}"/>
              </a:ext>
            </a:extLst>
          </p:cNvPr>
          <p:cNvGraphicFramePr>
            <a:graphicFrameLocks noGrp="1"/>
          </p:cNvGraphicFramePr>
          <p:nvPr>
            <p:extLst>
              <p:ext uri="{D42A27DB-BD31-4B8C-83A1-F6EECF244321}">
                <p14:modId xmlns:p14="http://schemas.microsoft.com/office/powerpoint/2010/main" val="82640032"/>
              </p:ext>
            </p:extLst>
          </p:nvPr>
        </p:nvGraphicFramePr>
        <p:xfrm>
          <a:off x="7929880" y="2791930"/>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sp>
        <p:nvSpPr>
          <p:cNvPr id="8" name="テキスト ボックス 7">
            <a:extLst>
              <a:ext uri="{FF2B5EF4-FFF2-40B4-BE49-F238E27FC236}">
                <a16:creationId xmlns:a16="http://schemas.microsoft.com/office/drawing/2014/main" id="{C444BDC0-5B7A-333C-8515-18EC2F7B45DD}"/>
              </a:ext>
            </a:extLst>
          </p:cNvPr>
          <p:cNvSpPr txBox="1"/>
          <p:nvPr/>
        </p:nvSpPr>
        <p:spPr>
          <a:xfrm>
            <a:off x="1058222" y="2328618"/>
            <a:ext cx="2587636" cy="369332"/>
          </a:xfrm>
          <a:prstGeom prst="rect">
            <a:avLst/>
          </a:prstGeom>
          <a:noFill/>
        </p:spPr>
        <p:txBody>
          <a:bodyPr wrap="square" rtlCol="0">
            <a:spAutoFit/>
          </a:bodyPr>
          <a:lstStyle/>
          <a:p>
            <a:pPr algn="ctr"/>
            <a:r>
              <a:rPr kumimoji="1" lang="en-US" altLang="ja-JP" b="1" dirty="0"/>
              <a:t>Chromosome 1</a:t>
            </a:r>
            <a:endParaRPr kumimoji="1" lang="ja-JP" altLang="en-US" b="1" dirty="0"/>
          </a:p>
        </p:txBody>
      </p:sp>
      <p:sp>
        <p:nvSpPr>
          <p:cNvPr id="12" name="テキスト ボックス 11">
            <a:extLst>
              <a:ext uri="{FF2B5EF4-FFF2-40B4-BE49-F238E27FC236}">
                <a16:creationId xmlns:a16="http://schemas.microsoft.com/office/drawing/2014/main" id="{64DF2446-6469-38CE-0B07-D619BB332FB9}"/>
              </a:ext>
            </a:extLst>
          </p:cNvPr>
          <p:cNvSpPr txBox="1"/>
          <p:nvPr/>
        </p:nvSpPr>
        <p:spPr>
          <a:xfrm>
            <a:off x="4677722" y="2328618"/>
            <a:ext cx="2587636" cy="369332"/>
          </a:xfrm>
          <a:prstGeom prst="rect">
            <a:avLst/>
          </a:prstGeom>
          <a:noFill/>
        </p:spPr>
        <p:txBody>
          <a:bodyPr wrap="square" rtlCol="0">
            <a:spAutoFit/>
          </a:bodyPr>
          <a:lstStyle/>
          <a:p>
            <a:pPr algn="ctr"/>
            <a:r>
              <a:rPr kumimoji="1" lang="en-US" altLang="ja-JP" b="1" dirty="0"/>
              <a:t>Chromosome 2</a:t>
            </a:r>
            <a:endParaRPr kumimoji="1" lang="ja-JP" altLang="en-US" b="1" dirty="0"/>
          </a:p>
        </p:txBody>
      </p:sp>
      <p:sp>
        <p:nvSpPr>
          <p:cNvPr id="13" name="テキスト ボックス 12">
            <a:extLst>
              <a:ext uri="{FF2B5EF4-FFF2-40B4-BE49-F238E27FC236}">
                <a16:creationId xmlns:a16="http://schemas.microsoft.com/office/drawing/2014/main" id="{8EC6903E-2F96-AD33-0961-3F79775D5A8C}"/>
              </a:ext>
            </a:extLst>
          </p:cNvPr>
          <p:cNvSpPr txBox="1"/>
          <p:nvPr/>
        </p:nvSpPr>
        <p:spPr>
          <a:xfrm>
            <a:off x="8149902" y="2328618"/>
            <a:ext cx="2587636" cy="369332"/>
          </a:xfrm>
          <a:prstGeom prst="rect">
            <a:avLst/>
          </a:prstGeom>
          <a:noFill/>
        </p:spPr>
        <p:txBody>
          <a:bodyPr wrap="square" rtlCol="0">
            <a:spAutoFit/>
          </a:bodyPr>
          <a:lstStyle/>
          <a:p>
            <a:pPr algn="ctr"/>
            <a:r>
              <a:rPr kumimoji="1" lang="en-US" altLang="ja-JP" b="1" dirty="0"/>
              <a:t>Chromosome 3</a:t>
            </a:r>
            <a:endParaRPr kumimoji="1" lang="ja-JP" altLang="en-US" b="1" dirty="0"/>
          </a:p>
        </p:txBody>
      </p:sp>
      <p:grpSp>
        <p:nvGrpSpPr>
          <p:cNvPr id="14" name="グループ化 13">
            <a:extLst>
              <a:ext uri="{FF2B5EF4-FFF2-40B4-BE49-F238E27FC236}">
                <a16:creationId xmlns:a16="http://schemas.microsoft.com/office/drawing/2014/main" id="{448ED542-0A61-FC7F-0302-EF01FC0DD473}"/>
              </a:ext>
            </a:extLst>
          </p:cNvPr>
          <p:cNvGrpSpPr/>
          <p:nvPr/>
        </p:nvGrpSpPr>
        <p:grpSpPr>
          <a:xfrm>
            <a:off x="589280" y="3370454"/>
            <a:ext cx="10764520" cy="408940"/>
            <a:chOff x="838200" y="3429000"/>
            <a:chExt cx="10515600" cy="408940"/>
          </a:xfrm>
        </p:grpSpPr>
        <p:cxnSp>
          <p:nvCxnSpPr>
            <p:cNvPr id="15" name="直線コネクタ 14">
              <a:extLst>
                <a:ext uri="{FF2B5EF4-FFF2-40B4-BE49-F238E27FC236}">
                  <a16:creationId xmlns:a16="http://schemas.microsoft.com/office/drawing/2014/main" id="{F7366CA7-47E9-2B35-2F18-305B0782564F}"/>
                </a:ext>
              </a:extLst>
            </p:cNvPr>
            <p:cNvCxnSpPr/>
            <p:nvPr/>
          </p:nvCxnSpPr>
          <p:spPr>
            <a:xfrm>
              <a:off x="838200" y="3616960"/>
              <a:ext cx="105156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直線コネクタ 15">
              <a:extLst>
                <a:ext uri="{FF2B5EF4-FFF2-40B4-BE49-F238E27FC236}">
                  <a16:creationId xmlns:a16="http://schemas.microsoft.com/office/drawing/2014/main" id="{C2515518-CE94-6CE0-026E-44352341B4C9}"/>
                </a:ext>
              </a:extLst>
            </p:cNvPr>
            <p:cNvCxnSpPr>
              <a:cxnSpLocks/>
            </p:cNvCxnSpPr>
            <p:nvPr/>
          </p:nvCxnSpPr>
          <p:spPr>
            <a:xfrm flipV="1">
              <a:off x="838200" y="3429000"/>
              <a:ext cx="0" cy="370840"/>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直線コネクタ 16">
              <a:extLst>
                <a:ext uri="{FF2B5EF4-FFF2-40B4-BE49-F238E27FC236}">
                  <a16:creationId xmlns:a16="http://schemas.microsoft.com/office/drawing/2014/main" id="{2AC64E70-6E44-0D0C-A0F9-95E97D6FF456}"/>
                </a:ext>
              </a:extLst>
            </p:cNvPr>
            <p:cNvCxnSpPr>
              <a:cxnSpLocks/>
            </p:cNvCxnSpPr>
            <p:nvPr/>
          </p:nvCxnSpPr>
          <p:spPr>
            <a:xfrm flipV="1">
              <a:off x="11353800" y="3467100"/>
              <a:ext cx="0" cy="370840"/>
            </a:xfrm>
            <a:prstGeom prst="line">
              <a:avLst/>
            </a:prstGeom>
            <a:ln w="19050"/>
          </p:spPr>
          <p:style>
            <a:lnRef idx="1">
              <a:schemeClr val="dk1"/>
            </a:lnRef>
            <a:fillRef idx="0">
              <a:schemeClr val="dk1"/>
            </a:fillRef>
            <a:effectRef idx="0">
              <a:schemeClr val="dk1"/>
            </a:effectRef>
            <a:fontRef idx="minor">
              <a:schemeClr val="tx1"/>
            </a:fontRef>
          </p:style>
        </p:cxnSp>
      </p:grpSp>
      <p:sp>
        <p:nvSpPr>
          <p:cNvPr id="18" name="テキスト ボックス 17">
            <a:extLst>
              <a:ext uri="{FF2B5EF4-FFF2-40B4-BE49-F238E27FC236}">
                <a16:creationId xmlns:a16="http://schemas.microsoft.com/office/drawing/2014/main" id="{8B7A4BCB-4782-E95B-B506-11477443666A}"/>
              </a:ext>
            </a:extLst>
          </p:cNvPr>
          <p:cNvSpPr txBox="1"/>
          <p:nvPr/>
        </p:nvSpPr>
        <p:spPr>
          <a:xfrm>
            <a:off x="1058222" y="3148334"/>
            <a:ext cx="2587636" cy="369332"/>
          </a:xfrm>
          <a:prstGeom prst="rect">
            <a:avLst/>
          </a:prstGeom>
          <a:noFill/>
        </p:spPr>
        <p:txBody>
          <a:bodyPr wrap="square" rtlCol="0">
            <a:spAutoFit/>
          </a:bodyPr>
          <a:lstStyle/>
          <a:p>
            <a:pPr algn="ctr"/>
            <a:r>
              <a:rPr kumimoji="1" lang="en-US" altLang="ja-JP" b="1" dirty="0"/>
              <a:t>0.69</a:t>
            </a:r>
            <a:endParaRPr kumimoji="1" lang="ja-JP" altLang="en-US" b="1" dirty="0"/>
          </a:p>
        </p:txBody>
      </p:sp>
      <p:sp>
        <p:nvSpPr>
          <p:cNvPr id="19" name="テキスト ボックス 18">
            <a:extLst>
              <a:ext uri="{FF2B5EF4-FFF2-40B4-BE49-F238E27FC236}">
                <a16:creationId xmlns:a16="http://schemas.microsoft.com/office/drawing/2014/main" id="{FC37E6C5-541D-D653-98F9-5969282FC13C}"/>
              </a:ext>
            </a:extLst>
          </p:cNvPr>
          <p:cNvSpPr txBox="1"/>
          <p:nvPr/>
        </p:nvSpPr>
        <p:spPr>
          <a:xfrm>
            <a:off x="4604062" y="3132808"/>
            <a:ext cx="2587636" cy="369332"/>
          </a:xfrm>
          <a:prstGeom prst="rect">
            <a:avLst/>
          </a:prstGeom>
          <a:noFill/>
        </p:spPr>
        <p:txBody>
          <a:bodyPr wrap="square" rtlCol="0">
            <a:spAutoFit/>
          </a:bodyPr>
          <a:lstStyle/>
          <a:p>
            <a:pPr algn="ctr"/>
            <a:r>
              <a:rPr kumimoji="1" lang="en-US" altLang="ja-JP" b="1" dirty="0"/>
              <a:t>0.70</a:t>
            </a:r>
            <a:endParaRPr kumimoji="1" lang="ja-JP" altLang="en-US" b="1" dirty="0"/>
          </a:p>
        </p:txBody>
      </p:sp>
      <p:sp>
        <p:nvSpPr>
          <p:cNvPr id="20" name="テキスト ボックス 19">
            <a:extLst>
              <a:ext uri="{FF2B5EF4-FFF2-40B4-BE49-F238E27FC236}">
                <a16:creationId xmlns:a16="http://schemas.microsoft.com/office/drawing/2014/main" id="{96D7E556-8F0B-623D-E04D-1A4D77B2555E}"/>
              </a:ext>
            </a:extLst>
          </p:cNvPr>
          <p:cNvSpPr txBox="1"/>
          <p:nvPr/>
        </p:nvSpPr>
        <p:spPr>
          <a:xfrm>
            <a:off x="8149902" y="3160945"/>
            <a:ext cx="2587636" cy="369332"/>
          </a:xfrm>
          <a:prstGeom prst="rect">
            <a:avLst/>
          </a:prstGeom>
          <a:noFill/>
        </p:spPr>
        <p:txBody>
          <a:bodyPr wrap="square" rtlCol="0">
            <a:spAutoFit/>
          </a:bodyPr>
          <a:lstStyle/>
          <a:p>
            <a:pPr algn="ctr"/>
            <a:r>
              <a:rPr kumimoji="1" lang="en-US" altLang="ja-JP" b="1" dirty="0"/>
              <a:t>0.72</a:t>
            </a:r>
            <a:endParaRPr kumimoji="1" lang="ja-JP" altLang="en-US" b="1" dirty="0"/>
          </a:p>
        </p:txBody>
      </p:sp>
      <p:sp>
        <p:nvSpPr>
          <p:cNvPr id="21" name="テキスト ボックス 20">
            <a:extLst>
              <a:ext uri="{FF2B5EF4-FFF2-40B4-BE49-F238E27FC236}">
                <a16:creationId xmlns:a16="http://schemas.microsoft.com/office/drawing/2014/main" id="{D75DA246-0372-7376-024E-460BB89E36EC}"/>
              </a:ext>
            </a:extLst>
          </p:cNvPr>
          <p:cNvSpPr txBox="1"/>
          <p:nvPr/>
        </p:nvSpPr>
        <p:spPr>
          <a:xfrm>
            <a:off x="4604062" y="3725597"/>
            <a:ext cx="2587636" cy="369332"/>
          </a:xfrm>
          <a:prstGeom prst="rect">
            <a:avLst/>
          </a:prstGeom>
          <a:noFill/>
        </p:spPr>
        <p:txBody>
          <a:bodyPr wrap="square" rtlCol="0">
            <a:spAutoFit/>
          </a:bodyPr>
          <a:lstStyle/>
          <a:p>
            <a:pPr algn="ctr"/>
            <a:r>
              <a:rPr kumimoji="1" lang="en-US" altLang="ja-JP" b="1" dirty="0"/>
              <a:t>Generation 1</a:t>
            </a:r>
            <a:endParaRPr kumimoji="1" lang="ja-JP" altLang="en-US" b="1" dirty="0"/>
          </a:p>
        </p:txBody>
      </p:sp>
      <p:sp>
        <p:nvSpPr>
          <p:cNvPr id="10" name="矢印: 右 9">
            <a:extLst>
              <a:ext uri="{FF2B5EF4-FFF2-40B4-BE49-F238E27FC236}">
                <a16:creationId xmlns:a16="http://schemas.microsoft.com/office/drawing/2014/main" id="{A0D12A60-9827-0A35-4551-46ACBBD534EE}"/>
              </a:ext>
            </a:extLst>
          </p:cNvPr>
          <p:cNvSpPr/>
          <p:nvPr/>
        </p:nvSpPr>
        <p:spPr>
          <a:xfrm rot="16200000">
            <a:off x="8961120" y="4033018"/>
            <a:ext cx="965200" cy="858519"/>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右 10">
            <a:extLst>
              <a:ext uri="{FF2B5EF4-FFF2-40B4-BE49-F238E27FC236}">
                <a16:creationId xmlns:a16="http://schemas.microsoft.com/office/drawing/2014/main" id="{6E564109-3049-5494-AB3A-4C87B00AE673}"/>
              </a:ext>
            </a:extLst>
          </p:cNvPr>
          <p:cNvSpPr/>
          <p:nvPr/>
        </p:nvSpPr>
        <p:spPr>
          <a:xfrm rot="16200000">
            <a:off x="1869440" y="3927410"/>
            <a:ext cx="965200" cy="858519"/>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A22EB6EE-32BD-2EA8-F741-83C7C0C59826}"/>
              </a:ext>
            </a:extLst>
          </p:cNvPr>
          <p:cNvSpPr txBox="1"/>
          <p:nvPr/>
        </p:nvSpPr>
        <p:spPr>
          <a:xfrm>
            <a:off x="838200" y="1420488"/>
            <a:ext cx="10515600" cy="461665"/>
          </a:xfrm>
          <a:prstGeom prst="rect">
            <a:avLst/>
          </a:prstGeom>
          <a:noFill/>
        </p:spPr>
        <p:txBody>
          <a:bodyPr wrap="square" rtlCol="0">
            <a:spAutoFit/>
          </a:bodyPr>
          <a:lstStyle/>
          <a:p>
            <a:r>
              <a:rPr kumimoji="1" lang="en-US" altLang="ja-JP" sz="2400" dirty="0"/>
              <a:t>Randomly select 2 parents</a:t>
            </a:r>
            <a:endParaRPr kumimoji="1" lang="ja-JP" altLang="en-US" sz="2400" dirty="0"/>
          </a:p>
        </p:txBody>
      </p:sp>
      <p:sp>
        <p:nvSpPr>
          <p:cNvPr id="23" name="テキスト ボックス 22">
            <a:extLst>
              <a:ext uri="{FF2B5EF4-FFF2-40B4-BE49-F238E27FC236}">
                <a16:creationId xmlns:a16="http://schemas.microsoft.com/office/drawing/2014/main" id="{F0FD2AE3-6889-A6F1-A15B-48C8B64EA1DD}"/>
              </a:ext>
            </a:extLst>
          </p:cNvPr>
          <p:cNvSpPr txBox="1"/>
          <p:nvPr/>
        </p:nvSpPr>
        <p:spPr>
          <a:xfrm>
            <a:off x="1058222" y="5030496"/>
            <a:ext cx="2587636" cy="369332"/>
          </a:xfrm>
          <a:prstGeom prst="rect">
            <a:avLst/>
          </a:prstGeom>
          <a:noFill/>
        </p:spPr>
        <p:txBody>
          <a:bodyPr wrap="square" rtlCol="0">
            <a:spAutoFit/>
          </a:bodyPr>
          <a:lstStyle/>
          <a:p>
            <a:pPr algn="ctr"/>
            <a:r>
              <a:rPr kumimoji="1" lang="en-US" altLang="ja-JP" b="1" dirty="0"/>
              <a:t>Parent 1</a:t>
            </a:r>
            <a:endParaRPr kumimoji="1" lang="ja-JP" altLang="en-US" b="1" dirty="0"/>
          </a:p>
        </p:txBody>
      </p:sp>
      <p:sp>
        <p:nvSpPr>
          <p:cNvPr id="24" name="テキスト ボックス 23">
            <a:extLst>
              <a:ext uri="{FF2B5EF4-FFF2-40B4-BE49-F238E27FC236}">
                <a16:creationId xmlns:a16="http://schemas.microsoft.com/office/drawing/2014/main" id="{A5ED4073-4F91-7943-90A2-30406CD9FD8B}"/>
              </a:ext>
            </a:extLst>
          </p:cNvPr>
          <p:cNvSpPr txBox="1"/>
          <p:nvPr/>
        </p:nvSpPr>
        <p:spPr>
          <a:xfrm>
            <a:off x="8149902" y="5030496"/>
            <a:ext cx="2587636" cy="369332"/>
          </a:xfrm>
          <a:prstGeom prst="rect">
            <a:avLst/>
          </a:prstGeom>
          <a:noFill/>
        </p:spPr>
        <p:txBody>
          <a:bodyPr wrap="square" rtlCol="0">
            <a:spAutoFit/>
          </a:bodyPr>
          <a:lstStyle/>
          <a:p>
            <a:pPr algn="ctr"/>
            <a:r>
              <a:rPr kumimoji="1" lang="en-US" altLang="ja-JP" b="1" dirty="0"/>
              <a:t>Parent 2</a:t>
            </a:r>
            <a:endParaRPr kumimoji="1" lang="ja-JP" altLang="en-US" b="1" dirty="0"/>
          </a:p>
        </p:txBody>
      </p:sp>
    </p:spTree>
    <p:extLst>
      <p:ext uri="{BB962C8B-B14F-4D97-AF65-F5344CB8AC3E}">
        <p14:creationId xmlns:p14="http://schemas.microsoft.com/office/powerpoint/2010/main" val="3598454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7FDBD-3E92-667E-67C5-F40DEFADF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6F8B95-1330-4B01-7305-CC293D333E8B}"/>
              </a:ext>
            </a:extLst>
          </p:cNvPr>
          <p:cNvSpPr>
            <a:spLocks noGrp="1"/>
          </p:cNvSpPr>
          <p:nvPr>
            <p:ph type="title"/>
          </p:nvPr>
        </p:nvSpPr>
        <p:spPr/>
        <p:txBody>
          <a:bodyPr/>
          <a:lstStyle/>
          <a:p>
            <a:r>
              <a:rPr lang="en-US" dirty="0">
                <a:latin typeface="游ゴシック Light 見出し"/>
              </a:rPr>
              <a:t>Crossover</a:t>
            </a:r>
            <a:endParaRPr lang="en-JP" dirty="0">
              <a:latin typeface="游ゴシック Light 見出し"/>
            </a:endParaRPr>
          </a:p>
        </p:txBody>
      </p:sp>
      <p:sp>
        <p:nvSpPr>
          <p:cNvPr id="3" name="スライド番号プレースホルダー 2">
            <a:extLst>
              <a:ext uri="{FF2B5EF4-FFF2-40B4-BE49-F238E27FC236}">
                <a16:creationId xmlns:a16="http://schemas.microsoft.com/office/drawing/2014/main" id="{29721CCD-E277-E665-750E-ABD53B460D97}"/>
              </a:ext>
            </a:extLst>
          </p:cNvPr>
          <p:cNvSpPr>
            <a:spLocks noGrp="1"/>
          </p:cNvSpPr>
          <p:nvPr>
            <p:ph type="sldNum" sz="quarter" idx="12"/>
          </p:nvPr>
        </p:nvSpPr>
        <p:spPr/>
        <p:txBody>
          <a:bodyPr/>
          <a:lstStyle/>
          <a:p>
            <a:fld id="{05775D0E-D6FD-4847-A4AD-7D56F7F6616B}" type="slidenum">
              <a:rPr lang="en-JP" smtClean="0"/>
              <a:t>21</a:t>
            </a:fld>
            <a:endParaRPr lang="en-JP"/>
          </a:p>
        </p:txBody>
      </p:sp>
      <p:sp>
        <p:nvSpPr>
          <p:cNvPr id="25" name="フローチャート: 処理 24">
            <a:extLst>
              <a:ext uri="{FF2B5EF4-FFF2-40B4-BE49-F238E27FC236}">
                <a16:creationId xmlns:a16="http://schemas.microsoft.com/office/drawing/2014/main" id="{5A7AAA5A-A01E-C4EE-DFCE-86D22C2C7506}"/>
              </a:ext>
            </a:extLst>
          </p:cNvPr>
          <p:cNvSpPr/>
          <p:nvPr/>
        </p:nvSpPr>
        <p:spPr>
          <a:xfrm>
            <a:off x="3976647" y="2666693"/>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26" name="直線コネクタ 25">
            <a:extLst>
              <a:ext uri="{FF2B5EF4-FFF2-40B4-BE49-F238E27FC236}">
                <a16:creationId xmlns:a16="http://schemas.microsoft.com/office/drawing/2014/main" id="{04EE9BE5-93A8-434C-5B72-7698BD3ABC98}"/>
              </a:ext>
            </a:extLst>
          </p:cNvPr>
          <p:cNvCxnSpPr>
            <a:cxnSpLocks/>
            <a:stCxn id="25" idx="3"/>
          </p:cNvCxnSpPr>
          <p:nvPr/>
        </p:nvCxnSpPr>
        <p:spPr>
          <a:xfrm>
            <a:off x="5909356" y="3134284"/>
            <a:ext cx="509155" cy="0"/>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フローチャート: 端子 26">
            <a:extLst>
              <a:ext uri="{FF2B5EF4-FFF2-40B4-BE49-F238E27FC236}">
                <a16:creationId xmlns:a16="http://schemas.microsoft.com/office/drawing/2014/main" id="{CD32D7A5-1659-964B-1FD8-75F1313F37C7}"/>
              </a:ext>
            </a:extLst>
          </p:cNvPr>
          <p:cNvSpPr/>
          <p:nvPr/>
        </p:nvSpPr>
        <p:spPr>
          <a:xfrm>
            <a:off x="4075360" y="1444211"/>
            <a:ext cx="1735282" cy="716973"/>
          </a:xfrm>
          <a:prstGeom prst="flowChartTermina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Start</a:t>
            </a:r>
            <a:endParaRPr kumimoji="1" lang="ja-JP" altLang="en-US" b="1" dirty="0">
              <a:solidFill>
                <a:schemeClr val="tx1"/>
              </a:solidFill>
            </a:endParaRPr>
          </a:p>
        </p:txBody>
      </p:sp>
      <p:cxnSp>
        <p:nvCxnSpPr>
          <p:cNvPr id="32" name="直線矢印コネクタ 31">
            <a:extLst>
              <a:ext uri="{FF2B5EF4-FFF2-40B4-BE49-F238E27FC236}">
                <a16:creationId xmlns:a16="http://schemas.microsoft.com/office/drawing/2014/main" id="{01304BED-6879-E548-C7AA-5BF87744A10A}"/>
              </a:ext>
            </a:extLst>
          </p:cNvPr>
          <p:cNvCxnSpPr>
            <a:cxnSpLocks/>
            <a:stCxn id="27" idx="2"/>
            <a:endCxn id="25" idx="0"/>
          </p:cNvCxnSpPr>
          <p:nvPr/>
        </p:nvCxnSpPr>
        <p:spPr>
          <a:xfrm>
            <a:off x="4943001" y="2161184"/>
            <a:ext cx="1" cy="5055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テキスト ボックス 39">
            <a:extLst>
              <a:ext uri="{FF2B5EF4-FFF2-40B4-BE49-F238E27FC236}">
                <a16:creationId xmlns:a16="http://schemas.microsoft.com/office/drawing/2014/main" id="{1B8E2BB0-1F07-3B9F-ED39-6869055C3EC3}"/>
              </a:ext>
            </a:extLst>
          </p:cNvPr>
          <p:cNvSpPr txBox="1"/>
          <p:nvPr/>
        </p:nvSpPr>
        <p:spPr>
          <a:xfrm>
            <a:off x="4239884" y="2803325"/>
            <a:ext cx="1472045" cy="646331"/>
          </a:xfrm>
          <a:prstGeom prst="rect">
            <a:avLst/>
          </a:prstGeom>
          <a:noFill/>
        </p:spPr>
        <p:txBody>
          <a:bodyPr wrap="square" rtlCol="0">
            <a:spAutoFit/>
          </a:bodyPr>
          <a:lstStyle/>
          <a:p>
            <a:pPr algn="ctr"/>
            <a:r>
              <a:rPr kumimoji="1" lang="en-US" altLang="ja-JP" b="1" dirty="0"/>
              <a:t>Initialize Population</a:t>
            </a:r>
            <a:endParaRPr kumimoji="1" lang="ja-JP" altLang="en-US" b="1" dirty="0"/>
          </a:p>
        </p:txBody>
      </p:sp>
      <p:sp>
        <p:nvSpPr>
          <p:cNvPr id="43" name="フローチャート: 処理 42">
            <a:extLst>
              <a:ext uri="{FF2B5EF4-FFF2-40B4-BE49-F238E27FC236}">
                <a16:creationId xmlns:a16="http://schemas.microsoft.com/office/drawing/2014/main" id="{0E230C9E-B667-25DD-81F0-2085D9136E1C}"/>
              </a:ext>
            </a:extLst>
          </p:cNvPr>
          <p:cNvSpPr/>
          <p:nvPr/>
        </p:nvSpPr>
        <p:spPr>
          <a:xfrm>
            <a:off x="6418512" y="2646948"/>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4" name="テキスト ボックス 43">
            <a:extLst>
              <a:ext uri="{FF2B5EF4-FFF2-40B4-BE49-F238E27FC236}">
                <a16:creationId xmlns:a16="http://schemas.microsoft.com/office/drawing/2014/main" id="{81425B97-D749-3CB1-AA80-B983087887A1}"/>
              </a:ext>
            </a:extLst>
          </p:cNvPr>
          <p:cNvSpPr txBox="1"/>
          <p:nvPr/>
        </p:nvSpPr>
        <p:spPr>
          <a:xfrm>
            <a:off x="6681748" y="2668262"/>
            <a:ext cx="1472045" cy="923330"/>
          </a:xfrm>
          <a:prstGeom prst="rect">
            <a:avLst/>
          </a:prstGeom>
          <a:noFill/>
        </p:spPr>
        <p:txBody>
          <a:bodyPr wrap="square" rtlCol="0">
            <a:spAutoFit/>
          </a:bodyPr>
          <a:lstStyle/>
          <a:p>
            <a:pPr algn="ctr"/>
            <a:r>
              <a:rPr kumimoji="1" lang="en-US" altLang="ja-JP" b="1" dirty="0"/>
              <a:t>Elitism &amp; Parent Selection</a:t>
            </a:r>
            <a:endParaRPr kumimoji="1" lang="ja-JP" altLang="en-US" b="1" dirty="0"/>
          </a:p>
        </p:txBody>
      </p:sp>
      <p:sp>
        <p:nvSpPr>
          <p:cNvPr id="45" name="フローチャート: 処理 44">
            <a:extLst>
              <a:ext uri="{FF2B5EF4-FFF2-40B4-BE49-F238E27FC236}">
                <a16:creationId xmlns:a16="http://schemas.microsoft.com/office/drawing/2014/main" id="{60D87FFC-267C-3F44-2BB5-518668D28B73}"/>
              </a:ext>
            </a:extLst>
          </p:cNvPr>
          <p:cNvSpPr/>
          <p:nvPr/>
        </p:nvSpPr>
        <p:spPr>
          <a:xfrm>
            <a:off x="8860377" y="2646948"/>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6" name="テキスト ボックス 45">
            <a:extLst>
              <a:ext uri="{FF2B5EF4-FFF2-40B4-BE49-F238E27FC236}">
                <a16:creationId xmlns:a16="http://schemas.microsoft.com/office/drawing/2014/main" id="{E164628B-06C0-9CD2-4DED-8E92B7FE8669}"/>
              </a:ext>
            </a:extLst>
          </p:cNvPr>
          <p:cNvSpPr txBox="1"/>
          <p:nvPr/>
        </p:nvSpPr>
        <p:spPr>
          <a:xfrm>
            <a:off x="9123613" y="2926228"/>
            <a:ext cx="1472045" cy="369332"/>
          </a:xfrm>
          <a:prstGeom prst="rect">
            <a:avLst/>
          </a:prstGeom>
          <a:noFill/>
        </p:spPr>
        <p:txBody>
          <a:bodyPr wrap="square" rtlCol="0">
            <a:spAutoFit/>
          </a:bodyPr>
          <a:lstStyle/>
          <a:p>
            <a:pPr algn="ctr"/>
            <a:r>
              <a:rPr kumimoji="1" lang="en-US" altLang="ja-JP" b="1" dirty="0"/>
              <a:t>Crossover</a:t>
            </a:r>
            <a:endParaRPr kumimoji="1" lang="ja-JP" altLang="en-US" b="1" dirty="0"/>
          </a:p>
        </p:txBody>
      </p:sp>
      <p:cxnSp>
        <p:nvCxnSpPr>
          <p:cNvPr id="47" name="直線コネクタ 46">
            <a:extLst>
              <a:ext uri="{FF2B5EF4-FFF2-40B4-BE49-F238E27FC236}">
                <a16:creationId xmlns:a16="http://schemas.microsoft.com/office/drawing/2014/main" id="{239FB7B1-9E53-101E-685B-F8EECEE10620}"/>
              </a:ext>
            </a:extLst>
          </p:cNvPr>
          <p:cNvCxnSpPr>
            <a:cxnSpLocks/>
            <a:stCxn id="43" idx="3"/>
            <a:endCxn id="45" idx="1"/>
          </p:cNvCxnSpPr>
          <p:nvPr/>
        </p:nvCxnSpPr>
        <p:spPr>
          <a:xfrm>
            <a:off x="8351221" y="3114539"/>
            <a:ext cx="509156" cy="0"/>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8" name="フローチャート: 処理 47">
            <a:extLst>
              <a:ext uri="{FF2B5EF4-FFF2-40B4-BE49-F238E27FC236}">
                <a16:creationId xmlns:a16="http://schemas.microsoft.com/office/drawing/2014/main" id="{245EB82C-F720-5F78-D538-1F5A539DABEE}"/>
              </a:ext>
            </a:extLst>
          </p:cNvPr>
          <p:cNvSpPr/>
          <p:nvPr/>
        </p:nvSpPr>
        <p:spPr>
          <a:xfrm>
            <a:off x="8860376" y="4356765"/>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F0C78DC-89C4-886E-3E22-C5363ADA070C}"/>
              </a:ext>
            </a:extLst>
          </p:cNvPr>
          <p:cNvSpPr txBox="1"/>
          <p:nvPr/>
        </p:nvSpPr>
        <p:spPr>
          <a:xfrm>
            <a:off x="9130540" y="4631076"/>
            <a:ext cx="1472045" cy="369332"/>
          </a:xfrm>
          <a:prstGeom prst="rect">
            <a:avLst/>
          </a:prstGeom>
          <a:noFill/>
        </p:spPr>
        <p:txBody>
          <a:bodyPr wrap="square" rtlCol="0">
            <a:spAutoFit/>
          </a:bodyPr>
          <a:lstStyle/>
          <a:p>
            <a:pPr algn="ctr"/>
            <a:r>
              <a:rPr kumimoji="1" lang="en-US" altLang="ja-JP" b="1" dirty="0"/>
              <a:t>Mutation</a:t>
            </a:r>
            <a:endParaRPr kumimoji="1" lang="ja-JP" altLang="en-US" b="1" dirty="0"/>
          </a:p>
        </p:txBody>
      </p:sp>
      <p:cxnSp>
        <p:nvCxnSpPr>
          <p:cNvPr id="50" name="直線コネクタ 49">
            <a:extLst>
              <a:ext uri="{FF2B5EF4-FFF2-40B4-BE49-F238E27FC236}">
                <a16:creationId xmlns:a16="http://schemas.microsoft.com/office/drawing/2014/main" id="{3F47FCB1-7418-6012-B56F-818943B64240}"/>
              </a:ext>
            </a:extLst>
          </p:cNvPr>
          <p:cNvCxnSpPr>
            <a:cxnSpLocks/>
            <a:stCxn id="45" idx="2"/>
            <a:endCxn id="48" idx="0"/>
          </p:cNvCxnSpPr>
          <p:nvPr/>
        </p:nvCxnSpPr>
        <p:spPr>
          <a:xfrm flipH="1">
            <a:off x="9826731" y="3582130"/>
            <a:ext cx="1" cy="774635"/>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1" name="直線コネクタ 50">
            <a:extLst>
              <a:ext uri="{FF2B5EF4-FFF2-40B4-BE49-F238E27FC236}">
                <a16:creationId xmlns:a16="http://schemas.microsoft.com/office/drawing/2014/main" id="{5180BCD5-D239-C068-0D8D-3540312D604E}"/>
              </a:ext>
            </a:extLst>
          </p:cNvPr>
          <p:cNvCxnSpPr>
            <a:cxnSpLocks/>
            <a:stCxn id="48" idx="1"/>
            <a:endCxn id="61" idx="3"/>
          </p:cNvCxnSpPr>
          <p:nvPr/>
        </p:nvCxnSpPr>
        <p:spPr>
          <a:xfrm flipH="1">
            <a:off x="8364209" y="4824356"/>
            <a:ext cx="496167" cy="2"/>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1" name="フローチャート: 判断 60">
            <a:extLst>
              <a:ext uri="{FF2B5EF4-FFF2-40B4-BE49-F238E27FC236}">
                <a16:creationId xmlns:a16="http://schemas.microsoft.com/office/drawing/2014/main" id="{274E8703-AED9-2748-8C25-1C5156FEF5C1}"/>
              </a:ext>
            </a:extLst>
          </p:cNvPr>
          <p:cNvSpPr/>
          <p:nvPr/>
        </p:nvSpPr>
        <p:spPr>
          <a:xfrm>
            <a:off x="6418510" y="4163488"/>
            <a:ext cx="1945699" cy="1321739"/>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88EF5583-1663-1D7A-C58D-E7F86E7EB3B5}"/>
              </a:ext>
            </a:extLst>
          </p:cNvPr>
          <p:cNvSpPr txBox="1"/>
          <p:nvPr/>
        </p:nvSpPr>
        <p:spPr>
          <a:xfrm>
            <a:off x="6629359" y="4553638"/>
            <a:ext cx="1575956" cy="646331"/>
          </a:xfrm>
          <a:prstGeom prst="rect">
            <a:avLst/>
          </a:prstGeom>
          <a:noFill/>
        </p:spPr>
        <p:txBody>
          <a:bodyPr wrap="square" rtlCol="0">
            <a:spAutoFit/>
          </a:bodyPr>
          <a:lstStyle/>
          <a:p>
            <a:pPr algn="ctr"/>
            <a:r>
              <a:rPr lang="en-US" altLang="ja-JP" b="1" dirty="0"/>
              <a:t>Termination</a:t>
            </a:r>
          </a:p>
          <a:p>
            <a:pPr algn="ctr"/>
            <a:r>
              <a:rPr kumimoji="1" lang="en-US" altLang="ja-JP" b="1" dirty="0"/>
              <a:t>Condition</a:t>
            </a:r>
            <a:endParaRPr kumimoji="1" lang="ja-JP" altLang="en-US" b="1" dirty="0"/>
          </a:p>
        </p:txBody>
      </p:sp>
      <p:cxnSp>
        <p:nvCxnSpPr>
          <p:cNvPr id="63" name="直線コネクタ 62">
            <a:extLst>
              <a:ext uri="{FF2B5EF4-FFF2-40B4-BE49-F238E27FC236}">
                <a16:creationId xmlns:a16="http://schemas.microsoft.com/office/drawing/2014/main" id="{8981BEA5-EBDF-72B1-A44E-89CDC2FADFE4}"/>
              </a:ext>
            </a:extLst>
          </p:cNvPr>
          <p:cNvCxnSpPr>
            <a:cxnSpLocks/>
            <a:stCxn id="61" idx="0"/>
            <a:endCxn id="43" idx="2"/>
          </p:cNvCxnSpPr>
          <p:nvPr/>
        </p:nvCxnSpPr>
        <p:spPr>
          <a:xfrm flipH="1" flipV="1">
            <a:off x="7384867" y="3582130"/>
            <a:ext cx="6493" cy="581358"/>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4" name="フローチャート: 端子 63">
            <a:extLst>
              <a:ext uri="{FF2B5EF4-FFF2-40B4-BE49-F238E27FC236}">
                <a16:creationId xmlns:a16="http://schemas.microsoft.com/office/drawing/2014/main" id="{BA82C656-BEFC-DAD5-6E5D-9A71613DE328}"/>
              </a:ext>
            </a:extLst>
          </p:cNvPr>
          <p:cNvSpPr/>
          <p:nvPr/>
        </p:nvSpPr>
        <p:spPr>
          <a:xfrm>
            <a:off x="4003814" y="5501748"/>
            <a:ext cx="1735282" cy="716973"/>
          </a:xfrm>
          <a:prstGeom prst="flowChartTermina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End</a:t>
            </a:r>
            <a:endParaRPr kumimoji="1" lang="ja-JP" altLang="en-US" b="1" dirty="0">
              <a:solidFill>
                <a:schemeClr val="tx1"/>
              </a:solidFill>
            </a:endParaRPr>
          </a:p>
        </p:txBody>
      </p:sp>
      <p:cxnSp>
        <p:nvCxnSpPr>
          <p:cNvPr id="65" name="直線コネクタ 64">
            <a:extLst>
              <a:ext uri="{FF2B5EF4-FFF2-40B4-BE49-F238E27FC236}">
                <a16:creationId xmlns:a16="http://schemas.microsoft.com/office/drawing/2014/main" id="{A45A4885-C36D-0A90-020E-71D2FF316028}"/>
              </a:ext>
            </a:extLst>
          </p:cNvPr>
          <p:cNvCxnSpPr>
            <a:cxnSpLocks/>
            <a:stCxn id="61" idx="1"/>
          </p:cNvCxnSpPr>
          <p:nvPr/>
        </p:nvCxnSpPr>
        <p:spPr>
          <a:xfrm flipH="1">
            <a:off x="5711929" y="4824358"/>
            <a:ext cx="706581" cy="0"/>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6" name="テキスト ボックス 65">
            <a:extLst>
              <a:ext uri="{FF2B5EF4-FFF2-40B4-BE49-F238E27FC236}">
                <a16:creationId xmlns:a16="http://schemas.microsoft.com/office/drawing/2014/main" id="{89A7C7E7-3CBE-B807-B9E5-87C2A42DD1D8}"/>
              </a:ext>
            </a:extLst>
          </p:cNvPr>
          <p:cNvSpPr txBox="1"/>
          <p:nvPr/>
        </p:nvSpPr>
        <p:spPr>
          <a:xfrm>
            <a:off x="7417337" y="3794107"/>
            <a:ext cx="927391" cy="369332"/>
          </a:xfrm>
          <a:prstGeom prst="rect">
            <a:avLst/>
          </a:prstGeom>
          <a:noFill/>
        </p:spPr>
        <p:txBody>
          <a:bodyPr wrap="square" rtlCol="0">
            <a:spAutoFit/>
          </a:bodyPr>
          <a:lstStyle/>
          <a:p>
            <a:r>
              <a:rPr kumimoji="1" lang="en-US" altLang="ja-JP" b="1" dirty="0"/>
              <a:t>False</a:t>
            </a:r>
            <a:endParaRPr kumimoji="1" lang="ja-JP" altLang="en-US" b="1" dirty="0"/>
          </a:p>
        </p:txBody>
      </p:sp>
      <p:sp>
        <p:nvSpPr>
          <p:cNvPr id="67" name="テキスト ボックス 66">
            <a:extLst>
              <a:ext uri="{FF2B5EF4-FFF2-40B4-BE49-F238E27FC236}">
                <a16:creationId xmlns:a16="http://schemas.microsoft.com/office/drawing/2014/main" id="{BBDEFF80-64E2-ACDD-7BEF-028236EF7FC2}"/>
              </a:ext>
            </a:extLst>
          </p:cNvPr>
          <p:cNvSpPr txBox="1"/>
          <p:nvPr/>
        </p:nvSpPr>
        <p:spPr>
          <a:xfrm>
            <a:off x="5888141" y="4935317"/>
            <a:ext cx="927391" cy="369332"/>
          </a:xfrm>
          <a:prstGeom prst="rect">
            <a:avLst/>
          </a:prstGeom>
          <a:noFill/>
        </p:spPr>
        <p:txBody>
          <a:bodyPr wrap="square" rtlCol="0">
            <a:spAutoFit/>
          </a:bodyPr>
          <a:lstStyle/>
          <a:p>
            <a:r>
              <a:rPr kumimoji="1" lang="en-US" altLang="ja-JP" b="1" dirty="0"/>
              <a:t>True</a:t>
            </a:r>
            <a:endParaRPr kumimoji="1" lang="ja-JP" altLang="en-US" b="1" dirty="0"/>
          </a:p>
        </p:txBody>
      </p:sp>
      <p:grpSp>
        <p:nvGrpSpPr>
          <p:cNvPr id="77" name="グループ化 76">
            <a:extLst>
              <a:ext uri="{FF2B5EF4-FFF2-40B4-BE49-F238E27FC236}">
                <a16:creationId xmlns:a16="http://schemas.microsoft.com/office/drawing/2014/main" id="{5A7116F8-CC82-30B9-5268-49F506161091}"/>
              </a:ext>
            </a:extLst>
          </p:cNvPr>
          <p:cNvGrpSpPr/>
          <p:nvPr/>
        </p:nvGrpSpPr>
        <p:grpSpPr>
          <a:xfrm>
            <a:off x="860468" y="3196902"/>
            <a:ext cx="2075802" cy="832562"/>
            <a:chOff x="546963" y="3755702"/>
            <a:chExt cx="2075802" cy="832562"/>
          </a:xfrm>
        </p:grpSpPr>
        <p:sp>
          <p:nvSpPr>
            <p:cNvPr id="69" name="フローチャート: データ 68">
              <a:extLst>
                <a:ext uri="{FF2B5EF4-FFF2-40B4-BE49-F238E27FC236}">
                  <a16:creationId xmlns:a16="http://schemas.microsoft.com/office/drawing/2014/main" id="{CBA91FC1-CED7-9D70-76BB-0F56760641D8}"/>
                </a:ext>
              </a:extLst>
            </p:cNvPr>
            <p:cNvSpPr/>
            <p:nvPr/>
          </p:nvSpPr>
          <p:spPr>
            <a:xfrm>
              <a:off x="546963" y="3755702"/>
              <a:ext cx="2075802" cy="832562"/>
            </a:xfrm>
            <a:prstGeom prst="flowChartInputOutp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テキスト ボックス 69">
              <a:extLst>
                <a:ext uri="{FF2B5EF4-FFF2-40B4-BE49-F238E27FC236}">
                  <a16:creationId xmlns:a16="http://schemas.microsoft.com/office/drawing/2014/main" id="{29A83387-AD2D-4EF9-3436-260747101D70}"/>
                </a:ext>
              </a:extLst>
            </p:cNvPr>
            <p:cNvSpPr txBox="1"/>
            <p:nvPr/>
          </p:nvSpPr>
          <p:spPr>
            <a:xfrm>
              <a:off x="602907" y="3866493"/>
              <a:ext cx="2019858" cy="646330"/>
            </a:xfrm>
            <a:prstGeom prst="rect">
              <a:avLst/>
            </a:prstGeom>
            <a:noFill/>
          </p:spPr>
          <p:txBody>
            <a:bodyPr wrap="square" rtlCol="0">
              <a:spAutoFit/>
            </a:bodyPr>
            <a:lstStyle/>
            <a:p>
              <a:pPr algn="ctr"/>
              <a:r>
                <a:rPr kumimoji="1" lang="en-US" altLang="ja-JP" b="1" dirty="0"/>
                <a:t>Compression</a:t>
              </a:r>
            </a:p>
            <a:p>
              <a:pPr algn="ctr"/>
              <a:r>
                <a:rPr lang="en-US" altLang="ja-JP" b="1" dirty="0"/>
                <a:t>Number</a:t>
              </a:r>
              <a:endParaRPr kumimoji="1" lang="en-US" altLang="ja-JP" b="1" dirty="0"/>
            </a:p>
          </p:txBody>
        </p:sp>
      </p:grpSp>
      <p:grpSp>
        <p:nvGrpSpPr>
          <p:cNvPr id="76" name="グループ化 75">
            <a:extLst>
              <a:ext uri="{FF2B5EF4-FFF2-40B4-BE49-F238E27FC236}">
                <a16:creationId xmlns:a16="http://schemas.microsoft.com/office/drawing/2014/main" id="{3B786694-3E83-9F4F-DD84-EA223137B7B5}"/>
              </a:ext>
            </a:extLst>
          </p:cNvPr>
          <p:cNvGrpSpPr/>
          <p:nvPr/>
        </p:nvGrpSpPr>
        <p:grpSpPr>
          <a:xfrm>
            <a:off x="838200" y="2161184"/>
            <a:ext cx="2098071" cy="832562"/>
            <a:chOff x="524695" y="2719984"/>
            <a:chExt cx="2098071" cy="832562"/>
          </a:xfrm>
        </p:grpSpPr>
        <p:sp>
          <p:nvSpPr>
            <p:cNvPr id="68" name="テキスト ボックス 67">
              <a:extLst>
                <a:ext uri="{FF2B5EF4-FFF2-40B4-BE49-F238E27FC236}">
                  <a16:creationId xmlns:a16="http://schemas.microsoft.com/office/drawing/2014/main" id="{DFFB2D29-7695-4EC0-07F1-9C38CFF1E210}"/>
                </a:ext>
              </a:extLst>
            </p:cNvPr>
            <p:cNvSpPr txBox="1"/>
            <p:nvPr/>
          </p:nvSpPr>
          <p:spPr>
            <a:xfrm>
              <a:off x="524695" y="2972738"/>
              <a:ext cx="2019858" cy="369332"/>
            </a:xfrm>
            <a:prstGeom prst="rect">
              <a:avLst/>
            </a:prstGeom>
            <a:noFill/>
          </p:spPr>
          <p:txBody>
            <a:bodyPr wrap="square" rtlCol="0">
              <a:spAutoFit/>
            </a:bodyPr>
            <a:lstStyle/>
            <a:p>
              <a:pPr algn="ctr"/>
              <a:r>
                <a:rPr kumimoji="1" lang="en-US" altLang="ja-JP" b="1" dirty="0"/>
                <a:t>SNN Model</a:t>
              </a:r>
            </a:p>
          </p:txBody>
        </p:sp>
        <p:sp>
          <p:nvSpPr>
            <p:cNvPr id="71" name="フローチャート: データ 70">
              <a:extLst>
                <a:ext uri="{FF2B5EF4-FFF2-40B4-BE49-F238E27FC236}">
                  <a16:creationId xmlns:a16="http://schemas.microsoft.com/office/drawing/2014/main" id="{DA69540D-8892-3026-F596-EBE5B226EEE4}"/>
                </a:ext>
              </a:extLst>
            </p:cNvPr>
            <p:cNvSpPr/>
            <p:nvPr/>
          </p:nvSpPr>
          <p:spPr>
            <a:xfrm>
              <a:off x="546964" y="2719984"/>
              <a:ext cx="2075802" cy="832562"/>
            </a:xfrm>
            <a:prstGeom prst="flowChartInputOutp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8" name="グループ化 77">
            <a:extLst>
              <a:ext uri="{FF2B5EF4-FFF2-40B4-BE49-F238E27FC236}">
                <a16:creationId xmlns:a16="http://schemas.microsoft.com/office/drawing/2014/main" id="{98E68698-C23D-7855-073B-1DAF36502CB9}"/>
              </a:ext>
            </a:extLst>
          </p:cNvPr>
          <p:cNvGrpSpPr/>
          <p:nvPr/>
        </p:nvGrpSpPr>
        <p:grpSpPr>
          <a:xfrm>
            <a:off x="3833554" y="4366803"/>
            <a:ext cx="2075802" cy="832562"/>
            <a:chOff x="892991" y="5401002"/>
            <a:chExt cx="2075802" cy="832562"/>
          </a:xfrm>
        </p:grpSpPr>
        <p:sp>
          <p:nvSpPr>
            <p:cNvPr id="72" name="テキスト ボックス 71">
              <a:extLst>
                <a:ext uri="{FF2B5EF4-FFF2-40B4-BE49-F238E27FC236}">
                  <a16:creationId xmlns:a16="http://schemas.microsoft.com/office/drawing/2014/main" id="{28D5E3F6-A5B0-4A35-989A-AB5535213101}"/>
                </a:ext>
              </a:extLst>
            </p:cNvPr>
            <p:cNvSpPr txBox="1"/>
            <p:nvPr/>
          </p:nvSpPr>
          <p:spPr>
            <a:xfrm>
              <a:off x="948935" y="5494117"/>
              <a:ext cx="2019858" cy="646331"/>
            </a:xfrm>
            <a:prstGeom prst="rect">
              <a:avLst/>
            </a:prstGeom>
            <a:noFill/>
          </p:spPr>
          <p:txBody>
            <a:bodyPr wrap="square" rtlCol="0">
              <a:spAutoFit/>
            </a:bodyPr>
            <a:lstStyle/>
            <a:p>
              <a:pPr algn="ctr"/>
              <a:r>
                <a:rPr kumimoji="1" lang="en-US" altLang="ja-JP" b="1" dirty="0"/>
                <a:t>Neurons to</a:t>
              </a:r>
            </a:p>
            <a:p>
              <a:pPr algn="ctr"/>
              <a:r>
                <a:rPr kumimoji="1" lang="en-US" altLang="ja-JP" b="1" dirty="0"/>
                <a:t>remove</a:t>
              </a:r>
            </a:p>
          </p:txBody>
        </p:sp>
        <p:sp>
          <p:nvSpPr>
            <p:cNvPr id="73" name="フローチャート: データ 72">
              <a:extLst>
                <a:ext uri="{FF2B5EF4-FFF2-40B4-BE49-F238E27FC236}">
                  <a16:creationId xmlns:a16="http://schemas.microsoft.com/office/drawing/2014/main" id="{65445762-FBC1-356D-F0A1-51FA94008A93}"/>
                </a:ext>
              </a:extLst>
            </p:cNvPr>
            <p:cNvSpPr/>
            <p:nvPr/>
          </p:nvSpPr>
          <p:spPr>
            <a:xfrm>
              <a:off x="892991" y="5401002"/>
              <a:ext cx="2075802" cy="832562"/>
            </a:xfrm>
            <a:prstGeom prst="flowChartInputOutp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86" name="コネクタ: カギ線 85">
            <a:extLst>
              <a:ext uri="{FF2B5EF4-FFF2-40B4-BE49-F238E27FC236}">
                <a16:creationId xmlns:a16="http://schemas.microsoft.com/office/drawing/2014/main" id="{5FE171AD-173F-E1D5-EA32-EB79DD2D6101}"/>
              </a:ext>
            </a:extLst>
          </p:cNvPr>
          <p:cNvCxnSpPr>
            <a:stCxn id="71" idx="5"/>
            <a:endCxn id="25" idx="1"/>
          </p:cNvCxnSpPr>
          <p:nvPr/>
        </p:nvCxnSpPr>
        <p:spPr>
          <a:xfrm>
            <a:off x="2728691" y="2577465"/>
            <a:ext cx="1247956" cy="556819"/>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87" name="コネクタ: カギ線 86">
            <a:extLst>
              <a:ext uri="{FF2B5EF4-FFF2-40B4-BE49-F238E27FC236}">
                <a16:creationId xmlns:a16="http://schemas.microsoft.com/office/drawing/2014/main" id="{8BE047C7-038F-F889-3614-C408A4CAEA09}"/>
              </a:ext>
            </a:extLst>
          </p:cNvPr>
          <p:cNvCxnSpPr>
            <a:cxnSpLocks/>
            <a:endCxn id="25" idx="1"/>
          </p:cNvCxnSpPr>
          <p:nvPr/>
        </p:nvCxnSpPr>
        <p:spPr>
          <a:xfrm flipV="1">
            <a:off x="2728691" y="3134284"/>
            <a:ext cx="1247956" cy="49657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92" name="直線コネクタ 91">
            <a:extLst>
              <a:ext uri="{FF2B5EF4-FFF2-40B4-BE49-F238E27FC236}">
                <a16:creationId xmlns:a16="http://schemas.microsoft.com/office/drawing/2014/main" id="{BB775E8D-9A77-C3A0-1343-70C58B72BBE9}"/>
              </a:ext>
            </a:extLst>
          </p:cNvPr>
          <p:cNvCxnSpPr>
            <a:cxnSpLocks/>
            <a:stCxn id="73" idx="4"/>
            <a:endCxn id="64" idx="0"/>
          </p:cNvCxnSpPr>
          <p:nvPr/>
        </p:nvCxnSpPr>
        <p:spPr>
          <a:xfrm>
            <a:off x="4871455" y="5199365"/>
            <a:ext cx="0" cy="302383"/>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8" name="四角形: 角を丸くする 97">
            <a:extLst>
              <a:ext uri="{FF2B5EF4-FFF2-40B4-BE49-F238E27FC236}">
                <a16:creationId xmlns:a16="http://schemas.microsoft.com/office/drawing/2014/main" id="{12D3DB2A-9F5F-BFD3-A6CB-22AB82BEEB9D}"/>
              </a:ext>
            </a:extLst>
          </p:cNvPr>
          <p:cNvSpPr/>
          <p:nvPr/>
        </p:nvSpPr>
        <p:spPr>
          <a:xfrm>
            <a:off x="8614657" y="2536157"/>
            <a:ext cx="2503809" cy="1179307"/>
          </a:xfrm>
          <a:prstGeom prst="round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10156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EC99D-FF31-8F39-4E3D-F9FAC1E23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00033A9-DAFC-C8C2-5C0B-62E59B9C5A41}"/>
              </a:ext>
            </a:extLst>
          </p:cNvPr>
          <p:cNvSpPr>
            <a:spLocks noGrp="1"/>
          </p:cNvSpPr>
          <p:nvPr>
            <p:ph type="title"/>
          </p:nvPr>
        </p:nvSpPr>
        <p:spPr/>
        <p:txBody>
          <a:bodyPr/>
          <a:lstStyle/>
          <a:p>
            <a:r>
              <a:rPr lang="en-US" altLang="ja-JP" dirty="0">
                <a:latin typeface="游ゴシック Light 見出し"/>
              </a:rPr>
              <a:t>Crossover (</a:t>
            </a:r>
            <a:r>
              <a:rPr lang="en-US" altLang="ja-JP" dirty="0" err="1">
                <a:latin typeface="游ゴシック Light 見出し"/>
              </a:rPr>
              <a:t>Cnt</a:t>
            </a:r>
            <a:r>
              <a:rPr lang="en-US" altLang="ja-JP" dirty="0">
                <a:latin typeface="游ゴシック Light 見出し"/>
              </a:rPr>
              <a:t>.)</a:t>
            </a:r>
            <a:endParaRPr kumimoji="1" lang="ja-JP" altLang="en-US" dirty="0">
              <a:latin typeface="游ゴシック Light 見出し"/>
            </a:endParaRPr>
          </a:p>
        </p:txBody>
      </p:sp>
      <p:sp>
        <p:nvSpPr>
          <p:cNvPr id="6" name="スライド番号プレースホルダー 5">
            <a:extLst>
              <a:ext uri="{FF2B5EF4-FFF2-40B4-BE49-F238E27FC236}">
                <a16:creationId xmlns:a16="http://schemas.microsoft.com/office/drawing/2014/main" id="{677E78A8-77BE-2179-C2F9-DF87695D2653}"/>
              </a:ext>
            </a:extLst>
          </p:cNvPr>
          <p:cNvSpPr>
            <a:spLocks noGrp="1"/>
          </p:cNvSpPr>
          <p:nvPr>
            <p:ph type="sldNum" sz="quarter" idx="12"/>
          </p:nvPr>
        </p:nvSpPr>
        <p:spPr/>
        <p:txBody>
          <a:bodyPr/>
          <a:lstStyle/>
          <a:p>
            <a:fld id="{05775D0E-D6FD-4847-A4AD-7D56F7F6616B}" type="slidenum">
              <a:rPr lang="en-JP" smtClean="0"/>
              <a:t>22</a:t>
            </a:fld>
            <a:endParaRPr lang="en-JP"/>
          </a:p>
        </p:txBody>
      </p:sp>
      <p:graphicFrame>
        <p:nvGraphicFramePr>
          <p:cNvPr id="4" name="表 3">
            <a:extLst>
              <a:ext uri="{FF2B5EF4-FFF2-40B4-BE49-F238E27FC236}">
                <a16:creationId xmlns:a16="http://schemas.microsoft.com/office/drawing/2014/main" id="{B319122D-6CF8-EB80-79EB-26A67D221AD9}"/>
              </a:ext>
            </a:extLst>
          </p:cNvPr>
          <p:cNvGraphicFramePr>
            <a:graphicFrameLocks noGrp="1"/>
          </p:cNvGraphicFramePr>
          <p:nvPr>
            <p:extLst>
              <p:ext uri="{D42A27DB-BD31-4B8C-83A1-F6EECF244321}">
                <p14:modId xmlns:p14="http://schemas.microsoft.com/office/powerpoint/2010/main" val="3501495742"/>
              </p:ext>
            </p:extLst>
          </p:nvPr>
        </p:nvGraphicFramePr>
        <p:xfrm>
          <a:off x="4582160" y="2013853"/>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41193772"/>
                  </a:ext>
                </a:extLst>
              </a:tr>
            </a:tbl>
          </a:graphicData>
        </a:graphic>
      </p:graphicFrame>
      <p:graphicFrame>
        <p:nvGraphicFramePr>
          <p:cNvPr id="7" name="表 6">
            <a:extLst>
              <a:ext uri="{FF2B5EF4-FFF2-40B4-BE49-F238E27FC236}">
                <a16:creationId xmlns:a16="http://schemas.microsoft.com/office/drawing/2014/main" id="{57DB57A1-D5DA-6636-F6DD-1D1C5FC1E9EB}"/>
              </a:ext>
            </a:extLst>
          </p:cNvPr>
          <p:cNvGraphicFramePr>
            <a:graphicFrameLocks noGrp="1"/>
          </p:cNvGraphicFramePr>
          <p:nvPr>
            <p:extLst>
              <p:ext uri="{D42A27DB-BD31-4B8C-83A1-F6EECF244321}">
                <p14:modId xmlns:p14="http://schemas.microsoft.com/office/powerpoint/2010/main" val="3659717817"/>
              </p:ext>
            </p:extLst>
          </p:nvPr>
        </p:nvGraphicFramePr>
        <p:xfrm>
          <a:off x="4582160" y="3110653"/>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41193772"/>
                  </a:ext>
                </a:extLst>
              </a:tr>
            </a:tbl>
          </a:graphicData>
        </a:graphic>
      </p:graphicFrame>
      <p:sp>
        <p:nvSpPr>
          <p:cNvPr id="8" name="テキスト ボックス 7">
            <a:extLst>
              <a:ext uri="{FF2B5EF4-FFF2-40B4-BE49-F238E27FC236}">
                <a16:creationId xmlns:a16="http://schemas.microsoft.com/office/drawing/2014/main" id="{61F9D9FE-C740-E836-2F1E-D7B49BAE682F}"/>
              </a:ext>
            </a:extLst>
          </p:cNvPr>
          <p:cNvSpPr txBox="1"/>
          <p:nvPr/>
        </p:nvSpPr>
        <p:spPr>
          <a:xfrm>
            <a:off x="4802182" y="1367522"/>
            <a:ext cx="2587636" cy="646331"/>
          </a:xfrm>
          <a:prstGeom prst="rect">
            <a:avLst/>
          </a:prstGeom>
          <a:noFill/>
        </p:spPr>
        <p:txBody>
          <a:bodyPr wrap="square" rtlCol="0">
            <a:spAutoFit/>
          </a:bodyPr>
          <a:lstStyle/>
          <a:p>
            <a:pPr algn="ctr"/>
            <a:r>
              <a:rPr kumimoji="1" lang="en-US" altLang="ja-JP" b="1" dirty="0"/>
              <a:t>Chromosome 1</a:t>
            </a:r>
          </a:p>
          <a:p>
            <a:pPr algn="ctr"/>
            <a:r>
              <a:rPr kumimoji="1" lang="en-US" altLang="ja-JP" b="1" dirty="0"/>
              <a:t>(Parent 1)</a:t>
            </a:r>
            <a:endParaRPr kumimoji="1" lang="ja-JP" altLang="en-US" b="1" dirty="0"/>
          </a:p>
        </p:txBody>
      </p:sp>
      <p:sp>
        <p:nvSpPr>
          <p:cNvPr id="13" name="テキスト ボックス 12">
            <a:extLst>
              <a:ext uri="{FF2B5EF4-FFF2-40B4-BE49-F238E27FC236}">
                <a16:creationId xmlns:a16="http://schemas.microsoft.com/office/drawing/2014/main" id="{533D2C6A-766E-A925-6FF9-CD0711FE629B}"/>
              </a:ext>
            </a:extLst>
          </p:cNvPr>
          <p:cNvSpPr txBox="1"/>
          <p:nvPr/>
        </p:nvSpPr>
        <p:spPr>
          <a:xfrm>
            <a:off x="4802182" y="2465735"/>
            <a:ext cx="2587636" cy="646331"/>
          </a:xfrm>
          <a:prstGeom prst="rect">
            <a:avLst/>
          </a:prstGeom>
          <a:noFill/>
        </p:spPr>
        <p:txBody>
          <a:bodyPr wrap="square" rtlCol="0">
            <a:spAutoFit/>
          </a:bodyPr>
          <a:lstStyle/>
          <a:p>
            <a:pPr algn="ctr"/>
            <a:r>
              <a:rPr kumimoji="1" lang="en-US" altLang="ja-JP" b="1" dirty="0"/>
              <a:t>Chromosome 3</a:t>
            </a:r>
          </a:p>
          <a:p>
            <a:pPr algn="ctr"/>
            <a:r>
              <a:rPr kumimoji="1" lang="en-US" altLang="ja-JP" b="1" dirty="0"/>
              <a:t>(Parent 2)</a:t>
            </a:r>
            <a:endParaRPr kumimoji="1" lang="ja-JP" altLang="en-US" b="1" dirty="0"/>
          </a:p>
        </p:txBody>
      </p:sp>
      <p:graphicFrame>
        <p:nvGraphicFramePr>
          <p:cNvPr id="3" name="表 2">
            <a:extLst>
              <a:ext uri="{FF2B5EF4-FFF2-40B4-BE49-F238E27FC236}">
                <a16:creationId xmlns:a16="http://schemas.microsoft.com/office/drawing/2014/main" id="{6F901350-9BF0-23D5-3DFA-8807E206E3F4}"/>
              </a:ext>
            </a:extLst>
          </p:cNvPr>
          <p:cNvGraphicFramePr>
            <a:graphicFrameLocks noGrp="1"/>
          </p:cNvGraphicFramePr>
          <p:nvPr>
            <p:extLst>
              <p:ext uri="{D42A27DB-BD31-4B8C-83A1-F6EECF244321}">
                <p14:modId xmlns:p14="http://schemas.microsoft.com/office/powerpoint/2010/main" val="1070058764"/>
              </p:ext>
            </p:extLst>
          </p:nvPr>
        </p:nvGraphicFramePr>
        <p:xfrm>
          <a:off x="4582160" y="4194800"/>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41193772"/>
                  </a:ext>
                </a:extLst>
              </a:tr>
            </a:tbl>
          </a:graphicData>
        </a:graphic>
      </p:graphicFrame>
      <p:sp>
        <p:nvSpPr>
          <p:cNvPr id="9" name="テキスト ボックス 8">
            <a:extLst>
              <a:ext uri="{FF2B5EF4-FFF2-40B4-BE49-F238E27FC236}">
                <a16:creationId xmlns:a16="http://schemas.microsoft.com/office/drawing/2014/main" id="{F6D8EC7E-AB7D-50B5-00F0-AC3B28A43351}"/>
              </a:ext>
            </a:extLst>
          </p:cNvPr>
          <p:cNvSpPr txBox="1"/>
          <p:nvPr/>
        </p:nvSpPr>
        <p:spPr>
          <a:xfrm>
            <a:off x="4802182" y="3825468"/>
            <a:ext cx="2587636" cy="369332"/>
          </a:xfrm>
          <a:prstGeom prst="rect">
            <a:avLst/>
          </a:prstGeom>
          <a:noFill/>
        </p:spPr>
        <p:txBody>
          <a:bodyPr wrap="square" rtlCol="0">
            <a:spAutoFit/>
          </a:bodyPr>
          <a:lstStyle/>
          <a:p>
            <a:pPr algn="ctr"/>
            <a:r>
              <a:rPr kumimoji="1" lang="en-US" altLang="ja-JP" b="1" dirty="0"/>
              <a:t>Child 1</a:t>
            </a:r>
            <a:endParaRPr kumimoji="1" lang="ja-JP" altLang="en-US" b="1" dirty="0"/>
          </a:p>
        </p:txBody>
      </p:sp>
      <p:graphicFrame>
        <p:nvGraphicFramePr>
          <p:cNvPr id="25" name="表 24">
            <a:extLst>
              <a:ext uri="{FF2B5EF4-FFF2-40B4-BE49-F238E27FC236}">
                <a16:creationId xmlns:a16="http://schemas.microsoft.com/office/drawing/2014/main" id="{CE7707DD-7FD5-B03A-CD9D-2E2C31219BB8}"/>
              </a:ext>
            </a:extLst>
          </p:cNvPr>
          <p:cNvGraphicFramePr>
            <a:graphicFrameLocks noGrp="1"/>
          </p:cNvGraphicFramePr>
          <p:nvPr>
            <p:extLst>
              <p:ext uri="{D42A27DB-BD31-4B8C-83A1-F6EECF244321}">
                <p14:modId xmlns:p14="http://schemas.microsoft.com/office/powerpoint/2010/main" val="1525868776"/>
              </p:ext>
            </p:extLst>
          </p:nvPr>
        </p:nvGraphicFramePr>
        <p:xfrm>
          <a:off x="4582160" y="5119638"/>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41193772"/>
                  </a:ext>
                </a:extLst>
              </a:tr>
            </a:tbl>
          </a:graphicData>
        </a:graphic>
      </p:graphicFrame>
      <p:sp>
        <p:nvSpPr>
          <p:cNvPr id="26" name="テキスト ボックス 25">
            <a:extLst>
              <a:ext uri="{FF2B5EF4-FFF2-40B4-BE49-F238E27FC236}">
                <a16:creationId xmlns:a16="http://schemas.microsoft.com/office/drawing/2014/main" id="{FCB758B4-B601-7DED-C8E7-7F9A97953832}"/>
              </a:ext>
            </a:extLst>
          </p:cNvPr>
          <p:cNvSpPr txBox="1"/>
          <p:nvPr/>
        </p:nvSpPr>
        <p:spPr>
          <a:xfrm>
            <a:off x="4802182" y="4750306"/>
            <a:ext cx="2587636" cy="369332"/>
          </a:xfrm>
          <a:prstGeom prst="rect">
            <a:avLst/>
          </a:prstGeom>
          <a:noFill/>
        </p:spPr>
        <p:txBody>
          <a:bodyPr wrap="square" rtlCol="0">
            <a:spAutoFit/>
          </a:bodyPr>
          <a:lstStyle/>
          <a:p>
            <a:pPr algn="ctr"/>
            <a:r>
              <a:rPr kumimoji="1" lang="en-US" altLang="ja-JP" b="1" dirty="0"/>
              <a:t>Child 2</a:t>
            </a:r>
            <a:endParaRPr kumimoji="1" lang="ja-JP" altLang="en-US" b="1" dirty="0"/>
          </a:p>
        </p:txBody>
      </p:sp>
      <p:cxnSp>
        <p:nvCxnSpPr>
          <p:cNvPr id="28" name="直線矢印コネクタ 27">
            <a:extLst>
              <a:ext uri="{FF2B5EF4-FFF2-40B4-BE49-F238E27FC236}">
                <a16:creationId xmlns:a16="http://schemas.microsoft.com/office/drawing/2014/main" id="{A7A24D14-7B92-D5D0-0961-D025E942C478}"/>
              </a:ext>
            </a:extLst>
          </p:cNvPr>
          <p:cNvCxnSpPr>
            <a:cxnSpLocks/>
          </p:cNvCxnSpPr>
          <p:nvPr/>
        </p:nvCxnSpPr>
        <p:spPr>
          <a:xfrm flipV="1">
            <a:off x="5342021" y="5490478"/>
            <a:ext cx="0" cy="48126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1" name="直線矢印コネクタ 30">
            <a:extLst>
              <a:ext uri="{FF2B5EF4-FFF2-40B4-BE49-F238E27FC236}">
                <a16:creationId xmlns:a16="http://schemas.microsoft.com/office/drawing/2014/main" id="{92695D42-4901-CC6E-F9BF-FA279BEC6E9C}"/>
              </a:ext>
            </a:extLst>
          </p:cNvPr>
          <p:cNvCxnSpPr>
            <a:cxnSpLocks/>
          </p:cNvCxnSpPr>
          <p:nvPr/>
        </p:nvCxnSpPr>
        <p:spPr>
          <a:xfrm flipV="1">
            <a:off x="6851583" y="5490478"/>
            <a:ext cx="0" cy="48126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2" name="テキスト ボックス 31">
            <a:extLst>
              <a:ext uri="{FF2B5EF4-FFF2-40B4-BE49-F238E27FC236}">
                <a16:creationId xmlns:a16="http://schemas.microsoft.com/office/drawing/2014/main" id="{A896CB1D-F432-4E45-86B4-0EB65D5E1E37}"/>
              </a:ext>
            </a:extLst>
          </p:cNvPr>
          <p:cNvSpPr txBox="1"/>
          <p:nvPr/>
        </p:nvSpPr>
        <p:spPr>
          <a:xfrm>
            <a:off x="3846073" y="6009342"/>
            <a:ext cx="2587636" cy="369332"/>
          </a:xfrm>
          <a:prstGeom prst="rect">
            <a:avLst/>
          </a:prstGeom>
          <a:noFill/>
        </p:spPr>
        <p:txBody>
          <a:bodyPr wrap="square" rtlCol="0">
            <a:spAutoFit/>
          </a:bodyPr>
          <a:lstStyle/>
          <a:p>
            <a:pPr algn="ctr"/>
            <a:r>
              <a:rPr kumimoji="1" lang="en-US" altLang="ja-JP" b="1" dirty="0"/>
              <a:t>Crossover Point 1</a:t>
            </a:r>
            <a:endParaRPr kumimoji="1" lang="ja-JP" altLang="en-US" b="1" dirty="0"/>
          </a:p>
        </p:txBody>
      </p:sp>
      <p:sp>
        <p:nvSpPr>
          <p:cNvPr id="33" name="テキスト ボックス 32">
            <a:extLst>
              <a:ext uri="{FF2B5EF4-FFF2-40B4-BE49-F238E27FC236}">
                <a16:creationId xmlns:a16="http://schemas.microsoft.com/office/drawing/2014/main" id="{D6885010-C630-F399-4277-FAB16A5C705C}"/>
              </a:ext>
            </a:extLst>
          </p:cNvPr>
          <p:cNvSpPr txBox="1"/>
          <p:nvPr/>
        </p:nvSpPr>
        <p:spPr>
          <a:xfrm>
            <a:off x="5894672" y="5987018"/>
            <a:ext cx="2587636" cy="369332"/>
          </a:xfrm>
          <a:prstGeom prst="rect">
            <a:avLst/>
          </a:prstGeom>
          <a:noFill/>
        </p:spPr>
        <p:txBody>
          <a:bodyPr wrap="square" rtlCol="0">
            <a:spAutoFit/>
          </a:bodyPr>
          <a:lstStyle/>
          <a:p>
            <a:pPr algn="ctr"/>
            <a:r>
              <a:rPr kumimoji="1" lang="en-US" altLang="ja-JP" b="1" dirty="0"/>
              <a:t>Crossover Point 2</a:t>
            </a:r>
            <a:endParaRPr kumimoji="1" lang="ja-JP" altLang="en-US" b="1" dirty="0"/>
          </a:p>
        </p:txBody>
      </p:sp>
    </p:spTree>
    <p:extLst>
      <p:ext uri="{BB962C8B-B14F-4D97-AF65-F5344CB8AC3E}">
        <p14:creationId xmlns:p14="http://schemas.microsoft.com/office/powerpoint/2010/main" val="238539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07E92-AB13-9073-ACDC-E1EC7B063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7C94F5-8599-5AD2-8629-D5332D17D47A}"/>
              </a:ext>
            </a:extLst>
          </p:cNvPr>
          <p:cNvSpPr>
            <a:spLocks noGrp="1"/>
          </p:cNvSpPr>
          <p:nvPr>
            <p:ph type="title"/>
          </p:nvPr>
        </p:nvSpPr>
        <p:spPr/>
        <p:txBody>
          <a:bodyPr/>
          <a:lstStyle/>
          <a:p>
            <a:r>
              <a:rPr lang="en-US" dirty="0">
                <a:latin typeface="游ゴシック Light 見出し"/>
              </a:rPr>
              <a:t>Mutation</a:t>
            </a:r>
            <a:endParaRPr lang="en-JP" dirty="0">
              <a:latin typeface="游ゴシック Light 見出し"/>
            </a:endParaRPr>
          </a:p>
        </p:txBody>
      </p:sp>
      <p:sp>
        <p:nvSpPr>
          <p:cNvPr id="3" name="スライド番号プレースホルダー 2">
            <a:extLst>
              <a:ext uri="{FF2B5EF4-FFF2-40B4-BE49-F238E27FC236}">
                <a16:creationId xmlns:a16="http://schemas.microsoft.com/office/drawing/2014/main" id="{FA2BE65A-155C-82F1-108B-AAFCFC6C237D}"/>
              </a:ext>
            </a:extLst>
          </p:cNvPr>
          <p:cNvSpPr>
            <a:spLocks noGrp="1"/>
          </p:cNvSpPr>
          <p:nvPr>
            <p:ph type="sldNum" sz="quarter" idx="12"/>
          </p:nvPr>
        </p:nvSpPr>
        <p:spPr/>
        <p:txBody>
          <a:bodyPr/>
          <a:lstStyle/>
          <a:p>
            <a:fld id="{05775D0E-D6FD-4847-A4AD-7D56F7F6616B}" type="slidenum">
              <a:rPr lang="en-JP" smtClean="0"/>
              <a:t>23</a:t>
            </a:fld>
            <a:endParaRPr lang="en-JP"/>
          </a:p>
        </p:txBody>
      </p:sp>
      <p:sp>
        <p:nvSpPr>
          <p:cNvPr id="25" name="フローチャート: 処理 24">
            <a:extLst>
              <a:ext uri="{FF2B5EF4-FFF2-40B4-BE49-F238E27FC236}">
                <a16:creationId xmlns:a16="http://schemas.microsoft.com/office/drawing/2014/main" id="{7EFB1268-4D7E-231E-1882-86C0CBD88876}"/>
              </a:ext>
            </a:extLst>
          </p:cNvPr>
          <p:cNvSpPr/>
          <p:nvPr/>
        </p:nvSpPr>
        <p:spPr>
          <a:xfrm>
            <a:off x="3976647" y="2666693"/>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26" name="直線コネクタ 25">
            <a:extLst>
              <a:ext uri="{FF2B5EF4-FFF2-40B4-BE49-F238E27FC236}">
                <a16:creationId xmlns:a16="http://schemas.microsoft.com/office/drawing/2014/main" id="{B9B96E3C-08E3-7DC2-825B-9BDF509D489F}"/>
              </a:ext>
            </a:extLst>
          </p:cNvPr>
          <p:cNvCxnSpPr>
            <a:cxnSpLocks/>
            <a:stCxn id="25" idx="3"/>
          </p:cNvCxnSpPr>
          <p:nvPr/>
        </p:nvCxnSpPr>
        <p:spPr>
          <a:xfrm>
            <a:off x="5909356" y="3134284"/>
            <a:ext cx="509155" cy="0"/>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フローチャート: 端子 26">
            <a:extLst>
              <a:ext uri="{FF2B5EF4-FFF2-40B4-BE49-F238E27FC236}">
                <a16:creationId xmlns:a16="http://schemas.microsoft.com/office/drawing/2014/main" id="{48DE8048-2720-2FDC-3313-2545F50471A3}"/>
              </a:ext>
            </a:extLst>
          </p:cNvPr>
          <p:cNvSpPr/>
          <p:nvPr/>
        </p:nvSpPr>
        <p:spPr>
          <a:xfrm>
            <a:off x="4075360" y="1444211"/>
            <a:ext cx="1735282" cy="716973"/>
          </a:xfrm>
          <a:prstGeom prst="flowChartTermina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Start</a:t>
            </a:r>
            <a:endParaRPr kumimoji="1" lang="ja-JP" altLang="en-US" b="1" dirty="0">
              <a:solidFill>
                <a:schemeClr val="tx1"/>
              </a:solidFill>
            </a:endParaRPr>
          </a:p>
        </p:txBody>
      </p:sp>
      <p:cxnSp>
        <p:nvCxnSpPr>
          <p:cNvPr id="32" name="直線矢印コネクタ 31">
            <a:extLst>
              <a:ext uri="{FF2B5EF4-FFF2-40B4-BE49-F238E27FC236}">
                <a16:creationId xmlns:a16="http://schemas.microsoft.com/office/drawing/2014/main" id="{DA4778E1-1A8B-D57C-E1EA-741C00835B2F}"/>
              </a:ext>
            </a:extLst>
          </p:cNvPr>
          <p:cNvCxnSpPr>
            <a:cxnSpLocks/>
            <a:stCxn id="27" idx="2"/>
            <a:endCxn id="25" idx="0"/>
          </p:cNvCxnSpPr>
          <p:nvPr/>
        </p:nvCxnSpPr>
        <p:spPr>
          <a:xfrm>
            <a:off x="4943001" y="2161184"/>
            <a:ext cx="1" cy="5055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テキスト ボックス 39">
            <a:extLst>
              <a:ext uri="{FF2B5EF4-FFF2-40B4-BE49-F238E27FC236}">
                <a16:creationId xmlns:a16="http://schemas.microsoft.com/office/drawing/2014/main" id="{5C7F425F-00D3-8995-D030-8C6C6D1ECF9E}"/>
              </a:ext>
            </a:extLst>
          </p:cNvPr>
          <p:cNvSpPr txBox="1"/>
          <p:nvPr/>
        </p:nvSpPr>
        <p:spPr>
          <a:xfrm>
            <a:off x="4239884" y="2803325"/>
            <a:ext cx="1472045" cy="646331"/>
          </a:xfrm>
          <a:prstGeom prst="rect">
            <a:avLst/>
          </a:prstGeom>
          <a:noFill/>
        </p:spPr>
        <p:txBody>
          <a:bodyPr wrap="square" rtlCol="0">
            <a:spAutoFit/>
          </a:bodyPr>
          <a:lstStyle/>
          <a:p>
            <a:pPr algn="ctr"/>
            <a:r>
              <a:rPr kumimoji="1" lang="en-US" altLang="ja-JP" b="1" dirty="0"/>
              <a:t>Initialize Population</a:t>
            </a:r>
            <a:endParaRPr kumimoji="1" lang="ja-JP" altLang="en-US" b="1" dirty="0"/>
          </a:p>
        </p:txBody>
      </p:sp>
      <p:sp>
        <p:nvSpPr>
          <p:cNvPr id="43" name="フローチャート: 処理 42">
            <a:extLst>
              <a:ext uri="{FF2B5EF4-FFF2-40B4-BE49-F238E27FC236}">
                <a16:creationId xmlns:a16="http://schemas.microsoft.com/office/drawing/2014/main" id="{3D999D5B-73C6-8A6B-3B93-72ED26D3431B}"/>
              </a:ext>
            </a:extLst>
          </p:cNvPr>
          <p:cNvSpPr/>
          <p:nvPr/>
        </p:nvSpPr>
        <p:spPr>
          <a:xfrm>
            <a:off x="6418512" y="2646948"/>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4" name="テキスト ボックス 43">
            <a:extLst>
              <a:ext uri="{FF2B5EF4-FFF2-40B4-BE49-F238E27FC236}">
                <a16:creationId xmlns:a16="http://schemas.microsoft.com/office/drawing/2014/main" id="{27A2051E-8125-58F3-83CA-CA26F95C8FAA}"/>
              </a:ext>
            </a:extLst>
          </p:cNvPr>
          <p:cNvSpPr txBox="1"/>
          <p:nvPr/>
        </p:nvSpPr>
        <p:spPr>
          <a:xfrm>
            <a:off x="6681748" y="2668262"/>
            <a:ext cx="1472045" cy="923330"/>
          </a:xfrm>
          <a:prstGeom prst="rect">
            <a:avLst/>
          </a:prstGeom>
          <a:noFill/>
        </p:spPr>
        <p:txBody>
          <a:bodyPr wrap="square" rtlCol="0">
            <a:spAutoFit/>
          </a:bodyPr>
          <a:lstStyle/>
          <a:p>
            <a:pPr algn="ctr"/>
            <a:r>
              <a:rPr kumimoji="1" lang="en-US" altLang="ja-JP" b="1" dirty="0"/>
              <a:t>Elitism &amp; Parent Selection</a:t>
            </a:r>
            <a:endParaRPr kumimoji="1" lang="ja-JP" altLang="en-US" b="1" dirty="0"/>
          </a:p>
        </p:txBody>
      </p:sp>
      <p:sp>
        <p:nvSpPr>
          <p:cNvPr id="45" name="フローチャート: 処理 44">
            <a:extLst>
              <a:ext uri="{FF2B5EF4-FFF2-40B4-BE49-F238E27FC236}">
                <a16:creationId xmlns:a16="http://schemas.microsoft.com/office/drawing/2014/main" id="{F7FBA70A-FD29-3369-35C6-7EB32F771BF9}"/>
              </a:ext>
            </a:extLst>
          </p:cNvPr>
          <p:cNvSpPr/>
          <p:nvPr/>
        </p:nvSpPr>
        <p:spPr>
          <a:xfrm>
            <a:off x="8860377" y="2646948"/>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6" name="テキスト ボックス 45">
            <a:extLst>
              <a:ext uri="{FF2B5EF4-FFF2-40B4-BE49-F238E27FC236}">
                <a16:creationId xmlns:a16="http://schemas.microsoft.com/office/drawing/2014/main" id="{C98FEF23-4D86-0965-3995-E06F797FAFA0}"/>
              </a:ext>
            </a:extLst>
          </p:cNvPr>
          <p:cNvSpPr txBox="1"/>
          <p:nvPr/>
        </p:nvSpPr>
        <p:spPr>
          <a:xfrm>
            <a:off x="9123613" y="2926228"/>
            <a:ext cx="1472045" cy="369332"/>
          </a:xfrm>
          <a:prstGeom prst="rect">
            <a:avLst/>
          </a:prstGeom>
          <a:noFill/>
        </p:spPr>
        <p:txBody>
          <a:bodyPr wrap="square" rtlCol="0">
            <a:spAutoFit/>
          </a:bodyPr>
          <a:lstStyle/>
          <a:p>
            <a:pPr algn="ctr"/>
            <a:r>
              <a:rPr kumimoji="1" lang="en-US" altLang="ja-JP" b="1" dirty="0"/>
              <a:t>Crossover</a:t>
            </a:r>
            <a:endParaRPr kumimoji="1" lang="ja-JP" altLang="en-US" b="1" dirty="0"/>
          </a:p>
        </p:txBody>
      </p:sp>
      <p:cxnSp>
        <p:nvCxnSpPr>
          <p:cNvPr id="47" name="直線コネクタ 46">
            <a:extLst>
              <a:ext uri="{FF2B5EF4-FFF2-40B4-BE49-F238E27FC236}">
                <a16:creationId xmlns:a16="http://schemas.microsoft.com/office/drawing/2014/main" id="{8EB6AF06-3872-22E8-2278-67846E206A4D}"/>
              </a:ext>
            </a:extLst>
          </p:cNvPr>
          <p:cNvCxnSpPr>
            <a:cxnSpLocks/>
            <a:stCxn id="43" idx="3"/>
            <a:endCxn id="45" idx="1"/>
          </p:cNvCxnSpPr>
          <p:nvPr/>
        </p:nvCxnSpPr>
        <p:spPr>
          <a:xfrm>
            <a:off x="8351221" y="3114539"/>
            <a:ext cx="509156" cy="0"/>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8" name="フローチャート: 処理 47">
            <a:extLst>
              <a:ext uri="{FF2B5EF4-FFF2-40B4-BE49-F238E27FC236}">
                <a16:creationId xmlns:a16="http://schemas.microsoft.com/office/drawing/2014/main" id="{F6CB5DD0-E226-E664-947A-88746EEA0F59}"/>
              </a:ext>
            </a:extLst>
          </p:cNvPr>
          <p:cNvSpPr/>
          <p:nvPr/>
        </p:nvSpPr>
        <p:spPr>
          <a:xfrm>
            <a:off x="8860376" y="4356765"/>
            <a:ext cx="1932709" cy="93518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30689970-366B-C60C-7B55-4E9EB5D29115}"/>
              </a:ext>
            </a:extLst>
          </p:cNvPr>
          <p:cNvSpPr txBox="1"/>
          <p:nvPr/>
        </p:nvSpPr>
        <p:spPr>
          <a:xfrm>
            <a:off x="9130540" y="4631076"/>
            <a:ext cx="1472045" cy="369332"/>
          </a:xfrm>
          <a:prstGeom prst="rect">
            <a:avLst/>
          </a:prstGeom>
          <a:noFill/>
        </p:spPr>
        <p:txBody>
          <a:bodyPr wrap="square" rtlCol="0">
            <a:spAutoFit/>
          </a:bodyPr>
          <a:lstStyle/>
          <a:p>
            <a:pPr algn="ctr"/>
            <a:r>
              <a:rPr kumimoji="1" lang="en-US" altLang="ja-JP" b="1" dirty="0"/>
              <a:t>Mutation</a:t>
            </a:r>
            <a:endParaRPr kumimoji="1" lang="ja-JP" altLang="en-US" b="1" dirty="0"/>
          </a:p>
        </p:txBody>
      </p:sp>
      <p:cxnSp>
        <p:nvCxnSpPr>
          <p:cNvPr id="50" name="直線コネクタ 49">
            <a:extLst>
              <a:ext uri="{FF2B5EF4-FFF2-40B4-BE49-F238E27FC236}">
                <a16:creationId xmlns:a16="http://schemas.microsoft.com/office/drawing/2014/main" id="{52264458-B6AE-63F5-69B3-FB39DBA27869}"/>
              </a:ext>
            </a:extLst>
          </p:cNvPr>
          <p:cNvCxnSpPr>
            <a:cxnSpLocks/>
            <a:stCxn id="45" idx="2"/>
            <a:endCxn id="48" idx="0"/>
          </p:cNvCxnSpPr>
          <p:nvPr/>
        </p:nvCxnSpPr>
        <p:spPr>
          <a:xfrm flipH="1">
            <a:off x="9826731" y="3582130"/>
            <a:ext cx="1" cy="774635"/>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1" name="直線コネクタ 50">
            <a:extLst>
              <a:ext uri="{FF2B5EF4-FFF2-40B4-BE49-F238E27FC236}">
                <a16:creationId xmlns:a16="http://schemas.microsoft.com/office/drawing/2014/main" id="{2FA02B90-BDEB-1991-2A38-33FB8EDC5506}"/>
              </a:ext>
            </a:extLst>
          </p:cNvPr>
          <p:cNvCxnSpPr>
            <a:cxnSpLocks/>
            <a:stCxn id="48" idx="1"/>
            <a:endCxn id="61" idx="3"/>
          </p:cNvCxnSpPr>
          <p:nvPr/>
        </p:nvCxnSpPr>
        <p:spPr>
          <a:xfrm flipH="1">
            <a:off x="8364209" y="4824356"/>
            <a:ext cx="496167" cy="2"/>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1" name="フローチャート: 判断 60">
            <a:extLst>
              <a:ext uri="{FF2B5EF4-FFF2-40B4-BE49-F238E27FC236}">
                <a16:creationId xmlns:a16="http://schemas.microsoft.com/office/drawing/2014/main" id="{28750DD9-B4C2-153C-E9A3-DAB47FD512E6}"/>
              </a:ext>
            </a:extLst>
          </p:cNvPr>
          <p:cNvSpPr/>
          <p:nvPr/>
        </p:nvSpPr>
        <p:spPr>
          <a:xfrm>
            <a:off x="6418510" y="4163488"/>
            <a:ext cx="1945699" cy="1321739"/>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013D99B6-5A56-9BE1-5DF9-789E775B3646}"/>
              </a:ext>
            </a:extLst>
          </p:cNvPr>
          <p:cNvSpPr txBox="1"/>
          <p:nvPr/>
        </p:nvSpPr>
        <p:spPr>
          <a:xfrm>
            <a:off x="6629359" y="4553638"/>
            <a:ext cx="1575956" cy="646331"/>
          </a:xfrm>
          <a:prstGeom prst="rect">
            <a:avLst/>
          </a:prstGeom>
          <a:noFill/>
        </p:spPr>
        <p:txBody>
          <a:bodyPr wrap="square" rtlCol="0">
            <a:spAutoFit/>
          </a:bodyPr>
          <a:lstStyle/>
          <a:p>
            <a:pPr algn="ctr"/>
            <a:r>
              <a:rPr lang="en-US" altLang="ja-JP" b="1" dirty="0"/>
              <a:t>Termination</a:t>
            </a:r>
          </a:p>
          <a:p>
            <a:pPr algn="ctr"/>
            <a:r>
              <a:rPr kumimoji="1" lang="en-US" altLang="ja-JP" b="1" dirty="0"/>
              <a:t>Condition</a:t>
            </a:r>
            <a:endParaRPr kumimoji="1" lang="ja-JP" altLang="en-US" b="1" dirty="0"/>
          </a:p>
        </p:txBody>
      </p:sp>
      <p:cxnSp>
        <p:nvCxnSpPr>
          <p:cNvPr id="63" name="直線コネクタ 62">
            <a:extLst>
              <a:ext uri="{FF2B5EF4-FFF2-40B4-BE49-F238E27FC236}">
                <a16:creationId xmlns:a16="http://schemas.microsoft.com/office/drawing/2014/main" id="{A5D1E461-7589-3337-979C-9D63F093708A}"/>
              </a:ext>
            </a:extLst>
          </p:cNvPr>
          <p:cNvCxnSpPr>
            <a:cxnSpLocks/>
            <a:stCxn id="61" idx="0"/>
            <a:endCxn id="43" idx="2"/>
          </p:cNvCxnSpPr>
          <p:nvPr/>
        </p:nvCxnSpPr>
        <p:spPr>
          <a:xfrm flipH="1" flipV="1">
            <a:off x="7384867" y="3582130"/>
            <a:ext cx="6493" cy="581358"/>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4" name="フローチャート: 端子 63">
            <a:extLst>
              <a:ext uri="{FF2B5EF4-FFF2-40B4-BE49-F238E27FC236}">
                <a16:creationId xmlns:a16="http://schemas.microsoft.com/office/drawing/2014/main" id="{B5765FEE-7044-97FE-9A38-0FAC2FE7B889}"/>
              </a:ext>
            </a:extLst>
          </p:cNvPr>
          <p:cNvSpPr/>
          <p:nvPr/>
        </p:nvSpPr>
        <p:spPr>
          <a:xfrm>
            <a:off x="4003814" y="5501748"/>
            <a:ext cx="1735282" cy="716973"/>
          </a:xfrm>
          <a:prstGeom prst="flowChartTermina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End</a:t>
            </a:r>
            <a:endParaRPr kumimoji="1" lang="ja-JP" altLang="en-US" b="1" dirty="0">
              <a:solidFill>
                <a:schemeClr val="tx1"/>
              </a:solidFill>
            </a:endParaRPr>
          </a:p>
        </p:txBody>
      </p:sp>
      <p:cxnSp>
        <p:nvCxnSpPr>
          <p:cNvPr id="65" name="直線コネクタ 64">
            <a:extLst>
              <a:ext uri="{FF2B5EF4-FFF2-40B4-BE49-F238E27FC236}">
                <a16:creationId xmlns:a16="http://schemas.microsoft.com/office/drawing/2014/main" id="{238C769D-B72E-CE04-DFDB-45C07452CD85}"/>
              </a:ext>
            </a:extLst>
          </p:cNvPr>
          <p:cNvCxnSpPr>
            <a:cxnSpLocks/>
            <a:stCxn id="61" idx="1"/>
          </p:cNvCxnSpPr>
          <p:nvPr/>
        </p:nvCxnSpPr>
        <p:spPr>
          <a:xfrm flipH="1">
            <a:off x="5711929" y="4824358"/>
            <a:ext cx="706581" cy="0"/>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6" name="テキスト ボックス 65">
            <a:extLst>
              <a:ext uri="{FF2B5EF4-FFF2-40B4-BE49-F238E27FC236}">
                <a16:creationId xmlns:a16="http://schemas.microsoft.com/office/drawing/2014/main" id="{7253FAD7-96E9-2522-60B7-51EF824E82B2}"/>
              </a:ext>
            </a:extLst>
          </p:cNvPr>
          <p:cNvSpPr txBox="1"/>
          <p:nvPr/>
        </p:nvSpPr>
        <p:spPr>
          <a:xfrm>
            <a:off x="7417337" y="3794107"/>
            <a:ext cx="927391" cy="369332"/>
          </a:xfrm>
          <a:prstGeom prst="rect">
            <a:avLst/>
          </a:prstGeom>
          <a:noFill/>
        </p:spPr>
        <p:txBody>
          <a:bodyPr wrap="square" rtlCol="0">
            <a:spAutoFit/>
          </a:bodyPr>
          <a:lstStyle/>
          <a:p>
            <a:r>
              <a:rPr kumimoji="1" lang="en-US" altLang="ja-JP" b="1" dirty="0"/>
              <a:t>False</a:t>
            </a:r>
            <a:endParaRPr kumimoji="1" lang="ja-JP" altLang="en-US" b="1" dirty="0"/>
          </a:p>
        </p:txBody>
      </p:sp>
      <p:sp>
        <p:nvSpPr>
          <p:cNvPr id="67" name="テキスト ボックス 66">
            <a:extLst>
              <a:ext uri="{FF2B5EF4-FFF2-40B4-BE49-F238E27FC236}">
                <a16:creationId xmlns:a16="http://schemas.microsoft.com/office/drawing/2014/main" id="{C5D5F3EC-7E07-58AB-8FE0-9DCDC7812195}"/>
              </a:ext>
            </a:extLst>
          </p:cNvPr>
          <p:cNvSpPr txBox="1"/>
          <p:nvPr/>
        </p:nvSpPr>
        <p:spPr>
          <a:xfrm>
            <a:off x="5888141" y="4935317"/>
            <a:ext cx="927391" cy="369332"/>
          </a:xfrm>
          <a:prstGeom prst="rect">
            <a:avLst/>
          </a:prstGeom>
          <a:noFill/>
        </p:spPr>
        <p:txBody>
          <a:bodyPr wrap="square" rtlCol="0">
            <a:spAutoFit/>
          </a:bodyPr>
          <a:lstStyle/>
          <a:p>
            <a:r>
              <a:rPr kumimoji="1" lang="en-US" altLang="ja-JP" b="1" dirty="0"/>
              <a:t>True</a:t>
            </a:r>
            <a:endParaRPr kumimoji="1" lang="ja-JP" altLang="en-US" b="1" dirty="0"/>
          </a:p>
        </p:txBody>
      </p:sp>
      <p:grpSp>
        <p:nvGrpSpPr>
          <p:cNvPr id="77" name="グループ化 76">
            <a:extLst>
              <a:ext uri="{FF2B5EF4-FFF2-40B4-BE49-F238E27FC236}">
                <a16:creationId xmlns:a16="http://schemas.microsoft.com/office/drawing/2014/main" id="{5B50B047-00B4-7A14-AD3B-41E4554702ED}"/>
              </a:ext>
            </a:extLst>
          </p:cNvPr>
          <p:cNvGrpSpPr/>
          <p:nvPr/>
        </p:nvGrpSpPr>
        <p:grpSpPr>
          <a:xfrm>
            <a:off x="860468" y="3196902"/>
            <a:ext cx="2075802" cy="832562"/>
            <a:chOff x="546963" y="3755702"/>
            <a:chExt cx="2075802" cy="832562"/>
          </a:xfrm>
        </p:grpSpPr>
        <p:sp>
          <p:nvSpPr>
            <p:cNvPr id="69" name="フローチャート: データ 68">
              <a:extLst>
                <a:ext uri="{FF2B5EF4-FFF2-40B4-BE49-F238E27FC236}">
                  <a16:creationId xmlns:a16="http://schemas.microsoft.com/office/drawing/2014/main" id="{F6EA56FF-4785-6D4A-DE94-12A90D7EF179}"/>
                </a:ext>
              </a:extLst>
            </p:cNvPr>
            <p:cNvSpPr/>
            <p:nvPr/>
          </p:nvSpPr>
          <p:spPr>
            <a:xfrm>
              <a:off x="546963" y="3755702"/>
              <a:ext cx="2075802" cy="832562"/>
            </a:xfrm>
            <a:prstGeom prst="flowChartInputOutp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テキスト ボックス 69">
              <a:extLst>
                <a:ext uri="{FF2B5EF4-FFF2-40B4-BE49-F238E27FC236}">
                  <a16:creationId xmlns:a16="http://schemas.microsoft.com/office/drawing/2014/main" id="{23C2E2F1-9A4E-D63A-4055-4A8B287741D1}"/>
                </a:ext>
              </a:extLst>
            </p:cNvPr>
            <p:cNvSpPr txBox="1"/>
            <p:nvPr/>
          </p:nvSpPr>
          <p:spPr>
            <a:xfrm>
              <a:off x="602907" y="3866493"/>
              <a:ext cx="2019858" cy="646330"/>
            </a:xfrm>
            <a:prstGeom prst="rect">
              <a:avLst/>
            </a:prstGeom>
            <a:noFill/>
          </p:spPr>
          <p:txBody>
            <a:bodyPr wrap="square" rtlCol="0">
              <a:spAutoFit/>
            </a:bodyPr>
            <a:lstStyle/>
            <a:p>
              <a:pPr algn="ctr"/>
              <a:r>
                <a:rPr kumimoji="1" lang="en-US" altLang="ja-JP" b="1" dirty="0"/>
                <a:t>Compression</a:t>
              </a:r>
            </a:p>
            <a:p>
              <a:pPr algn="ctr"/>
              <a:r>
                <a:rPr lang="en-US" altLang="ja-JP" b="1" dirty="0"/>
                <a:t>Number</a:t>
              </a:r>
              <a:endParaRPr kumimoji="1" lang="en-US" altLang="ja-JP" b="1" dirty="0"/>
            </a:p>
          </p:txBody>
        </p:sp>
      </p:grpSp>
      <p:grpSp>
        <p:nvGrpSpPr>
          <p:cNvPr id="76" name="グループ化 75">
            <a:extLst>
              <a:ext uri="{FF2B5EF4-FFF2-40B4-BE49-F238E27FC236}">
                <a16:creationId xmlns:a16="http://schemas.microsoft.com/office/drawing/2014/main" id="{ACAD709C-AE16-4702-91A2-D1BE2E30237C}"/>
              </a:ext>
            </a:extLst>
          </p:cNvPr>
          <p:cNvGrpSpPr/>
          <p:nvPr/>
        </p:nvGrpSpPr>
        <p:grpSpPr>
          <a:xfrm>
            <a:off x="838200" y="2161184"/>
            <a:ext cx="2098071" cy="832562"/>
            <a:chOff x="524695" y="2719984"/>
            <a:chExt cx="2098071" cy="832562"/>
          </a:xfrm>
        </p:grpSpPr>
        <p:sp>
          <p:nvSpPr>
            <p:cNvPr id="68" name="テキスト ボックス 67">
              <a:extLst>
                <a:ext uri="{FF2B5EF4-FFF2-40B4-BE49-F238E27FC236}">
                  <a16:creationId xmlns:a16="http://schemas.microsoft.com/office/drawing/2014/main" id="{6E888586-5845-0A54-6107-078C91DA0FC1}"/>
                </a:ext>
              </a:extLst>
            </p:cNvPr>
            <p:cNvSpPr txBox="1"/>
            <p:nvPr/>
          </p:nvSpPr>
          <p:spPr>
            <a:xfrm>
              <a:off x="524695" y="2972738"/>
              <a:ext cx="2019858" cy="369332"/>
            </a:xfrm>
            <a:prstGeom prst="rect">
              <a:avLst/>
            </a:prstGeom>
            <a:noFill/>
          </p:spPr>
          <p:txBody>
            <a:bodyPr wrap="square" rtlCol="0">
              <a:spAutoFit/>
            </a:bodyPr>
            <a:lstStyle/>
            <a:p>
              <a:pPr algn="ctr"/>
              <a:r>
                <a:rPr kumimoji="1" lang="en-US" altLang="ja-JP" b="1" dirty="0"/>
                <a:t>SNN Model</a:t>
              </a:r>
            </a:p>
          </p:txBody>
        </p:sp>
        <p:sp>
          <p:nvSpPr>
            <p:cNvPr id="71" name="フローチャート: データ 70">
              <a:extLst>
                <a:ext uri="{FF2B5EF4-FFF2-40B4-BE49-F238E27FC236}">
                  <a16:creationId xmlns:a16="http://schemas.microsoft.com/office/drawing/2014/main" id="{607BF0D2-4CF2-F6FA-7E8F-84AB7854C679}"/>
                </a:ext>
              </a:extLst>
            </p:cNvPr>
            <p:cNvSpPr/>
            <p:nvPr/>
          </p:nvSpPr>
          <p:spPr>
            <a:xfrm>
              <a:off x="546964" y="2719984"/>
              <a:ext cx="2075802" cy="832562"/>
            </a:xfrm>
            <a:prstGeom prst="flowChartInputOutp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8" name="グループ化 77">
            <a:extLst>
              <a:ext uri="{FF2B5EF4-FFF2-40B4-BE49-F238E27FC236}">
                <a16:creationId xmlns:a16="http://schemas.microsoft.com/office/drawing/2014/main" id="{E4747DC7-42B3-25EB-D314-48095903A1C1}"/>
              </a:ext>
            </a:extLst>
          </p:cNvPr>
          <p:cNvGrpSpPr/>
          <p:nvPr/>
        </p:nvGrpSpPr>
        <p:grpSpPr>
          <a:xfrm>
            <a:off x="3833554" y="4366803"/>
            <a:ext cx="2075802" cy="832562"/>
            <a:chOff x="892991" y="5401002"/>
            <a:chExt cx="2075802" cy="832562"/>
          </a:xfrm>
        </p:grpSpPr>
        <p:sp>
          <p:nvSpPr>
            <p:cNvPr id="72" name="テキスト ボックス 71">
              <a:extLst>
                <a:ext uri="{FF2B5EF4-FFF2-40B4-BE49-F238E27FC236}">
                  <a16:creationId xmlns:a16="http://schemas.microsoft.com/office/drawing/2014/main" id="{83C08852-87B6-9B14-01F9-93162F4600E2}"/>
                </a:ext>
              </a:extLst>
            </p:cNvPr>
            <p:cNvSpPr txBox="1"/>
            <p:nvPr/>
          </p:nvSpPr>
          <p:spPr>
            <a:xfrm>
              <a:off x="948935" y="5494117"/>
              <a:ext cx="2019858" cy="646331"/>
            </a:xfrm>
            <a:prstGeom prst="rect">
              <a:avLst/>
            </a:prstGeom>
            <a:noFill/>
          </p:spPr>
          <p:txBody>
            <a:bodyPr wrap="square" rtlCol="0">
              <a:spAutoFit/>
            </a:bodyPr>
            <a:lstStyle/>
            <a:p>
              <a:pPr algn="ctr"/>
              <a:r>
                <a:rPr kumimoji="1" lang="en-US" altLang="ja-JP" b="1" dirty="0"/>
                <a:t>Neurons to</a:t>
              </a:r>
            </a:p>
            <a:p>
              <a:pPr algn="ctr"/>
              <a:r>
                <a:rPr kumimoji="1" lang="en-US" altLang="ja-JP" b="1" dirty="0"/>
                <a:t>remove</a:t>
              </a:r>
            </a:p>
          </p:txBody>
        </p:sp>
        <p:sp>
          <p:nvSpPr>
            <p:cNvPr id="73" name="フローチャート: データ 72">
              <a:extLst>
                <a:ext uri="{FF2B5EF4-FFF2-40B4-BE49-F238E27FC236}">
                  <a16:creationId xmlns:a16="http://schemas.microsoft.com/office/drawing/2014/main" id="{6F8E3617-F57E-86EF-8A18-B89933CC54EC}"/>
                </a:ext>
              </a:extLst>
            </p:cNvPr>
            <p:cNvSpPr/>
            <p:nvPr/>
          </p:nvSpPr>
          <p:spPr>
            <a:xfrm>
              <a:off x="892991" y="5401002"/>
              <a:ext cx="2075802" cy="832562"/>
            </a:xfrm>
            <a:prstGeom prst="flowChartInputOutp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86" name="コネクタ: カギ線 85">
            <a:extLst>
              <a:ext uri="{FF2B5EF4-FFF2-40B4-BE49-F238E27FC236}">
                <a16:creationId xmlns:a16="http://schemas.microsoft.com/office/drawing/2014/main" id="{B1029DB5-193A-8CD1-1784-77666B188D48}"/>
              </a:ext>
            </a:extLst>
          </p:cNvPr>
          <p:cNvCxnSpPr>
            <a:stCxn id="71" idx="5"/>
            <a:endCxn id="25" idx="1"/>
          </p:cNvCxnSpPr>
          <p:nvPr/>
        </p:nvCxnSpPr>
        <p:spPr>
          <a:xfrm>
            <a:off x="2728691" y="2577465"/>
            <a:ext cx="1247956" cy="556819"/>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87" name="コネクタ: カギ線 86">
            <a:extLst>
              <a:ext uri="{FF2B5EF4-FFF2-40B4-BE49-F238E27FC236}">
                <a16:creationId xmlns:a16="http://schemas.microsoft.com/office/drawing/2014/main" id="{97D1155D-64D9-23AA-8083-96B53A781FA6}"/>
              </a:ext>
            </a:extLst>
          </p:cNvPr>
          <p:cNvCxnSpPr>
            <a:cxnSpLocks/>
            <a:endCxn id="25" idx="1"/>
          </p:cNvCxnSpPr>
          <p:nvPr/>
        </p:nvCxnSpPr>
        <p:spPr>
          <a:xfrm flipV="1">
            <a:off x="2728691" y="3134284"/>
            <a:ext cx="1247956" cy="49657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92" name="直線コネクタ 91">
            <a:extLst>
              <a:ext uri="{FF2B5EF4-FFF2-40B4-BE49-F238E27FC236}">
                <a16:creationId xmlns:a16="http://schemas.microsoft.com/office/drawing/2014/main" id="{10B9AC01-FBBB-2439-6870-5D868C5577FF}"/>
              </a:ext>
            </a:extLst>
          </p:cNvPr>
          <p:cNvCxnSpPr>
            <a:cxnSpLocks/>
            <a:stCxn id="73" idx="4"/>
            <a:endCxn id="64" idx="0"/>
          </p:cNvCxnSpPr>
          <p:nvPr/>
        </p:nvCxnSpPr>
        <p:spPr>
          <a:xfrm>
            <a:off x="4871455" y="5199365"/>
            <a:ext cx="0" cy="302383"/>
          </a:xfrm>
          <a:prstGeom prst="line">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8" name="四角形: 角を丸くする 97">
            <a:extLst>
              <a:ext uri="{FF2B5EF4-FFF2-40B4-BE49-F238E27FC236}">
                <a16:creationId xmlns:a16="http://schemas.microsoft.com/office/drawing/2014/main" id="{EDB1FB65-943F-0974-889A-6C22E58CE7D2}"/>
              </a:ext>
            </a:extLst>
          </p:cNvPr>
          <p:cNvSpPr/>
          <p:nvPr/>
        </p:nvSpPr>
        <p:spPr>
          <a:xfrm>
            <a:off x="8605799" y="4241973"/>
            <a:ext cx="2503809" cy="1179307"/>
          </a:xfrm>
          <a:prstGeom prst="round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29051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8F5AF-8AE7-F1A4-4BD4-23C8C514922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9B6846-A2C0-5B67-8FE7-30272E393B07}"/>
              </a:ext>
            </a:extLst>
          </p:cNvPr>
          <p:cNvSpPr>
            <a:spLocks noGrp="1"/>
          </p:cNvSpPr>
          <p:nvPr>
            <p:ph type="title"/>
          </p:nvPr>
        </p:nvSpPr>
        <p:spPr/>
        <p:txBody>
          <a:bodyPr/>
          <a:lstStyle/>
          <a:p>
            <a:r>
              <a:rPr lang="en-US" altLang="ja-JP" dirty="0">
                <a:latin typeface="游ゴシック Light 見出し"/>
              </a:rPr>
              <a:t>Mutation (</a:t>
            </a:r>
            <a:r>
              <a:rPr lang="en-US" altLang="ja-JP" dirty="0" err="1">
                <a:latin typeface="游ゴシック Light 見出し"/>
              </a:rPr>
              <a:t>Cnt</a:t>
            </a:r>
            <a:r>
              <a:rPr lang="en-US" altLang="ja-JP" dirty="0">
                <a:latin typeface="游ゴシック Light 見出し"/>
              </a:rPr>
              <a:t>.)</a:t>
            </a:r>
            <a:endParaRPr kumimoji="1" lang="ja-JP" altLang="en-US" dirty="0">
              <a:latin typeface="游ゴシック Light 見出し"/>
            </a:endParaRPr>
          </a:p>
        </p:txBody>
      </p:sp>
      <p:sp>
        <p:nvSpPr>
          <p:cNvPr id="6" name="スライド番号プレースホルダー 5">
            <a:extLst>
              <a:ext uri="{FF2B5EF4-FFF2-40B4-BE49-F238E27FC236}">
                <a16:creationId xmlns:a16="http://schemas.microsoft.com/office/drawing/2014/main" id="{325A9A19-B32D-3E0B-A28E-20DB8B8D5306}"/>
              </a:ext>
            </a:extLst>
          </p:cNvPr>
          <p:cNvSpPr>
            <a:spLocks noGrp="1"/>
          </p:cNvSpPr>
          <p:nvPr>
            <p:ph type="sldNum" sz="quarter" idx="12"/>
          </p:nvPr>
        </p:nvSpPr>
        <p:spPr/>
        <p:txBody>
          <a:bodyPr/>
          <a:lstStyle/>
          <a:p>
            <a:fld id="{05775D0E-D6FD-4847-A4AD-7D56F7F6616B}" type="slidenum">
              <a:rPr lang="en-JP" smtClean="0"/>
              <a:t>24</a:t>
            </a:fld>
            <a:endParaRPr lang="en-JP"/>
          </a:p>
        </p:txBody>
      </p:sp>
      <p:sp>
        <p:nvSpPr>
          <p:cNvPr id="5" name="テキスト ボックス 4">
            <a:extLst>
              <a:ext uri="{FF2B5EF4-FFF2-40B4-BE49-F238E27FC236}">
                <a16:creationId xmlns:a16="http://schemas.microsoft.com/office/drawing/2014/main" id="{4DA8F8A0-2AC1-492B-D1E2-FADC5C363D2F}"/>
              </a:ext>
            </a:extLst>
          </p:cNvPr>
          <p:cNvSpPr txBox="1"/>
          <p:nvPr/>
        </p:nvSpPr>
        <p:spPr>
          <a:xfrm>
            <a:off x="838200" y="1420488"/>
            <a:ext cx="10515600" cy="461665"/>
          </a:xfrm>
          <a:prstGeom prst="rect">
            <a:avLst/>
          </a:prstGeom>
          <a:noFill/>
        </p:spPr>
        <p:txBody>
          <a:bodyPr wrap="square" rtlCol="0">
            <a:spAutoFit/>
          </a:bodyPr>
          <a:lstStyle/>
          <a:p>
            <a:r>
              <a:rPr kumimoji="1" lang="en-US" altLang="ja-JP" sz="2400" dirty="0"/>
              <a:t>Mutation: Chromosome correction &amp; Swap mutation</a:t>
            </a:r>
            <a:endParaRPr kumimoji="1" lang="ja-JP" altLang="en-US" sz="2400" dirty="0"/>
          </a:p>
        </p:txBody>
      </p:sp>
      <p:graphicFrame>
        <p:nvGraphicFramePr>
          <p:cNvPr id="11" name="表 10">
            <a:extLst>
              <a:ext uri="{FF2B5EF4-FFF2-40B4-BE49-F238E27FC236}">
                <a16:creationId xmlns:a16="http://schemas.microsoft.com/office/drawing/2014/main" id="{82B32D02-A183-FE6B-DCB4-1C4EA18286AD}"/>
              </a:ext>
            </a:extLst>
          </p:cNvPr>
          <p:cNvGraphicFramePr>
            <a:graphicFrameLocks noGrp="1"/>
          </p:cNvGraphicFramePr>
          <p:nvPr>
            <p:extLst>
              <p:ext uri="{D42A27DB-BD31-4B8C-83A1-F6EECF244321}">
                <p14:modId xmlns:p14="http://schemas.microsoft.com/office/powerpoint/2010/main" val="1833889085"/>
              </p:ext>
            </p:extLst>
          </p:nvPr>
        </p:nvGraphicFramePr>
        <p:xfrm>
          <a:off x="1829602" y="3066532"/>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sp>
        <p:nvSpPr>
          <p:cNvPr id="12" name="テキスト ボックス 11">
            <a:extLst>
              <a:ext uri="{FF2B5EF4-FFF2-40B4-BE49-F238E27FC236}">
                <a16:creationId xmlns:a16="http://schemas.microsoft.com/office/drawing/2014/main" id="{0652B949-0AE9-D8A9-B33E-BB948352D22D}"/>
              </a:ext>
            </a:extLst>
          </p:cNvPr>
          <p:cNvSpPr txBox="1"/>
          <p:nvPr/>
        </p:nvSpPr>
        <p:spPr>
          <a:xfrm>
            <a:off x="2049624" y="2697200"/>
            <a:ext cx="2587636" cy="369332"/>
          </a:xfrm>
          <a:prstGeom prst="rect">
            <a:avLst/>
          </a:prstGeom>
          <a:noFill/>
        </p:spPr>
        <p:txBody>
          <a:bodyPr wrap="square" rtlCol="0">
            <a:spAutoFit/>
          </a:bodyPr>
          <a:lstStyle/>
          <a:p>
            <a:pPr algn="ctr"/>
            <a:r>
              <a:rPr kumimoji="1" lang="en-US" altLang="ja-JP" b="1" dirty="0"/>
              <a:t>Child 1</a:t>
            </a:r>
            <a:endParaRPr kumimoji="1" lang="ja-JP" altLang="en-US" b="1" dirty="0"/>
          </a:p>
        </p:txBody>
      </p:sp>
      <p:sp>
        <p:nvSpPr>
          <p:cNvPr id="18" name="テキスト ボックス 17">
            <a:extLst>
              <a:ext uri="{FF2B5EF4-FFF2-40B4-BE49-F238E27FC236}">
                <a16:creationId xmlns:a16="http://schemas.microsoft.com/office/drawing/2014/main" id="{466FAE72-D895-B0CE-304F-EDEE2924FFB2}"/>
              </a:ext>
            </a:extLst>
          </p:cNvPr>
          <p:cNvSpPr txBox="1"/>
          <p:nvPr/>
        </p:nvSpPr>
        <p:spPr>
          <a:xfrm>
            <a:off x="2204185" y="3933381"/>
            <a:ext cx="2569944" cy="461665"/>
          </a:xfrm>
          <a:prstGeom prst="rect">
            <a:avLst/>
          </a:prstGeom>
          <a:noFill/>
        </p:spPr>
        <p:txBody>
          <a:bodyPr wrap="square" rtlCol="0">
            <a:spAutoFit/>
          </a:bodyPr>
          <a:lstStyle/>
          <a:p>
            <a:r>
              <a:rPr kumimoji="1" lang="en-US" altLang="ja-JP" sz="2400" dirty="0"/>
              <a:t>Randomly flip 1s</a:t>
            </a:r>
            <a:endParaRPr kumimoji="1" lang="ja-JP" altLang="en-US" sz="2400" dirty="0"/>
          </a:p>
        </p:txBody>
      </p:sp>
      <p:cxnSp>
        <p:nvCxnSpPr>
          <p:cNvPr id="21" name="直線矢印コネクタ 20">
            <a:extLst>
              <a:ext uri="{FF2B5EF4-FFF2-40B4-BE49-F238E27FC236}">
                <a16:creationId xmlns:a16="http://schemas.microsoft.com/office/drawing/2014/main" id="{1D4BD888-A8A2-E245-0C9D-93CE8707AE4E}"/>
              </a:ext>
            </a:extLst>
          </p:cNvPr>
          <p:cNvCxnSpPr>
            <a:cxnSpLocks/>
          </p:cNvCxnSpPr>
          <p:nvPr/>
        </p:nvCxnSpPr>
        <p:spPr>
          <a:xfrm flipV="1">
            <a:off x="2204185" y="3429000"/>
            <a:ext cx="0" cy="48126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2" name="直線矢印コネクタ 21">
            <a:extLst>
              <a:ext uri="{FF2B5EF4-FFF2-40B4-BE49-F238E27FC236}">
                <a16:creationId xmlns:a16="http://schemas.microsoft.com/office/drawing/2014/main" id="{BDB36998-467E-7263-D85D-1E2D41434FAD}"/>
              </a:ext>
            </a:extLst>
          </p:cNvPr>
          <p:cNvCxnSpPr>
            <a:cxnSpLocks/>
          </p:cNvCxnSpPr>
          <p:nvPr/>
        </p:nvCxnSpPr>
        <p:spPr>
          <a:xfrm flipV="1">
            <a:off x="2974206" y="3437372"/>
            <a:ext cx="0" cy="48126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D2A64D59-A1CC-A378-FD7A-AA1C0E574E3C}"/>
              </a:ext>
            </a:extLst>
          </p:cNvPr>
          <p:cNvCxnSpPr>
            <a:cxnSpLocks/>
          </p:cNvCxnSpPr>
          <p:nvPr/>
        </p:nvCxnSpPr>
        <p:spPr>
          <a:xfrm flipV="1">
            <a:off x="4475747" y="3429000"/>
            <a:ext cx="0" cy="48126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24" name="テキスト ボックス 23">
            <a:extLst>
              <a:ext uri="{FF2B5EF4-FFF2-40B4-BE49-F238E27FC236}">
                <a16:creationId xmlns:a16="http://schemas.microsoft.com/office/drawing/2014/main" id="{0EB8F07D-37BB-A8CB-9C8A-B4BBA435D12F}"/>
              </a:ext>
            </a:extLst>
          </p:cNvPr>
          <p:cNvSpPr txBox="1"/>
          <p:nvPr/>
        </p:nvSpPr>
        <p:spPr>
          <a:xfrm>
            <a:off x="1441383" y="2303577"/>
            <a:ext cx="3602255" cy="461665"/>
          </a:xfrm>
          <a:prstGeom prst="rect">
            <a:avLst/>
          </a:prstGeom>
          <a:noFill/>
        </p:spPr>
        <p:txBody>
          <a:bodyPr wrap="square" rtlCol="0">
            <a:spAutoFit/>
          </a:bodyPr>
          <a:lstStyle/>
          <a:p>
            <a:r>
              <a:rPr kumimoji="1" lang="en-US" altLang="ja-JP" sz="2400" dirty="0"/>
              <a:t>If summation &gt; target (2)</a:t>
            </a:r>
            <a:endParaRPr kumimoji="1" lang="ja-JP" altLang="en-US" sz="2400" dirty="0"/>
          </a:p>
        </p:txBody>
      </p:sp>
      <p:graphicFrame>
        <p:nvGraphicFramePr>
          <p:cNvPr id="27" name="表 26">
            <a:extLst>
              <a:ext uri="{FF2B5EF4-FFF2-40B4-BE49-F238E27FC236}">
                <a16:creationId xmlns:a16="http://schemas.microsoft.com/office/drawing/2014/main" id="{162274E0-94C9-F4A6-51C5-B890ED4D4C74}"/>
              </a:ext>
            </a:extLst>
          </p:cNvPr>
          <p:cNvGraphicFramePr>
            <a:graphicFrameLocks noGrp="1"/>
          </p:cNvGraphicFramePr>
          <p:nvPr>
            <p:extLst>
              <p:ext uri="{D42A27DB-BD31-4B8C-83A1-F6EECF244321}">
                <p14:modId xmlns:p14="http://schemas.microsoft.com/office/powerpoint/2010/main" val="1275990913"/>
              </p:ext>
            </p:extLst>
          </p:nvPr>
        </p:nvGraphicFramePr>
        <p:xfrm>
          <a:off x="1829602" y="5158001"/>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sp>
        <p:nvSpPr>
          <p:cNvPr id="29" name="テキスト ボックス 28">
            <a:extLst>
              <a:ext uri="{FF2B5EF4-FFF2-40B4-BE49-F238E27FC236}">
                <a16:creationId xmlns:a16="http://schemas.microsoft.com/office/drawing/2014/main" id="{F3978722-F0E5-9B29-93C7-9B3E2AD3A8D8}"/>
              </a:ext>
            </a:extLst>
          </p:cNvPr>
          <p:cNvSpPr txBox="1"/>
          <p:nvPr/>
        </p:nvSpPr>
        <p:spPr>
          <a:xfrm>
            <a:off x="2049624" y="4788669"/>
            <a:ext cx="2587636" cy="369332"/>
          </a:xfrm>
          <a:prstGeom prst="rect">
            <a:avLst/>
          </a:prstGeom>
          <a:noFill/>
        </p:spPr>
        <p:txBody>
          <a:bodyPr wrap="square" rtlCol="0">
            <a:spAutoFit/>
          </a:bodyPr>
          <a:lstStyle/>
          <a:p>
            <a:pPr algn="ctr"/>
            <a:r>
              <a:rPr kumimoji="1" lang="en-US" altLang="ja-JP" b="1" dirty="0"/>
              <a:t>Child 2</a:t>
            </a:r>
            <a:endParaRPr kumimoji="1" lang="ja-JP" altLang="en-US" b="1" dirty="0"/>
          </a:p>
        </p:txBody>
      </p:sp>
      <p:sp>
        <p:nvSpPr>
          <p:cNvPr id="30" name="テキスト ボックス 29">
            <a:extLst>
              <a:ext uri="{FF2B5EF4-FFF2-40B4-BE49-F238E27FC236}">
                <a16:creationId xmlns:a16="http://schemas.microsoft.com/office/drawing/2014/main" id="{1383144F-5675-B825-72BA-D87EAFB12D2A}"/>
              </a:ext>
            </a:extLst>
          </p:cNvPr>
          <p:cNvSpPr txBox="1"/>
          <p:nvPr/>
        </p:nvSpPr>
        <p:spPr>
          <a:xfrm>
            <a:off x="2204185" y="6024850"/>
            <a:ext cx="2569944" cy="461665"/>
          </a:xfrm>
          <a:prstGeom prst="rect">
            <a:avLst/>
          </a:prstGeom>
          <a:noFill/>
        </p:spPr>
        <p:txBody>
          <a:bodyPr wrap="square" rtlCol="0">
            <a:spAutoFit/>
          </a:bodyPr>
          <a:lstStyle/>
          <a:p>
            <a:r>
              <a:rPr kumimoji="1" lang="en-US" altLang="ja-JP" sz="2400" dirty="0"/>
              <a:t>Randomly flip 0s</a:t>
            </a:r>
            <a:endParaRPr kumimoji="1" lang="ja-JP" altLang="en-US" sz="2400" dirty="0"/>
          </a:p>
        </p:txBody>
      </p:sp>
      <p:cxnSp>
        <p:nvCxnSpPr>
          <p:cNvPr id="34" name="直線矢印コネクタ 33">
            <a:extLst>
              <a:ext uri="{FF2B5EF4-FFF2-40B4-BE49-F238E27FC236}">
                <a16:creationId xmlns:a16="http://schemas.microsoft.com/office/drawing/2014/main" id="{72646E63-CEF5-9EF0-D34F-86A7666670DD}"/>
              </a:ext>
            </a:extLst>
          </p:cNvPr>
          <p:cNvCxnSpPr>
            <a:cxnSpLocks/>
          </p:cNvCxnSpPr>
          <p:nvPr/>
        </p:nvCxnSpPr>
        <p:spPr>
          <a:xfrm flipV="1">
            <a:off x="2204185" y="5520469"/>
            <a:ext cx="0" cy="48126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5" name="直線矢印コネクタ 34">
            <a:extLst>
              <a:ext uri="{FF2B5EF4-FFF2-40B4-BE49-F238E27FC236}">
                <a16:creationId xmlns:a16="http://schemas.microsoft.com/office/drawing/2014/main" id="{EAFC8061-05C6-0906-C1C6-3CA48BF8C6D0}"/>
              </a:ext>
            </a:extLst>
          </p:cNvPr>
          <p:cNvCxnSpPr>
            <a:cxnSpLocks/>
          </p:cNvCxnSpPr>
          <p:nvPr/>
        </p:nvCxnSpPr>
        <p:spPr>
          <a:xfrm flipV="1">
            <a:off x="2974206" y="5543587"/>
            <a:ext cx="0" cy="48126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12A3D56E-8B47-02DB-2B8F-178DAEFA079C}"/>
              </a:ext>
            </a:extLst>
          </p:cNvPr>
          <p:cNvCxnSpPr>
            <a:cxnSpLocks/>
          </p:cNvCxnSpPr>
          <p:nvPr/>
        </p:nvCxnSpPr>
        <p:spPr>
          <a:xfrm flipV="1">
            <a:off x="3724976" y="5543587"/>
            <a:ext cx="0" cy="48126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7" name="テキスト ボックス 36">
            <a:extLst>
              <a:ext uri="{FF2B5EF4-FFF2-40B4-BE49-F238E27FC236}">
                <a16:creationId xmlns:a16="http://schemas.microsoft.com/office/drawing/2014/main" id="{252B7630-5F1C-BBC2-EE3C-566C5DDF9191}"/>
              </a:ext>
            </a:extLst>
          </p:cNvPr>
          <p:cNvSpPr txBox="1"/>
          <p:nvPr/>
        </p:nvSpPr>
        <p:spPr>
          <a:xfrm>
            <a:off x="1441383" y="4395046"/>
            <a:ext cx="3602255" cy="461665"/>
          </a:xfrm>
          <a:prstGeom prst="rect">
            <a:avLst/>
          </a:prstGeom>
          <a:noFill/>
        </p:spPr>
        <p:txBody>
          <a:bodyPr wrap="square" rtlCol="0">
            <a:spAutoFit/>
          </a:bodyPr>
          <a:lstStyle/>
          <a:p>
            <a:r>
              <a:rPr kumimoji="1" lang="en-US" altLang="ja-JP" sz="2400" dirty="0"/>
              <a:t>If summation &lt; target (2)</a:t>
            </a:r>
            <a:endParaRPr kumimoji="1" lang="ja-JP" altLang="en-US" sz="2400" dirty="0"/>
          </a:p>
        </p:txBody>
      </p:sp>
      <p:sp>
        <p:nvSpPr>
          <p:cNvPr id="38" name="矢印: 右 37">
            <a:extLst>
              <a:ext uri="{FF2B5EF4-FFF2-40B4-BE49-F238E27FC236}">
                <a16:creationId xmlns:a16="http://schemas.microsoft.com/office/drawing/2014/main" id="{ABD58F4E-C1F2-0FF2-FDC7-8328D0FC05F7}"/>
              </a:ext>
            </a:extLst>
          </p:cNvPr>
          <p:cNvSpPr/>
          <p:nvPr/>
        </p:nvSpPr>
        <p:spPr>
          <a:xfrm>
            <a:off x="5510462" y="2765242"/>
            <a:ext cx="965200" cy="858519"/>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矢印: 右 38">
            <a:extLst>
              <a:ext uri="{FF2B5EF4-FFF2-40B4-BE49-F238E27FC236}">
                <a16:creationId xmlns:a16="http://schemas.microsoft.com/office/drawing/2014/main" id="{9F8CBF84-9EA7-4393-5BA8-7A8F338218F4}"/>
              </a:ext>
            </a:extLst>
          </p:cNvPr>
          <p:cNvSpPr/>
          <p:nvPr/>
        </p:nvSpPr>
        <p:spPr>
          <a:xfrm>
            <a:off x="5510462" y="4940518"/>
            <a:ext cx="965200" cy="858519"/>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40" name="表 39">
            <a:extLst>
              <a:ext uri="{FF2B5EF4-FFF2-40B4-BE49-F238E27FC236}">
                <a16:creationId xmlns:a16="http://schemas.microsoft.com/office/drawing/2014/main" id="{EA745767-DCC0-973B-F496-63575B36DCD9}"/>
              </a:ext>
            </a:extLst>
          </p:cNvPr>
          <p:cNvGraphicFramePr>
            <a:graphicFrameLocks noGrp="1"/>
          </p:cNvGraphicFramePr>
          <p:nvPr>
            <p:extLst>
              <p:ext uri="{D42A27DB-BD31-4B8C-83A1-F6EECF244321}">
                <p14:modId xmlns:p14="http://schemas.microsoft.com/office/powerpoint/2010/main" val="2620417924"/>
              </p:ext>
            </p:extLst>
          </p:nvPr>
        </p:nvGraphicFramePr>
        <p:xfrm>
          <a:off x="7128843" y="3054897"/>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graphicFrame>
        <p:nvGraphicFramePr>
          <p:cNvPr id="41" name="表 40">
            <a:extLst>
              <a:ext uri="{FF2B5EF4-FFF2-40B4-BE49-F238E27FC236}">
                <a16:creationId xmlns:a16="http://schemas.microsoft.com/office/drawing/2014/main" id="{A4BBF005-E1BE-C4AF-A5D3-929DD991632D}"/>
              </a:ext>
            </a:extLst>
          </p:cNvPr>
          <p:cNvGraphicFramePr>
            <a:graphicFrameLocks noGrp="1"/>
          </p:cNvGraphicFramePr>
          <p:nvPr>
            <p:extLst>
              <p:ext uri="{D42A27DB-BD31-4B8C-83A1-F6EECF244321}">
                <p14:modId xmlns:p14="http://schemas.microsoft.com/office/powerpoint/2010/main" val="2118078050"/>
              </p:ext>
            </p:extLst>
          </p:nvPr>
        </p:nvGraphicFramePr>
        <p:xfrm>
          <a:off x="7128843" y="5271540"/>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sp>
        <p:nvSpPr>
          <p:cNvPr id="43" name="テキスト ボックス 42">
            <a:extLst>
              <a:ext uri="{FF2B5EF4-FFF2-40B4-BE49-F238E27FC236}">
                <a16:creationId xmlns:a16="http://schemas.microsoft.com/office/drawing/2014/main" id="{1FC5619B-AA29-4AC9-1DCB-3B171871AAE2}"/>
              </a:ext>
            </a:extLst>
          </p:cNvPr>
          <p:cNvSpPr txBox="1"/>
          <p:nvPr/>
        </p:nvSpPr>
        <p:spPr>
          <a:xfrm>
            <a:off x="7330929" y="2661664"/>
            <a:ext cx="2587636" cy="369332"/>
          </a:xfrm>
          <a:prstGeom prst="rect">
            <a:avLst/>
          </a:prstGeom>
          <a:noFill/>
        </p:spPr>
        <p:txBody>
          <a:bodyPr wrap="square" rtlCol="0">
            <a:spAutoFit/>
          </a:bodyPr>
          <a:lstStyle/>
          <a:p>
            <a:pPr algn="ctr"/>
            <a:r>
              <a:rPr kumimoji="1" lang="en-US" altLang="ja-JP" b="1" dirty="0"/>
              <a:t>Child 1</a:t>
            </a:r>
            <a:endParaRPr kumimoji="1" lang="ja-JP" altLang="en-US" b="1" dirty="0"/>
          </a:p>
        </p:txBody>
      </p:sp>
      <p:sp>
        <p:nvSpPr>
          <p:cNvPr id="44" name="テキスト ボックス 43">
            <a:extLst>
              <a:ext uri="{FF2B5EF4-FFF2-40B4-BE49-F238E27FC236}">
                <a16:creationId xmlns:a16="http://schemas.microsoft.com/office/drawing/2014/main" id="{4BCE7713-04EE-539D-DD35-E5AD61F05E1D}"/>
              </a:ext>
            </a:extLst>
          </p:cNvPr>
          <p:cNvSpPr txBox="1"/>
          <p:nvPr/>
        </p:nvSpPr>
        <p:spPr>
          <a:xfrm>
            <a:off x="7345076" y="4926852"/>
            <a:ext cx="2587636" cy="369332"/>
          </a:xfrm>
          <a:prstGeom prst="rect">
            <a:avLst/>
          </a:prstGeom>
          <a:noFill/>
        </p:spPr>
        <p:txBody>
          <a:bodyPr wrap="square" rtlCol="0">
            <a:spAutoFit/>
          </a:bodyPr>
          <a:lstStyle/>
          <a:p>
            <a:pPr algn="ctr"/>
            <a:r>
              <a:rPr kumimoji="1" lang="en-US" altLang="ja-JP" b="1" dirty="0"/>
              <a:t>Child 2</a:t>
            </a:r>
            <a:endParaRPr kumimoji="1" lang="ja-JP" altLang="en-US" b="1" dirty="0"/>
          </a:p>
        </p:txBody>
      </p:sp>
      <p:cxnSp>
        <p:nvCxnSpPr>
          <p:cNvPr id="46" name="直線コネクタ 45">
            <a:extLst>
              <a:ext uri="{FF2B5EF4-FFF2-40B4-BE49-F238E27FC236}">
                <a16:creationId xmlns:a16="http://schemas.microsoft.com/office/drawing/2014/main" id="{DA27FAB7-EFBF-34D0-D744-5F90F0F01A00}"/>
              </a:ext>
            </a:extLst>
          </p:cNvPr>
          <p:cNvCxnSpPr>
            <a:cxnSpLocks/>
          </p:cNvCxnSpPr>
          <p:nvPr/>
        </p:nvCxnSpPr>
        <p:spPr>
          <a:xfrm flipV="1">
            <a:off x="7515726" y="3918635"/>
            <a:ext cx="2265680" cy="5778"/>
          </a:xfrm>
          <a:prstGeom prst="line">
            <a:avLst/>
          </a:prstGeom>
          <a:ln w="19050"/>
        </p:spPr>
        <p:style>
          <a:lnRef idx="1">
            <a:schemeClr val="dk1"/>
          </a:lnRef>
          <a:fillRef idx="0">
            <a:schemeClr val="dk1"/>
          </a:fillRef>
          <a:effectRef idx="0">
            <a:schemeClr val="dk1"/>
          </a:effectRef>
          <a:fontRef idx="minor">
            <a:schemeClr val="tx1"/>
          </a:fontRef>
        </p:style>
      </p:cxnSp>
      <p:cxnSp>
        <p:nvCxnSpPr>
          <p:cNvPr id="51" name="直線矢印コネクタ 50">
            <a:extLst>
              <a:ext uri="{FF2B5EF4-FFF2-40B4-BE49-F238E27FC236}">
                <a16:creationId xmlns:a16="http://schemas.microsoft.com/office/drawing/2014/main" id="{F122F5E8-30F7-214C-797F-FA2D84B28F03}"/>
              </a:ext>
            </a:extLst>
          </p:cNvPr>
          <p:cNvCxnSpPr/>
          <p:nvPr/>
        </p:nvCxnSpPr>
        <p:spPr>
          <a:xfrm flipV="1">
            <a:off x="7515726" y="3437372"/>
            <a:ext cx="0" cy="4960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矢印コネクタ 51">
            <a:extLst>
              <a:ext uri="{FF2B5EF4-FFF2-40B4-BE49-F238E27FC236}">
                <a16:creationId xmlns:a16="http://schemas.microsoft.com/office/drawing/2014/main" id="{7304A1DD-E2B5-CBD4-636B-74A1E9B354DE}"/>
              </a:ext>
            </a:extLst>
          </p:cNvPr>
          <p:cNvCxnSpPr/>
          <p:nvPr/>
        </p:nvCxnSpPr>
        <p:spPr>
          <a:xfrm flipV="1">
            <a:off x="9781406" y="3425737"/>
            <a:ext cx="0" cy="4960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A7E167DD-94C5-CBD2-0670-DC5DA7AB47C8}"/>
              </a:ext>
            </a:extLst>
          </p:cNvPr>
          <p:cNvSpPr txBox="1"/>
          <p:nvPr/>
        </p:nvSpPr>
        <p:spPr>
          <a:xfrm>
            <a:off x="7103710" y="4024467"/>
            <a:ext cx="3858930" cy="461665"/>
          </a:xfrm>
          <a:prstGeom prst="rect">
            <a:avLst/>
          </a:prstGeom>
          <a:noFill/>
        </p:spPr>
        <p:txBody>
          <a:bodyPr wrap="square" rtlCol="0">
            <a:spAutoFit/>
          </a:bodyPr>
          <a:lstStyle/>
          <a:p>
            <a:r>
              <a:rPr kumimoji="1" lang="en-US" altLang="ja-JP" sz="2400" dirty="0"/>
              <a:t>Randomly swap positions  </a:t>
            </a:r>
            <a:endParaRPr kumimoji="1" lang="ja-JP" altLang="en-US" sz="2400" dirty="0"/>
          </a:p>
        </p:txBody>
      </p:sp>
      <p:cxnSp>
        <p:nvCxnSpPr>
          <p:cNvPr id="55" name="直線コネクタ 54">
            <a:extLst>
              <a:ext uri="{FF2B5EF4-FFF2-40B4-BE49-F238E27FC236}">
                <a16:creationId xmlns:a16="http://schemas.microsoft.com/office/drawing/2014/main" id="{24005CEB-6DBD-4AE1-5529-AC68AF67AF42}"/>
              </a:ext>
            </a:extLst>
          </p:cNvPr>
          <p:cNvCxnSpPr>
            <a:cxnSpLocks/>
          </p:cNvCxnSpPr>
          <p:nvPr/>
        </p:nvCxnSpPr>
        <p:spPr>
          <a:xfrm>
            <a:off x="9006706" y="6119404"/>
            <a:ext cx="7747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6" name="直線矢印コネクタ 55">
            <a:extLst>
              <a:ext uri="{FF2B5EF4-FFF2-40B4-BE49-F238E27FC236}">
                <a16:creationId xmlns:a16="http://schemas.microsoft.com/office/drawing/2014/main" id="{D6C57FEF-8BD0-D261-30F2-96A05893FBF5}"/>
              </a:ext>
            </a:extLst>
          </p:cNvPr>
          <p:cNvCxnSpPr>
            <a:cxnSpLocks/>
          </p:cNvCxnSpPr>
          <p:nvPr/>
        </p:nvCxnSpPr>
        <p:spPr>
          <a:xfrm flipV="1">
            <a:off x="9006706" y="5642380"/>
            <a:ext cx="0" cy="48439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E809B5B5-9B63-75F4-BD7D-17C1E648FC1B}"/>
              </a:ext>
            </a:extLst>
          </p:cNvPr>
          <p:cNvCxnSpPr/>
          <p:nvPr/>
        </p:nvCxnSpPr>
        <p:spPr>
          <a:xfrm flipV="1">
            <a:off x="9781406" y="5630767"/>
            <a:ext cx="0" cy="4960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0F5DFCEF-17F2-D675-EF4E-FF25DCB9B4AC}"/>
              </a:ext>
            </a:extLst>
          </p:cNvPr>
          <p:cNvSpPr txBox="1"/>
          <p:nvPr/>
        </p:nvSpPr>
        <p:spPr>
          <a:xfrm>
            <a:off x="7103710" y="6255682"/>
            <a:ext cx="3858930" cy="461665"/>
          </a:xfrm>
          <a:prstGeom prst="rect">
            <a:avLst/>
          </a:prstGeom>
          <a:noFill/>
        </p:spPr>
        <p:txBody>
          <a:bodyPr wrap="square" rtlCol="0">
            <a:spAutoFit/>
          </a:bodyPr>
          <a:lstStyle/>
          <a:p>
            <a:r>
              <a:rPr kumimoji="1" lang="en-US" altLang="ja-JP" sz="2400" dirty="0"/>
              <a:t>Randomly swap positions  </a:t>
            </a:r>
            <a:endParaRPr kumimoji="1" lang="ja-JP" altLang="en-US" sz="2400" dirty="0"/>
          </a:p>
        </p:txBody>
      </p:sp>
    </p:spTree>
    <p:extLst>
      <p:ext uri="{BB962C8B-B14F-4D97-AF65-F5344CB8AC3E}">
        <p14:creationId xmlns:p14="http://schemas.microsoft.com/office/powerpoint/2010/main" val="38441257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3E711-2B1C-079D-AEDE-FD0CDEDCCD9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3D78F44-FBBC-30DD-2DB3-8764771C74B9}"/>
              </a:ext>
            </a:extLst>
          </p:cNvPr>
          <p:cNvSpPr>
            <a:spLocks noGrp="1"/>
          </p:cNvSpPr>
          <p:nvPr>
            <p:ph type="title"/>
          </p:nvPr>
        </p:nvSpPr>
        <p:spPr/>
        <p:txBody>
          <a:bodyPr/>
          <a:lstStyle/>
          <a:p>
            <a:r>
              <a:rPr lang="en-US" altLang="ja-JP" dirty="0">
                <a:latin typeface="游ゴシック Light 見出し"/>
              </a:rPr>
              <a:t>Mutation (</a:t>
            </a:r>
            <a:r>
              <a:rPr lang="en-US" altLang="ja-JP" dirty="0" err="1">
                <a:latin typeface="游ゴシック Light 見出し"/>
              </a:rPr>
              <a:t>Cnt</a:t>
            </a:r>
            <a:r>
              <a:rPr lang="en-US" altLang="ja-JP" dirty="0">
                <a:latin typeface="游ゴシック Light 見出し"/>
              </a:rPr>
              <a:t>.)</a:t>
            </a:r>
            <a:endParaRPr kumimoji="1" lang="ja-JP" altLang="en-US" dirty="0">
              <a:latin typeface="游ゴシック Light 見出し"/>
            </a:endParaRPr>
          </a:p>
        </p:txBody>
      </p:sp>
      <p:sp>
        <p:nvSpPr>
          <p:cNvPr id="6" name="スライド番号プレースホルダー 5">
            <a:extLst>
              <a:ext uri="{FF2B5EF4-FFF2-40B4-BE49-F238E27FC236}">
                <a16:creationId xmlns:a16="http://schemas.microsoft.com/office/drawing/2014/main" id="{9B130603-941C-CA8A-AEC6-5A4806A8B5DD}"/>
              </a:ext>
            </a:extLst>
          </p:cNvPr>
          <p:cNvSpPr>
            <a:spLocks noGrp="1"/>
          </p:cNvSpPr>
          <p:nvPr>
            <p:ph type="sldNum" sz="quarter" idx="12"/>
          </p:nvPr>
        </p:nvSpPr>
        <p:spPr/>
        <p:txBody>
          <a:bodyPr/>
          <a:lstStyle/>
          <a:p>
            <a:fld id="{05775D0E-D6FD-4847-A4AD-7D56F7F6616B}" type="slidenum">
              <a:rPr lang="en-JP" smtClean="0"/>
              <a:t>25</a:t>
            </a:fld>
            <a:endParaRPr lang="en-JP"/>
          </a:p>
        </p:txBody>
      </p:sp>
      <p:grpSp>
        <p:nvGrpSpPr>
          <p:cNvPr id="3" name="グループ化 2">
            <a:extLst>
              <a:ext uri="{FF2B5EF4-FFF2-40B4-BE49-F238E27FC236}">
                <a16:creationId xmlns:a16="http://schemas.microsoft.com/office/drawing/2014/main" id="{7105829D-1B81-5BD7-65CA-D9D416F5C05F}"/>
              </a:ext>
            </a:extLst>
          </p:cNvPr>
          <p:cNvGrpSpPr/>
          <p:nvPr/>
        </p:nvGrpSpPr>
        <p:grpSpPr>
          <a:xfrm>
            <a:off x="733258" y="3939531"/>
            <a:ext cx="10764520" cy="408940"/>
            <a:chOff x="838200" y="3429000"/>
            <a:chExt cx="10515600" cy="408940"/>
          </a:xfrm>
        </p:grpSpPr>
        <p:cxnSp>
          <p:nvCxnSpPr>
            <p:cNvPr id="4" name="直線コネクタ 3">
              <a:extLst>
                <a:ext uri="{FF2B5EF4-FFF2-40B4-BE49-F238E27FC236}">
                  <a16:creationId xmlns:a16="http://schemas.microsoft.com/office/drawing/2014/main" id="{D6E7430F-AB69-AEB4-2EF6-D3B9E697D19E}"/>
                </a:ext>
              </a:extLst>
            </p:cNvPr>
            <p:cNvCxnSpPr/>
            <p:nvPr/>
          </p:nvCxnSpPr>
          <p:spPr>
            <a:xfrm>
              <a:off x="838200" y="3616960"/>
              <a:ext cx="105156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8D3056A7-2CC0-CB22-683E-E4C35E3E1CAB}"/>
                </a:ext>
              </a:extLst>
            </p:cNvPr>
            <p:cNvCxnSpPr>
              <a:cxnSpLocks/>
            </p:cNvCxnSpPr>
            <p:nvPr/>
          </p:nvCxnSpPr>
          <p:spPr>
            <a:xfrm flipV="1">
              <a:off x="838200" y="3429000"/>
              <a:ext cx="0" cy="370840"/>
            </a:xfrm>
            <a:prstGeom prst="line">
              <a:avLst/>
            </a:prstGeom>
            <a:ln w="19050"/>
          </p:spPr>
          <p:style>
            <a:lnRef idx="1">
              <a:schemeClr val="dk1"/>
            </a:lnRef>
            <a:fillRef idx="0">
              <a:schemeClr val="dk1"/>
            </a:fillRef>
            <a:effectRef idx="0">
              <a:schemeClr val="dk1"/>
            </a:effectRef>
            <a:fontRef idx="minor">
              <a:schemeClr val="tx1"/>
            </a:fontRef>
          </p:style>
        </p:cxnSp>
        <p:cxnSp>
          <p:nvCxnSpPr>
            <p:cNvPr id="8" name="直線コネクタ 7">
              <a:extLst>
                <a:ext uri="{FF2B5EF4-FFF2-40B4-BE49-F238E27FC236}">
                  <a16:creationId xmlns:a16="http://schemas.microsoft.com/office/drawing/2014/main" id="{BC999565-7C08-5C21-B823-7D9A17F8A6F0}"/>
                </a:ext>
              </a:extLst>
            </p:cNvPr>
            <p:cNvCxnSpPr>
              <a:cxnSpLocks/>
            </p:cNvCxnSpPr>
            <p:nvPr/>
          </p:nvCxnSpPr>
          <p:spPr>
            <a:xfrm flipV="1">
              <a:off x="11353800" y="3467100"/>
              <a:ext cx="0" cy="370840"/>
            </a:xfrm>
            <a:prstGeom prst="line">
              <a:avLst/>
            </a:prstGeom>
            <a:ln w="19050"/>
          </p:spPr>
          <p:style>
            <a:lnRef idx="1">
              <a:schemeClr val="dk1"/>
            </a:lnRef>
            <a:fillRef idx="0">
              <a:schemeClr val="dk1"/>
            </a:fillRef>
            <a:effectRef idx="0">
              <a:schemeClr val="dk1"/>
            </a:effectRef>
            <a:fontRef idx="minor">
              <a:schemeClr val="tx1"/>
            </a:fontRef>
          </p:style>
        </p:cxnSp>
      </p:grpSp>
      <p:sp>
        <p:nvSpPr>
          <p:cNvPr id="9" name="テキスト ボックス 8">
            <a:extLst>
              <a:ext uri="{FF2B5EF4-FFF2-40B4-BE49-F238E27FC236}">
                <a16:creationId xmlns:a16="http://schemas.microsoft.com/office/drawing/2014/main" id="{6B55E520-4C9C-7AFD-3D97-3A6A57B23180}"/>
              </a:ext>
            </a:extLst>
          </p:cNvPr>
          <p:cNvSpPr txBox="1"/>
          <p:nvPr/>
        </p:nvSpPr>
        <p:spPr>
          <a:xfrm>
            <a:off x="4748040" y="4294674"/>
            <a:ext cx="2587636" cy="369332"/>
          </a:xfrm>
          <a:prstGeom prst="rect">
            <a:avLst/>
          </a:prstGeom>
          <a:noFill/>
        </p:spPr>
        <p:txBody>
          <a:bodyPr wrap="square" rtlCol="0">
            <a:spAutoFit/>
          </a:bodyPr>
          <a:lstStyle/>
          <a:p>
            <a:pPr algn="ctr"/>
            <a:r>
              <a:rPr kumimoji="1" lang="en-US" altLang="ja-JP" b="1" dirty="0"/>
              <a:t>Generation 2</a:t>
            </a:r>
            <a:endParaRPr kumimoji="1" lang="ja-JP" altLang="en-US" b="1" dirty="0"/>
          </a:p>
        </p:txBody>
      </p:sp>
      <p:graphicFrame>
        <p:nvGraphicFramePr>
          <p:cNvPr id="10" name="表 9">
            <a:extLst>
              <a:ext uri="{FF2B5EF4-FFF2-40B4-BE49-F238E27FC236}">
                <a16:creationId xmlns:a16="http://schemas.microsoft.com/office/drawing/2014/main" id="{0E958552-9631-ECAA-2704-141B6FF4622A}"/>
              </a:ext>
            </a:extLst>
          </p:cNvPr>
          <p:cNvGraphicFramePr>
            <a:graphicFrameLocks noGrp="1"/>
          </p:cNvGraphicFramePr>
          <p:nvPr>
            <p:extLst>
              <p:ext uri="{D42A27DB-BD31-4B8C-83A1-F6EECF244321}">
                <p14:modId xmlns:p14="http://schemas.microsoft.com/office/powerpoint/2010/main" val="1198801517"/>
              </p:ext>
            </p:extLst>
          </p:nvPr>
        </p:nvGraphicFramePr>
        <p:xfrm>
          <a:off x="8073858" y="3361006"/>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sp>
        <p:nvSpPr>
          <p:cNvPr id="13" name="テキスト ボックス 12">
            <a:extLst>
              <a:ext uri="{FF2B5EF4-FFF2-40B4-BE49-F238E27FC236}">
                <a16:creationId xmlns:a16="http://schemas.microsoft.com/office/drawing/2014/main" id="{24DABF85-45D9-999B-AB34-0B82147312F1}"/>
              </a:ext>
            </a:extLst>
          </p:cNvPr>
          <p:cNvSpPr txBox="1"/>
          <p:nvPr/>
        </p:nvSpPr>
        <p:spPr>
          <a:xfrm>
            <a:off x="8293880" y="2897694"/>
            <a:ext cx="2587636" cy="369332"/>
          </a:xfrm>
          <a:prstGeom prst="rect">
            <a:avLst/>
          </a:prstGeom>
          <a:noFill/>
        </p:spPr>
        <p:txBody>
          <a:bodyPr wrap="square" rtlCol="0">
            <a:spAutoFit/>
          </a:bodyPr>
          <a:lstStyle/>
          <a:p>
            <a:pPr algn="ctr"/>
            <a:r>
              <a:rPr kumimoji="1" lang="en-US" altLang="ja-JP" b="1" dirty="0"/>
              <a:t>Chromosome 3</a:t>
            </a:r>
            <a:endParaRPr kumimoji="1" lang="ja-JP" altLang="en-US" b="1" dirty="0"/>
          </a:p>
        </p:txBody>
      </p:sp>
      <p:graphicFrame>
        <p:nvGraphicFramePr>
          <p:cNvPr id="17" name="表 16">
            <a:extLst>
              <a:ext uri="{FF2B5EF4-FFF2-40B4-BE49-F238E27FC236}">
                <a16:creationId xmlns:a16="http://schemas.microsoft.com/office/drawing/2014/main" id="{2F398D1B-9828-96F0-7AB9-C7DF21DE4EA4}"/>
              </a:ext>
            </a:extLst>
          </p:cNvPr>
          <p:cNvGraphicFramePr>
            <a:graphicFrameLocks noGrp="1"/>
          </p:cNvGraphicFramePr>
          <p:nvPr>
            <p:extLst>
              <p:ext uri="{D42A27DB-BD31-4B8C-83A1-F6EECF244321}">
                <p14:modId xmlns:p14="http://schemas.microsoft.com/office/powerpoint/2010/main" val="3175826777"/>
              </p:ext>
            </p:extLst>
          </p:nvPr>
        </p:nvGraphicFramePr>
        <p:xfrm>
          <a:off x="1046458" y="3359181"/>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sp>
        <p:nvSpPr>
          <p:cNvPr id="19" name="テキスト ボックス 18">
            <a:extLst>
              <a:ext uri="{FF2B5EF4-FFF2-40B4-BE49-F238E27FC236}">
                <a16:creationId xmlns:a16="http://schemas.microsoft.com/office/drawing/2014/main" id="{0CF3A37E-808F-6246-97BA-C8563A835556}"/>
              </a:ext>
            </a:extLst>
          </p:cNvPr>
          <p:cNvSpPr txBox="1"/>
          <p:nvPr/>
        </p:nvSpPr>
        <p:spPr>
          <a:xfrm>
            <a:off x="1248544" y="2965948"/>
            <a:ext cx="2587636" cy="369332"/>
          </a:xfrm>
          <a:prstGeom prst="rect">
            <a:avLst/>
          </a:prstGeom>
          <a:noFill/>
        </p:spPr>
        <p:txBody>
          <a:bodyPr wrap="square" rtlCol="0">
            <a:spAutoFit/>
          </a:bodyPr>
          <a:lstStyle/>
          <a:p>
            <a:pPr algn="ctr"/>
            <a:r>
              <a:rPr kumimoji="1" lang="en-US" altLang="ja-JP" b="1" dirty="0"/>
              <a:t>Child 1</a:t>
            </a:r>
            <a:endParaRPr kumimoji="1" lang="ja-JP" altLang="en-US" b="1" dirty="0"/>
          </a:p>
        </p:txBody>
      </p:sp>
      <p:graphicFrame>
        <p:nvGraphicFramePr>
          <p:cNvPr id="20" name="表 19">
            <a:extLst>
              <a:ext uri="{FF2B5EF4-FFF2-40B4-BE49-F238E27FC236}">
                <a16:creationId xmlns:a16="http://schemas.microsoft.com/office/drawing/2014/main" id="{D100B836-C223-FCD6-72DF-BA2D4BBBA587}"/>
              </a:ext>
            </a:extLst>
          </p:cNvPr>
          <p:cNvGraphicFramePr>
            <a:graphicFrameLocks noGrp="1"/>
          </p:cNvGraphicFramePr>
          <p:nvPr>
            <p:extLst>
              <p:ext uri="{D42A27DB-BD31-4B8C-83A1-F6EECF244321}">
                <p14:modId xmlns:p14="http://schemas.microsoft.com/office/powerpoint/2010/main" val="3018022496"/>
              </p:ext>
            </p:extLst>
          </p:nvPr>
        </p:nvGraphicFramePr>
        <p:xfrm>
          <a:off x="4587217" y="3359181"/>
          <a:ext cx="3027680" cy="370840"/>
        </p:xfrm>
        <a:graphic>
          <a:graphicData uri="http://schemas.openxmlformats.org/drawingml/2006/table">
            <a:tbl>
              <a:tblPr firstRow="1" bandRow="1">
                <a:tableStyleId>{5C22544A-7EE6-4342-B048-85BDC9FD1C3A}</a:tableStyleId>
              </a:tblPr>
              <a:tblGrid>
                <a:gridCol w="756920">
                  <a:extLst>
                    <a:ext uri="{9D8B030D-6E8A-4147-A177-3AD203B41FA5}">
                      <a16:colId xmlns:a16="http://schemas.microsoft.com/office/drawing/2014/main" val="2583277702"/>
                    </a:ext>
                  </a:extLst>
                </a:gridCol>
                <a:gridCol w="756920">
                  <a:extLst>
                    <a:ext uri="{9D8B030D-6E8A-4147-A177-3AD203B41FA5}">
                      <a16:colId xmlns:a16="http://schemas.microsoft.com/office/drawing/2014/main" val="790162377"/>
                    </a:ext>
                  </a:extLst>
                </a:gridCol>
                <a:gridCol w="756920">
                  <a:extLst>
                    <a:ext uri="{9D8B030D-6E8A-4147-A177-3AD203B41FA5}">
                      <a16:colId xmlns:a16="http://schemas.microsoft.com/office/drawing/2014/main" val="2942346246"/>
                    </a:ext>
                  </a:extLst>
                </a:gridCol>
                <a:gridCol w="756920">
                  <a:extLst>
                    <a:ext uri="{9D8B030D-6E8A-4147-A177-3AD203B41FA5}">
                      <a16:colId xmlns:a16="http://schemas.microsoft.com/office/drawing/2014/main" val="1912884415"/>
                    </a:ext>
                  </a:extLst>
                </a:gridCol>
              </a:tblGrid>
              <a:tr h="370840">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1</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dirty="0">
                          <a:solidFill>
                            <a:schemeClr val="tx1"/>
                          </a:solidFill>
                        </a:rPr>
                        <a:t>0</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193772"/>
                  </a:ext>
                </a:extLst>
              </a:tr>
            </a:tbl>
          </a:graphicData>
        </a:graphic>
      </p:graphicFrame>
      <p:sp>
        <p:nvSpPr>
          <p:cNvPr id="25" name="テキスト ボックス 24">
            <a:extLst>
              <a:ext uri="{FF2B5EF4-FFF2-40B4-BE49-F238E27FC236}">
                <a16:creationId xmlns:a16="http://schemas.microsoft.com/office/drawing/2014/main" id="{BB282CB5-257C-DD74-0ED0-F62B894BAA1E}"/>
              </a:ext>
            </a:extLst>
          </p:cNvPr>
          <p:cNvSpPr txBox="1"/>
          <p:nvPr/>
        </p:nvSpPr>
        <p:spPr>
          <a:xfrm>
            <a:off x="4803450" y="3014493"/>
            <a:ext cx="2587636" cy="369332"/>
          </a:xfrm>
          <a:prstGeom prst="rect">
            <a:avLst/>
          </a:prstGeom>
          <a:noFill/>
        </p:spPr>
        <p:txBody>
          <a:bodyPr wrap="square" rtlCol="0">
            <a:spAutoFit/>
          </a:bodyPr>
          <a:lstStyle/>
          <a:p>
            <a:pPr algn="ctr"/>
            <a:r>
              <a:rPr kumimoji="1" lang="en-US" altLang="ja-JP" b="1" dirty="0"/>
              <a:t>Child 2</a:t>
            </a:r>
            <a:endParaRPr kumimoji="1" lang="ja-JP" altLang="en-US" b="1" dirty="0"/>
          </a:p>
        </p:txBody>
      </p:sp>
      <p:sp>
        <p:nvSpPr>
          <p:cNvPr id="31" name="矢印: 右 30">
            <a:extLst>
              <a:ext uri="{FF2B5EF4-FFF2-40B4-BE49-F238E27FC236}">
                <a16:creationId xmlns:a16="http://schemas.microsoft.com/office/drawing/2014/main" id="{A475553A-7D63-2613-1D22-6F32382E2790}"/>
              </a:ext>
            </a:extLst>
          </p:cNvPr>
          <p:cNvSpPr/>
          <p:nvPr/>
        </p:nvSpPr>
        <p:spPr>
          <a:xfrm rot="5400000">
            <a:off x="2059761" y="2032260"/>
            <a:ext cx="965200" cy="858519"/>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矢印: 右 31">
            <a:extLst>
              <a:ext uri="{FF2B5EF4-FFF2-40B4-BE49-F238E27FC236}">
                <a16:creationId xmlns:a16="http://schemas.microsoft.com/office/drawing/2014/main" id="{AEC30A53-C087-55A4-B91B-4E1251C2403B}"/>
              </a:ext>
            </a:extLst>
          </p:cNvPr>
          <p:cNvSpPr/>
          <p:nvPr/>
        </p:nvSpPr>
        <p:spPr>
          <a:xfrm rot="5400000">
            <a:off x="5613400" y="2072956"/>
            <a:ext cx="965200" cy="858519"/>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571288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69F53-4C49-DD75-25BD-25FBC05DF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90E2C-4A99-80FB-64D0-CF161CAF08E1}"/>
              </a:ext>
            </a:extLst>
          </p:cNvPr>
          <p:cNvSpPr>
            <a:spLocks noGrp="1"/>
          </p:cNvSpPr>
          <p:nvPr>
            <p:ph type="title"/>
          </p:nvPr>
        </p:nvSpPr>
        <p:spPr/>
        <p:txBody>
          <a:bodyPr>
            <a:normAutofit/>
          </a:bodyPr>
          <a:lstStyle/>
          <a:p>
            <a:r>
              <a:rPr lang="en-JP" sz="4800" dirty="0">
                <a:latin typeface="游ゴシック Light" panose="020B0300000000000000" pitchFamily="50" charset="-128"/>
                <a:ea typeface="游ゴシック Light" panose="020B0300000000000000" pitchFamily="50" charset="-128"/>
              </a:rPr>
              <a:t>Outline</a:t>
            </a:r>
          </a:p>
        </p:txBody>
      </p:sp>
      <p:sp>
        <p:nvSpPr>
          <p:cNvPr id="3" name="Content Placeholder 2">
            <a:extLst>
              <a:ext uri="{FF2B5EF4-FFF2-40B4-BE49-F238E27FC236}">
                <a16:creationId xmlns:a16="http://schemas.microsoft.com/office/drawing/2014/main" id="{6D3493C8-A751-F80C-4161-B947B8681EB6}"/>
              </a:ext>
            </a:extLst>
          </p:cNvPr>
          <p:cNvSpPr>
            <a:spLocks noGrp="1"/>
          </p:cNvSpPr>
          <p:nvPr>
            <p:ph idx="1"/>
          </p:nvPr>
        </p:nvSpPr>
        <p:spPr/>
        <p:txBody>
          <a:bodyPr>
            <a:normAutofit/>
          </a:bodyPr>
          <a:lstStyle/>
          <a:p>
            <a:pPr>
              <a:lnSpc>
                <a:spcPct val="200000"/>
              </a:lnSpc>
            </a:pPr>
            <a:r>
              <a:rPr lang="en-JP" dirty="0">
                <a:solidFill>
                  <a:schemeClr val="tx1">
                    <a:lumMod val="65000"/>
                    <a:lumOff val="35000"/>
                  </a:schemeClr>
                </a:solidFill>
                <a:latin typeface="+mn-ea"/>
              </a:rPr>
              <a:t>Introduction</a:t>
            </a:r>
          </a:p>
          <a:p>
            <a:pPr>
              <a:lnSpc>
                <a:spcPct val="200000"/>
              </a:lnSpc>
            </a:pPr>
            <a:r>
              <a:rPr lang="en-US" dirty="0">
                <a:solidFill>
                  <a:schemeClr val="tx1">
                    <a:lumMod val="65000"/>
                    <a:lumOff val="35000"/>
                  </a:schemeClr>
                </a:solidFill>
                <a:latin typeface="+mn-ea"/>
              </a:rPr>
              <a:t>Proposed Method</a:t>
            </a:r>
          </a:p>
          <a:p>
            <a:pPr>
              <a:lnSpc>
                <a:spcPct val="200000"/>
              </a:lnSpc>
            </a:pPr>
            <a:r>
              <a:rPr lang="en-US" b="1" dirty="0">
                <a:latin typeface="+mn-ea"/>
              </a:rPr>
              <a:t>Evaluation &amp; Result</a:t>
            </a:r>
          </a:p>
          <a:p>
            <a:pPr>
              <a:lnSpc>
                <a:spcPct val="200000"/>
              </a:lnSpc>
            </a:pPr>
            <a:r>
              <a:rPr lang="en-US" dirty="0">
                <a:solidFill>
                  <a:schemeClr val="tx1">
                    <a:lumMod val="65000"/>
                    <a:lumOff val="35000"/>
                  </a:schemeClr>
                </a:solidFill>
                <a:latin typeface="+mn-ea"/>
              </a:rPr>
              <a:t>Conclusion</a:t>
            </a:r>
            <a:endParaRPr lang="en-JP" dirty="0">
              <a:solidFill>
                <a:schemeClr val="tx1">
                  <a:lumMod val="65000"/>
                  <a:lumOff val="35000"/>
                </a:schemeClr>
              </a:solidFill>
              <a:latin typeface="+mn-ea"/>
            </a:endParaRPr>
          </a:p>
          <a:p>
            <a:pPr>
              <a:lnSpc>
                <a:spcPct val="200000"/>
              </a:lnSpc>
            </a:pPr>
            <a:endParaRPr lang="en-JP" dirty="0"/>
          </a:p>
        </p:txBody>
      </p:sp>
      <p:sp>
        <p:nvSpPr>
          <p:cNvPr id="4" name="Slide Number Placeholder 3">
            <a:extLst>
              <a:ext uri="{FF2B5EF4-FFF2-40B4-BE49-F238E27FC236}">
                <a16:creationId xmlns:a16="http://schemas.microsoft.com/office/drawing/2014/main" id="{5049CEE0-5251-4FBE-5D32-D2EC430B12D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E1630E-4032-3047-98BF-B11EB6324D3D}" type="slidenum">
              <a:rPr kumimoji="1" lang="en-JP" sz="1200" b="0" i="0" u="none" strike="noStrike" kern="1200" cap="none" spc="0" normalizeH="0" baseline="0" noProof="0" smtClean="0">
                <a:ln>
                  <a:noFill/>
                </a:ln>
                <a:solidFill>
                  <a:prstClr val="black">
                    <a:tint val="82000"/>
                  </a:prstClr>
                </a:solidFill>
                <a:effectLst/>
                <a:uLnTx/>
                <a:uFillTx/>
                <a:latin typeface="游ゴシック"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1" lang="en-JP" sz="1200" b="0" i="0" u="none" strike="noStrike" kern="1200" cap="none" spc="0" normalizeH="0" baseline="0" noProof="0">
              <a:ln>
                <a:noFill/>
              </a:ln>
              <a:solidFill>
                <a:prstClr val="black">
                  <a:tint val="82000"/>
                </a:prstClr>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36770073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FF3F6-67B6-A928-D940-BFB6481A0E8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880EAC-AD1C-B248-7C49-4EC955171B37}"/>
              </a:ext>
            </a:extLst>
          </p:cNvPr>
          <p:cNvSpPr>
            <a:spLocks noGrp="1"/>
          </p:cNvSpPr>
          <p:nvPr>
            <p:ph type="title"/>
          </p:nvPr>
        </p:nvSpPr>
        <p:spPr/>
        <p:txBody>
          <a:bodyPr/>
          <a:lstStyle/>
          <a:p>
            <a:r>
              <a:rPr lang="en-US" altLang="ja-JP" dirty="0"/>
              <a:t>Evaluation &amp; Result</a:t>
            </a:r>
            <a:r>
              <a:rPr kumimoji="1" lang="en-US" altLang="ja-JP" dirty="0"/>
              <a:t> </a:t>
            </a:r>
            <a:endParaRPr kumimoji="1" lang="ja-JP" altLang="en-US" dirty="0"/>
          </a:p>
        </p:txBody>
      </p:sp>
      <p:sp>
        <p:nvSpPr>
          <p:cNvPr id="4" name="Content Placeholder 3">
            <a:extLst>
              <a:ext uri="{FF2B5EF4-FFF2-40B4-BE49-F238E27FC236}">
                <a16:creationId xmlns:a16="http://schemas.microsoft.com/office/drawing/2014/main" id="{FC683C5C-7A4C-B7DA-8591-3D717DDECDB1}"/>
              </a:ext>
            </a:extLst>
          </p:cNvPr>
          <p:cNvSpPr>
            <a:spLocks noGrp="1"/>
          </p:cNvSpPr>
          <p:nvPr>
            <p:ph idx="1"/>
          </p:nvPr>
        </p:nvSpPr>
        <p:spPr/>
        <p:txBody>
          <a:bodyPr>
            <a:normAutofit fontScale="92500" lnSpcReduction="10000"/>
          </a:bodyPr>
          <a:lstStyle/>
          <a:p>
            <a:r>
              <a:rPr lang="en-US" dirty="0"/>
              <a:t>Setup:</a:t>
            </a:r>
          </a:p>
          <a:p>
            <a:pPr lvl="1"/>
            <a:r>
              <a:rPr lang="en-US" dirty="0"/>
              <a:t>Machine: core i7-13700K, Nvidia RTX4070</a:t>
            </a:r>
          </a:p>
          <a:p>
            <a:r>
              <a:rPr lang="en-US" dirty="0"/>
              <a:t>Model:</a:t>
            </a:r>
          </a:p>
          <a:p>
            <a:pPr lvl="1"/>
            <a:r>
              <a:rPr lang="en-US" dirty="0"/>
              <a:t>Learning Model: pre-and-post-synaptic STDP</a:t>
            </a:r>
          </a:p>
          <a:p>
            <a:pPr lvl="1"/>
            <a:r>
              <a:rPr lang="en-US" dirty="0"/>
              <a:t>Programming and Library: Python, BindsNet [2]</a:t>
            </a:r>
          </a:p>
          <a:p>
            <a:pPr lvl="1"/>
            <a:r>
              <a:rPr lang="en-US" dirty="0"/>
              <a:t>5 sub-models, 100 neurons each, merged into a 300 model </a:t>
            </a:r>
          </a:p>
          <a:p>
            <a:pPr marL="457200" lvl="1" indent="263525">
              <a:buNone/>
            </a:pPr>
            <a:r>
              <a:rPr lang="en-US" dirty="0"/>
              <a:t>(200 neurons compressed)</a:t>
            </a:r>
          </a:p>
          <a:p>
            <a:pPr lvl="1"/>
            <a:r>
              <a:rPr lang="en-US" dirty="0"/>
              <a:t>2 sub-models, 250 neurons each, merged into a 300 model</a:t>
            </a:r>
          </a:p>
          <a:p>
            <a:pPr marL="457200" lvl="1" indent="263525">
              <a:buNone/>
            </a:pPr>
            <a:r>
              <a:rPr lang="en-US" altLang="ja-JP" dirty="0"/>
              <a:t>(200 neurons compressed)</a:t>
            </a:r>
            <a:endParaRPr lang="en-US" dirty="0"/>
          </a:p>
          <a:p>
            <a:r>
              <a:rPr lang="en-US" dirty="0"/>
              <a:t>Criterion:</a:t>
            </a:r>
          </a:p>
          <a:p>
            <a:pPr lvl="1"/>
            <a:r>
              <a:rPr lang="en-US" dirty="0"/>
              <a:t>Classification Accuracy</a:t>
            </a:r>
          </a:p>
          <a:p>
            <a:pPr lvl="1"/>
            <a:r>
              <a:rPr lang="en-US" dirty="0"/>
              <a:t>Processing Speed of Compression</a:t>
            </a:r>
          </a:p>
        </p:txBody>
      </p:sp>
      <p:sp>
        <p:nvSpPr>
          <p:cNvPr id="3" name="スライド番号プレースホルダー 2">
            <a:extLst>
              <a:ext uri="{FF2B5EF4-FFF2-40B4-BE49-F238E27FC236}">
                <a16:creationId xmlns:a16="http://schemas.microsoft.com/office/drawing/2014/main" id="{2059F463-5EB6-060A-BDDD-B9A3008DEA5B}"/>
              </a:ext>
            </a:extLst>
          </p:cNvPr>
          <p:cNvSpPr>
            <a:spLocks noGrp="1"/>
          </p:cNvSpPr>
          <p:nvPr>
            <p:ph type="sldNum" sz="quarter" idx="12"/>
          </p:nvPr>
        </p:nvSpPr>
        <p:spPr/>
        <p:txBody>
          <a:bodyPr/>
          <a:lstStyle/>
          <a:p>
            <a:fld id="{CFFA4DB8-81C2-45EB-B76F-7E8B992AE6A0}" type="slidenum">
              <a:rPr kumimoji="1" lang="ja-JP" altLang="en-US" smtClean="0"/>
              <a:t>27</a:t>
            </a:fld>
            <a:endParaRPr kumimoji="1" lang="ja-JP" altLang="en-US"/>
          </a:p>
        </p:txBody>
      </p:sp>
    </p:spTree>
    <p:extLst>
      <p:ext uri="{BB962C8B-B14F-4D97-AF65-F5344CB8AC3E}">
        <p14:creationId xmlns:p14="http://schemas.microsoft.com/office/powerpoint/2010/main" val="2781896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D01EE-0B25-C15F-0AD4-9848F848D45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D9EBB80-B1FE-79CF-546D-E422751107E0}"/>
              </a:ext>
            </a:extLst>
          </p:cNvPr>
          <p:cNvSpPr>
            <a:spLocks noGrp="1"/>
          </p:cNvSpPr>
          <p:nvPr>
            <p:ph type="title"/>
          </p:nvPr>
        </p:nvSpPr>
        <p:spPr/>
        <p:txBody>
          <a:bodyPr/>
          <a:lstStyle/>
          <a:p>
            <a:r>
              <a:rPr lang="en-US" altLang="ja-JP" dirty="0">
                <a:latin typeface="游ゴシック Light" panose="020B0300000000000000" pitchFamily="50" charset="-128"/>
                <a:ea typeface="游ゴシック Light" panose="020B0300000000000000" pitchFamily="50" charset="-128"/>
              </a:rPr>
              <a:t>GA vs Similarity (Centralized &amp; Ensemble)</a:t>
            </a:r>
            <a:endParaRPr lang="ja-JP" altLang="en-US" dirty="0">
              <a:latin typeface="游ゴシック Light" panose="020B0300000000000000" pitchFamily="50" charset="-128"/>
              <a:ea typeface="游ゴシック Light" panose="020B0300000000000000" pitchFamily="50" charset="-128"/>
            </a:endParaRPr>
          </a:p>
        </p:txBody>
      </p:sp>
      <p:sp>
        <p:nvSpPr>
          <p:cNvPr id="5" name="スライド番号プレースホルダー 4">
            <a:extLst>
              <a:ext uri="{FF2B5EF4-FFF2-40B4-BE49-F238E27FC236}">
                <a16:creationId xmlns:a16="http://schemas.microsoft.com/office/drawing/2014/main" id="{8D44E9AE-5B21-BA60-E3B3-00E46C0DBE41}"/>
              </a:ext>
            </a:extLst>
          </p:cNvPr>
          <p:cNvSpPr>
            <a:spLocks noGrp="1"/>
          </p:cNvSpPr>
          <p:nvPr>
            <p:ph type="sldNum" sz="quarter" idx="12"/>
          </p:nvPr>
        </p:nvSpPr>
        <p:spPr/>
        <p:txBody>
          <a:bodyPr/>
          <a:lstStyle/>
          <a:p>
            <a:fld id="{05775D0E-D6FD-4847-A4AD-7D56F7F6616B}" type="slidenum">
              <a:rPr lang="en-JP" smtClean="0"/>
              <a:t>28</a:t>
            </a:fld>
            <a:endParaRPr lang="en-JP"/>
          </a:p>
        </p:txBody>
      </p:sp>
      <p:sp>
        <p:nvSpPr>
          <p:cNvPr id="4" name="四角形: 角を丸くする 3">
            <a:extLst>
              <a:ext uri="{FF2B5EF4-FFF2-40B4-BE49-F238E27FC236}">
                <a16:creationId xmlns:a16="http://schemas.microsoft.com/office/drawing/2014/main" id="{0BED0A76-7D0A-66B4-4D8C-FFF19D2DE4D1}"/>
              </a:ext>
            </a:extLst>
          </p:cNvPr>
          <p:cNvSpPr/>
          <p:nvPr/>
        </p:nvSpPr>
        <p:spPr>
          <a:xfrm>
            <a:off x="543558" y="1915333"/>
            <a:ext cx="10662922" cy="1179307"/>
          </a:xfrm>
          <a:prstGeom prst="round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5756D60-47F9-F9C5-85CB-7C342013DDD5}"/>
              </a:ext>
            </a:extLst>
          </p:cNvPr>
          <p:cNvSpPr/>
          <p:nvPr/>
        </p:nvSpPr>
        <p:spPr>
          <a:xfrm>
            <a:off x="543558" y="2839346"/>
            <a:ext cx="10662922" cy="1179307"/>
          </a:xfrm>
          <a:prstGeom prst="round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76DAFA39-16B8-3CB6-07CF-AEEB61016675}"/>
              </a:ext>
            </a:extLst>
          </p:cNvPr>
          <p:cNvSpPr/>
          <p:nvPr/>
        </p:nvSpPr>
        <p:spPr>
          <a:xfrm>
            <a:off x="543558" y="3763361"/>
            <a:ext cx="10662922" cy="818799"/>
          </a:xfrm>
          <a:prstGeom prst="round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C041BD45-FFAC-64B1-2181-ACB64EF82E97}"/>
              </a:ext>
            </a:extLst>
          </p:cNvPr>
          <p:cNvSpPr/>
          <p:nvPr/>
        </p:nvSpPr>
        <p:spPr>
          <a:xfrm>
            <a:off x="543558" y="4432082"/>
            <a:ext cx="10662922" cy="818799"/>
          </a:xfrm>
          <a:prstGeom prst="round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BD563801-6C65-513D-188D-CF64D344742D}"/>
              </a:ext>
            </a:extLst>
          </p:cNvPr>
          <p:cNvSpPr/>
          <p:nvPr/>
        </p:nvSpPr>
        <p:spPr>
          <a:xfrm>
            <a:off x="543558" y="5119579"/>
            <a:ext cx="10662922" cy="818799"/>
          </a:xfrm>
          <a:prstGeom prst="round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 name="Table 2">
            <a:extLst>
              <a:ext uri="{FF2B5EF4-FFF2-40B4-BE49-F238E27FC236}">
                <a16:creationId xmlns:a16="http://schemas.microsoft.com/office/drawing/2014/main" id="{073954E4-6486-98DB-033A-86F93F715B1C}"/>
              </a:ext>
            </a:extLst>
          </p:cNvPr>
          <p:cNvGraphicFramePr>
            <a:graphicFrameLocks noGrp="1"/>
          </p:cNvGraphicFramePr>
          <p:nvPr>
            <p:extLst>
              <p:ext uri="{D42A27DB-BD31-4B8C-83A1-F6EECF244321}">
                <p14:modId xmlns:p14="http://schemas.microsoft.com/office/powerpoint/2010/main" val="2529955433"/>
              </p:ext>
            </p:extLst>
          </p:nvPr>
        </p:nvGraphicFramePr>
        <p:xfrm>
          <a:off x="914400" y="1417955"/>
          <a:ext cx="10068558" cy="4389120"/>
        </p:xfrm>
        <a:graphic>
          <a:graphicData uri="http://schemas.openxmlformats.org/drawingml/2006/table">
            <a:tbl>
              <a:tblPr firstRow="1" bandRow="1">
                <a:tableStyleId>{5C22544A-7EE6-4342-B048-85BDC9FD1C3A}</a:tableStyleId>
              </a:tblPr>
              <a:tblGrid>
                <a:gridCol w="1678093">
                  <a:extLst>
                    <a:ext uri="{9D8B030D-6E8A-4147-A177-3AD203B41FA5}">
                      <a16:colId xmlns:a16="http://schemas.microsoft.com/office/drawing/2014/main" val="20000"/>
                    </a:ext>
                  </a:extLst>
                </a:gridCol>
                <a:gridCol w="1678093">
                  <a:extLst>
                    <a:ext uri="{9D8B030D-6E8A-4147-A177-3AD203B41FA5}">
                      <a16:colId xmlns:a16="http://schemas.microsoft.com/office/drawing/2014/main" val="20001"/>
                    </a:ext>
                  </a:extLst>
                </a:gridCol>
                <a:gridCol w="1678093">
                  <a:extLst>
                    <a:ext uri="{9D8B030D-6E8A-4147-A177-3AD203B41FA5}">
                      <a16:colId xmlns:a16="http://schemas.microsoft.com/office/drawing/2014/main" val="20002"/>
                    </a:ext>
                  </a:extLst>
                </a:gridCol>
                <a:gridCol w="1678093">
                  <a:extLst>
                    <a:ext uri="{9D8B030D-6E8A-4147-A177-3AD203B41FA5}">
                      <a16:colId xmlns:a16="http://schemas.microsoft.com/office/drawing/2014/main" val="20003"/>
                    </a:ext>
                  </a:extLst>
                </a:gridCol>
                <a:gridCol w="1678093">
                  <a:extLst>
                    <a:ext uri="{9D8B030D-6E8A-4147-A177-3AD203B41FA5}">
                      <a16:colId xmlns:a16="http://schemas.microsoft.com/office/drawing/2014/main" val="20004"/>
                    </a:ext>
                  </a:extLst>
                </a:gridCol>
                <a:gridCol w="1678093">
                  <a:extLst>
                    <a:ext uri="{9D8B030D-6E8A-4147-A177-3AD203B41FA5}">
                      <a16:colId xmlns:a16="http://schemas.microsoft.com/office/drawing/2014/main" val="20005"/>
                    </a:ext>
                  </a:extLst>
                </a:gridCol>
              </a:tblGrid>
              <a:tr h="587851">
                <a:tc>
                  <a:txBody>
                    <a:bodyPr/>
                    <a:lstStyle/>
                    <a:p>
                      <a:r>
                        <a:rPr dirty="0">
                          <a:solidFill>
                            <a:schemeClr val="tx1"/>
                          </a:solidFill>
                        </a:rPr>
                        <a:t>Learning 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solidFill>
                            <a:schemeClr val="tx1"/>
                          </a:solidFill>
                        </a:rPr>
                        <a:t>Compression Case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solidFill>
                            <a:schemeClr val="tx1"/>
                          </a:solidFill>
                        </a:rPr>
                        <a:t>Compression 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solidFill>
                            <a:schemeClr val="tx1"/>
                          </a:solidFill>
                        </a:rPr>
                        <a:t>Training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solidFill>
                            <a:schemeClr val="tx1"/>
                          </a:solidFill>
                        </a:rPr>
                        <a:t>Compression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solidFill>
                            <a:schemeClr val="tx1"/>
                          </a:solidFill>
                        </a:rPr>
                        <a:t>Accuracy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839788">
                <a:tc>
                  <a:txBody>
                    <a:bodyPr/>
                    <a:lstStyle/>
                    <a:p>
                      <a:r>
                        <a:rPr dirty="0"/>
                        <a:t>Centralized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300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t>No compression</a:t>
                      </a:r>
                      <a:r>
                        <a:rPr lang="en-US" dirty="0"/>
                        <a:t>  [2]</a:t>
                      </a:r>
                      <a:r>
                        <a:rPr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80.02 minutes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t>88.87%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839788">
                <a:tc>
                  <a:txBody>
                    <a:bodyPr/>
                    <a:lstStyle/>
                    <a:p>
                      <a:r>
                        <a:t>Ensemble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t>5×100-200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t>Similarity (Manhattan Dist.) [</a:t>
                      </a:r>
                      <a:r>
                        <a:rPr lang="en-US" dirty="0"/>
                        <a:t>1</a:t>
                      </a:r>
                      <a:r>
                        <a:rPr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t>15.72 minutes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t>2.5 seconds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85.42%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87851">
                <a:tc>
                  <a:txBody>
                    <a:bodyPr/>
                    <a:lstStyle/>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Our Genetic Algorithm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15.72 minutes</a:t>
                      </a:r>
                    </a:p>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78.3 minutes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88.46%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87851">
                <a:tc>
                  <a:txBody>
                    <a:bodyPr/>
                    <a:lstStyle/>
                    <a:p>
                      <a:r>
                        <a:t>Ensemble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t>2×250-200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t>Similarity (MSE) [</a:t>
                      </a:r>
                      <a:r>
                        <a:rPr lang="en-US" dirty="0"/>
                        <a:t>1</a:t>
                      </a:r>
                      <a:r>
                        <a:rPr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t>39.5 minutes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5.9 seconds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t>89.28%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587851">
                <a:tc>
                  <a:txBody>
                    <a:bodyPr/>
                    <a:lstStyle/>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Our Genetic Algorithm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39.5 minutes</a:t>
                      </a:r>
                    </a:p>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77.5 minutes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t>90.45%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23521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1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10" grpId="0" animBg="1"/>
      <p:bldP spid="10" grpId="1" animBg="1"/>
      <p:bldP spid="11" grpId="0" animBg="1"/>
      <p:bldP spid="11" grpId="1" animBg="1"/>
      <p:bldP spid="12" grpId="0" animBg="1"/>
      <p:bldP spid="12" grpId="1" animBg="1"/>
      <p:bldP spid="13" grpId="0" animBg="1"/>
      <p:bldP spid="13"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2EA0C-99DF-13F2-17F7-529D212E476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1B83CE2-C474-B566-41D7-9B0193DA1F04}"/>
              </a:ext>
            </a:extLst>
          </p:cNvPr>
          <p:cNvSpPr>
            <a:spLocks noGrp="1"/>
          </p:cNvSpPr>
          <p:nvPr>
            <p:ph type="title"/>
          </p:nvPr>
        </p:nvSpPr>
        <p:spPr/>
        <p:txBody>
          <a:bodyPr/>
          <a:lstStyle/>
          <a:p>
            <a:r>
              <a:rPr lang="en-US" altLang="ja-JP" dirty="0">
                <a:latin typeface="游ゴシック Light" panose="020B0300000000000000" pitchFamily="50" charset="-128"/>
                <a:ea typeface="游ゴシック Light" panose="020B0300000000000000" pitchFamily="50" charset="-128"/>
              </a:rPr>
              <a:t>GA vs Similarity (Single Model)</a:t>
            </a:r>
            <a:endParaRPr lang="ja-JP" altLang="en-US" dirty="0">
              <a:latin typeface="游ゴシック Light" panose="020B0300000000000000" pitchFamily="50" charset="-128"/>
              <a:ea typeface="游ゴシック Light" panose="020B0300000000000000" pitchFamily="50" charset="-128"/>
            </a:endParaRPr>
          </a:p>
        </p:txBody>
      </p:sp>
      <p:sp>
        <p:nvSpPr>
          <p:cNvPr id="5" name="スライド番号プレースホルダー 4">
            <a:extLst>
              <a:ext uri="{FF2B5EF4-FFF2-40B4-BE49-F238E27FC236}">
                <a16:creationId xmlns:a16="http://schemas.microsoft.com/office/drawing/2014/main" id="{BF113BEA-549A-585C-8B64-9B549B2050AC}"/>
              </a:ext>
            </a:extLst>
          </p:cNvPr>
          <p:cNvSpPr>
            <a:spLocks noGrp="1"/>
          </p:cNvSpPr>
          <p:nvPr>
            <p:ph type="sldNum" sz="quarter" idx="12"/>
          </p:nvPr>
        </p:nvSpPr>
        <p:spPr/>
        <p:txBody>
          <a:bodyPr/>
          <a:lstStyle/>
          <a:p>
            <a:fld id="{05775D0E-D6FD-4847-A4AD-7D56F7F6616B}" type="slidenum">
              <a:rPr lang="en-JP" smtClean="0"/>
              <a:t>29</a:t>
            </a:fld>
            <a:endParaRPr lang="en-JP"/>
          </a:p>
        </p:txBody>
      </p:sp>
      <p:graphicFrame>
        <p:nvGraphicFramePr>
          <p:cNvPr id="3" name="Table 2">
            <a:extLst>
              <a:ext uri="{FF2B5EF4-FFF2-40B4-BE49-F238E27FC236}">
                <a16:creationId xmlns:a16="http://schemas.microsoft.com/office/drawing/2014/main" id="{0E182FB7-5822-889E-E06F-406E6834095B}"/>
              </a:ext>
            </a:extLst>
          </p:cNvPr>
          <p:cNvGraphicFramePr>
            <a:graphicFrameLocks noGrp="1"/>
          </p:cNvGraphicFramePr>
          <p:nvPr>
            <p:extLst>
              <p:ext uri="{D42A27DB-BD31-4B8C-83A1-F6EECF244321}">
                <p14:modId xmlns:p14="http://schemas.microsoft.com/office/powerpoint/2010/main" val="3694395616"/>
              </p:ext>
            </p:extLst>
          </p:nvPr>
        </p:nvGraphicFramePr>
        <p:xfrm>
          <a:off x="838200" y="1932396"/>
          <a:ext cx="9936480" cy="3892732"/>
        </p:xfrm>
        <a:graphic>
          <a:graphicData uri="http://schemas.openxmlformats.org/drawingml/2006/table">
            <a:tbl>
              <a:tblPr firstRow="1" bandRow="1">
                <a:tableStyleId>{5C22544A-7EE6-4342-B048-85BDC9FD1C3A}</a:tableStyleId>
              </a:tblPr>
              <a:tblGrid>
                <a:gridCol w="2484120">
                  <a:extLst>
                    <a:ext uri="{9D8B030D-6E8A-4147-A177-3AD203B41FA5}">
                      <a16:colId xmlns:a16="http://schemas.microsoft.com/office/drawing/2014/main" val="20000"/>
                    </a:ext>
                  </a:extLst>
                </a:gridCol>
                <a:gridCol w="2484120">
                  <a:extLst>
                    <a:ext uri="{9D8B030D-6E8A-4147-A177-3AD203B41FA5}">
                      <a16:colId xmlns:a16="http://schemas.microsoft.com/office/drawing/2014/main" val="20001"/>
                    </a:ext>
                  </a:extLst>
                </a:gridCol>
                <a:gridCol w="2484120">
                  <a:extLst>
                    <a:ext uri="{9D8B030D-6E8A-4147-A177-3AD203B41FA5}">
                      <a16:colId xmlns:a16="http://schemas.microsoft.com/office/drawing/2014/main" val="20002"/>
                    </a:ext>
                  </a:extLst>
                </a:gridCol>
                <a:gridCol w="2484120">
                  <a:extLst>
                    <a:ext uri="{9D8B030D-6E8A-4147-A177-3AD203B41FA5}">
                      <a16:colId xmlns:a16="http://schemas.microsoft.com/office/drawing/2014/main" val="20003"/>
                    </a:ext>
                  </a:extLst>
                </a:gridCol>
              </a:tblGrid>
              <a:tr h="522514">
                <a:tc>
                  <a:txBody>
                    <a:bodyPr/>
                    <a:lstStyle/>
                    <a:p>
                      <a:r>
                        <a:rPr>
                          <a:solidFill>
                            <a:schemeClr val="tx1"/>
                          </a:solidFill>
                        </a:rPr>
                        <a:t>Compression Case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a:solidFill>
                            <a:schemeClr val="tx1"/>
                          </a:solidFill>
                        </a:rPr>
                        <a:t>Compression 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a:solidFill>
                            <a:schemeClr val="tx1"/>
                          </a:solidFill>
                        </a:rPr>
                        <a:t>Compression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solidFill>
                            <a:schemeClr val="tx1"/>
                          </a:solidFill>
                        </a:rPr>
                        <a:t>Accuracy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22514">
                <a:tc>
                  <a:txBody>
                    <a:bodyPr/>
                    <a:lstStyle/>
                    <a:p>
                      <a:r>
                        <a:t>150-50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t>Similarity (MSE) [</a:t>
                      </a:r>
                      <a:r>
                        <a:rPr lang="en-US" dirty="0"/>
                        <a:t>1</a:t>
                      </a:r>
                      <a:r>
                        <a:rPr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0.4 seconds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84.03%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22514">
                <a:tc>
                  <a:txBody>
                    <a:bodyPr/>
                    <a:lstStyle/>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Our Genetic Algorithm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46.8 minutes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85.28%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22514">
                <a:tc>
                  <a:txBody>
                    <a:bodyPr/>
                    <a:lstStyle/>
                    <a:p>
                      <a:r>
                        <a:t>300-100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t>Similarity (Cosine Similarity) [</a:t>
                      </a:r>
                      <a:r>
                        <a:rPr lang="en-US" dirty="0"/>
                        <a:t>1</a:t>
                      </a:r>
                      <a:r>
                        <a:rPr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1.8 seconds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87.97%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22514">
                <a:tc>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Our Genetic Algorithm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52.4 minutes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t>88.67%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522514">
                <a:tc>
                  <a:txBody>
                    <a:bodyPr/>
                    <a:lstStyle/>
                    <a:p>
                      <a:r>
                        <a:t>500-200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t>Similarity (Manhattan Dist.) [</a:t>
                      </a:r>
                      <a:r>
                        <a:rPr lang="en-US" dirty="0"/>
                        <a:t>1</a:t>
                      </a:r>
                      <a:r>
                        <a:rPr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4.1 seconds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90.55%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522516">
                <a:tc>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Our Genetic Algorithm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60.9 minutes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dirty="0"/>
                        <a:t>90.96%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4" name="四角形: 角を丸くする 3">
            <a:extLst>
              <a:ext uri="{FF2B5EF4-FFF2-40B4-BE49-F238E27FC236}">
                <a16:creationId xmlns:a16="http://schemas.microsoft.com/office/drawing/2014/main" id="{D466441C-7D4F-43F4-0E1F-CB421B8529CE}"/>
              </a:ext>
            </a:extLst>
          </p:cNvPr>
          <p:cNvSpPr/>
          <p:nvPr/>
        </p:nvSpPr>
        <p:spPr>
          <a:xfrm>
            <a:off x="474979" y="2382693"/>
            <a:ext cx="10662922" cy="1179307"/>
          </a:xfrm>
          <a:prstGeom prst="round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32E1A6D3-CF86-4369-BB58-1DBD7116F261}"/>
              </a:ext>
            </a:extLst>
          </p:cNvPr>
          <p:cNvSpPr/>
          <p:nvPr/>
        </p:nvSpPr>
        <p:spPr>
          <a:xfrm>
            <a:off x="474979" y="3514256"/>
            <a:ext cx="10662922" cy="1179307"/>
          </a:xfrm>
          <a:prstGeom prst="round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9CD72413-F400-1CA0-D361-0CA63350AF88}"/>
              </a:ext>
            </a:extLst>
          </p:cNvPr>
          <p:cNvSpPr/>
          <p:nvPr/>
        </p:nvSpPr>
        <p:spPr>
          <a:xfrm>
            <a:off x="474979" y="4669692"/>
            <a:ext cx="10662922" cy="1179307"/>
          </a:xfrm>
          <a:prstGeom prst="round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18878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7" grpId="0" animBg="1"/>
      <p:bldP spid="7" grpId="1" animBg="1"/>
      <p:bldP spid="8" grpId="0" animBg="1"/>
      <p:bldP spid="8"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4CE9F-C4EB-B42E-90EF-1C343E8F7D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644221-0E56-19CF-6E62-10D0CCB16BD1}"/>
              </a:ext>
            </a:extLst>
          </p:cNvPr>
          <p:cNvSpPr>
            <a:spLocks noGrp="1"/>
          </p:cNvSpPr>
          <p:nvPr>
            <p:ph type="title"/>
          </p:nvPr>
        </p:nvSpPr>
        <p:spPr/>
        <p:txBody>
          <a:bodyPr>
            <a:normAutofit/>
          </a:bodyPr>
          <a:lstStyle/>
          <a:p>
            <a:r>
              <a:rPr lang="en-JP" sz="4800" dirty="0">
                <a:latin typeface="游ゴシック Light" panose="020B0300000000000000" pitchFamily="50" charset="-128"/>
                <a:ea typeface="游ゴシック Light" panose="020B0300000000000000" pitchFamily="50" charset="-128"/>
              </a:rPr>
              <a:t>Outline</a:t>
            </a:r>
          </a:p>
        </p:txBody>
      </p:sp>
      <p:sp>
        <p:nvSpPr>
          <p:cNvPr id="3" name="Content Placeholder 2">
            <a:extLst>
              <a:ext uri="{FF2B5EF4-FFF2-40B4-BE49-F238E27FC236}">
                <a16:creationId xmlns:a16="http://schemas.microsoft.com/office/drawing/2014/main" id="{B952B37A-C846-B760-3BFC-1D3A513587EB}"/>
              </a:ext>
            </a:extLst>
          </p:cNvPr>
          <p:cNvSpPr>
            <a:spLocks noGrp="1"/>
          </p:cNvSpPr>
          <p:nvPr>
            <p:ph idx="1"/>
          </p:nvPr>
        </p:nvSpPr>
        <p:spPr/>
        <p:txBody>
          <a:bodyPr>
            <a:normAutofit/>
          </a:bodyPr>
          <a:lstStyle/>
          <a:p>
            <a:pPr>
              <a:lnSpc>
                <a:spcPct val="200000"/>
              </a:lnSpc>
            </a:pPr>
            <a:r>
              <a:rPr lang="en-JP" dirty="0">
                <a:solidFill>
                  <a:schemeClr val="tx1">
                    <a:lumMod val="65000"/>
                    <a:lumOff val="35000"/>
                  </a:schemeClr>
                </a:solidFill>
                <a:latin typeface="+mn-ea"/>
              </a:rPr>
              <a:t>Introduction</a:t>
            </a:r>
          </a:p>
          <a:p>
            <a:pPr>
              <a:lnSpc>
                <a:spcPct val="200000"/>
              </a:lnSpc>
            </a:pPr>
            <a:r>
              <a:rPr lang="en-US" dirty="0">
                <a:solidFill>
                  <a:schemeClr val="tx1">
                    <a:lumMod val="65000"/>
                    <a:lumOff val="35000"/>
                  </a:schemeClr>
                </a:solidFill>
                <a:latin typeface="+mn-ea"/>
              </a:rPr>
              <a:t>Proposed Method</a:t>
            </a:r>
          </a:p>
          <a:p>
            <a:pPr>
              <a:lnSpc>
                <a:spcPct val="200000"/>
              </a:lnSpc>
            </a:pPr>
            <a:r>
              <a:rPr lang="en-US" dirty="0">
                <a:solidFill>
                  <a:schemeClr val="tx1">
                    <a:lumMod val="65000"/>
                    <a:lumOff val="35000"/>
                  </a:schemeClr>
                </a:solidFill>
                <a:latin typeface="+mn-ea"/>
              </a:rPr>
              <a:t>Evaluation &amp; Result</a:t>
            </a:r>
          </a:p>
          <a:p>
            <a:pPr>
              <a:lnSpc>
                <a:spcPct val="200000"/>
              </a:lnSpc>
            </a:pPr>
            <a:r>
              <a:rPr lang="en-US" b="1" dirty="0">
                <a:latin typeface="+mn-ea"/>
              </a:rPr>
              <a:t>Conclusion</a:t>
            </a:r>
            <a:endParaRPr lang="en-JP" b="1" dirty="0">
              <a:latin typeface="+mn-ea"/>
            </a:endParaRPr>
          </a:p>
          <a:p>
            <a:pPr>
              <a:lnSpc>
                <a:spcPct val="200000"/>
              </a:lnSpc>
            </a:pPr>
            <a:endParaRPr lang="en-JP" dirty="0"/>
          </a:p>
        </p:txBody>
      </p:sp>
      <p:sp>
        <p:nvSpPr>
          <p:cNvPr id="4" name="Slide Number Placeholder 3">
            <a:extLst>
              <a:ext uri="{FF2B5EF4-FFF2-40B4-BE49-F238E27FC236}">
                <a16:creationId xmlns:a16="http://schemas.microsoft.com/office/drawing/2014/main" id="{1229D402-4D08-D9A2-99DC-C20D230BF2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E1630E-4032-3047-98BF-B11EB6324D3D}" type="slidenum">
              <a:rPr kumimoji="1" lang="en-JP" sz="1200" b="0" i="0" u="none" strike="noStrike" kern="1200" cap="none" spc="0" normalizeH="0" baseline="0" noProof="0" smtClean="0">
                <a:ln>
                  <a:noFill/>
                </a:ln>
                <a:solidFill>
                  <a:prstClr val="black">
                    <a:tint val="82000"/>
                  </a:prstClr>
                </a:solidFill>
                <a:effectLst/>
                <a:uLnTx/>
                <a:uFillTx/>
                <a:latin typeface="游ゴシック"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1" lang="en-JP" sz="1200" b="0" i="0" u="none" strike="noStrike" kern="1200" cap="none" spc="0" normalizeH="0" baseline="0" noProof="0">
              <a:ln>
                <a:noFill/>
              </a:ln>
              <a:solidFill>
                <a:prstClr val="black">
                  <a:tint val="82000"/>
                </a:prstClr>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3995381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34761-AF2C-FDCF-00B8-EE16872F793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DBA0D73-3B2B-DCC0-5CCA-8686A8355E1C}"/>
              </a:ext>
            </a:extLst>
          </p:cNvPr>
          <p:cNvSpPr>
            <a:spLocks noGrp="1"/>
          </p:cNvSpPr>
          <p:nvPr>
            <p:ph type="title"/>
          </p:nvPr>
        </p:nvSpPr>
        <p:spPr/>
        <p:txBody>
          <a:bodyPr/>
          <a:lstStyle/>
          <a:p>
            <a:r>
              <a:rPr lang="en-US" altLang="ja-JP" dirty="0">
                <a:latin typeface="游ゴシック Light" panose="020B0300000000000000" pitchFamily="50" charset="-128"/>
                <a:ea typeface="游ゴシック Light" panose="020B0300000000000000" pitchFamily="50" charset="-128"/>
              </a:rPr>
              <a:t>Conclusion</a:t>
            </a:r>
            <a:endParaRPr lang="ja-JP" altLang="en-US" dirty="0">
              <a:latin typeface="游ゴシック Light" panose="020B0300000000000000" pitchFamily="50" charset="-128"/>
              <a:ea typeface="游ゴシック Light" panose="020B0300000000000000" pitchFamily="50" charset="-128"/>
            </a:endParaRPr>
          </a:p>
        </p:txBody>
      </p:sp>
      <p:sp>
        <p:nvSpPr>
          <p:cNvPr id="5" name="スライド番号プレースホルダー 4">
            <a:extLst>
              <a:ext uri="{FF2B5EF4-FFF2-40B4-BE49-F238E27FC236}">
                <a16:creationId xmlns:a16="http://schemas.microsoft.com/office/drawing/2014/main" id="{5C401C5E-6A1B-3E67-82C9-3EEAD544D29A}"/>
              </a:ext>
            </a:extLst>
          </p:cNvPr>
          <p:cNvSpPr>
            <a:spLocks noGrp="1"/>
          </p:cNvSpPr>
          <p:nvPr>
            <p:ph type="sldNum" sz="quarter" idx="12"/>
          </p:nvPr>
        </p:nvSpPr>
        <p:spPr/>
        <p:txBody>
          <a:bodyPr/>
          <a:lstStyle/>
          <a:p>
            <a:fld id="{05775D0E-D6FD-4847-A4AD-7D56F7F6616B}" type="slidenum">
              <a:rPr lang="en-JP" smtClean="0"/>
              <a:t>31</a:t>
            </a:fld>
            <a:endParaRPr lang="en-JP"/>
          </a:p>
        </p:txBody>
      </p:sp>
      <p:sp>
        <p:nvSpPr>
          <p:cNvPr id="11" name="テキスト ボックス 10">
            <a:extLst>
              <a:ext uri="{FF2B5EF4-FFF2-40B4-BE49-F238E27FC236}">
                <a16:creationId xmlns:a16="http://schemas.microsoft.com/office/drawing/2014/main" id="{CF2E5139-D723-CFC8-E7ED-042FBA2DB1A4}"/>
              </a:ext>
            </a:extLst>
          </p:cNvPr>
          <p:cNvSpPr txBox="1"/>
          <p:nvPr/>
        </p:nvSpPr>
        <p:spPr>
          <a:xfrm>
            <a:off x="838200" y="1874728"/>
            <a:ext cx="10066507" cy="3108543"/>
          </a:xfrm>
          <a:prstGeom prst="rect">
            <a:avLst/>
          </a:prstGeom>
          <a:noFill/>
        </p:spPr>
        <p:txBody>
          <a:bodyPr wrap="square" rtlCol="0">
            <a:spAutoFit/>
          </a:bodyPr>
          <a:lstStyle/>
          <a:p>
            <a:pPr marL="457200" indent="-457200">
              <a:buFont typeface="Arial" panose="020B0604020202020204" pitchFamily="34" charset="0"/>
              <a:buChar char="•"/>
            </a:pPr>
            <a:r>
              <a:rPr kumimoji="1" lang="en-US" altLang="ja-JP" sz="2800" dirty="0">
                <a:latin typeface="游ゴシック" panose="020B0400000000000000" pitchFamily="50" charset="-128"/>
                <a:ea typeface="游ゴシック" panose="020B0400000000000000" pitchFamily="50" charset="-128"/>
              </a:rPr>
              <a:t>GA achieves higher accuracy with longer time</a:t>
            </a:r>
          </a:p>
          <a:p>
            <a:endParaRPr kumimoji="1" lang="en-US" altLang="ja-JP" sz="2800" dirty="0">
              <a:latin typeface="游ゴシック" panose="020B0400000000000000" pitchFamily="50" charset="-128"/>
              <a:ea typeface="游ゴシック" panose="020B0400000000000000" pitchFamily="50" charset="-128"/>
            </a:endParaRPr>
          </a:p>
          <a:p>
            <a:pPr marL="457200" indent="-457200">
              <a:buFont typeface="Arial" panose="020B0604020202020204" pitchFamily="34" charset="0"/>
              <a:buChar char="•"/>
            </a:pPr>
            <a:r>
              <a:rPr kumimoji="1" lang="en-US" altLang="ja-JP" sz="2800" dirty="0">
                <a:latin typeface="游ゴシック" panose="020B0400000000000000" pitchFamily="50" charset="-128"/>
                <a:ea typeface="游ゴシック" panose="020B0400000000000000" pitchFamily="50" charset="-128"/>
              </a:rPr>
              <a:t>GA is more robust to the number of sub-models in </a:t>
            </a:r>
            <a:r>
              <a:rPr kumimoji="1" lang="en-US" altLang="ja-JP" sz="2800" dirty="0" err="1">
                <a:latin typeface="游ゴシック" panose="020B0400000000000000" pitchFamily="50" charset="-128"/>
                <a:ea typeface="游ゴシック" panose="020B0400000000000000" pitchFamily="50" charset="-128"/>
              </a:rPr>
              <a:t>EnsembleSTDP</a:t>
            </a:r>
            <a:r>
              <a:rPr kumimoji="1" lang="en-US" altLang="ja-JP" sz="2800" dirty="0">
                <a:latin typeface="游ゴシック" panose="020B0400000000000000" pitchFamily="50" charset="-128"/>
                <a:ea typeface="游ゴシック" panose="020B0400000000000000" pitchFamily="50" charset="-128"/>
              </a:rPr>
              <a:t> [1]</a:t>
            </a:r>
          </a:p>
          <a:p>
            <a:pPr marL="457200" indent="-457200">
              <a:buFont typeface="Arial" panose="020B0604020202020204" pitchFamily="34" charset="0"/>
              <a:buChar char="•"/>
            </a:pPr>
            <a:endParaRPr kumimoji="1" lang="en-US" altLang="ja-JP" sz="2800" dirty="0">
              <a:latin typeface="游ゴシック" panose="020B0400000000000000" pitchFamily="50" charset="-128"/>
              <a:ea typeface="游ゴシック" panose="020B0400000000000000" pitchFamily="50" charset="-128"/>
            </a:endParaRPr>
          </a:p>
          <a:p>
            <a:pPr marL="457200" indent="-457200">
              <a:buFont typeface="Arial" panose="020B0604020202020204" pitchFamily="34" charset="0"/>
              <a:buChar char="•"/>
            </a:pPr>
            <a:r>
              <a:rPr kumimoji="1" lang="en-US" altLang="ja-JP" sz="2800" dirty="0">
                <a:latin typeface="游ゴシック" panose="020B0400000000000000" pitchFamily="50" charset="-128"/>
                <a:ea typeface="游ゴシック" panose="020B0400000000000000" pitchFamily="50" charset="-128"/>
              </a:rPr>
              <a:t>Appropriate application will be on-chip learning &amp; server-side compression</a:t>
            </a:r>
          </a:p>
        </p:txBody>
      </p:sp>
    </p:spTree>
    <p:extLst>
      <p:ext uri="{BB962C8B-B14F-4D97-AF65-F5344CB8AC3E}">
        <p14:creationId xmlns:p14="http://schemas.microsoft.com/office/powerpoint/2010/main" val="9530028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82B18-9972-260D-7073-D59142C66A0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A60B538-188A-666E-A925-DCEEDC0E80C7}"/>
              </a:ext>
            </a:extLst>
          </p:cNvPr>
          <p:cNvSpPr>
            <a:spLocks noGrp="1"/>
          </p:cNvSpPr>
          <p:nvPr>
            <p:ph type="title"/>
          </p:nvPr>
        </p:nvSpPr>
        <p:spPr/>
        <p:txBody>
          <a:bodyPr/>
          <a:lstStyle/>
          <a:p>
            <a:r>
              <a:rPr kumimoji="1" lang="en-US" altLang="ja-JP" dirty="0"/>
              <a:t>Reference</a:t>
            </a:r>
            <a:endParaRPr kumimoji="1" lang="ja-JP" altLang="en-US" dirty="0"/>
          </a:p>
        </p:txBody>
      </p:sp>
      <p:sp>
        <p:nvSpPr>
          <p:cNvPr id="3" name="Content Placeholder 2">
            <a:extLst>
              <a:ext uri="{FF2B5EF4-FFF2-40B4-BE49-F238E27FC236}">
                <a16:creationId xmlns:a16="http://schemas.microsoft.com/office/drawing/2014/main" id="{57E372FE-43E7-DE45-B507-56F0817B9C45}"/>
              </a:ext>
            </a:extLst>
          </p:cNvPr>
          <p:cNvSpPr>
            <a:spLocks noGrp="1"/>
          </p:cNvSpPr>
          <p:nvPr>
            <p:ph idx="1"/>
          </p:nvPr>
        </p:nvSpPr>
        <p:spPr/>
        <p:txBody>
          <a:bodyPr>
            <a:normAutofit/>
          </a:bodyPr>
          <a:lstStyle/>
          <a:p>
            <a:pPr marL="0" indent="0">
              <a:buNone/>
            </a:pPr>
            <a:r>
              <a:rPr lang="en-US" dirty="0"/>
              <a:t>[1] H. Yuga and K. N. Dang, “</a:t>
            </a:r>
            <a:r>
              <a:rPr lang="en-US" dirty="0" err="1"/>
              <a:t>Ensemblestdp</a:t>
            </a:r>
            <a:r>
              <a:rPr lang="en-US" dirty="0"/>
              <a:t>: Distributed in-situ </a:t>
            </a:r>
            <a:r>
              <a:rPr lang="en-US" dirty="0" err="1"/>
              <a:t>spiketiming</a:t>
            </a:r>
            <a:r>
              <a:rPr lang="en-US" dirty="0"/>
              <a:t> dependent plasticity learning in spiking neural networks,” in 2024IEEE 17th International Symposium on Embedded Multicore/Many-</a:t>
            </a:r>
            <a:r>
              <a:rPr lang="en-US" dirty="0" err="1"/>
              <a:t>coreSystems</a:t>
            </a:r>
            <a:r>
              <a:rPr lang="en-US" dirty="0"/>
              <a:t>-on-Chip (</a:t>
            </a:r>
            <a:r>
              <a:rPr lang="en-US" dirty="0" err="1"/>
              <a:t>MCSoC</a:t>
            </a:r>
            <a:r>
              <a:rPr lang="en-US" dirty="0"/>
              <a:t>). IEEE, 2024, pp. 434–440.</a:t>
            </a:r>
          </a:p>
          <a:p>
            <a:pPr marL="0" indent="0">
              <a:buNone/>
            </a:pPr>
            <a:endParaRPr lang="en-US" dirty="0"/>
          </a:p>
          <a:p>
            <a:pPr marL="0" indent="0">
              <a:buNone/>
            </a:pPr>
            <a:r>
              <a:rPr lang="en-US" dirty="0"/>
              <a:t>[2] P. U. Diehl and M. Cook, “Unsupervised learning of digit recognition using spike-timing-dependent plasticity,” Frontiers in computational neuroscience, vol. 9, p. 99, 2015.</a:t>
            </a:r>
          </a:p>
          <a:p>
            <a:pPr marL="0" indent="0">
              <a:buNone/>
            </a:pPr>
            <a:endParaRPr lang="en-US" dirty="0"/>
          </a:p>
          <a:p>
            <a:pPr marL="0" indent="0">
              <a:buNone/>
            </a:pPr>
            <a:endParaRPr lang="en-US" dirty="0"/>
          </a:p>
        </p:txBody>
      </p:sp>
      <p:sp>
        <p:nvSpPr>
          <p:cNvPr id="6" name="スライド番号プレースホルダー 5">
            <a:extLst>
              <a:ext uri="{FF2B5EF4-FFF2-40B4-BE49-F238E27FC236}">
                <a16:creationId xmlns:a16="http://schemas.microsoft.com/office/drawing/2014/main" id="{58ECA5FB-8812-3986-F647-522BDAA969FE}"/>
              </a:ext>
            </a:extLst>
          </p:cNvPr>
          <p:cNvSpPr>
            <a:spLocks noGrp="1"/>
          </p:cNvSpPr>
          <p:nvPr>
            <p:ph type="sldNum" sz="quarter" idx="12"/>
          </p:nvPr>
        </p:nvSpPr>
        <p:spPr/>
        <p:txBody>
          <a:bodyPr/>
          <a:lstStyle/>
          <a:p>
            <a:fld id="{05775D0E-D6FD-4847-A4AD-7D56F7F6616B}" type="slidenum">
              <a:rPr lang="en-JP" smtClean="0"/>
              <a:t>32</a:t>
            </a:fld>
            <a:endParaRPr lang="en-JP"/>
          </a:p>
        </p:txBody>
      </p:sp>
    </p:spTree>
    <p:extLst>
      <p:ext uri="{BB962C8B-B14F-4D97-AF65-F5344CB8AC3E}">
        <p14:creationId xmlns:p14="http://schemas.microsoft.com/office/powerpoint/2010/main" val="39608253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1FF281-5B05-803B-9D91-1291BE0ECF3B}"/>
              </a:ext>
            </a:extLst>
          </p:cNvPr>
          <p:cNvSpPr>
            <a:spLocks noGrp="1"/>
          </p:cNvSpPr>
          <p:nvPr>
            <p:ph type="title"/>
          </p:nvPr>
        </p:nvSpPr>
        <p:spPr>
          <a:xfrm>
            <a:off x="838200" y="2766218"/>
            <a:ext cx="10515600" cy="1325563"/>
          </a:xfrm>
        </p:spPr>
        <p:txBody>
          <a:bodyPr/>
          <a:lstStyle/>
          <a:p>
            <a:pPr algn="ctr"/>
            <a:r>
              <a:rPr lang="en-JP" dirty="0">
                <a:latin typeface="游ゴシック" panose="020B0400000000000000" pitchFamily="50" charset="-128"/>
                <a:ea typeface="游ゴシック" panose="020B0400000000000000" pitchFamily="50" charset="-128"/>
              </a:rPr>
              <a:t>Thank you for your attention!</a:t>
            </a:r>
          </a:p>
        </p:txBody>
      </p:sp>
      <p:sp>
        <p:nvSpPr>
          <p:cNvPr id="6" name="Slide Number Placeholder 5">
            <a:extLst>
              <a:ext uri="{FF2B5EF4-FFF2-40B4-BE49-F238E27FC236}">
                <a16:creationId xmlns:a16="http://schemas.microsoft.com/office/drawing/2014/main" id="{552449F6-B889-9F51-E2EB-3565EB40C6A9}"/>
              </a:ext>
            </a:extLst>
          </p:cNvPr>
          <p:cNvSpPr>
            <a:spLocks noGrp="1"/>
          </p:cNvSpPr>
          <p:nvPr>
            <p:ph type="sldNum" sz="quarter" idx="12"/>
          </p:nvPr>
        </p:nvSpPr>
        <p:spPr/>
        <p:txBody>
          <a:bodyPr/>
          <a:lstStyle/>
          <a:p>
            <a:fld id="{05775D0E-D6FD-4847-A4AD-7D56F7F6616B}" type="slidenum">
              <a:rPr lang="en-JP" smtClean="0"/>
              <a:t>33</a:t>
            </a:fld>
            <a:endParaRPr lang="en-JP"/>
          </a:p>
        </p:txBody>
      </p:sp>
    </p:spTree>
    <p:extLst>
      <p:ext uri="{BB962C8B-B14F-4D97-AF65-F5344CB8AC3E}">
        <p14:creationId xmlns:p14="http://schemas.microsoft.com/office/powerpoint/2010/main" val="896228523"/>
      </p:ext>
    </p:extLst>
  </p:cSld>
  <p:clrMapOvr>
    <a:masterClrMapping/>
  </p:clrMapOvr>
</p:sld>
</file>

<file path=ppt/theme/theme1.xml><?xml version="1.0" encoding="utf-8"?>
<a:theme xmlns:a="http://schemas.openxmlformats.org/drawingml/2006/main" name="Office The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5953</TotalTime>
  <Words>2743</Words>
  <Application>Microsoft Office PowerPoint</Application>
  <PresentationFormat>ワイド画面</PresentationFormat>
  <Paragraphs>497</Paragraphs>
  <Slides>33</Slides>
  <Notes>18</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33</vt:i4>
      </vt:variant>
    </vt:vector>
  </HeadingPairs>
  <TitlesOfParts>
    <vt:vector size="41" baseType="lpstr">
      <vt:lpstr>游ゴシック</vt:lpstr>
      <vt:lpstr>游ゴシック Light</vt:lpstr>
      <vt:lpstr>游ゴシック Light 見出し</vt:lpstr>
      <vt:lpstr>Arial</vt:lpstr>
      <vt:lpstr>Calibri</vt:lpstr>
      <vt:lpstr>Candara</vt:lpstr>
      <vt:lpstr>Office Theme</vt:lpstr>
      <vt:lpstr>Office テーマ</vt:lpstr>
      <vt:lpstr>Evolutionary Algorithm for STDP-based Spiking Neural Network Model Compression</vt:lpstr>
      <vt:lpstr>Outline</vt:lpstr>
      <vt:lpstr>Outline</vt:lpstr>
      <vt:lpstr>Spiking Neural Network</vt:lpstr>
      <vt:lpstr>SNN on-chip learning</vt:lpstr>
      <vt:lpstr>On-Chip Ensemble Learning</vt:lpstr>
      <vt:lpstr>Limitations</vt:lpstr>
      <vt:lpstr>Our contributions</vt:lpstr>
      <vt:lpstr>Outline</vt:lpstr>
      <vt:lpstr>Overall Flow</vt:lpstr>
      <vt:lpstr>Chromosome Network Representation</vt:lpstr>
      <vt:lpstr>GA Neuron Compression Flow</vt:lpstr>
      <vt:lpstr>Initialize Population</vt:lpstr>
      <vt:lpstr>Initialize Population (Cnt.)</vt:lpstr>
      <vt:lpstr>Initialize Population (Cnt.)</vt:lpstr>
      <vt:lpstr>Initialize Population (Cnt.)</vt:lpstr>
      <vt:lpstr>Initialize Population (Cnt.)</vt:lpstr>
      <vt:lpstr>Elitism &amp; Parent Selection</vt:lpstr>
      <vt:lpstr>Elitism &amp; Parent Selection (Cnt.)</vt:lpstr>
      <vt:lpstr>Elitism &amp; Parent Selection (Cnt.)</vt:lpstr>
      <vt:lpstr>Crossover</vt:lpstr>
      <vt:lpstr>Crossover (Cnt.)</vt:lpstr>
      <vt:lpstr>Mutation</vt:lpstr>
      <vt:lpstr>Mutation (Cnt.)</vt:lpstr>
      <vt:lpstr>Mutation (Cnt.)</vt:lpstr>
      <vt:lpstr>Outline</vt:lpstr>
      <vt:lpstr>Evaluation &amp; Result </vt:lpstr>
      <vt:lpstr>GA vs Similarity (Centralized &amp; Ensemble)</vt:lpstr>
      <vt:lpstr>GA vs Similarity (Single Model)</vt:lpstr>
      <vt:lpstr>Outline</vt:lpstr>
      <vt:lpstr>Conclusion</vt:lpstr>
      <vt:lpstr>Reference</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title</dc:title>
  <dc:creator>Khanh N. Dang</dc:creator>
  <cp:lastModifiedBy>Yuga Hanyu</cp:lastModifiedBy>
  <cp:revision>3</cp:revision>
  <dcterms:created xsi:type="dcterms:W3CDTF">2024-05-08T11:16:09Z</dcterms:created>
  <dcterms:modified xsi:type="dcterms:W3CDTF">2025-12-08T23:16:43Z</dcterms:modified>
</cp:coreProperties>
</file>