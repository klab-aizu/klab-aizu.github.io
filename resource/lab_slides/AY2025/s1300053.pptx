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23"/>
  </p:notesMasterIdLst>
  <p:sldIdLst>
    <p:sldId id="256" r:id="rId2"/>
    <p:sldId id="257" r:id="rId3"/>
    <p:sldId id="294" r:id="rId4"/>
    <p:sldId id="258" r:id="rId5"/>
    <p:sldId id="295" r:id="rId6"/>
    <p:sldId id="273" r:id="rId7"/>
    <p:sldId id="293" r:id="rId8"/>
    <p:sldId id="271" r:id="rId9"/>
    <p:sldId id="275" r:id="rId10"/>
    <p:sldId id="277" r:id="rId11"/>
    <p:sldId id="287" r:id="rId12"/>
    <p:sldId id="292" r:id="rId13"/>
    <p:sldId id="279" r:id="rId14"/>
    <p:sldId id="280" r:id="rId15"/>
    <p:sldId id="291" r:id="rId16"/>
    <p:sldId id="282" r:id="rId17"/>
    <p:sldId id="283" r:id="rId18"/>
    <p:sldId id="290" r:id="rId19"/>
    <p:sldId id="284" r:id="rId20"/>
    <p:sldId id="296" r:id="rId21"/>
    <p:sldId id="267" r:id="rId22"/>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93119A-4007-0D49-AE3B-5B296C484EA9}">
          <p14:sldIdLst>
            <p14:sldId id="256"/>
            <p14:sldId id="257"/>
          </p14:sldIdLst>
        </p14:section>
        <p14:section name="Research Introduction" id="{B08E2A12-A78C-3748-B461-DA7484171881}">
          <p14:sldIdLst>
            <p14:sldId id="294"/>
            <p14:sldId id="258"/>
          </p14:sldIdLst>
        </p14:section>
        <p14:section name="Overal architecture" id="{9577C961-F353-1B4F-A834-7210E86D9539}">
          <p14:sldIdLst>
            <p14:sldId id="295"/>
            <p14:sldId id="273"/>
            <p14:sldId id="293"/>
            <p14:sldId id="271"/>
            <p14:sldId id="275"/>
            <p14:sldId id="277"/>
            <p14:sldId id="287"/>
            <p14:sldId id="292"/>
            <p14:sldId id="279"/>
            <p14:sldId id="280"/>
            <p14:sldId id="291"/>
            <p14:sldId id="282"/>
            <p14:sldId id="283"/>
            <p14:sldId id="290"/>
            <p14:sldId id="284"/>
            <p14:sldId id="296"/>
          </p14:sldIdLst>
        </p14:section>
        <p14:section name="Schedule" id="{22E1BAC5-F840-C146-A295-9E1A30F18532}">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2"/>
    <p:restoredTop sz="74006"/>
  </p:normalViewPr>
  <p:slideViewPr>
    <p:cSldViewPr snapToGrid="0">
      <p:cViewPr varScale="1">
        <p:scale>
          <a:sx n="61" d="100"/>
          <a:sy n="61" d="100"/>
        </p:scale>
        <p:origin x="1512" y="4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和 小松" userId="ae006b601c18986a" providerId="LiveId" clId="{556FC725-9FD1-49B4-A171-A95A04989AE9}"/>
    <pc:docChg chg="undo redo custSel addSld delSld modSld addSection delSection modSection">
      <pc:chgData name="大和 小松" userId="ae006b601c18986a" providerId="LiveId" clId="{556FC725-9FD1-49B4-A171-A95A04989AE9}" dt="2026-02-04T03:28:46.567" v="3323" actId="47"/>
      <pc:docMkLst>
        <pc:docMk/>
      </pc:docMkLst>
      <pc:sldChg chg="modSp mod modNotesTx">
        <pc:chgData name="大和 小松" userId="ae006b601c18986a" providerId="LiveId" clId="{556FC725-9FD1-49B4-A171-A95A04989AE9}" dt="2026-01-28T08:31:03.735" v="3321" actId="20577"/>
        <pc:sldMkLst>
          <pc:docMk/>
          <pc:sldMk cId="2459526573" sldId="256"/>
        </pc:sldMkLst>
        <pc:spChg chg="mod">
          <ac:chgData name="大和 小松" userId="ae006b601c18986a" providerId="LiveId" clId="{556FC725-9FD1-49B4-A171-A95A04989AE9}" dt="2026-01-13T04:04:25.802" v="60"/>
          <ac:spMkLst>
            <pc:docMk/>
            <pc:sldMk cId="2459526573" sldId="256"/>
            <ac:spMk id="2" creationId="{766BC0BF-4BFC-5EC4-6A46-3C3BEB1D8219}"/>
          </ac:spMkLst>
        </pc:spChg>
        <pc:spChg chg="mod">
          <ac:chgData name="大和 小松" userId="ae006b601c18986a" providerId="LiveId" clId="{556FC725-9FD1-49B4-A171-A95A04989AE9}" dt="2026-01-28T08:31:03.735" v="3321" actId="20577"/>
          <ac:spMkLst>
            <pc:docMk/>
            <pc:sldMk cId="2459526573" sldId="256"/>
            <ac:spMk id="3" creationId="{B2E582A4-61FB-712D-35C6-0ABA95022D9D}"/>
          </ac:spMkLst>
        </pc:spChg>
      </pc:sldChg>
      <pc:sldChg chg="delSp modSp add del mod">
        <pc:chgData name="大和 小松" userId="ae006b601c18986a" providerId="LiveId" clId="{556FC725-9FD1-49B4-A171-A95A04989AE9}" dt="2026-01-28T07:20:33.076" v="3291" actId="20577"/>
        <pc:sldMkLst>
          <pc:docMk/>
          <pc:sldMk cId="356374844" sldId="257"/>
        </pc:sldMkLst>
        <pc:spChg chg="mod">
          <ac:chgData name="大和 小松" userId="ae006b601c18986a" providerId="LiveId" clId="{556FC725-9FD1-49B4-A171-A95A04989AE9}" dt="2026-01-28T07:20:33.076" v="3291" actId="20577"/>
          <ac:spMkLst>
            <pc:docMk/>
            <pc:sldMk cId="356374844" sldId="257"/>
            <ac:spMk id="3" creationId="{CD246A95-CE2F-123C-DCE6-09D079CF5366}"/>
          </ac:spMkLst>
        </pc:spChg>
      </pc:sldChg>
      <pc:sldChg chg="addSp delSp modSp mod modNotesTx">
        <pc:chgData name="大和 小松" userId="ae006b601c18986a" providerId="LiveId" clId="{556FC725-9FD1-49B4-A171-A95A04989AE9}" dt="2026-01-28T05:38:39.593" v="3147" actId="20577"/>
        <pc:sldMkLst>
          <pc:docMk/>
          <pc:sldMk cId="639326225" sldId="258"/>
        </pc:sldMkLst>
        <pc:spChg chg="mod">
          <ac:chgData name="大和 小松" userId="ae006b601c18986a" providerId="LiveId" clId="{556FC725-9FD1-49B4-A171-A95A04989AE9}" dt="2026-01-13T06:23:01.982" v="1700" actId="20577"/>
          <ac:spMkLst>
            <pc:docMk/>
            <pc:sldMk cId="639326225" sldId="258"/>
            <ac:spMk id="2" creationId="{38EC6721-7CD9-2415-D7FE-62030D3CE1A4}"/>
          </ac:spMkLst>
        </pc:spChg>
        <pc:spChg chg="add del mod">
          <ac:chgData name="大和 小松" userId="ae006b601c18986a" providerId="LiveId" clId="{556FC725-9FD1-49B4-A171-A95A04989AE9}" dt="2026-01-19T04:41:33.880" v="3035" actId="403"/>
          <ac:spMkLst>
            <pc:docMk/>
            <pc:sldMk cId="639326225" sldId="258"/>
            <ac:spMk id="3" creationId="{4DBB5005-BADA-8881-86B3-45E57045E61E}"/>
          </ac:spMkLst>
        </pc:spChg>
      </pc:sldChg>
      <pc:sldChg chg="delSp add del mod">
        <pc:chgData name="大和 小松" userId="ae006b601c18986a" providerId="LiveId" clId="{556FC725-9FD1-49B4-A171-A95A04989AE9}" dt="2026-01-13T06:13:21.384" v="1501" actId="478"/>
        <pc:sldMkLst>
          <pc:docMk/>
          <pc:sldMk cId="896228523" sldId="267"/>
        </pc:sldMkLst>
      </pc:sldChg>
      <pc:sldChg chg="addSp delSp modSp mod modNotesTx">
        <pc:chgData name="大和 小松" userId="ae006b601c18986a" providerId="LiveId" clId="{556FC725-9FD1-49B4-A171-A95A04989AE9}" dt="2026-01-19T04:48:19.688" v="3052" actId="20577"/>
        <pc:sldMkLst>
          <pc:docMk/>
          <pc:sldMk cId="1584087668" sldId="271"/>
        </pc:sldMkLst>
        <pc:spChg chg="add del mod">
          <ac:chgData name="大和 小松" userId="ae006b601c18986a" providerId="LiveId" clId="{556FC725-9FD1-49B4-A171-A95A04989AE9}" dt="2026-01-13T04:25:21.164" v="320"/>
          <ac:spMkLst>
            <pc:docMk/>
            <pc:sldMk cId="1584087668" sldId="271"/>
            <ac:spMk id="2" creationId="{9C6DE437-A5E0-0889-BCA8-951D6A6745EE}"/>
          </ac:spMkLst>
        </pc:spChg>
        <pc:spChg chg="add">
          <ac:chgData name="大和 小松" userId="ae006b601c18986a" providerId="LiveId" clId="{556FC725-9FD1-49B4-A171-A95A04989AE9}" dt="2026-01-13T05:50:44.661" v="1310"/>
          <ac:spMkLst>
            <pc:docMk/>
            <pc:sldMk cId="1584087668" sldId="271"/>
            <ac:spMk id="5" creationId="{7880051F-A466-DD3E-5B0F-8B8AF463F6BD}"/>
          </ac:spMkLst>
        </pc:spChg>
        <pc:spChg chg="add mod">
          <ac:chgData name="大和 小松" userId="ae006b601c18986a" providerId="LiveId" clId="{556FC725-9FD1-49B4-A171-A95A04989AE9}" dt="2026-01-13T05:50:51.063" v="1311"/>
          <ac:spMkLst>
            <pc:docMk/>
            <pc:sldMk cId="1584087668" sldId="271"/>
            <ac:spMk id="8" creationId="{40674108-B3BB-9BBE-053E-798586F1E053}"/>
          </ac:spMkLst>
        </pc:spChg>
        <pc:spChg chg="add mod">
          <ac:chgData name="大和 小松" userId="ae006b601c18986a" providerId="LiveId" clId="{556FC725-9FD1-49B4-A171-A95A04989AE9}" dt="2026-01-13T05:51:10.318" v="1312"/>
          <ac:spMkLst>
            <pc:docMk/>
            <pc:sldMk cId="1584087668" sldId="271"/>
            <ac:spMk id="9" creationId="{3A30592E-FDBC-4E02-F7D4-B6AEAF9428A3}"/>
          </ac:spMkLst>
        </pc:spChg>
        <pc:spChg chg="add mod">
          <ac:chgData name="大和 小松" userId="ae006b601c18986a" providerId="LiveId" clId="{556FC725-9FD1-49B4-A171-A95A04989AE9}" dt="2026-01-13T05:58:34.556" v="1377" actId="113"/>
          <ac:spMkLst>
            <pc:docMk/>
            <pc:sldMk cId="1584087668" sldId="271"/>
            <ac:spMk id="15" creationId="{E44692BB-B352-1789-6DB3-4DC4409171BF}"/>
          </ac:spMkLst>
        </pc:spChg>
        <pc:spChg chg="add mod">
          <ac:chgData name="大和 小松" userId="ae006b601c18986a" providerId="LiveId" clId="{556FC725-9FD1-49B4-A171-A95A04989AE9}" dt="2026-01-13T05:58:50.638" v="1380" actId="113"/>
          <ac:spMkLst>
            <pc:docMk/>
            <pc:sldMk cId="1584087668" sldId="271"/>
            <ac:spMk id="17" creationId="{96370EE2-B9DC-390B-5EE6-5904C8A55AD0}"/>
          </ac:spMkLst>
        </pc:spChg>
        <pc:spChg chg="add mod">
          <ac:chgData name="大和 小松" userId="ae006b601c18986a" providerId="LiveId" clId="{556FC725-9FD1-49B4-A171-A95A04989AE9}" dt="2026-01-13T05:59:51.843" v="1396" actId="14100"/>
          <ac:spMkLst>
            <pc:docMk/>
            <pc:sldMk cId="1584087668" sldId="271"/>
            <ac:spMk id="19" creationId="{9E6C862F-6D0B-15DA-DFF7-A6D4270034B9}"/>
          </ac:spMkLst>
        </pc:spChg>
        <pc:spChg chg="add mod">
          <ac:chgData name="大和 小松" userId="ae006b601c18986a" providerId="LiveId" clId="{556FC725-9FD1-49B4-A171-A95A04989AE9}" dt="2026-01-13T06:00:48.832" v="1418" actId="20577"/>
          <ac:spMkLst>
            <pc:docMk/>
            <pc:sldMk cId="1584087668" sldId="271"/>
            <ac:spMk id="20" creationId="{16BC3D82-AC50-88D8-B147-DA53FE9CF8D9}"/>
          </ac:spMkLst>
        </pc:spChg>
        <pc:spChg chg="add mod">
          <ac:chgData name="大和 小松" userId="ae006b601c18986a" providerId="LiveId" clId="{556FC725-9FD1-49B4-A171-A95A04989AE9}" dt="2026-01-13T06:02:39.693" v="1420"/>
          <ac:spMkLst>
            <pc:docMk/>
            <pc:sldMk cId="1584087668" sldId="271"/>
            <ac:spMk id="23" creationId="{AAFDC216-2911-10E1-AFF5-402483EC4AB5}"/>
          </ac:spMkLst>
        </pc:spChg>
        <pc:picChg chg="add mod">
          <ac:chgData name="大和 小松" userId="ae006b601c18986a" providerId="LiveId" clId="{556FC725-9FD1-49B4-A171-A95A04989AE9}" dt="2026-01-13T06:03:39.763" v="1423" actId="27614"/>
          <ac:picMkLst>
            <pc:docMk/>
            <pc:sldMk cId="1584087668" sldId="271"/>
            <ac:picMk id="25" creationId="{ACF255A9-FCD1-4739-4B2E-B638A44368A1}"/>
          </ac:picMkLst>
        </pc:picChg>
      </pc:sldChg>
      <pc:sldChg chg="addSp delSp modSp mod modNotesTx">
        <pc:chgData name="大和 小松" userId="ae006b601c18986a" providerId="LiveId" clId="{556FC725-9FD1-49B4-A171-A95A04989AE9}" dt="2026-01-28T07:29:47.372" v="3311" actId="14100"/>
        <pc:sldMkLst>
          <pc:docMk/>
          <pc:sldMk cId="3485132063" sldId="273"/>
        </pc:sldMkLst>
        <pc:spChg chg="mod">
          <ac:chgData name="大和 小松" userId="ae006b601c18986a" providerId="LiveId" clId="{556FC725-9FD1-49B4-A171-A95A04989AE9}" dt="2026-01-28T07:18:24.254" v="3155" actId="1076"/>
          <ac:spMkLst>
            <pc:docMk/>
            <pc:sldMk cId="3485132063" sldId="273"/>
            <ac:spMk id="2" creationId="{E482FB6A-7C07-E2CC-251F-9B4542616A2F}"/>
          </ac:spMkLst>
        </pc:spChg>
        <pc:spChg chg="mod">
          <ac:chgData name="大和 小松" userId="ae006b601c18986a" providerId="LiveId" clId="{556FC725-9FD1-49B4-A171-A95A04989AE9}" dt="2026-01-28T07:18:44.244" v="3159" actId="1076"/>
          <ac:spMkLst>
            <pc:docMk/>
            <pc:sldMk cId="3485132063" sldId="273"/>
            <ac:spMk id="3" creationId="{3859564A-912D-8E13-BF05-275E17315FC2}"/>
          </ac:spMkLst>
        </pc:spChg>
        <pc:picChg chg="add mod">
          <ac:chgData name="大和 小松" userId="ae006b601c18986a" providerId="LiveId" clId="{556FC725-9FD1-49B4-A171-A95A04989AE9}" dt="2026-01-28T07:29:47.372" v="3311" actId="14100"/>
          <ac:picMkLst>
            <pc:docMk/>
            <pc:sldMk cId="3485132063" sldId="273"/>
            <ac:picMk id="12" creationId="{D706E6A3-4A1C-E230-CD51-A46737B1780C}"/>
          </ac:picMkLst>
        </pc:picChg>
      </pc:sldChg>
      <pc:sldChg chg="addSp delSp modSp add del mod delAnim modAnim modNotesTx">
        <pc:chgData name="大和 小松" userId="ae006b601c18986a" providerId="LiveId" clId="{556FC725-9FD1-49B4-A171-A95A04989AE9}" dt="2026-02-04T03:28:46.567" v="3323" actId="47"/>
        <pc:sldMkLst>
          <pc:docMk/>
          <pc:sldMk cId="3294421523" sldId="274"/>
        </pc:sldMkLst>
        <pc:spChg chg="add mod">
          <ac:chgData name="大和 小松" userId="ae006b601c18986a" providerId="LiveId" clId="{556FC725-9FD1-49B4-A171-A95A04989AE9}" dt="2026-02-04T03:28:27.542" v="3322" actId="478"/>
          <ac:spMkLst>
            <pc:docMk/>
            <pc:sldMk cId="3294421523" sldId="274"/>
            <ac:spMk id="4" creationId="{14450DC0-AFD0-F49E-6911-854FDE6837D4}"/>
          </ac:spMkLst>
        </pc:spChg>
        <pc:picChg chg="add del mod">
          <ac:chgData name="大和 小松" userId="ae006b601c18986a" providerId="LiveId" clId="{556FC725-9FD1-49B4-A171-A95A04989AE9}" dt="2026-02-04T03:28:27.542" v="3322" actId="478"/>
          <ac:picMkLst>
            <pc:docMk/>
            <pc:sldMk cId="3294421523" sldId="274"/>
            <ac:picMk id="5" creationId="{B0CFBB2C-05FF-65E8-CF61-8A943B701F49}"/>
          </ac:picMkLst>
        </pc:picChg>
      </pc:sldChg>
      <pc:sldChg chg="addSp delSp modSp mod modNotesTx">
        <pc:chgData name="大和 小松" userId="ae006b601c18986a" providerId="LiveId" clId="{556FC725-9FD1-49B4-A171-A95A04989AE9}" dt="2026-01-19T04:18:29.716" v="2899" actId="1076"/>
        <pc:sldMkLst>
          <pc:docMk/>
          <pc:sldMk cId="356605697" sldId="275"/>
        </pc:sldMkLst>
        <pc:spChg chg="mod">
          <ac:chgData name="大和 小松" userId="ae006b601c18986a" providerId="LiveId" clId="{556FC725-9FD1-49B4-A171-A95A04989AE9}" dt="2026-01-19T04:18:29.716" v="2899" actId="1076"/>
          <ac:spMkLst>
            <pc:docMk/>
            <pc:sldMk cId="356605697" sldId="275"/>
            <ac:spMk id="2" creationId="{3150A6C1-4B6E-91E4-7269-CC5DAEE31908}"/>
          </ac:spMkLst>
        </pc:spChg>
        <pc:spChg chg="mod">
          <ac:chgData name="大和 小松" userId="ae006b601c18986a" providerId="LiveId" clId="{556FC725-9FD1-49B4-A171-A95A04989AE9}" dt="2026-01-19T04:18:18.507" v="2898" actId="27636"/>
          <ac:spMkLst>
            <pc:docMk/>
            <pc:sldMk cId="356605697" sldId="275"/>
            <ac:spMk id="3" creationId="{0C822A40-2681-6283-0398-0F7B7634D14B}"/>
          </ac:spMkLst>
        </pc:spChg>
        <pc:spChg chg="add">
          <ac:chgData name="大和 小松" userId="ae006b601c18986a" providerId="LiveId" clId="{556FC725-9FD1-49B4-A171-A95A04989AE9}" dt="2026-01-13T06:08:57.621" v="1424"/>
          <ac:spMkLst>
            <pc:docMk/>
            <pc:sldMk cId="356605697" sldId="275"/>
            <ac:spMk id="10" creationId="{49642051-59BE-2550-F9C8-0A978E95FE43}"/>
          </ac:spMkLst>
        </pc:spChg>
        <pc:picChg chg="add mod">
          <ac:chgData name="大和 小松" userId="ae006b601c18986a" providerId="LiveId" clId="{556FC725-9FD1-49B4-A171-A95A04989AE9}" dt="2026-01-19T04:16:28.104" v="2873" actId="1076"/>
          <ac:picMkLst>
            <pc:docMk/>
            <pc:sldMk cId="356605697" sldId="275"/>
            <ac:picMk id="12" creationId="{DE6B5C39-2497-8D4C-4289-6569ECD81C34}"/>
          </ac:picMkLst>
        </pc:picChg>
      </pc:sldChg>
      <pc:sldChg chg="addSp delSp modSp new mod setBg modNotesTx">
        <pc:chgData name="大和 小松" userId="ae006b601c18986a" providerId="LiveId" clId="{556FC725-9FD1-49B4-A171-A95A04989AE9}" dt="2026-01-28T07:21:30.598" v="3305" actId="1076"/>
        <pc:sldMkLst>
          <pc:docMk/>
          <pc:sldMk cId="1824319690" sldId="277"/>
        </pc:sldMkLst>
        <pc:spChg chg="mod">
          <ac:chgData name="大和 小松" userId="ae006b601c18986a" providerId="LiveId" clId="{556FC725-9FD1-49B4-A171-A95A04989AE9}" dt="2026-01-13T06:42:10.802" v="1885" actId="26606"/>
          <ac:spMkLst>
            <pc:docMk/>
            <pc:sldMk cId="1824319690" sldId="277"/>
            <ac:spMk id="2" creationId="{0A6A0CB7-9975-1F7E-6A27-307498A0F267}"/>
          </ac:spMkLst>
        </pc:spChg>
        <pc:spChg chg="mod">
          <ac:chgData name="大和 小松" userId="ae006b601c18986a" providerId="LiveId" clId="{556FC725-9FD1-49B4-A171-A95A04989AE9}" dt="2026-01-28T07:21:30.598" v="3305" actId="1076"/>
          <ac:spMkLst>
            <pc:docMk/>
            <pc:sldMk cId="1824319690" sldId="277"/>
            <ac:spMk id="3" creationId="{2B728112-F55F-DB0E-9DB3-1F549F437BC4}"/>
          </ac:spMkLst>
        </pc:spChg>
        <pc:spChg chg="add">
          <ac:chgData name="大和 小松" userId="ae006b601c18986a" providerId="LiveId" clId="{556FC725-9FD1-49B4-A171-A95A04989AE9}" dt="2026-01-13T06:41:13.170" v="1879"/>
          <ac:spMkLst>
            <pc:docMk/>
            <pc:sldMk cId="1824319690" sldId="277"/>
            <ac:spMk id="4" creationId="{AC98D0A4-AC07-572C-75B3-9327DB84A5B8}"/>
          </ac:spMkLst>
        </pc:spChg>
        <pc:spChg chg="mod">
          <ac:chgData name="大和 小松" userId="ae006b601c18986a" providerId="LiveId" clId="{556FC725-9FD1-49B4-A171-A95A04989AE9}" dt="2026-01-13T06:42:10.802" v="1885" actId="26606"/>
          <ac:spMkLst>
            <pc:docMk/>
            <pc:sldMk cId="1824319690" sldId="277"/>
            <ac:spMk id="6" creationId="{B70E89C7-8F5A-79F3-A69A-0059C98E730A}"/>
          </ac:spMkLst>
        </pc:spChg>
        <pc:picChg chg="add mod">
          <ac:chgData name="大和 小松" userId="ae006b601c18986a" providerId="LiveId" clId="{556FC725-9FD1-49B4-A171-A95A04989AE9}" dt="2026-01-28T07:18:55.791" v="3161" actId="1076"/>
          <ac:picMkLst>
            <pc:docMk/>
            <pc:sldMk cId="1824319690" sldId="277"/>
            <ac:picMk id="8" creationId="{DC560A7B-E527-40A4-DB97-B6DFF9340D31}"/>
          </ac:picMkLst>
        </pc:picChg>
      </pc:sldChg>
      <pc:sldChg chg="addSp delSp modSp new mod">
        <pc:chgData name="大和 小松" userId="ae006b601c18986a" providerId="LiveId" clId="{556FC725-9FD1-49B4-A171-A95A04989AE9}" dt="2026-01-19T04:28:16.133" v="2992" actId="15"/>
        <pc:sldMkLst>
          <pc:docMk/>
          <pc:sldMk cId="1438900060" sldId="279"/>
        </pc:sldMkLst>
        <pc:spChg chg="mod">
          <ac:chgData name="大和 小松" userId="ae006b601c18986a" providerId="LiveId" clId="{556FC725-9FD1-49B4-A171-A95A04989AE9}" dt="2026-01-13T05:12:17.849" v="815" actId="20577"/>
          <ac:spMkLst>
            <pc:docMk/>
            <pc:sldMk cId="1438900060" sldId="279"/>
            <ac:spMk id="2" creationId="{A7138A43-8E0D-6F55-F213-9388B1CC79FA}"/>
          </ac:spMkLst>
        </pc:spChg>
        <pc:spChg chg="mod">
          <ac:chgData name="大和 小松" userId="ae006b601c18986a" providerId="LiveId" clId="{556FC725-9FD1-49B4-A171-A95A04989AE9}" dt="2026-01-19T04:28:10.237" v="2991" actId="5793"/>
          <ac:spMkLst>
            <pc:docMk/>
            <pc:sldMk cId="1438900060" sldId="279"/>
            <ac:spMk id="3" creationId="{FBB81C96-EDA5-496D-D31A-72197F28E3CE}"/>
          </ac:spMkLst>
        </pc:spChg>
        <pc:spChg chg="add mod">
          <ac:chgData name="大和 小松" userId="ae006b601c18986a" providerId="LiveId" clId="{556FC725-9FD1-49B4-A171-A95A04989AE9}" dt="2026-01-13T05:06:57.815" v="723"/>
          <ac:spMkLst>
            <pc:docMk/>
            <pc:sldMk cId="1438900060" sldId="279"/>
            <ac:spMk id="13" creationId="{D0E39089-2FF9-D516-0377-F8C45ED77B7F}"/>
          </ac:spMkLst>
        </pc:spChg>
        <pc:spChg chg="add mod">
          <ac:chgData name="大和 小松" userId="ae006b601c18986a" providerId="LiveId" clId="{556FC725-9FD1-49B4-A171-A95A04989AE9}" dt="2026-01-13T05:07:36.095" v="729" actId="1076"/>
          <ac:spMkLst>
            <pc:docMk/>
            <pc:sldMk cId="1438900060" sldId="279"/>
            <ac:spMk id="14" creationId="{A901ED28-01B4-B7D9-38FA-F3201F198750}"/>
          </ac:spMkLst>
        </pc:spChg>
        <pc:spChg chg="add del mod">
          <ac:chgData name="大和 小松" userId="ae006b601c18986a" providerId="LiveId" clId="{556FC725-9FD1-49B4-A171-A95A04989AE9}" dt="2026-01-19T04:28:16.133" v="2992" actId="15"/>
          <ac:spMkLst>
            <pc:docMk/>
            <pc:sldMk cId="1438900060" sldId="279"/>
            <ac:spMk id="16" creationId="{A3E4304A-02F0-245B-311B-92A158BC7C50}"/>
          </ac:spMkLst>
        </pc:spChg>
        <pc:graphicFrameChg chg="add mod modGraphic">
          <ac:chgData name="大和 小松" userId="ae006b601c18986a" providerId="LiveId" clId="{556FC725-9FD1-49B4-A171-A95A04989AE9}" dt="2026-01-13T05:14:05.196" v="866" actId="20577"/>
          <ac:graphicFrameMkLst>
            <pc:docMk/>
            <pc:sldMk cId="1438900060" sldId="279"/>
            <ac:graphicFrameMk id="10" creationId="{882940E0-F3A6-F1A7-CCAB-0B4E5F3F3DA2}"/>
          </ac:graphicFrameMkLst>
        </pc:graphicFrameChg>
        <pc:graphicFrameChg chg="add mod modGraphic">
          <ac:chgData name="大和 小松" userId="ae006b601c18986a" providerId="LiveId" clId="{556FC725-9FD1-49B4-A171-A95A04989AE9}" dt="2026-01-13T05:14:06.895" v="867" actId="20577"/>
          <ac:graphicFrameMkLst>
            <pc:docMk/>
            <pc:sldMk cId="1438900060" sldId="279"/>
            <ac:graphicFrameMk id="11" creationId="{F770816A-4777-04E3-344B-14C08A8A9293}"/>
          </ac:graphicFrameMkLst>
        </pc:graphicFrameChg>
      </pc:sldChg>
      <pc:sldChg chg="addSp delSp modSp new mod">
        <pc:chgData name="大和 小松" userId="ae006b601c18986a" providerId="LiveId" clId="{556FC725-9FD1-49B4-A171-A95A04989AE9}" dt="2026-01-28T07:23:35.930" v="3309" actId="20577"/>
        <pc:sldMkLst>
          <pc:docMk/>
          <pc:sldMk cId="4014793028" sldId="280"/>
        </pc:sldMkLst>
        <pc:spChg chg="mod">
          <ac:chgData name="大和 小松" userId="ae006b601c18986a" providerId="LiveId" clId="{556FC725-9FD1-49B4-A171-A95A04989AE9}" dt="2026-01-13T05:12:27.889" v="818" actId="1076"/>
          <ac:spMkLst>
            <pc:docMk/>
            <pc:sldMk cId="4014793028" sldId="280"/>
            <ac:spMk id="2" creationId="{5FE7843F-D38A-8DB5-FC16-D8640D5DE087}"/>
          </ac:spMkLst>
        </pc:spChg>
        <pc:spChg chg="mod">
          <ac:chgData name="大和 小松" userId="ae006b601c18986a" providerId="LiveId" clId="{556FC725-9FD1-49B4-A171-A95A04989AE9}" dt="2026-01-19T04:31:08.721" v="3002" actId="255"/>
          <ac:spMkLst>
            <pc:docMk/>
            <pc:sldMk cId="4014793028" sldId="280"/>
            <ac:spMk id="3" creationId="{5222FC4A-B233-13A8-2BA1-549D00916CE4}"/>
          </ac:spMkLst>
        </pc:spChg>
        <pc:spChg chg="add mod">
          <ac:chgData name="大和 小松" userId="ae006b601c18986a" providerId="LiveId" clId="{556FC725-9FD1-49B4-A171-A95A04989AE9}" dt="2026-01-28T07:23:35.930" v="3309" actId="20577"/>
          <ac:spMkLst>
            <pc:docMk/>
            <pc:sldMk cId="4014793028" sldId="280"/>
            <ac:spMk id="8" creationId="{2E56B3FA-2C86-1116-BC72-F48E24133DDB}"/>
          </ac:spMkLst>
        </pc:spChg>
        <pc:graphicFrameChg chg="add mod modGraphic">
          <ac:chgData name="大和 小松" userId="ae006b601c18986a" providerId="LiveId" clId="{556FC725-9FD1-49B4-A171-A95A04989AE9}" dt="2026-01-19T04:31:16.318" v="3004" actId="1076"/>
          <ac:graphicFrameMkLst>
            <pc:docMk/>
            <pc:sldMk cId="4014793028" sldId="280"/>
            <ac:graphicFrameMk id="7" creationId="{8C8CCBA6-81CD-D9B9-CF24-9375C6D4FD91}"/>
          </ac:graphicFrameMkLst>
        </pc:graphicFrameChg>
      </pc:sldChg>
      <pc:sldChg chg="addSp delSp modSp new mod">
        <pc:chgData name="大和 小松" userId="ae006b601c18986a" providerId="LiveId" clId="{556FC725-9FD1-49B4-A171-A95A04989AE9}" dt="2026-01-21T07:04:48.577" v="3085" actId="20577"/>
        <pc:sldMkLst>
          <pc:docMk/>
          <pc:sldMk cId="2570737899" sldId="282"/>
        </pc:sldMkLst>
        <pc:spChg chg="mod">
          <ac:chgData name="大和 小松" userId="ae006b601c18986a" providerId="LiveId" clId="{556FC725-9FD1-49B4-A171-A95A04989AE9}" dt="2026-01-13T05:21:16.459" v="997" actId="255"/>
          <ac:spMkLst>
            <pc:docMk/>
            <pc:sldMk cId="2570737899" sldId="282"/>
            <ac:spMk id="2" creationId="{1B86DF1D-1051-AB15-82CC-1A0137527E0B}"/>
          </ac:spMkLst>
        </pc:spChg>
        <pc:spChg chg="add del mod">
          <ac:chgData name="大和 小松" userId="ae006b601c18986a" providerId="LiveId" clId="{556FC725-9FD1-49B4-A171-A95A04989AE9}" dt="2026-01-21T07:04:48.577" v="3085" actId="20577"/>
          <ac:spMkLst>
            <pc:docMk/>
            <pc:sldMk cId="2570737899" sldId="282"/>
            <ac:spMk id="3" creationId="{4BA09BAB-1639-BA1D-B5AB-73D0B8BA4A19}"/>
          </ac:spMkLst>
        </pc:spChg>
      </pc:sldChg>
      <pc:sldChg chg="addSp delSp modSp new mod setBg modNotesTx">
        <pc:chgData name="大和 小松" userId="ae006b601c18986a" providerId="LiveId" clId="{556FC725-9FD1-49B4-A171-A95A04989AE9}" dt="2026-01-28T07:19:33.020" v="3165" actId="1076"/>
        <pc:sldMkLst>
          <pc:docMk/>
          <pc:sldMk cId="4083792439" sldId="283"/>
        </pc:sldMkLst>
        <pc:spChg chg="mod">
          <ac:chgData name="大和 小松" userId="ae006b601c18986a" providerId="LiveId" clId="{556FC725-9FD1-49B4-A171-A95A04989AE9}" dt="2026-01-13T05:28:51.524" v="1071" actId="26606"/>
          <ac:spMkLst>
            <pc:docMk/>
            <pc:sldMk cId="4083792439" sldId="283"/>
            <ac:spMk id="2" creationId="{D85460A7-8ED5-591B-470D-4749BAE486F2}"/>
          </ac:spMkLst>
        </pc:spChg>
        <pc:spChg chg="mod">
          <ac:chgData name="大和 小松" userId="ae006b601c18986a" providerId="LiveId" clId="{556FC725-9FD1-49B4-A171-A95A04989AE9}" dt="2026-01-28T07:19:33.020" v="3165" actId="1076"/>
          <ac:spMkLst>
            <pc:docMk/>
            <pc:sldMk cId="4083792439" sldId="283"/>
            <ac:spMk id="3" creationId="{B906F40A-89FE-60A0-C3CB-DF587D70CB41}"/>
          </ac:spMkLst>
        </pc:spChg>
        <pc:spChg chg="mod ord">
          <ac:chgData name="大和 小松" userId="ae006b601c18986a" providerId="LiveId" clId="{556FC725-9FD1-49B4-A171-A95A04989AE9}" dt="2026-01-13T05:28:51.524" v="1071" actId="26606"/>
          <ac:spMkLst>
            <pc:docMk/>
            <pc:sldMk cId="4083792439" sldId="283"/>
            <ac:spMk id="6" creationId="{C3491130-DFDE-ADBF-DB24-059478B9F7BB}"/>
          </ac:spMkLst>
        </pc:spChg>
        <pc:spChg chg="add mod">
          <ac:chgData name="大和 小松" userId="ae006b601c18986a" providerId="LiveId" clId="{556FC725-9FD1-49B4-A171-A95A04989AE9}" dt="2026-01-13T05:31:30.207" v="1138" actId="1076"/>
          <ac:spMkLst>
            <pc:docMk/>
            <pc:sldMk cId="4083792439" sldId="283"/>
            <ac:spMk id="11" creationId="{7F13A21D-6C74-C1F8-CF8B-FCF3238E13D1}"/>
          </ac:spMkLst>
        </pc:spChg>
        <pc:spChg chg="add mod">
          <ac:chgData name="大和 小松" userId="ae006b601c18986a" providerId="LiveId" clId="{556FC725-9FD1-49B4-A171-A95A04989AE9}" dt="2026-01-13T05:32:26.989" v="1165" actId="1076"/>
          <ac:spMkLst>
            <pc:docMk/>
            <pc:sldMk cId="4083792439" sldId="283"/>
            <ac:spMk id="13" creationId="{A3FBC652-9B11-32A9-93AC-377B76B982EC}"/>
          </ac:spMkLst>
        </pc:spChg>
        <pc:picChg chg="add mod">
          <ac:chgData name="大和 小松" userId="ae006b601c18986a" providerId="LiveId" clId="{556FC725-9FD1-49B4-A171-A95A04989AE9}" dt="2026-01-13T05:29:09.862" v="1080" actId="1076"/>
          <ac:picMkLst>
            <pc:docMk/>
            <pc:sldMk cId="4083792439" sldId="283"/>
            <ac:picMk id="8" creationId="{EF877211-70AB-0F6B-38BE-3AC7F4FB36BD}"/>
          </ac:picMkLst>
        </pc:picChg>
        <pc:picChg chg="add mod">
          <ac:chgData name="大和 小松" userId="ae006b601c18986a" providerId="LiveId" clId="{556FC725-9FD1-49B4-A171-A95A04989AE9}" dt="2026-01-13T05:31:34.750" v="1139" actId="1076"/>
          <ac:picMkLst>
            <pc:docMk/>
            <pc:sldMk cId="4083792439" sldId="283"/>
            <ac:picMk id="10" creationId="{EB368AD2-DED8-372F-EFC3-913A8AF0E835}"/>
          </ac:picMkLst>
        </pc:picChg>
      </pc:sldChg>
      <pc:sldChg chg="addSp delSp modSp new mod modNotesTx">
        <pc:chgData name="大和 小松" userId="ae006b601c18986a" providerId="LiveId" clId="{556FC725-9FD1-49B4-A171-A95A04989AE9}" dt="2026-01-28T07:19:41.834" v="3181" actId="20577"/>
        <pc:sldMkLst>
          <pc:docMk/>
          <pc:sldMk cId="1800839706" sldId="284"/>
        </pc:sldMkLst>
        <pc:spChg chg="mod">
          <ac:chgData name="大和 小松" userId="ae006b601c18986a" providerId="LiveId" clId="{556FC725-9FD1-49B4-A171-A95A04989AE9}" dt="2026-01-28T07:19:41.834" v="3181" actId="20577"/>
          <ac:spMkLst>
            <pc:docMk/>
            <pc:sldMk cId="1800839706" sldId="284"/>
            <ac:spMk id="2" creationId="{6F611F9F-DDA7-35C4-3E18-E2871C08F860}"/>
          </ac:spMkLst>
        </pc:spChg>
        <pc:spChg chg="mod">
          <ac:chgData name="大和 小松" userId="ae006b601c18986a" providerId="LiveId" clId="{556FC725-9FD1-49B4-A171-A95A04989AE9}" dt="2026-01-19T04:08:36.056" v="2830" actId="20577"/>
          <ac:spMkLst>
            <pc:docMk/>
            <pc:sldMk cId="1800839706" sldId="284"/>
            <ac:spMk id="3" creationId="{47F85B54-4EAC-507A-CF38-F6663A3C46B4}"/>
          </ac:spMkLst>
        </pc:spChg>
      </pc:sldChg>
      <pc:sldChg chg="addSp delSp modSp new mod modNotesTx">
        <pc:chgData name="大和 小松" userId="ae006b601c18986a" providerId="LiveId" clId="{556FC725-9FD1-49B4-A171-A95A04989AE9}" dt="2026-01-28T07:19:17.239" v="3164" actId="1076"/>
        <pc:sldMkLst>
          <pc:docMk/>
          <pc:sldMk cId="617357845" sldId="287"/>
        </pc:sldMkLst>
        <pc:spChg chg="mod">
          <ac:chgData name="大和 小松" userId="ae006b601c18986a" providerId="LiveId" clId="{556FC725-9FD1-49B4-A171-A95A04989AE9}" dt="2026-01-13T05:43:20.247" v="1257"/>
          <ac:spMkLst>
            <pc:docMk/>
            <pc:sldMk cId="617357845" sldId="287"/>
            <ac:spMk id="2" creationId="{5FBC6D2A-DB2C-7E9A-8BD6-4F076FFE9AD6}"/>
          </ac:spMkLst>
        </pc:spChg>
        <pc:spChg chg="mod">
          <ac:chgData name="大和 小松" userId="ae006b601c18986a" providerId="LiveId" clId="{556FC725-9FD1-49B4-A171-A95A04989AE9}" dt="2026-01-28T07:19:17.239" v="3164" actId="1076"/>
          <ac:spMkLst>
            <pc:docMk/>
            <pc:sldMk cId="617357845" sldId="287"/>
            <ac:spMk id="3" creationId="{641FA55D-3B3A-A7DE-1210-76AD07DDB273}"/>
          </ac:spMkLst>
        </pc:spChg>
        <pc:picChg chg="add mod">
          <ac:chgData name="大和 小松" userId="ae006b601c18986a" providerId="LiveId" clId="{556FC725-9FD1-49B4-A171-A95A04989AE9}" dt="2026-01-13T05:47:04.208" v="1306" actId="14100"/>
          <ac:picMkLst>
            <pc:docMk/>
            <pc:sldMk cId="617357845" sldId="287"/>
            <ac:picMk id="9" creationId="{93F2A57F-0A86-A3E5-DA05-BF6D12D16CCA}"/>
          </ac:picMkLst>
        </pc:picChg>
      </pc:sldChg>
      <pc:sldChg chg="modSp add mod">
        <pc:chgData name="大和 小松" userId="ae006b601c18986a" providerId="LiveId" clId="{556FC725-9FD1-49B4-A171-A95A04989AE9}" dt="2026-01-28T07:19:52.177" v="3197" actId="20577"/>
        <pc:sldMkLst>
          <pc:docMk/>
          <pc:sldMk cId="1997994573" sldId="290"/>
        </pc:sldMkLst>
        <pc:spChg chg="mod">
          <ac:chgData name="大和 小松" userId="ae006b601c18986a" providerId="LiveId" clId="{556FC725-9FD1-49B4-A171-A95A04989AE9}" dt="2026-01-28T07:19:52.177" v="3197" actId="20577"/>
          <ac:spMkLst>
            <pc:docMk/>
            <pc:sldMk cId="1997994573" sldId="290"/>
            <ac:spMk id="3" creationId="{C1D5640E-5EB4-65B9-3EC0-AB32876D92E2}"/>
          </ac:spMkLst>
        </pc:spChg>
      </pc:sldChg>
      <pc:sldChg chg="modSp add mod">
        <pc:chgData name="大和 小松" userId="ae006b601c18986a" providerId="LiveId" clId="{556FC725-9FD1-49B4-A171-A95A04989AE9}" dt="2026-01-28T07:19:57.868" v="3213" actId="20577"/>
        <pc:sldMkLst>
          <pc:docMk/>
          <pc:sldMk cId="304450797" sldId="291"/>
        </pc:sldMkLst>
        <pc:spChg chg="mod">
          <ac:chgData name="大和 小松" userId="ae006b601c18986a" providerId="LiveId" clId="{556FC725-9FD1-49B4-A171-A95A04989AE9}" dt="2026-01-28T07:19:57.868" v="3213" actId="20577"/>
          <ac:spMkLst>
            <pc:docMk/>
            <pc:sldMk cId="304450797" sldId="291"/>
            <ac:spMk id="3" creationId="{934904B0-D607-736F-3361-4A823BAB7F70}"/>
          </ac:spMkLst>
        </pc:spChg>
      </pc:sldChg>
      <pc:sldChg chg="modSp add mod">
        <pc:chgData name="大和 小松" userId="ae006b601c18986a" providerId="LiveId" clId="{556FC725-9FD1-49B4-A171-A95A04989AE9}" dt="2026-01-28T07:20:05.273" v="3229" actId="20577"/>
        <pc:sldMkLst>
          <pc:docMk/>
          <pc:sldMk cId="1859927903" sldId="292"/>
        </pc:sldMkLst>
        <pc:spChg chg="mod">
          <ac:chgData name="大和 小松" userId="ae006b601c18986a" providerId="LiveId" clId="{556FC725-9FD1-49B4-A171-A95A04989AE9}" dt="2026-01-28T07:20:05.273" v="3229" actId="20577"/>
          <ac:spMkLst>
            <pc:docMk/>
            <pc:sldMk cId="1859927903" sldId="292"/>
            <ac:spMk id="3" creationId="{05494420-63FC-3584-21C9-385D55CF155D}"/>
          </ac:spMkLst>
        </pc:spChg>
      </pc:sldChg>
      <pc:sldChg chg="modSp add mod">
        <pc:chgData name="大和 小松" userId="ae006b601c18986a" providerId="LiveId" clId="{556FC725-9FD1-49B4-A171-A95A04989AE9}" dt="2026-01-28T07:20:14.588" v="3245" actId="20577"/>
        <pc:sldMkLst>
          <pc:docMk/>
          <pc:sldMk cId="2423931157" sldId="293"/>
        </pc:sldMkLst>
        <pc:spChg chg="mod">
          <ac:chgData name="大和 小松" userId="ae006b601c18986a" providerId="LiveId" clId="{556FC725-9FD1-49B4-A171-A95A04989AE9}" dt="2026-01-28T07:20:14.588" v="3245" actId="20577"/>
          <ac:spMkLst>
            <pc:docMk/>
            <pc:sldMk cId="2423931157" sldId="293"/>
            <ac:spMk id="3" creationId="{79147DF8-C683-4F37-BE8C-F4295473B0C6}"/>
          </ac:spMkLst>
        </pc:spChg>
      </pc:sldChg>
      <pc:sldChg chg="modSp add mod modNotesTx">
        <pc:chgData name="大和 小松" userId="ae006b601c18986a" providerId="LiveId" clId="{556FC725-9FD1-49B4-A171-A95A04989AE9}" dt="2026-01-28T07:20:27.547" v="3275" actId="20577"/>
        <pc:sldMkLst>
          <pc:docMk/>
          <pc:sldMk cId="859787086" sldId="294"/>
        </pc:sldMkLst>
        <pc:spChg chg="mod">
          <ac:chgData name="大和 小松" userId="ae006b601c18986a" providerId="LiveId" clId="{556FC725-9FD1-49B4-A171-A95A04989AE9}" dt="2026-01-28T07:20:27.547" v="3275" actId="20577"/>
          <ac:spMkLst>
            <pc:docMk/>
            <pc:sldMk cId="859787086" sldId="294"/>
            <ac:spMk id="3" creationId="{A227BCD0-7141-ACF3-F9D7-3E612518E60B}"/>
          </ac:spMkLst>
        </pc:spChg>
      </pc:sldChg>
      <pc:sldChg chg="modSp add mod">
        <pc:chgData name="大和 小松" userId="ae006b601c18986a" providerId="LiveId" clId="{556FC725-9FD1-49B4-A171-A95A04989AE9}" dt="2026-01-28T07:20:22.406" v="3260" actId="20577"/>
        <pc:sldMkLst>
          <pc:docMk/>
          <pc:sldMk cId="2423058389" sldId="295"/>
        </pc:sldMkLst>
        <pc:spChg chg="mod">
          <ac:chgData name="大和 小松" userId="ae006b601c18986a" providerId="LiveId" clId="{556FC725-9FD1-49B4-A171-A95A04989AE9}" dt="2026-01-28T07:20:22.406" v="3260" actId="20577"/>
          <ac:spMkLst>
            <pc:docMk/>
            <pc:sldMk cId="2423058389" sldId="295"/>
            <ac:spMk id="3" creationId="{06B3CA0D-D601-0D38-9274-BA219AFBDCB1}"/>
          </ac:spMkLst>
        </pc:spChg>
      </pc:sldChg>
      <pc:sldChg chg="delSp modSp new mod">
        <pc:chgData name="大和 小松" userId="ae006b601c18986a" providerId="LiveId" clId="{556FC725-9FD1-49B4-A171-A95A04989AE9}" dt="2026-01-28T07:21:41.161" v="3308" actId="478"/>
        <pc:sldMkLst>
          <pc:docMk/>
          <pc:sldMk cId="651539927" sldId="296"/>
        </pc:sldMkLst>
        <pc:spChg chg="mod">
          <ac:chgData name="大和 小松" userId="ae006b601c18986a" providerId="LiveId" clId="{556FC725-9FD1-49B4-A171-A95A04989AE9}" dt="2026-01-14T09:53:12.737" v="1948" actId="20577"/>
          <ac:spMkLst>
            <pc:docMk/>
            <pc:sldMk cId="651539927" sldId="296"/>
            <ac:spMk id="2" creationId="{D0585115-00BA-5F19-A479-0FB8CB10A164}"/>
          </ac:spMkLst>
        </pc:spChg>
        <pc:spChg chg="mod">
          <ac:chgData name="大和 小松" userId="ae006b601c18986a" providerId="LiveId" clId="{556FC725-9FD1-49B4-A171-A95A04989AE9}" dt="2026-01-28T07:17:02.457" v="3152" actId="20577"/>
          <ac:spMkLst>
            <pc:docMk/>
            <pc:sldMk cId="651539927" sldId="296"/>
            <ac:spMk id="3" creationId="{BCEF0398-D3A5-E256-31C0-4D53937CC8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86E119-A08E-ED46-8057-D374DBAF2A0A}" type="datetimeFigureOut">
              <a:rPr lang="en-JP" smtClean="0"/>
              <a:t>02/04/2026</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CF3FE-C834-3449-83D9-D7F0D2C1F4AB}" type="slidenum">
              <a:rPr lang="en-JP" smtClean="0"/>
              <a:t>‹#›</a:t>
            </a:fld>
            <a:endParaRPr lang="en-JP"/>
          </a:p>
        </p:txBody>
      </p:sp>
    </p:spTree>
    <p:extLst>
      <p:ext uri="{BB962C8B-B14F-4D97-AF65-F5344CB8AC3E}">
        <p14:creationId xmlns:p14="http://schemas.microsoft.com/office/powerpoint/2010/main" val="79097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ja-JP" dirty="0"/>
              <a:t>Today, I will present my graduation thesis titled 'Designing Spiking Neural Network on Embedded Systems with On-Chip Learning Ability'.</a:t>
            </a:r>
            <a:endParaRPr lang="en-JP" dirty="0"/>
          </a:p>
        </p:txBody>
      </p:sp>
      <p:sp>
        <p:nvSpPr>
          <p:cNvPr id="4" name="Slide Number Placeholder 3"/>
          <p:cNvSpPr>
            <a:spLocks noGrp="1"/>
          </p:cNvSpPr>
          <p:nvPr>
            <p:ph type="sldNum" sz="quarter" idx="5"/>
          </p:nvPr>
        </p:nvSpPr>
        <p:spPr/>
        <p:txBody>
          <a:bodyPr/>
          <a:lstStyle/>
          <a:p>
            <a:fld id="{6B7CF3FE-C834-3449-83D9-D7F0D2C1F4AB}" type="slidenum">
              <a:rPr lang="en-JP" smtClean="0"/>
              <a:t>1</a:t>
            </a:fld>
            <a:endParaRPr lang="en-JP"/>
          </a:p>
        </p:txBody>
      </p:sp>
    </p:spTree>
    <p:extLst>
      <p:ext uri="{BB962C8B-B14F-4D97-AF65-F5344CB8AC3E}">
        <p14:creationId xmlns:p14="http://schemas.microsoft.com/office/powerpoint/2010/main" val="889025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dirty="0"/>
              <a:t>The content should be bief</a:t>
            </a:r>
          </a:p>
        </p:txBody>
      </p:sp>
      <p:sp>
        <p:nvSpPr>
          <p:cNvPr id="4" name="Slide Number Placeholder 3"/>
          <p:cNvSpPr>
            <a:spLocks noGrp="1"/>
          </p:cNvSpPr>
          <p:nvPr>
            <p:ph type="sldNum" sz="quarter" idx="5"/>
          </p:nvPr>
        </p:nvSpPr>
        <p:spPr/>
        <p:txBody>
          <a:bodyPr/>
          <a:lstStyle/>
          <a:p>
            <a:fld id="{6B7CF3FE-C834-3449-83D9-D7F0D2C1F4AB}" type="slidenum">
              <a:rPr lang="en-JP" smtClean="0"/>
              <a:t>2</a:t>
            </a:fld>
            <a:endParaRPr lang="en-JP"/>
          </a:p>
        </p:txBody>
      </p:sp>
    </p:spTree>
    <p:extLst>
      <p:ext uri="{BB962C8B-B14F-4D97-AF65-F5344CB8AC3E}">
        <p14:creationId xmlns:p14="http://schemas.microsoft.com/office/powerpoint/2010/main" val="2445067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41F77-DE1A-FD1C-B196-B56C349AE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8844D-69A0-9A0E-EB91-563A9A716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21F59-BCD3-B4F1-1FBD-1ACB0F645BCF}"/>
              </a:ext>
            </a:extLst>
          </p:cNvPr>
          <p:cNvSpPr>
            <a:spLocks noGrp="1"/>
          </p:cNvSpPr>
          <p:nvPr>
            <p:ph type="body" idx="1"/>
          </p:nvPr>
        </p:nvSpPr>
        <p:spPr/>
        <p:txBody>
          <a:bodyPr/>
          <a:lstStyle/>
          <a:p>
            <a:r>
              <a:rPr lang="en-JP" dirty="0"/>
              <a:t>Before jumping to a new section, add a new slide:</a:t>
            </a:r>
          </a:p>
          <a:p>
            <a:pPr marL="171450" indent="-171450">
              <a:buFont typeface="Arial" panose="020B0604020202020204" pitchFamily="34" charset="0"/>
              <a:buChar char="•"/>
            </a:pPr>
            <a:r>
              <a:rPr lang="en-JP" dirty="0"/>
              <a:t>Hide the other sections</a:t>
            </a:r>
          </a:p>
          <a:p>
            <a:pPr marL="171450" indent="-171450">
              <a:buFont typeface="Arial" panose="020B0604020202020204" pitchFamily="34" charset="0"/>
              <a:buChar char="•"/>
            </a:pPr>
            <a:r>
              <a:rPr lang="en-JP" dirty="0"/>
              <a:t>Highlight the current section</a:t>
            </a:r>
          </a:p>
          <a:p>
            <a:endParaRPr lang="en-JP" dirty="0"/>
          </a:p>
        </p:txBody>
      </p:sp>
      <p:sp>
        <p:nvSpPr>
          <p:cNvPr id="4" name="Slide Number Placeholder 3">
            <a:extLst>
              <a:ext uri="{FF2B5EF4-FFF2-40B4-BE49-F238E27FC236}">
                <a16:creationId xmlns:a16="http://schemas.microsoft.com/office/drawing/2014/main" id="{7F71E02E-92EA-5B37-AB5B-4EED700D63DD}"/>
              </a:ext>
            </a:extLst>
          </p:cNvPr>
          <p:cNvSpPr>
            <a:spLocks noGrp="1"/>
          </p:cNvSpPr>
          <p:nvPr>
            <p:ph type="sldNum" sz="quarter" idx="5"/>
          </p:nvPr>
        </p:nvSpPr>
        <p:spPr/>
        <p:txBody>
          <a:bodyPr/>
          <a:lstStyle/>
          <a:p>
            <a:fld id="{6B7CF3FE-C834-3449-83D9-D7F0D2C1F4AB}" type="slidenum">
              <a:rPr lang="en-JP" smtClean="0"/>
              <a:t>3</a:t>
            </a:fld>
            <a:endParaRPr lang="en-JP"/>
          </a:p>
        </p:txBody>
      </p:sp>
    </p:spTree>
    <p:extLst>
      <p:ext uri="{BB962C8B-B14F-4D97-AF65-F5344CB8AC3E}">
        <p14:creationId xmlns:p14="http://schemas.microsoft.com/office/powerpoint/2010/main" val="43536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Research </a:t>
            </a:r>
            <a:r>
              <a:rPr lang="en-US" altLang="ja-JP" dirty="0" err="1"/>
              <a:t>Introduction:Why</a:t>
            </a:r>
            <a:r>
              <a:rPr lang="en-US" altLang="ja-JP" dirty="0"/>
              <a:t> Spiking Neural Networks?</a:t>
            </a:r>
          </a:p>
          <a:p>
            <a:r>
              <a:rPr lang="en-US" altLang="ja-JP" dirty="0"/>
              <a:t>The human brain is efficient, using only 20 watts. SNNs mimic this mechanism with 'spike' signals, making them energy-efficient. Therefore, my goal is to apply SNNs to embedded systems.</a:t>
            </a:r>
            <a:br>
              <a:rPr lang="en-US" altLang="ja-JP" dirty="0"/>
            </a:br>
            <a:r>
              <a:rPr lang="ja-JP" altLang="en-US" dirty="0"/>
              <a:t>「人間の脳は効率的で、わずか</a:t>
            </a:r>
            <a:r>
              <a:rPr lang="en-US" altLang="ja-JP" dirty="0"/>
              <a:t>20</a:t>
            </a:r>
            <a:r>
              <a:rPr lang="ja-JP" altLang="en-US" dirty="0"/>
              <a:t>ワットしか使いません。 </a:t>
            </a:r>
            <a:r>
              <a:rPr lang="en-US" altLang="ja-JP" dirty="0"/>
              <a:t>SNN</a:t>
            </a:r>
            <a:r>
              <a:rPr lang="ja-JP" altLang="en-US" dirty="0"/>
              <a:t>は</a:t>
            </a:r>
            <a:r>
              <a:rPr lang="en-US" altLang="ja-JP" dirty="0"/>
              <a:t>『</a:t>
            </a:r>
            <a:r>
              <a:rPr lang="ja-JP" altLang="en-US" dirty="0"/>
              <a:t>スパイク</a:t>
            </a:r>
            <a:r>
              <a:rPr lang="en-US" altLang="ja-JP" dirty="0"/>
              <a:t>』</a:t>
            </a:r>
            <a:r>
              <a:rPr lang="ja-JP" altLang="en-US" dirty="0"/>
              <a:t>信号でこの仕組みを模倣しており、エネルギー効率が良いです。 そのため、私の目標は</a:t>
            </a:r>
            <a:r>
              <a:rPr lang="en-US" altLang="ja-JP" dirty="0"/>
              <a:t>SNN</a:t>
            </a:r>
            <a:r>
              <a:rPr lang="ja-JP" altLang="en-US" dirty="0"/>
              <a:t>を組み込みシステムに応用することです。」</a:t>
            </a:r>
            <a:endParaRPr kumimoji="1" lang="ja-JP" altLang="en-US" dirty="0"/>
          </a:p>
        </p:txBody>
      </p:sp>
      <p:sp>
        <p:nvSpPr>
          <p:cNvPr id="4" name="Slide Number Placeholder 3"/>
          <p:cNvSpPr>
            <a:spLocks noGrp="1"/>
          </p:cNvSpPr>
          <p:nvPr>
            <p:ph type="sldNum" sz="quarter" idx="5"/>
          </p:nvPr>
        </p:nvSpPr>
        <p:spPr/>
        <p:txBody>
          <a:bodyPr/>
          <a:lstStyle/>
          <a:p>
            <a:fld id="{6B7CF3FE-C834-3449-83D9-D7F0D2C1F4AB}" type="slidenum">
              <a:rPr lang="en-JP" smtClean="0"/>
              <a:t>4</a:t>
            </a:fld>
            <a:endParaRPr lang="en-JP"/>
          </a:p>
        </p:txBody>
      </p:sp>
    </p:spTree>
    <p:extLst>
      <p:ext uri="{BB962C8B-B14F-4D97-AF65-F5344CB8AC3E}">
        <p14:creationId xmlns:p14="http://schemas.microsoft.com/office/powerpoint/2010/main" val="431799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AF248-FC9A-4121-7120-0E82373D1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96F80-3160-5BDA-1F3A-FF9E7DB09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4331E-9241-C3B0-305E-951180474F4C}"/>
              </a:ext>
            </a:extLst>
          </p:cNvPr>
          <p:cNvSpPr>
            <a:spLocks noGrp="1"/>
          </p:cNvSpPr>
          <p:nvPr>
            <p:ph type="body" idx="1"/>
          </p:nvPr>
        </p:nvSpPr>
        <p:spPr/>
        <p:txBody>
          <a:bodyPr/>
          <a:lstStyle/>
          <a:p>
            <a:r>
              <a:rPr lang="en-JP" dirty="0"/>
              <a:t>Before jumping to a new section, add a new slide:</a:t>
            </a:r>
          </a:p>
          <a:p>
            <a:pPr marL="171450" indent="-171450">
              <a:buFont typeface="Arial" panose="020B0604020202020204" pitchFamily="34" charset="0"/>
              <a:buChar char="•"/>
            </a:pPr>
            <a:r>
              <a:rPr lang="en-JP" dirty="0"/>
              <a:t>Hide the other sections</a:t>
            </a:r>
          </a:p>
          <a:p>
            <a:pPr marL="171450" indent="-171450">
              <a:buFont typeface="Arial" panose="020B0604020202020204" pitchFamily="34" charset="0"/>
              <a:buChar char="•"/>
            </a:pPr>
            <a:r>
              <a:rPr lang="en-JP" dirty="0"/>
              <a:t>Highlight the current section</a:t>
            </a:r>
          </a:p>
          <a:p>
            <a:endParaRPr lang="en-JP" dirty="0"/>
          </a:p>
        </p:txBody>
      </p:sp>
      <p:sp>
        <p:nvSpPr>
          <p:cNvPr id="4" name="Slide Number Placeholder 3">
            <a:extLst>
              <a:ext uri="{FF2B5EF4-FFF2-40B4-BE49-F238E27FC236}">
                <a16:creationId xmlns:a16="http://schemas.microsoft.com/office/drawing/2014/main" id="{B3BB63B0-5654-C26D-7406-435B02C1E03B}"/>
              </a:ext>
            </a:extLst>
          </p:cNvPr>
          <p:cNvSpPr>
            <a:spLocks noGrp="1"/>
          </p:cNvSpPr>
          <p:nvPr>
            <p:ph type="sldNum" sz="quarter" idx="5"/>
          </p:nvPr>
        </p:nvSpPr>
        <p:spPr/>
        <p:txBody>
          <a:bodyPr/>
          <a:lstStyle/>
          <a:p>
            <a:fld id="{6B7CF3FE-C834-3449-83D9-D7F0D2C1F4AB}" type="slidenum">
              <a:rPr lang="en-JP" smtClean="0"/>
              <a:t>5</a:t>
            </a:fld>
            <a:endParaRPr lang="en-JP"/>
          </a:p>
        </p:txBody>
      </p:sp>
    </p:spTree>
    <p:extLst>
      <p:ext uri="{BB962C8B-B14F-4D97-AF65-F5344CB8AC3E}">
        <p14:creationId xmlns:p14="http://schemas.microsoft.com/office/powerpoint/2010/main" val="931325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"My objective is to detect 'Hands' in low-resolution thermal images using SNNs. For the approach: I use efficient 24 by 32 pixel images. The model is an SNN trained with BPTT. The task is to classify 'Hand' or 'Not Hand’.”</a:t>
            </a:r>
          </a:p>
          <a:p>
            <a:endParaRPr kumimoji="1" lang="en-US" altLang="ja-JP" dirty="0"/>
          </a:p>
          <a:p>
            <a:r>
              <a:rPr lang="ja-JP" altLang="en-US" dirty="0"/>
              <a:t>「目的は、</a:t>
            </a:r>
            <a:r>
              <a:rPr lang="en-US" altLang="ja-JP" dirty="0"/>
              <a:t>SNN</a:t>
            </a:r>
            <a:r>
              <a:rPr lang="ja-JP" altLang="en-US" dirty="0"/>
              <a:t>を使って低解像度熱画像から</a:t>
            </a:r>
            <a:r>
              <a:rPr lang="en-US" altLang="ja-JP" dirty="0"/>
              <a:t>『</a:t>
            </a:r>
            <a:r>
              <a:rPr lang="ja-JP" altLang="en-US" dirty="0"/>
              <a:t>手</a:t>
            </a:r>
            <a:r>
              <a:rPr lang="en-US" altLang="ja-JP" dirty="0"/>
              <a:t>』</a:t>
            </a:r>
            <a:r>
              <a:rPr lang="ja-JP" altLang="en-US" dirty="0"/>
              <a:t>を検出することです。 アプローチとして、 効率的な</a:t>
            </a:r>
            <a:r>
              <a:rPr lang="en-US" altLang="ja-JP" dirty="0"/>
              <a:t>24x32</a:t>
            </a:r>
            <a:r>
              <a:rPr lang="ja-JP" altLang="en-US" dirty="0"/>
              <a:t>ピクセルの画像を使い、 モデルは</a:t>
            </a:r>
            <a:r>
              <a:rPr lang="en-US" altLang="ja-JP" dirty="0"/>
              <a:t>BPTT</a:t>
            </a:r>
            <a:r>
              <a:rPr lang="ja-JP" altLang="en-US" dirty="0"/>
              <a:t>で学習させた</a:t>
            </a:r>
            <a:r>
              <a:rPr lang="en-US" altLang="ja-JP" dirty="0"/>
              <a:t>SNN</a:t>
            </a:r>
            <a:r>
              <a:rPr lang="ja-JP" altLang="en-US" dirty="0"/>
              <a:t>です。 タスクは</a:t>
            </a:r>
            <a:r>
              <a:rPr lang="en-US" altLang="ja-JP" dirty="0"/>
              <a:t>『Hand』</a:t>
            </a:r>
            <a:r>
              <a:rPr lang="ja-JP" altLang="en-US" dirty="0"/>
              <a:t>か</a:t>
            </a:r>
            <a:r>
              <a:rPr lang="en-US" altLang="ja-JP" dirty="0"/>
              <a:t>『Not Hand』</a:t>
            </a:r>
            <a:r>
              <a:rPr lang="ja-JP" altLang="en-US" dirty="0"/>
              <a:t>への分類です。」</a:t>
            </a:r>
            <a:endParaRPr kumimoji="1" lang="ja-JP" altLang="en-US" dirty="0"/>
          </a:p>
        </p:txBody>
      </p:sp>
      <p:sp>
        <p:nvSpPr>
          <p:cNvPr id="4" name="Slide Number Placeholder 3"/>
          <p:cNvSpPr>
            <a:spLocks noGrp="1"/>
          </p:cNvSpPr>
          <p:nvPr>
            <p:ph type="sldNum" sz="quarter" idx="5"/>
          </p:nvPr>
        </p:nvSpPr>
        <p:spPr/>
        <p:txBody>
          <a:bodyPr/>
          <a:lstStyle/>
          <a:p>
            <a:fld id="{6B7CF3FE-C834-3449-83D9-D7F0D2C1F4AB}" type="slidenum">
              <a:rPr lang="en-JP" smtClean="0"/>
              <a:t>6</a:t>
            </a:fld>
            <a:endParaRPr lang="en-JP"/>
          </a:p>
        </p:txBody>
      </p:sp>
    </p:spTree>
    <p:extLst>
      <p:ext uri="{BB962C8B-B14F-4D97-AF65-F5344CB8AC3E}">
        <p14:creationId xmlns:p14="http://schemas.microsoft.com/office/powerpoint/2010/main" val="2370343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E36E4-714E-95C2-37C7-7FCB1802C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0D46F-DC29-FAF9-11E2-52358CD8B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9C9AB4-81BF-D6B7-05D4-7D80327732B2}"/>
              </a:ext>
            </a:extLst>
          </p:cNvPr>
          <p:cNvSpPr>
            <a:spLocks noGrp="1"/>
          </p:cNvSpPr>
          <p:nvPr>
            <p:ph type="body" idx="1"/>
          </p:nvPr>
        </p:nvSpPr>
        <p:spPr/>
        <p:txBody>
          <a:bodyPr/>
          <a:lstStyle/>
          <a:p>
            <a:r>
              <a:rPr lang="en-JP" dirty="0"/>
              <a:t>Before jumping to a new section, add a new slide:</a:t>
            </a:r>
          </a:p>
          <a:p>
            <a:pPr marL="171450" indent="-171450">
              <a:buFont typeface="Arial" panose="020B0604020202020204" pitchFamily="34" charset="0"/>
              <a:buChar char="•"/>
            </a:pPr>
            <a:r>
              <a:rPr lang="en-JP" dirty="0"/>
              <a:t>Hide the other sections</a:t>
            </a:r>
          </a:p>
          <a:p>
            <a:pPr marL="171450" indent="-171450">
              <a:buFont typeface="Arial" panose="020B0604020202020204" pitchFamily="34" charset="0"/>
              <a:buChar char="•"/>
            </a:pPr>
            <a:r>
              <a:rPr lang="en-JP" dirty="0"/>
              <a:t>Highlight the current section</a:t>
            </a:r>
          </a:p>
          <a:p>
            <a:endParaRPr lang="en-JP" dirty="0"/>
          </a:p>
        </p:txBody>
      </p:sp>
      <p:sp>
        <p:nvSpPr>
          <p:cNvPr id="4" name="Slide Number Placeholder 3">
            <a:extLst>
              <a:ext uri="{FF2B5EF4-FFF2-40B4-BE49-F238E27FC236}">
                <a16:creationId xmlns:a16="http://schemas.microsoft.com/office/drawing/2014/main" id="{DE7A951C-8945-36D7-9D24-EAC4900CAEBC}"/>
              </a:ext>
            </a:extLst>
          </p:cNvPr>
          <p:cNvSpPr>
            <a:spLocks noGrp="1"/>
          </p:cNvSpPr>
          <p:nvPr>
            <p:ph type="sldNum" sz="quarter" idx="5"/>
          </p:nvPr>
        </p:nvSpPr>
        <p:spPr/>
        <p:txBody>
          <a:bodyPr/>
          <a:lstStyle/>
          <a:p>
            <a:fld id="{6B7CF3FE-C834-3449-83D9-D7F0D2C1F4AB}" type="slidenum">
              <a:rPr lang="en-JP" smtClean="0"/>
              <a:t>7</a:t>
            </a:fld>
            <a:endParaRPr lang="en-JP"/>
          </a:p>
        </p:txBody>
      </p:sp>
    </p:spTree>
    <p:extLst>
      <p:ext uri="{BB962C8B-B14F-4D97-AF65-F5344CB8AC3E}">
        <p14:creationId xmlns:p14="http://schemas.microsoft.com/office/powerpoint/2010/main" val="1738216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"The system flows in four steps. First, the camera acquires thermal data. Second, we encode it into spike trains—brighter pixels mean more spikes. Third, the SNN extracts features over time. Finally, it classifies the image as 'Hand' or 'Not Hand’.”</a:t>
            </a:r>
          </a:p>
          <a:p>
            <a:endParaRPr kumimoji="1" lang="en-US" altLang="ja-JP" dirty="0"/>
          </a:p>
          <a:p>
            <a:r>
              <a:rPr lang="ja-JP" altLang="en-US" dirty="0"/>
              <a:t>「システムの処理は</a:t>
            </a:r>
            <a:r>
              <a:rPr lang="en-US" altLang="ja-JP" dirty="0"/>
              <a:t>4</a:t>
            </a:r>
            <a:r>
              <a:rPr lang="ja-JP" altLang="en-US" dirty="0"/>
              <a:t>つのステップで進みます。 まず、カメラが熱データを取得します。 次に、それをスパイク列に変換します（明るいピクセルほどスパイクが増えます）。 </a:t>
            </a:r>
            <a:r>
              <a:rPr lang="en-US" altLang="ja-JP" dirty="0"/>
              <a:t>3</a:t>
            </a:r>
            <a:r>
              <a:rPr lang="ja-JP" altLang="en-US" dirty="0"/>
              <a:t>つ目に、</a:t>
            </a:r>
            <a:r>
              <a:rPr lang="en-US" altLang="ja-JP" dirty="0"/>
              <a:t>SNN</a:t>
            </a:r>
            <a:r>
              <a:rPr lang="ja-JP" altLang="en-US" dirty="0"/>
              <a:t>が時間をかけて特徴を抽出します。 最後に、画像が</a:t>
            </a:r>
            <a:r>
              <a:rPr lang="en-US" altLang="ja-JP" dirty="0"/>
              <a:t>『Hand』</a:t>
            </a:r>
            <a:r>
              <a:rPr lang="ja-JP" altLang="en-US" dirty="0"/>
              <a:t>か</a:t>
            </a:r>
            <a:r>
              <a:rPr lang="en-US" altLang="ja-JP" dirty="0"/>
              <a:t>『Not Hand』</a:t>
            </a:r>
            <a:r>
              <a:rPr lang="ja-JP" altLang="en-US" dirty="0"/>
              <a:t>かを分類します。」</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8</a:t>
            </a:fld>
            <a:endParaRPr lang="en-JP"/>
          </a:p>
        </p:txBody>
      </p:sp>
    </p:spTree>
    <p:extLst>
      <p:ext uri="{BB962C8B-B14F-4D97-AF65-F5344CB8AC3E}">
        <p14:creationId xmlns:p14="http://schemas.microsoft.com/office/powerpoint/2010/main" val="2461901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Let me explain the encoding method. I used 'Rate coding'. This method converts pixel values into spike frequency.</a:t>
            </a:r>
            <a:r>
              <a:rPr lang="en-US" altLang="ja-JP" dirty="0"/>
              <a:t> </a:t>
            </a:r>
            <a:r>
              <a:rPr lang="en-US" altLang="ja-JP" b="1" dirty="0"/>
              <a:t>First, we normalize the thermal image to a range of 0 to 1. These values become the probability of a spike at each time step.</a:t>
            </a:r>
            <a:r>
              <a:rPr lang="en-US" altLang="ja-JP" dirty="0"/>
              <a:t> </a:t>
            </a:r>
            <a:r>
              <a:rPr lang="en-US" altLang="ja-JP" b="1" dirty="0"/>
              <a:t>As a result, high-temperature pixels generate many spikes, while low-temperature pixels generate few spikes.</a:t>
            </a:r>
            <a:r>
              <a:rPr lang="ja-JP" altLang="en-US" dirty="0"/>
              <a:t>（エンコーディング手法について説明します。「レートコーディング」を使用しました。これはピクセル値をスパイクの頻度に変換する方法です。まず画像を</a:t>
            </a:r>
            <a:r>
              <a:rPr lang="en-US" altLang="ja-JP" dirty="0"/>
              <a:t>0</a:t>
            </a:r>
            <a:r>
              <a:rPr lang="ja-JP" altLang="en-US" dirty="0"/>
              <a:t>から</a:t>
            </a:r>
            <a:r>
              <a:rPr lang="en-US" altLang="ja-JP" dirty="0"/>
              <a:t>1</a:t>
            </a:r>
            <a:r>
              <a:rPr lang="ja-JP" altLang="en-US" dirty="0"/>
              <a:t>に正規化します。この値が各ステップでのスパイク発生確率になります。結果として、高温のピクセルは多くのスパイクを、低温のピクセルは少ないスパイクを生成します。）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9</a:t>
            </a:fld>
            <a:endParaRPr lang="en-JP"/>
          </a:p>
        </p:txBody>
      </p:sp>
    </p:spTree>
    <p:extLst>
      <p:ext uri="{BB962C8B-B14F-4D97-AF65-F5344CB8AC3E}">
        <p14:creationId xmlns:p14="http://schemas.microsoft.com/office/powerpoint/2010/main" val="361433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1" dirty="0"/>
              <a:t>"Next, I will explain the model configuration. We used the Leaky Integrate-and-Fire neuron, or LIF. It is efficient and widely used. It integrates spikes and fires when a threshold is exceeded. As for the network, we built a 3-layer fully connected structure. The input layer has 768 neurons, matching the pixels. The hidden layer has 256 neurons. Finally, the output layer has 2 neurons for classification."</a:t>
            </a:r>
            <a:endParaRPr lang="en-US" altLang="ja-JP" dirty="0"/>
          </a:p>
          <a:p>
            <a:endParaRPr lang="ja-JP" altLang="en-US" b="1" dirty="0"/>
          </a:p>
          <a:p>
            <a:r>
              <a:rPr lang="ja-JP" altLang="en-US" b="1" dirty="0"/>
              <a:t>「次に、モデル構成について説明します。 私たちは</a:t>
            </a:r>
            <a:r>
              <a:rPr lang="en-US" altLang="ja-JP" b="1" dirty="0"/>
              <a:t>Leaky Integrate-and-Fire</a:t>
            </a:r>
            <a:r>
              <a:rPr lang="ja-JP" altLang="en-US" b="1" dirty="0"/>
              <a:t>ニューロン、略して</a:t>
            </a:r>
            <a:r>
              <a:rPr lang="en-US" altLang="ja-JP" b="1" dirty="0"/>
              <a:t>LIF</a:t>
            </a:r>
            <a:r>
              <a:rPr lang="ja-JP" altLang="en-US" b="1" dirty="0"/>
              <a:t>を使用しました。 これは効率的で、広く使われています。 スパイクを統合し、閾値を超えたときに発火します。 ネットワークに関しては、</a:t>
            </a:r>
            <a:r>
              <a:rPr lang="en-US" altLang="ja-JP" b="1" dirty="0"/>
              <a:t>3</a:t>
            </a:r>
            <a:r>
              <a:rPr lang="ja-JP" altLang="en-US" b="1" dirty="0"/>
              <a:t>層の全結合構造を構築しました。 入力層は</a:t>
            </a:r>
            <a:r>
              <a:rPr lang="en-US" altLang="ja-JP" b="1" dirty="0"/>
              <a:t>768</a:t>
            </a:r>
            <a:r>
              <a:rPr lang="ja-JP" altLang="en-US" b="1" dirty="0"/>
              <a:t>ニューロンで、ピクセル数と一致しています。 隠れ層は</a:t>
            </a:r>
            <a:r>
              <a:rPr lang="en-US" altLang="ja-JP" b="1" dirty="0"/>
              <a:t>256</a:t>
            </a:r>
            <a:r>
              <a:rPr lang="ja-JP" altLang="en-US" b="1" dirty="0"/>
              <a:t>ニューロンです。 最後に、出力層は分類用の</a:t>
            </a:r>
            <a:r>
              <a:rPr lang="en-US" altLang="ja-JP" b="1" dirty="0"/>
              <a:t>2</a:t>
            </a:r>
            <a:r>
              <a:rPr lang="ja-JP" altLang="en-US" b="1" dirty="0"/>
              <a:t>ニューロンです。」</a:t>
            </a:r>
            <a:endParaRPr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10</a:t>
            </a:fld>
            <a:endParaRPr lang="en-JP"/>
          </a:p>
        </p:txBody>
      </p:sp>
    </p:spTree>
    <p:extLst>
      <p:ext uri="{BB962C8B-B14F-4D97-AF65-F5344CB8AC3E}">
        <p14:creationId xmlns:p14="http://schemas.microsoft.com/office/powerpoint/2010/main" val="2954834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1" dirty="0"/>
              <a:t>For data collection, I used a low-resolution thermal camera.</a:t>
            </a:r>
            <a:r>
              <a:rPr lang="en-US" altLang="ja-JP" dirty="0"/>
              <a:t> </a:t>
            </a:r>
            <a:r>
              <a:rPr lang="en-US" altLang="ja-JP" b="1" dirty="0"/>
              <a:t>I collected images for two categories: 'Hand' and 'Not Hand'.</a:t>
            </a:r>
            <a:r>
              <a:rPr lang="en-US" altLang="ja-JP" dirty="0"/>
              <a:t> </a:t>
            </a:r>
            <a:r>
              <a:rPr lang="en-US" altLang="ja-JP" b="1" dirty="0"/>
              <a:t>To make the model stronger, the 'Not Hand' category includes not only empty space but also other hot and cold objects.</a:t>
            </a:r>
            <a:r>
              <a:rPr lang="en-US" altLang="ja-JP" dirty="0"/>
              <a:t> </a:t>
            </a:r>
            <a:r>
              <a:rPr lang="en-US" altLang="ja-JP" b="1" dirty="0"/>
              <a:t>I used 699 images for training, 150 for validation, and 299 for testing.</a:t>
            </a:r>
            <a:r>
              <a:rPr lang="ja-JP" altLang="en-US" dirty="0"/>
              <a:t>（データ収集には低解像度サーマルカメラを使いました。「</a:t>
            </a:r>
            <a:r>
              <a:rPr lang="en-US" altLang="ja-JP" dirty="0"/>
              <a:t>Hand</a:t>
            </a:r>
            <a:r>
              <a:rPr lang="ja-JP" altLang="en-US" dirty="0"/>
              <a:t>」と「</a:t>
            </a:r>
            <a:r>
              <a:rPr lang="en-US" altLang="ja-JP" dirty="0"/>
              <a:t>Not Hand</a:t>
            </a:r>
            <a:r>
              <a:rPr lang="ja-JP" altLang="en-US" dirty="0"/>
              <a:t>」の</a:t>
            </a:r>
            <a:r>
              <a:rPr lang="en-US" altLang="ja-JP" dirty="0"/>
              <a:t>2</a:t>
            </a:r>
            <a:r>
              <a:rPr lang="ja-JP" altLang="en-US" dirty="0"/>
              <a:t>カテゴリの画像を集めました。モデルを頑健にするため、「</a:t>
            </a:r>
            <a:r>
              <a:rPr lang="en-US" altLang="ja-JP" dirty="0"/>
              <a:t>Not Hand</a:t>
            </a:r>
            <a:r>
              <a:rPr lang="ja-JP" altLang="en-US" dirty="0"/>
              <a:t>」には空空間だけでなく、他の高温・低温物体も含めました。学習用に</a:t>
            </a:r>
            <a:r>
              <a:rPr lang="en-US" altLang="ja-JP" dirty="0"/>
              <a:t>699</a:t>
            </a:r>
            <a:r>
              <a:rPr lang="ja-JP" altLang="en-US" dirty="0"/>
              <a:t>枚、検証用に</a:t>
            </a:r>
            <a:r>
              <a:rPr lang="en-US" altLang="ja-JP" dirty="0"/>
              <a:t>150</a:t>
            </a:r>
            <a:r>
              <a:rPr lang="ja-JP" altLang="en-US" dirty="0"/>
              <a:t>枚、テスト用に</a:t>
            </a:r>
            <a:r>
              <a:rPr lang="en-US" altLang="ja-JP" dirty="0"/>
              <a:t>299</a:t>
            </a:r>
            <a:r>
              <a:rPr lang="ja-JP" altLang="en-US" dirty="0"/>
              <a:t>枚を使用しました。）</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11</a:t>
            </a:fld>
            <a:endParaRPr lang="en-JP"/>
          </a:p>
        </p:txBody>
      </p:sp>
    </p:spTree>
    <p:extLst>
      <p:ext uri="{BB962C8B-B14F-4D97-AF65-F5344CB8AC3E}">
        <p14:creationId xmlns:p14="http://schemas.microsoft.com/office/powerpoint/2010/main" val="2718509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ED97-3739-01A4-572A-F69778872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0238B-871C-4C82-C3A0-C9CBC8E1A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DE1D9-37E4-2C34-D26F-02FB0CD75143}"/>
              </a:ext>
            </a:extLst>
          </p:cNvPr>
          <p:cNvSpPr>
            <a:spLocks noGrp="1"/>
          </p:cNvSpPr>
          <p:nvPr>
            <p:ph type="body" idx="1"/>
          </p:nvPr>
        </p:nvSpPr>
        <p:spPr/>
        <p:txBody>
          <a:bodyPr/>
          <a:lstStyle/>
          <a:p>
            <a:r>
              <a:rPr lang="en-JP" dirty="0"/>
              <a:t>Before jumping to a new section, add a new slide:</a:t>
            </a:r>
          </a:p>
          <a:p>
            <a:pPr marL="171450" indent="-171450">
              <a:buFont typeface="Arial" panose="020B0604020202020204" pitchFamily="34" charset="0"/>
              <a:buChar char="•"/>
            </a:pPr>
            <a:r>
              <a:rPr lang="en-JP" dirty="0"/>
              <a:t>Hide the other sections</a:t>
            </a:r>
          </a:p>
          <a:p>
            <a:pPr marL="171450" indent="-171450">
              <a:buFont typeface="Arial" panose="020B0604020202020204" pitchFamily="34" charset="0"/>
              <a:buChar char="•"/>
            </a:pPr>
            <a:r>
              <a:rPr lang="en-JP" dirty="0"/>
              <a:t>Highlight the current section</a:t>
            </a:r>
          </a:p>
          <a:p>
            <a:endParaRPr lang="en-JP" dirty="0"/>
          </a:p>
        </p:txBody>
      </p:sp>
      <p:sp>
        <p:nvSpPr>
          <p:cNvPr id="4" name="Slide Number Placeholder 3">
            <a:extLst>
              <a:ext uri="{FF2B5EF4-FFF2-40B4-BE49-F238E27FC236}">
                <a16:creationId xmlns:a16="http://schemas.microsoft.com/office/drawing/2014/main" id="{4F60FABD-20C1-C37C-5325-99C5EC1A2264}"/>
              </a:ext>
            </a:extLst>
          </p:cNvPr>
          <p:cNvSpPr>
            <a:spLocks noGrp="1"/>
          </p:cNvSpPr>
          <p:nvPr>
            <p:ph type="sldNum" sz="quarter" idx="5"/>
          </p:nvPr>
        </p:nvSpPr>
        <p:spPr/>
        <p:txBody>
          <a:bodyPr/>
          <a:lstStyle/>
          <a:p>
            <a:fld id="{6B7CF3FE-C834-3449-83D9-D7F0D2C1F4AB}" type="slidenum">
              <a:rPr lang="en-JP" smtClean="0"/>
              <a:t>12</a:t>
            </a:fld>
            <a:endParaRPr lang="en-JP"/>
          </a:p>
        </p:txBody>
      </p:sp>
    </p:spTree>
    <p:extLst>
      <p:ext uri="{BB962C8B-B14F-4D97-AF65-F5344CB8AC3E}">
        <p14:creationId xmlns:p14="http://schemas.microsoft.com/office/powerpoint/2010/main" val="3794131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1" dirty="0"/>
              <a:t>"Now, let's look at the results. This slide shows the classification accuracy.</a:t>
            </a:r>
            <a:r>
              <a:rPr lang="en-US" altLang="ja-JP" dirty="0"/>
              <a:t> </a:t>
            </a:r>
            <a:r>
              <a:rPr lang="en-US" altLang="ja-JP" b="1" dirty="0"/>
              <a:t>I evaluated the model on a GPU and a Raspberry Pi.</a:t>
            </a:r>
            <a:r>
              <a:rPr lang="en-US" altLang="ja-JP" dirty="0"/>
              <a:t> </a:t>
            </a:r>
            <a:r>
              <a:rPr lang="en-US" altLang="ja-JP" b="1" dirty="0"/>
              <a:t>Please look at the 'Hand' row. The accuracy was about 90% on both devices.</a:t>
            </a:r>
            <a:r>
              <a:rPr lang="en-US" altLang="ja-JP" dirty="0"/>
              <a:t> </a:t>
            </a:r>
            <a:r>
              <a:rPr lang="en-US" altLang="ja-JP" b="1" dirty="0"/>
              <a:t>However, for the 'Not Hand' class, the misclassification rate was relatively high."</a:t>
            </a:r>
            <a:r>
              <a:rPr lang="en-US" altLang="ja-JP" dirty="0"/>
              <a:t> </a:t>
            </a:r>
            <a:r>
              <a:rPr lang="ja-JP" altLang="en-US" dirty="0"/>
              <a:t>（結果を見ていきましょう。このスライドは分類精度です。</a:t>
            </a:r>
            <a:r>
              <a:rPr lang="en-US" altLang="ja-JP" dirty="0"/>
              <a:t>GPU</a:t>
            </a:r>
            <a:r>
              <a:rPr lang="ja-JP" altLang="en-US" dirty="0"/>
              <a:t>とラズパイで評価しました。「</a:t>
            </a:r>
            <a:r>
              <a:rPr lang="en-US" altLang="ja-JP" dirty="0"/>
              <a:t>Hand</a:t>
            </a:r>
            <a:r>
              <a:rPr lang="ja-JP" altLang="en-US" dirty="0"/>
              <a:t>」の行を見てください。両方のデバイスで約</a:t>
            </a:r>
            <a:r>
              <a:rPr lang="en-US" altLang="ja-JP" dirty="0"/>
              <a:t>90%</a:t>
            </a:r>
            <a:r>
              <a:rPr lang="ja-JP" altLang="en-US" dirty="0"/>
              <a:t>の精度が出ました。しかし、「</a:t>
            </a:r>
            <a:r>
              <a:rPr lang="en-US" altLang="ja-JP" dirty="0"/>
              <a:t>Not Hand</a:t>
            </a:r>
            <a:r>
              <a:rPr lang="ja-JP" altLang="en-US" dirty="0"/>
              <a:t>」クラスについては、誤分類率が比較的高くなりました。）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13</a:t>
            </a:fld>
            <a:endParaRPr lang="en-JP"/>
          </a:p>
        </p:txBody>
      </p:sp>
    </p:spTree>
    <p:extLst>
      <p:ext uri="{BB962C8B-B14F-4D97-AF65-F5344CB8AC3E}">
        <p14:creationId xmlns:p14="http://schemas.microsoft.com/office/powerpoint/2010/main" val="2124101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1" dirty="0"/>
              <a:t>"Next is the inference speed.</a:t>
            </a:r>
            <a:r>
              <a:rPr lang="en-US" altLang="ja-JP" dirty="0"/>
              <a:t> </a:t>
            </a:r>
            <a:r>
              <a:rPr lang="en-US" altLang="ja-JP" b="1" dirty="0"/>
              <a:t>The GPU took about 4.7 milliseconds per frame.</a:t>
            </a:r>
            <a:r>
              <a:rPr lang="en-US" altLang="ja-JP" dirty="0"/>
              <a:t> </a:t>
            </a:r>
            <a:r>
              <a:rPr lang="en-US" altLang="ja-JP" b="1" dirty="0"/>
              <a:t>The Raspberry Pi took about 29.5 milliseconds.</a:t>
            </a:r>
            <a:r>
              <a:rPr lang="en-US" altLang="ja-JP" dirty="0"/>
              <a:t> </a:t>
            </a:r>
            <a:r>
              <a:rPr lang="en-US" altLang="ja-JP" b="1" dirty="0"/>
              <a:t>Although the Raspberry Pi is slower, a speed of about 30 milliseconds is fast enough for real-time applications."</a:t>
            </a:r>
            <a:r>
              <a:rPr lang="en-US" altLang="ja-JP" dirty="0"/>
              <a:t> </a:t>
            </a:r>
            <a:r>
              <a:rPr lang="ja-JP" altLang="en-US" dirty="0"/>
              <a:t>（次は推論速度です。</a:t>
            </a:r>
            <a:r>
              <a:rPr lang="en-US" altLang="ja-JP" dirty="0"/>
              <a:t>GPU</a:t>
            </a:r>
            <a:r>
              <a:rPr lang="ja-JP" altLang="en-US" dirty="0"/>
              <a:t>は</a:t>
            </a:r>
            <a:r>
              <a:rPr lang="en-US" altLang="ja-JP" dirty="0"/>
              <a:t>1</a:t>
            </a:r>
            <a:r>
              <a:rPr lang="ja-JP" altLang="en-US" dirty="0"/>
              <a:t>フレーム約</a:t>
            </a:r>
            <a:r>
              <a:rPr lang="en-US" altLang="ja-JP" dirty="0"/>
              <a:t>4.7</a:t>
            </a:r>
            <a:r>
              <a:rPr lang="ja-JP" altLang="en-US" dirty="0"/>
              <a:t>ミリ秒でした。ラズパイは約</a:t>
            </a:r>
            <a:r>
              <a:rPr lang="en-US" altLang="ja-JP" dirty="0"/>
              <a:t>29.5</a:t>
            </a:r>
            <a:r>
              <a:rPr lang="ja-JP" altLang="en-US" dirty="0"/>
              <a:t>ミリ秒でした。ラズパイの方が遅いですが、約</a:t>
            </a:r>
            <a:r>
              <a:rPr lang="en-US" altLang="ja-JP" dirty="0"/>
              <a:t>30</a:t>
            </a:r>
            <a:r>
              <a:rPr lang="ja-JP" altLang="en-US" dirty="0"/>
              <a:t>ミリ秒という速度はリアルタイムアプリには十分な速さです。）</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14</a:t>
            </a:fld>
            <a:endParaRPr lang="en-JP"/>
          </a:p>
        </p:txBody>
      </p:sp>
    </p:spTree>
    <p:extLst>
      <p:ext uri="{BB962C8B-B14F-4D97-AF65-F5344CB8AC3E}">
        <p14:creationId xmlns:p14="http://schemas.microsoft.com/office/powerpoint/2010/main" val="3548541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F5278-F8BC-91BD-E4CD-75DE10959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5D64B-8607-6413-FBC8-FF9F7003B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9ED6A-2C09-7D3C-28D3-8E8C0F3D7A6C}"/>
              </a:ext>
            </a:extLst>
          </p:cNvPr>
          <p:cNvSpPr>
            <a:spLocks noGrp="1"/>
          </p:cNvSpPr>
          <p:nvPr>
            <p:ph type="body" idx="1"/>
          </p:nvPr>
        </p:nvSpPr>
        <p:spPr/>
        <p:txBody>
          <a:bodyPr/>
          <a:lstStyle/>
          <a:p>
            <a:r>
              <a:rPr lang="en-JP" dirty="0"/>
              <a:t>Before jumping to a new section, add a new slide:</a:t>
            </a:r>
          </a:p>
          <a:p>
            <a:pPr marL="171450" indent="-171450">
              <a:buFont typeface="Arial" panose="020B0604020202020204" pitchFamily="34" charset="0"/>
              <a:buChar char="•"/>
            </a:pPr>
            <a:r>
              <a:rPr lang="en-JP" dirty="0"/>
              <a:t>Hide the other sections</a:t>
            </a:r>
          </a:p>
          <a:p>
            <a:pPr marL="171450" indent="-171450">
              <a:buFont typeface="Arial" panose="020B0604020202020204" pitchFamily="34" charset="0"/>
              <a:buChar char="•"/>
            </a:pPr>
            <a:r>
              <a:rPr lang="en-JP" dirty="0"/>
              <a:t>Highlight the current section</a:t>
            </a:r>
          </a:p>
          <a:p>
            <a:endParaRPr lang="en-JP" dirty="0"/>
          </a:p>
        </p:txBody>
      </p:sp>
      <p:sp>
        <p:nvSpPr>
          <p:cNvPr id="4" name="Slide Number Placeholder 3">
            <a:extLst>
              <a:ext uri="{FF2B5EF4-FFF2-40B4-BE49-F238E27FC236}">
                <a16:creationId xmlns:a16="http://schemas.microsoft.com/office/drawing/2014/main" id="{0AB97D02-D492-CDB5-06FA-CBB1F0429C88}"/>
              </a:ext>
            </a:extLst>
          </p:cNvPr>
          <p:cNvSpPr>
            <a:spLocks noGrp="1"/>
          </p:cNvSpPr>
          <p:nvPr>
            <p:ph type="sldNum" sz="quarter" idx="5"/>
          </p:nvPr>
        </p:nvSpPr>
        <p:spPr/>
        <p:txBody>
          <a:bodyPr/>
          <a:lstStyle/>
          <a:p>
            <a:fld id="{6B7CF3FE-C834-3449-83D9-D7F0D2C1F4AB}" type="slidenum">
              <a:rPr lang="en-JP" smtClean="0"/>
              <a:t>15</a:t>
            </a:fld>
            <a:endParaRPr lang="en-JP"/>
          </a:p>
        </p:txBody>
      </p:sp>
    </p:spTree>
    <p:extLst>
      <p:ext uri="{BB962C8B-B14F-4D97-AF65-F5344CB8AC3E}">
        <p14:creationId xmlns:p14="http://schemas.microsoft.com/office/powerpoint/2010/main" val="1719765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1" dirty="0"/>
              <a:t>"I will now discuss the results. First, about maintaining performance.</a:t>
            </a:r>
            <a:r>
              <a:rPr lang="en-US" altLang="ja-JP" dirty="0"/>
              <a:t> </a:t>
            </a:r>
            <a:r>
              <a:rPr lang="en-US" altLang="ja-JP" b="1" dirty="0"/>
              <a:t>The accuracy for the 'Hand' class was almost identical on the GPU and the Raspberry Pi.</a:t>
            </a:r>
            <a:r>
              <a:rPr lang="en-US" altLang="ja-JP" dirty="0"/>
              <a:t> </a:t>
            </a:r>
            <a:r>
              <a:rPr lang="en-US" altLang="ja-JP" b="1" dirty="0"/>
              <a:t>This shows that my SNN model does not depend on hardware performance. It can work well even on embedded systems like Raspberry Pi."</a:t>
            </a:r>
            <a:r>
              <a:rPr lang="en-US" altLang="ja-JP" dirty="0"/>
              <a:t> </a:t>
            </a:r>
            <a:r>
              <a:rPr lang="ja-JP" altLang="en-US" dirty="0"/>
              <a:t>（考察に入ります。まず性能維持についてです。「</a:t>
            </a:r>
            <a:r>
              <a:rPr lang="en-US" altLang="ja-JP" dirty="0"/>
              <a:t>Hand</a:t>
            </a:r>
            <a:r>
              <a:rPr lang="ja-JP" altLang="en-US" dirty="0"/>
              <a:t>」クラスの精度は</a:t>
            </a:r>
            <a:r>
              <a:rPr lang="en-US" altLang="ja-JP" dirty="0"/>
              <a:t>GPU</a:t>
            </a:r>
            <a:r>
              <a:rPr lang="ja-JP" altLang="en-US" dirty="0"/>
              <a:t>とラズパイでほぼ同じでした。これは、私の</a:t>
            </a:r>
            <a:r>
              <a:rPr lang="en-US" altLang="ja-JP" dirty="0"/>
              <a:t>SNN</a:t>
            </a:r>
            <a:r>
              <a:rPr lang="ja-JP" altLang="en-US" dirty="0"/>
              <a:t>モデルがハードウェア性能に依存しないことを示しています。ラズパイのような組込みシステムでも十分に動作します。）</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16</a:t>
            </a:fld>
            <a:endParaRPr lang="en-JP"/>
          </a:p>
        </p:txBody>
      </p:sp>
    </p:spTree>
    <p:extLst>
      <p:ext uri="{BB962C8B-B14F-4D97-AF65-F5344CB8AC3E}">
        <p14:creationId xmlns:p14="http://schemas.microsoft.com/office/powerpoint/2010/main" val="3252653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"Next, I analyzed the false positives. Why did the model make mistakes? The main cause was other hot objects. In thermal images, humans appear just as 'hot areas'. So, the model learned that 'High Heat equals Hand'. Please look at the images. The top is a hand. The bottom is a hot object. Because their heat patterns look similar, the model confused them.</a:t>
            </a:r>
          </a:p>
          <a:p>
            <a:endParaRPr kumimoji="1" lang="en-US" altLang="ja-JP" dirty="0"/>
          </a:p>
          <a:p>
            <a:r>
              <a:rPr lang="ja-JP" altLang="en-US" dirty="0"/>
              <a:t>「次に、偽陽性について分析しました。 なぜモデルは間違えたのでしょうか？ 主な原因は、他の高温物体でした。 サーマル画像では、人間は単なる</a:t>
            </a:r>
            <a:r>
              <a:rPr lang="en-US" altLang="ja-JP" dirty="0"/>
              <a:t>『</a:t>
            </a:r>
            <a:r>
              <a:rPr lang="ja-JP" altLang="en-US" dirty="0"/>
              <a:t>熱い領域</a:t>
            </a:r>
            <a:r>
              <a:rPr lang="en-US" altLang="ja-JP" dirty="0"/>
              <a:t>』</a:t>
            </a:r>
            <a:r>
              <a:rPr lang="ja-JP" altLang="en-US" dirty="0"/>
              <a:t>として映ります。 そのため、モデルは</a:t>
            </a:r>
            <a:r>
              <a:rPr lang="en-US" altLang="ja-JP" dirty="0"/>
              <a:t>『</a:t>
            </a:r>
            <a:r>
              <a:rPr lang="ja-JP" altLang="en-US" dirty="0"/>
              <a:t>高熱＝手</a:t>
            </a:r>
            <a:r>
              <a:rPr lang="en-US" altLang="ja-JP" dirty="0"/>
              <a:t>』</a:t>
            </a:r>
            <a:r>
              <a:rPr lang="ja-JP" altLang="en-US" dirty="0"/>
              <a:t>であると学習してしまいました。 画像をご覧ください。上が手で、下が高温物体です。 熱のパターンが似ているため、モデルはそれらを混同してしまいました。」</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17</a:t>
            </a:fld>
            <a:endParaRPr lang="en-JP"/>
          </a:p>
        </p:txBody>
      </p:sp>
    </p:spTree>
    <p:extLst>
      <p:ext uri="{BB962C8B-B14F-4D97-AF65-F5344CB8AC3E}">
        <p14:creationId xmlns:p14="http://schemas.microsoft.com/office/powerpoint/2010/main" val="2258646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06E2A-EFAF-02BF-388B-1CC82A5D3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33C38-20FA-69FB-94D3-9781ED397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B9B3BC-BFF3-FB6C-1EBB-E023BB704EC1}"/>
              </a:ext>
            </a:extLst>
          </p:cNvPr>
          <p:cNvSpPr>
            <a:spLocks noGrp="1"/>
          </p:cNvSpPr>
          <p:nvPr>
            <p:ph type="body" idx="1"/>
          </p:nvPr>
        </p:nvSpPr>
        <p:spPr/>
        <p:txBody>
          <a:bodyPr/>
          <a:lstStyle/>
          <a:p>
            <a:r>
              <a:rPr lang="en-JP" dirty="0"/>
              <a:t>Before jumping to a new section, add a new slide:</a:t>
            </a:r>
          </a:p>
          <a:p>
            <a:pPr marL="171450" indent="-171450">
              <a:buFont typeface="Arial" panose="020B0604020202020204" pitchFamily="34" charset="0"/>
              <a:buChar char="•"/>
            </a:pPr>
            <a:r>
              <a:rPr lang="en-JP" dirty="0"/>
              <a:t>Hide the other sections</a:t>
            </a:r>
          </a:p>
          <a:p>
            <a:pPr marL="171450" indent="-171450">
              <a:buFont typeface="Arial" panose="020B0604020202020204" pitchFamily="34" charset="0"/>
              <a:buChar char="•"/>
            </a:pPr>
            <a:r>
              <a:rPr lang="en-JP" dirty="0"/>
              <a:t>Highlight the current section</a:t>
            </a:r>
          </a:p>
          <a:p>
            <a:endParaRPr lang="en-JP" dirty="0"/>
          </a:p>
        </p:txBody>
      </p:sp>
      <p:sp>
        <p:nvSpPr>
          <p:cNvPr id="4" name="Slide Number Placeholder 3">
            <a:extLst>
              <a:ext uri="{FF2B5EF4-FFF2-40B4-BE49-F238E27FC236}">
                <a16:creationId xmlns:a16="http://schemas.microsoft.com/office/drawing/2014/main" id="{C36DBA1A-1F04-D36E-C6F1-EEF74ACC82DB}"/>
              </a:ext>
            </a:extLst>
          </p:cNvPr>
          <p:cNvSpPr>
            <a:spLocks noGrp="1"/>
          </p:cNvSpPr>
          <p:nvPr>
            <p:ph type="sldNum" sz="quarter" idx="5"/>
          </p:nvPr>
        </p:nvSpPr>
        <p:spPr/>
        <p:txBody>
          <a:bodyPr/>
          <a:lstStyle/>
          <a:p>
            <a:fld id="{6B7CF3FE-C834-3449-83D9-D7F0D2C1F4AB}" type="slidenum">
              <a:rPr lang="en-JP" smtClean="0"/>
              <a:t>18</a:t>
            </a:fld>
            <a:endParaRPr lang="en-JP"/>
          </a:p>
        </p:txBody>
      </p:sp>
    </p:spTree>
    <p:extLst>
      <p:ext uri="{BB962C8B-B14F-4D97-AF65-F5344CB8AC3E}">
        <p14:creationId xmlns:p14="http://schemas.microsoft.com/office/powerpoint/2010/main" val="1823095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Finally, I would like to summarize my research and talk about future work. First, let's look at the conclusion. We achieved about 90% accuracy on the Raspberry Pi. This performance is almost the same as the GPU. This shows that SNNs are suitable for embedded systems. However, there is a limitation. The model sometimes mistakes hot objects for humans. To solve this, we have two plans for future work. First, we want to add shape recognition, using CNN layers. Second, we plan to use motion data or other sensors.</a:t>
            </a:r>
            <a:endParaRPr kumimoji="1" lang="ja-JP" altLang="en-US" dirty="0"/>
          </a:p>
        </p:txBody>
      </p:sp>
      <p:sp>
        <p:nvSpPr>
          <p:cNvPr id="4" name="スライド番号プレースホルダー 3"/>
          <p:cNvSpPr>
            <a:spLocks noGrp="1"/>
          </p:cNvSpPr>
          <p:nvPr>
            <p:ph type="sldNum" sz="quarter" idx="5"/>
          </p:nvPr>
        </p:nvSpPr>
        <p:spPr/>
        <p:txBody>
          <a:bodyPr/>
          <a:lstStyle/>
          <a:p>
            <a:fld id="{6B7CF3FE-C834-3449-83D9-D7F0D2C1F4AB}" type="slidenum">
              <a:rPr lang="en-JP" smtClean="0"/>
              <a:t>19</a:t>
            </a:fld>
            <a:endParaRPr lang="en-JP"/>
          </a:p>
        </p:txBody>
      </p:sp>
    </p:spTree>
    <p:extLst>
      <p:ext uri="{BB962C8B-B14F-4D97-AF65-F5344CB8AC3E}">
        <p14:creationId xmlns:p14="http://schemas.microsoft.com/office/powerpoint/2010/main" val="37179241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dirty="0"/>
              <a:t>Always end with a thank you slide</a:t>
            </a:r>
          </a:p>
          <a:p>
            <a:r>
              <a:rPr lang="en-JP" dirty="0"/>
              <a:t>_ Ask if there is any question</a:t>
            </a:r>
          </a:p>
        </p:txBody>
      </p:sp>
      <p:sp>
        <p:nvSpPr>
          <p:cNvPr id="4" name="Slide Number Placeholder 3"/>
          <p:cNvSpPr>
            <a:spLocks noGrp="1"/>
          </p:cNvSpPr>
          <p:nvPr>
            <p:ph type="sldNum" sz="quarter" idx="5"/>
          </p:nvPr>
        </p:nvSpPr>
        <p:spPr/>
        <p:txBody>
          <a:bodyPr/>
          <a:lstStyle/>
          <a:p>
            <a:fld id="{6B7CF3FE-C834-3449-83D9-D7F0D2C1F4AB}" type="slidenum">
              <a:rPr lang="en-JP" smtClean="0"/>
              <a:t>21</a:t>
            </a:fld>
            <a:endParaRPr lang="en-JP"/>
          </a:p>
        </p:txBody>
      </p:sp>
    </p:spTree>
    <p:extLst>
      <p:ext uri="{BB962C8B-B14F-4D97-AF65-F5344CB8AC3E}">
        <p14:creationId xmlns:p14="http://schemas.microsoft.com/office/powerpoint/2010/main" val="2781609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BC03-3594-B699-C823-6A01377AC4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0E611CC0-625E-C046-75CB-DC25A3279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344F6FDD-9606-CFEF-D145-E100066A9BC7}"/>
              </a:ext>
            </a:extLst>
          </p:cNvPr>
          <p:cNvSpPr>
            <a:spLocks noGrp="1"/>
          </p:cNvSpPr>
          <p:nvPr>
            <p:ph type="dt" sz="half" idx="10"/>
          </p:nvPr>
        </p:nvSpPr>
        <p:spPr/>
        <p:txBody>
          <a:bodyPr/>
          <a:lstStyle/>
          <a:p>
            <a:fld id="{2C9B7A8C-A476-5144-8F72-CFFA13481C5A}" type="datetime2">
              <a:rPr lang="en-US" smtClean="0"/>
              <a:t>Wednesday, February 4, 2026</a:t>
            </a:fld>
            <a:endParaRPr lang="en-JP"/>
          </a:p>
        </p:txBody>
      </p:sp>
      <p:sp>
        <p:nvSpPr>
          <p:cNvPr id="5" name="Footer Placeholder 4">
            <a:extLst>
              <a:ext uri="{FF2B5EF4-FFF2-40B4-BE49-F238E27FC236}">
                <a16:creationId xmlns:a16="http://schemas.microsoft.com/office/drawing/2014/main" id="{475E4606-EAAD-0F38-1AC3-24A65E2BF29F}"/>
              </a:ext>
            </a:extLst>
          </p:cNvPr>
          <p:cNvSpPr>
            <a:spLocks noGrp="1"/>
          </p:cNvSpPr>
          <p:nvPr>
            <p:ph type="ftr" sz="quarter" idx="11"/>
          </p:nvPr>
        </p:nvSpPr>
        <p:spPr/>
        <p:txBody>
          <a:bodyPr/>
          <a:lstStyle/>
          <a:p>
            <a:r>
              <a:rPr lang="en-US"/>
              <a:t>Research Progress | Student's name</a:t>
            </a:r>
            <a:endParaRPr lang="en-JP"/>
          </a:p>
        </p:txBody>
      </p:sp>
      <p:sp>
        <p:nvSpPr>
          <p:cNvPr id="6" name="Slide Number Placeholder 5">
            <a:extLst>
              <a:ext uri="{FF2B5EF4-FFF2-40B4-BE49-F238E27FC236}">
                <a16:creationId xmlns:a16="http://schemas.microsoft.com/office/drawing/2014/main" id="{453A8B31-78D4-2887-4675-CC14C4557889}"/>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107879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A1F4-FCFA-FFD8-75DA-FC8F4F84195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DD7DBC3-8A22-D085-6625-BEE269C64A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3CF37135-C66B-49A4-F397-1F4F12CB688B}"/>
              </a:ext>
            </a:extLst>
          </p:cNvPr>
          <p:cNvSpPr>
            <a:spLocks noGrp="1"/>
          </p:cNvSpPr>
          <p:nvPr>
            <p:ph type="dt" sz="half" idx="10"/>
          </p:nvPr>
        </p:nvSpPr>
        <p:spPr/>
        <p:txBody>
          <a:bodyPr/>
          <a:lstStyle/>
          <a:p>
            <a:fld id="{34DAE034-BB72-6542-8567-153FCAD22E8A}" type="datetime2">
              <a:rPr lang="en-US" smtClean="0"/>
              <a:t>Wednesday, February 4, 2026</a:t>
            </a:fld>
            <a:endParaRPr lang="en-JP"/>
          </a:p>
        </p:txBody>
      </p:sp>
      <p:sp>
        <p:nvSpPr>
          <p:cNvPr id="5" name="Footer Placeholder 4">
            <a:extLst>
              <a:ext uri="{FF2B5EF4-FFF2-40B4-BE49-F238E27FC236}">
                <a16:creationId xmlns:a16="http://schemas.microsoft.com/office/drawing/2014/main" id="{3021A13E-10C6-9AA8-042F-C22049169E1F}"/>
              </a:ext>
            </a:extLst>
          </p:cNvPr>
          <p:cNvSpPr>
            <a:spLocks noGrp="1"/>
          </p:cNvSpPr>
          <p:nvPr>
            <p:ph type="ftr" sz="quarter" idx="11"/>
          </p:nvPr>
        </p:nvSpPr>
        <p:spPr/>
        <p:txBody>
          <a:bodyPr/>
          <a:lstStyle/>
          <a:p>
            <a:r>
              <a:rPr lang="en-US"/>
              <a:t>Research Progress | Student's name</a:t>
            </a:r>
            <a:endParaRPr lang="en-JP"/>
          </a:p>
        </p:txBody>
      </p:sp>
      <p:sp>
        <p:nvSpPr>
          <p:cNvPr id="6" name="Slide Number Placeholder 5">
            <a:extLst>
              <a:ext uri="{FF2B5EF4-FFF2-40B4-BE49-F238E27FC236}">
                <a16:creationId xmlns:a16="http://schemas.microsoft.com/office/drawing/2014/main" id="{AB2E1230-600F-1CDD-BA10-61E1E141E194}"/>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117163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DDFD6-4BBA-EA02-7B38-BA4A6CE581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95E25D83-7720-AAD5-D111-D3F127D92D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2C765C-03DF-03AF-9CB0-E4155761C43F}"/>
              </a:ext>
            </a:extLst>
          </p:cNvPr>
          <p:cNvSpPr>
            <a:spLocks noGrp="1"/>
          </p:cNvSpPr>
          <p:nvPr>
            <p:ph type="dt" sz="half" idx="10"/>
          </p:nvPr>
        </p:nvSpPr>
        <p:spPr/>
        <p:txBody>
          <a:bodyPr/>
          <a:lstStyle/>
          <a:p>
            <a:fld id="{621031D4-B852-0648-97ED-4EDEE920ED4E}" type="datetime2">
              <a:rPr lang="en-US" smtClean="0"/>
              <a:t>Wednesday, February 4, 2026</a:t>
            </a:fld>
            <a:endParaRPr lang="en-JP"/>
          </a:p>
        </p:txBody>
      </p:sp>
      <p:sp>
        <p:nvSpPr>
          <p:cNvPr id="5" name="Footer Placeholder 4">
            <a:extLst>
              <a:ext uri="{FF2B5EF4-FFF2-40B4-BE49-F238E27FC236}">
                <a16:creationId xmlns:a16="http://schemas.microsoft.com/office/drawing/2014/main" id="{979BF01D-275B-E7FA-2EF4-38DB7A6D8CED}"/>
              </a:ext>
            </a:extLst>
          </p:cNvPr>
          <p:cNvSpPr>
            <a:spLocks noGrp="1"/>
          </p:cNvSpPr>
          <p:nvPr>
            <p:ph type="ftr" sz="quarter" idx="11"/>
          </p:nvPr>
        </p:nvSpPr>
        <p:spPr/>
        <p:txBody>
          <a:bodyPr/>
          <a:lstStyle/>
          <a:p>
            <a:r>
              <a:rPr lang="en-US"/>
              <a:t>Research Progress | Student's name</a:t>
            </a:r>
            <a:endParaRPr lang="en-JP"/>
          </a:p>
        </p:txBody>
      </p:sp>
      <p:sp>
        <p:nvSpPr>
          <p:cNvPr id="6" name="Slide Number Placeholder 5">
            <a:extLst>
              <a:ext uri="{FF2B5EF4-FFF2-40B4-BE49-F238E27FC236}">
                <a16:creationId xmlns:a16="http://schemas.microsoft.com/office/drawing/2014/main" id="{BE67EFCB-3B8C-EE92-41D3-1A8B13CC5372}"/>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1757098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F0DE-B6D0-4A31-C50E-8A0844EFF3B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68F88A66-8BA5-D388-A83E-A4183CE57A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6F117B24-26A3-3868-1189-C1B309ACC9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4926B733-4C70-177C-C3FB-0175BC62A386}"/>
              </a:ext>
            </a:extLst>
          </p:cNvPr>
          <p:cNvSpPr>
            <a:spLocks noGrp="1"/>
          </p:cNvSpPr>
          <p:nvPr>
            <p:ph type="dt" sz="half" idx="10"/>
          </p:nvPr>
        </p:nvSpPr>
        <p:spPr/>
        <p:txBody>
          <a:bodyPr/>
          <a:lstStyle/>
          <a:p>
            <a:fld id="{095C1468-53A8-384F-B432-3CCE204DF209}" type="datetime2">
              <a:rPr lang="en-US" smtClean="0"/>
              <a:t>Wednesday, February 4, 2026</a:t>
            </a:fld>
            <a:endParaRPr lang="en-JP"/>
          </a:p>
        </p:txBody>
      </p:sp>
      <p:sp>
        <p:nvSpPr>
          <p:cNvPr id="6" name="Footer Placeholder 5">
            <a:extLst>
              <a:ext uri="{FF2B5EF4-FFF2-40B4-BE49-F238E27FC236}">
                <a16:creationId xmlns:a16="http://schemas.microsoft.com/office/drawing/2014/main" id="{16D992C1-1C6C-3A97-F9EA-B042D96BA9FF}"/>
              </a:ext>
            </a:extLst>
          </p:cNvPr>
          <p:cNvSpPr>
            <a:spLocks noGrp="1"/>
          </p:cNvSpPr>
          <p:nvPr>
            <p:ph type="ftr" sz="quarter" idx="11"/>
          </p:nvPr>
        </p:nvSpPr>
        <p:spPr/>
        <p:txBody>
          <a:bodyPr/>
          <a:lstStyle/>
          <a:p>
            <a:r>
              <a:rPr lang="en-US"/>
              <a:t>Research Progress | Student's name</a:t>
            </a:r>
            <a:endParaRPr lang="en-JP"/>
          </a:p>
        </p:txBody>
      </p:sp>
      <p:sp>
        <p:nvSpPr>
          <p:cNvPr id="7" name="Slide Number Placeholder 6">
            <a:extLst>
              <a:ext uri="{FF2B5EF4-FFF2-40B4-BE49-F238E27FC236}">
                <a16:creationId xmlns:a16="http://schemas.microsoft.com/office/drawing/2014/main" id="{6040BA38-3458-990B-7AB4-DAC11317FFD3}"/>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703225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D75C-5937-3DF8-1BA3-7997519D383D}"/>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E3ECF5F6-4853-EB82-D3D1-55022C060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539CBD-8FCB-6758-8AC2-65B270FE1A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357C2F0A-AAE8-499E-C1FA-65628285C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40CFDD-FCA1-3276-EC55-D067798E7A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35554775-68C4-AA3D-54DE-12A9FCF8B8C9}"/>
              </a:ext>
            </a:extLst>
          </p:cNvPr>
          <p:cNvSpPr>
            <a:spLocks noGrp="1"/>
          </p:cNvSpPr>
          <p:nvPr>
            <p:ph type="dt" sz="half" idx="10"/>
          </p:nvPr>
        </p:nvSpPr>
        <p:spPr/>
        <p:txBody>
          <a:bodyPr/>
          <a:lstStyle/>
          <a:p>
            <a:fld id="{C9D6D914-2A01-9441-9A1E-CAE64E5C0219}" type="datetime2">
              <a:rPr lang="en-US" smtClean="0"/>
              <a:t>Wednesday, February 4, 2026</a:t>
            </a:fld>
            <a:endParaRPr lang="en-JP"/>
          </a:p>
        </p:txBody>
      </p:sp>
      <p:sp>
        <p:nvSpPr>
          <p:cNvPr id="8" name="Footer Placeholder 7">
            <a:extLst>
              <a:ext uri="{FF2B5EF4-FFF2-40B4-BE49-F238E27FC236}">
                <a16:creationId xmlns:a16="http://schemas.microsoft.com/office/drawing/2014/main" id="{F3F61E06-57A2-F01A-450E-69127A4EEF25}"/>
              </a:ext>
            </a:extLst>
          </p:cNvPr>
          <p:cNvSpPr>
            <a:spLocks noGrp="1"/>
          </p:cNvSpPr>
          <p:nvPr>
            <p:ph type="ftr" sz="quarter" idx="11"/>
          </p:nvPr>
        </p:nvSpPr>
        <p:spPr/>
        <p:txBody>
          <a:bodyPr/>
          <a:lstStyle/>
          <a:p>
            <a:r>
              <a:rPr lang="en-US"/>
              <a:t>Research Progress | Student's name</a:t>
            </a:r>
            <a:endParaRPr lang="en-JP"/>
          </a:p>
        </p:txBody>
      </p:sp>
      <p:sp>
        <p:nvSpPr>
          <p:cNvPr id="9" name="Slide Number Placeholder 8">
            <a:extLst>
              <a:ext uri="{FF2B5EF4-FFF2-40B4-BE49-F238E27FC236}">
                <a16:creationId xmlns:a16="http://schemas.microsoft.com/office/drawing/2014/main" id="{FDFD74D1-CC1C-4398-CFD8-ECF014C99774}"/>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652023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2B8A7-92F2-FE21-995D-D13FCA8A4EC0}"/>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5513AF8A-A478-32BF-6C20-122D81B60ADB}"/>
              </a:ext>
            </a:extLst>
          </p:cNvPr>
          <p:cNvSpPr>
            <a:spLocks noGrp="1"/>
          </p:cNvSpPr>
          <p:nvPr>
            <p:ph type="dt" sz="half" idx="10"/>
          </p:nvPr>
        </p:nvSpPr>
        <p:spPr/>
        <p:txBody>
          <a:bodyPr/>
          <a:lstStyle/>
          <a:p>
            <a:fld id="{2922EF45-0852-464C-B9AF-0BEA01DCCF00}" type="datetime2">
              <a:rPr lang="en-US" smtClean="0"/>
              <a:t>Wednesday, February 4, 2026</a:t>
            </a:fld>
            <a:endParaRPr lang="en-JP"/>
          </a:p>
        </p:txBody>
      </p:sp>
      <p:sp>
        <p:nvSpPr>
          <p:cNvPr id="4" name="Footer Placeholder 3">
            <a:extLst>
              <a:ext uri="{FF2B5EF4-FFF2-40B4-BE49-F238E27FC236}">
                <a16:creationId xmlns:a16="http://schemas.microsoft.com/office/drawing/2014/main" id="{C8DA2C70-923C-32EB-7014-2347466CD57D}"/>
              </a:ext>
            </a:extLst>
          </p:cNvPr>
          <p:cNvSpPr>
            <a:spLocks noGrp="1"/>
          </p:cNvSpPr>
          <p:nvPr>
            <p:ph type="ftr" sz="quarter" idx="11"/>
          </p:nvPr>
        </p:nvSpPr>
        <p:spPr/>
        <p:txBody>
          <a:bodyPr/>
          <a:lstStyle/>
          <a:p>
            <a:r>
              <a:rPr lang="en-US"/>
              <a:t>Research Progress | Student's name</a:t>
            </a:r>
            <a:endParaRPr lang="en-JP"/>
          </a:p>
        </p:txBody>
      </p:sp>
      <p:sp>
        <p:nvSpPr>
          <p:cNvPr id="5" name="Slide Number Placeholder 4">
            <a:extLst>
              <a:ext uri="{FF2B5EF4-FFF2-40B4-BE49-F238E27FC236}">
                <a16:creationId xmlns:a16="http://schemas.microsoft.com/office/drawing/2014/main" id="{043A3A90-C970-E2E3-7360-AA58CFE2B6A7}"/>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3881199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092B65-429C-89B1-8299-60EB39B33794}"/>
              </a:ext>
            </a:extLst>
          </p:cNvPr>
          <p:cNvSpPr>
            <a:spLocks noGrp="1"/>
          </p:cNvSpPr>
          <p:nvPr>
            <p:ph type="dt" sz="half" idx="10"/>
          </p:nvPr>
        </p:nvSpPr>
        <p:spPr/>
        <p:txBody>
          <a:bodyPr/>
          <a:lstStyle/>
          <a:p>
            <a:fld id="{740187D2-8999-3344-94AF-611B8DB9C729}" type="datetime2">
              <a:rPr lang="en-US" smtClean="0"/>
              <a:t>Wednesday, February 4, 2026</a:t>
            </a:fld>
            <a:endParaRPr lang="en-JP"/>
          </a:p>
        </p:txBody>
      </p:sp>
      <p:sp>
        <p:nvSpPr>
          <p:cNvPr id="3" name="Footer Placeholder 2">
            <a:extLst>
              <a:ext uri="{FF2B5EF4-FFF2-40B4-BE49-F238E27FC236}">
                <a16:creationId xmlns:a16="http://schemas.microsoft.com/office/drawing/2014/main" id="{BFE824BF-9923-48C0-32F4-C7A9181790CB}"/>
              </a:ext>
            </a:extLst>
          </p:cNvPr>
          <p:cNvSpPr>
            <a:spLocks noGrp="1"/>
          </p:cNvSpPr>
          <p:nvPr>
            <p:ph type="ftr" sz="quarter" idx="11"/>
          </p:nvPr>
        </p:nvSpPr>
        <p:spPr/>
        <p:txBody>
          <a:bodyPr/>
          <a:lstStyle/>
          <a:p>
            <a:r>
              <a:rPr lang="en-US"/>
              <a:t>Research Progress | Student's name</a:t>
            </a:r>
            <a:endParaRPr lang="en-JP"/>
          </a:p>
        </p:txBody>
      </p:sp>
      <p:sp>
        <p:nvSpPr>
          <p:cNvPr id="4" name="Slide Number Placeholder 3">
            <a:extLst>
              <a:ext uri="{FF2B5EF4-FFF2-40B4-BE49-F238E27FC236}">
                <a16:creationId xmlns:a16="http://schemas.microsoft.com/office/drawing/2014/main" id="{DD272701-7668-6C68-DA34-F25A43C48A0A}"/>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3880971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60FF-8158-F0BA-6003-BF6BA9F4A6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CACB3999-9D29-DB6C-723E-DA6BF84D7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293265C7-A552-4495-28B7-E907C5EC50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BACA45-8E11-F7BC-03D3-5C0F4BDB5165}"/>
              </a:ext>
            </a:extLst>
          </p:cNvPr>
          <p:cNvSpPr>
            <a:spLocks noGrp="1"/>
          </p:cNvSpPr>
          <p:nvPr>
            <p:ph type="dt" sz="half" idx="10"/>
          </p:nvPr>
        </p:nvSpPr>
        <p:spPr/>
        <p:txBody>
          <a:bodyPr/>
          <a:lstStyle/>
          <a:p>
            <a:fld id="{4FE2CF5A-834B-B043-B7DF-532A8FF9E07D}" type="datetime2">
              <a:rPr lang="en-US" smtClean="0"/>
              <a:t>Wednesday, February 4, 2026</a:t>
            </a:fld>
            <a:endParaRPr lang="en-JP"/>
          </a:p>
        </p:txBody>
      </p:sp>
      <p:sp>
        <p:nvSpPr>
          <p:cNvPr id="6" name="Footer Placeholder 5">
            <a:extLst>
              <a:ext uri="{FF2B5EF4-FFF2-40B4-BE49-F238E27FC236}">
                <a16:creationId xmlns:a16="http://schemas.microsoft.com/office/drawing/2014/main" id="{1D99D3A4-E788-E3DC-AF30-D682DED04C35}"/>
              </a:ext>
            </a:extLst>
          </p:cNvPr>
          <p:cNvSpPr>
            <a:spLocks noGrp="1"/>
          </p:cNvSpPr>
          <p:nvPr>
            <p:ph type="ftr" sz="quarter" idx="11"/>
          </p:nvPr>
        </p:nvSpPr>
        <p:spPr/>
        <p:txBody>
          <a:bodyPr/>
          <a:lstStyle/>
          <a:p>
            <a:r>
              <a:rPr lang="en-US"/>
              <a:t>Research Progress | Student's name</a:t>
            </a:r>
            <a:endParaRPr lang="en-JP"/>
          </a:p>
        </p:txBody>
      </p:sp>
      <p:sp>
        <p:nvSpPr>
          <p:cNvPr id="7" name="Slide Number Placeholder 6">
            <a:extLst>
              <a:ext uri="{FF2B5EF4-FFF2-40B4-BE49-F238E27FC236}">
                <a16:creationId xmlns:a16="http://schemas.microsoft.com/office/drawing/2014/main" id="{D3BB74E6-B6F4-7E90-EA5E-9E165286646C}"/>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9552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5810-D00D-E4D3-ED84-8E835DD70A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ACB1001A-CD62-C5B4-F04E-701CAF843F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40166EA6-F955-E2E6-423A-F4EA5D973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B4815-AEC3-FE2C-B6DC-9696EF2526BB}"/>
              </a:ext>
            </a:extLst>
          </p:cNvPr>
          <p:cNvSpPr>
            <a:spLocks noGrp="1"/>
          </p:cNvSpPr>
          <p:nvPr>
            <p:ph type="dt" sz="half" idx="10"/>
          </p:nvPr>
        </p:nvSpPr>
        <p:spPr/>
        <p:txBody>
          <a:bodyPr/>
          <a:lstStyle/>
          <a:p>
            <a:fld id="{B5027014-922E-5445-87BC-436901319CD4}" type="datetime2">
              <a:rPr lang="en-US" smtClean="0"/>
              <a:t>Wednesday, February 4, 2026</a:t>
            </a:fld>
            <a:endParaRPr lang="en-JP"/>
          </a:p>
        </p:txBody>
      </p:sp>
      <p:sp>
        <p:nvSpPr>
          <p:cNvPr id="6" name="Footer Placeholder 5">
            <a:extLst>
              <a:ext uri="{FF2B5EF4-FFF2-40B4-BE49-F238E27FC236}">
                <a16:creationId xmlns:a16="http://schemas.microsoft.com/office/drawing/2014/main" id="{29814E09-C025-E1A1-3BE7-81860A9F66D7}"/>
              </a:ext>
            </a:extLst>
          </p:cNvPr>
          <p:cNvSpPr>
            <a:spLocks noGrp="1"/>
          </p:cNvSpPr>
          <p:nvPr>
            <p:ph type="ftr" sz="quarter" idx="11"/>
          </p:nvPr>
        </p:nvSpPr>
        <p:spPr/>
        <p:txBody>
          <a:bodyPr/>
          <a:lstStyle/>
          <a:p>
            <a:r>
              <a:rPr lang="en-US"/>
              <a:t>Research Progress | Student's name</a:t>
            </a:r>
            <a:endParaRPr lang="en-JP"/>
          </a:p>
        </p:txBody>
      </p:sp>
      <p:sp>
        <p:nvSpPr>
          <p:cNvPr id="7" name="Slide Number Placeholder 6">
            <a:extLst>
              <a:ext uri="{FF2B5EF4-FFF2-40B4-BE49-F238E27FC236}">
                <a16:creationId xmlns:a16="http://schemas.microsoft.com/office/drawing/2014/main" id="{D3EDE31F-440B-0DE2-0446-AEB17DE27406}"/>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279735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95EF8-4533-AD28-2B28-C64EBABDD138}"/>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8B03C399-6EB2-EC7D-4820-8883E74C74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048B3D53-2718-9049-CB04-98AD75E8548A}"/>
              </a:ext>
            </a:extLst>
          </p:cNvPr>
          <p:cNvSpPr>
            <a:spLocks noGrp="1"/>
          </p:cNvSpPr>
          <p:nvPr>
            <p:ph type="dt" sz="half" idx="10"/>
          </p:nvPr>
        </p:nvSpPr>
        <p:spPr/>
        <p:txBody>
          <a:bodyPr/>
          <a:lstStyle/>
          <a:p>
            <a:fld id="{1A640480-D8AE-D446-9D5E-F58B8DE23075}" type="datetime2">
              <a:rPr lang="en-US" smtClean="0"/>
              <a:t>Wednesday, February 4, 2026</a:t>
            </a:fld>
            <a:endParaRPr lang="en-JP"/>
          </a:p>
        </p:txBody>
      </p:sp>
      <p:sp>
        <p:nvSpPr>
          <p:cNvPr id="5" name="Footer Placeholder 4">
            <a:extLst>
              <a:ext uri="{FF2B5EF4-FFF2-40B4-BE49-F238E27FC236}">
                <a16:creationId xmlns:a16="http://schemas.microsoft.com/office/drawing/2014/main" id="{40E2E707-3133-C743-6935-CE06F6FA2E58}"/>
              </a:ext>
            </a:extLst>
          </p:cNvPr>
          <p:cNvSpPr>
            <a:spLocks noGrp="1"/>
          </p:cNvSpPr>
          <p:nvPr>
            <p:ph type="ftr" sz="quarter" idx="11"/>
          </p:nvPr>
        </p:nvSpPr>
        <p:spPr/>
        <p:txBody>
          <a:bodyPr/>
          <a:lstStyle/>
          <a:p>
            <a:r>
              <a:rPr lang="en-US"/>
              <a:t>Research Progress | Student's name</a:t>
            </a:r>
            <a:endParaRPr lang="en-JP"/>
          </a:p>
        </p:txBody>
      </p:sp>
      <p:sp>
        <p:nvSpPr>
          <p:cNvPr id="6" name="Slide Number Placeholder 5">
            <a:extLst>
              <a:ext uri="{FF2B5EF4-FFF2-40B4-BE49-F238E27FC236}">
                <a16:creationId xmlns:a16="http://schemas.microsoft.com/office/drawing/2014/main" id="{574C662B-0E2F-5E94-1C94-579F4CF917C1}"/>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313875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B1D435-FB5F-B2F1-1E9E-C93ECF811A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5D176E75-3B35-D0DF-022F-086E1C6937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03524A13-9730-6B4C-E040-8D79DD6DC681}"/>
              </a:ext>
            </a:extLst>
          </p:cNvPr>
          <p:cNvSpPr>
            <a:spLocks noGrp="1"/>
          </p:cNvSpPr>
          <p:nvPr>
            <p:ph type="dt" sz="half" idx="10"/>
          </p:nvPr>
        </p:nvSpPr>
        <p:spPr/>
        <p:txBody>
          <a:bodyPr/>
          <a:lstStyle/>
          <a:p>
            <a:fld id="{644E73E6-0F64-184A-99D6-AB9DF513C290}" type="datetime2">
              <a:rPr lang="en-US" smtClean="0"/>
              <a:t>Wednesday, February 4, 2026</a:t>
            </a:fld>
            <a:endParaRPr lang="en-JP"/>
          </a:p>
        </p:txBody>
      </p:sp>
      <p:sp>
        <p:nvSpPr>
          <p:cNvPr id="5" name="Footer Placeholder 4">
            <a:extLst>
              <a:ext uri="{FF2B5EF4-FFF2-40B4-BE49-F238E27FC236}">
                <a16:creationId xmlns:a16="http://schemas.microsoft.com/office/drawing/2014/main" id="{13F431AC-C114-D162-107E-071A7D1A04B8}"/>
              </a:ext>
            </a:extLst>
          </p:cNvPr>
          <p:cNvSpPr>
            <a:spLocks noGrp="1"/>
          </p:cNvSpPr>
          <p:nvPr>
            <p:ph type="ftr" sz="quarter" idx="11"/>
          </p:nvPr>
        </p:nvSpPr>
        <p:spPr/>
        <p:txBody>
          <a:bodyPr/>
          <a:lstStyle/>
          <a:p>
            <a:r>
              <a:rPr lang="en-US"/>
              <a:t>Research Progress | Student's name</a:t>
            </a:r>
            <a:endParaRPr lang="en-JP"/>
          </a:p>
        </p:txBody>
      </p:sp>
      <p:sp>
        <p:nvSpPr>
          <p:cNvPr id="6" name="Slide Number Placeholder 5">
            <a:extLst>
              <a:ext uri="{FF2B5EF4-FFF2-40B4-BE49-F238E27FC236}">
                <a16:creationId xmlns:a16="http://schemas.microsoft.com/office/drawing/2014/main" id="{93952E95-6652-70EB-68F4-77F40C74DA86}"/>
              </a:ext>
            </a:extLst>
          </p:cNvPr>
          <p:cNvSpPr>
            <a:spLocks noGrp="1"/>
          </p:cNvSpPr>
          <p:nvPr>
            <p:ph type="sldNum" sz="quarter" idx="12"/>
          </p:nvPr>
        </p:nvSpPr>
        <p:spPr/>
        <p:txBody>
          <a:bodyPr/>
          <a:lstStyle/>
          <a:p>
            <a:fld id="{05775D0E-D6FD-4847-A4AD-7D56F7F6616B}" type="slidenum">
              <a:rPr lang="en-JP" smtClean="0"/>
              <a:t>‹#›</a:t>
            </a:fld>
            <a:endParaRPr lang="en-JP"/>
          </a:p>
        </p:txBody>
      </p:sp>
    </p:spTree>
    <p:extLst>
      <p:ext uri="{BB962C8B-B14F-4D97-AF65-F5344CB8AC3E}">
        <p14:creationId xmlns:p14="http://schemas.microsoft.com/office/powerpoint/2010/main" val="1675481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55C22-B12B-50BD-3F18-1A95F54E7F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1E7B51C9-85A3-32E0-7BEC-9A2E9F5CC5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5DAE0627-0FA5-6DC1-54AB-AD9FB52B09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7E03A-2B0F-1846-B71B-5DE0A1B365DB}" type="datetime2">
              <a:rPr lang="en-US" smtClean="0"/>
              <a:t>Wednesday, February 4, 2026</a:t>
            </a:fld>
            <a:endParaRPr lang="en-JP"/>
          </a:p>
        </p:txBody>
      </p:sp>
      <p:sp>
        <p:nvSpPr>
          <p:cNvPr id="5" name="Footer Placeholder 4">
            <a:extLst>
              <a:ext uri="{FF2B5EF4-FFF2-40B4-BE49-F238E27FC236}">
                <a16:creationId xmlns:a16="http://schemas.microsoft.com/office/drawing/2014/main" id="{22201A59-267F-1526-4D3E-2CE62CAB2A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Research Progress | Student's name</a:t>
            </a:r>
            <a:endParaRPr lang="en-JP"/>
          </a:p>
        </p:txBody>
      </p:sp>
      <p:sp>
        <p:nvSpPr>
          <p:cNvPr id="6" name="Slide Number Placeholder 5">
            <a:extLst>
              <a:ext uri="{FF2B5EF4-FFF2-40B4-BE49-F238E27FC236}">
                <a16:creationId xmlns:a16="http://schemas.microsoft.com/office/drawing/2014/main" id="{745D377B-C6C8-19A0-10D1-C7D1394210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75D0E-D6FD-4847-A4AD-7D56F7F6616B}" type="slidenum">
              <a:rPr lang="en-JP" smtClean="0"/>
              <a:t>‹#›</a:t>
            </a:fld>
            <a:endParaRPr lang="en-JP"/>
          </a:p>
        </p:txBody>
      </p:sp>
    </p:spTree>
    <p:extLst>
      <p:ext uri="{BB962C8B-B14F-4D97-AF65-F5344CB8AC3E}">
        <p14:creationId xmlns:p14="http://schemas.microsoft.com/office/powerpoint/2010/main" val="780099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0BF-4BFC-5EC4-6A46-3C3BEB1D8219}"/>
              </a:ext>
            </a:extLst>
          </p:cNvPr>
          <p:cNvSpPr>
            <a:spLocks noGrp="1"/>
          </p:cNvSpPr>
          <p:nvPr>
            <p:ph type="ctrTitle"/>
          </p:nvPr>
        </p:nvSpPr>
        <p:spPr>
          <a:xfrm>
            <a:off x="1524000" y="1651752"/>
            <a:ext cx="9144000" cy="2387600"/>
          </a:xfrm>
        </p:spPr>
        <p:txBody>
          <a:bodyPr>
            <a:normAutofit/>
          </a:bodyPr>
          <a:lstStyle/>
          <a:p>
            <a:r>
              <a:rPr lang="en-US" altLang="ja-JP" sz="4000" dirty="0"/>
              <a:t>Designing Spiking Neural Network on Embedded Systems with On-Chip Learning Ability </a:t>
            </a:r>
            <a:endParaRPr lang="en-JP" sz="4000" dirty="0"/>
          </a:p>
        </p:txBody>
      </p:sp>
      <p:sp>
        <p:nvSpPr>
          <p:cNvPr id="3" name="Subtitle 2">
            <a:extLst>
              <a:ext uri="{FF2B5EF4-FFF2-40B4-BE49-F238E27FC236}">
                <a16:creationId xmlns:a16="http://schemas.microsoft.com/office/drawing/2014/main" id="{B2E582A4-61FB-712D-35C6-0ABA95022D9D}"/>
              </a:ext>
            </a:extLst>
          </p:cNvPr>
          <p:cNvSpPr>
            <a:spLocks noGrp="1"/>
          </p:cNvSpPr>
          <p:nvPr>
            <p:ph type="subTitle" idx="1"/>
          </p:nvPr>
        </p:nvSpPr>
        <p:spPr>
          <a:xfrm>
            <a:off x="1524000" y="4291848"/>
            <a:ext cx="9144000" cy="1655762"/>
          </a:xfrm>
        </p:spPr>
        <p:txBody>
          <a:bodyPr/>
          <a:lstStyle/>
          <a:p>
            <a:r>
              <a:rPr lang="en-US" altLang="ja-JP" dirty="0"/>
              <a:t>s1300053</a:t>
            </a:r>
            <a:r>
              <a:rPr lang="ja-JP" altLang="en-US" dirty="0"/>
              <a:t>　</a:t>
            </a:r>
            <a:r>
              <a:rPr lang="en-US" dirty="0"/>
              <a:t>Komatsu Yamato</a:t>
            </a:r>
          </a:p>
          <a:p>
            <a:r>
              <a:rPr lang="en-US" altLang="ja-JP" dirty="0"/>
              <a:t>Supervised by DANG Nam Khanh</a:t>
            </a:r>
          </a:p>
          <a:p>
            <a:r>
              <a:rPr lang="en-US"/>
              <a:t>2026/2/4</a:t>
            </a:r>
            <a:endParaRPr lang="en-JP" dirty="0"/>
          </a:p>
        </p:txBody>
      </p:sp>
    </p:spTree>
    <p:extLst>
      <p:ext uri="{BB962C8B-B14F-4D97-AF65-F5344CB8AC3E}">
        <p14:creationId xmlns:p14="http://schemas.microsoft.com/office/powerpoint/2010/main" val="2459526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4454-BF93-F2C9-C005-7D3C5700C683}"/>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CD246A95-CE2F-123C-DCE6-09D079CF5366}"/>
              </a:ext>
            </a:extLst>
          </p:cNvPr>
          <p:cNvSpPr>
            <a:spLocks noGrp="1"/>
          </p:cNvSpPr>
          <p:nvPr>
            <p:ph idx="1"/>
          </p:nvPr>
        </p:nvSpPr>
        <p:spPr/>
        <p:txBody>
          <a:bodyPr/>
          <a:lstStyle/>
          <a:p>
            <a:r>
              <a:rPr lang="en-JP" dirty="0"/>
              <a:t>Research Introduction</a:t>
            </a:r>
          </a:p>
          <a:p>
            <a:r>
              <a:rPr lang="en-JP" dirty="0"/>
              <a:t>Objective and Approach</a:t>
            </a:r>
          </a:p>
          <a:p>
            <a:r>
              <a:rPr lang="en-JP" dirty="0"/>
              <a:t>Overall System</a:t>
            </a:r>
            <a:endParaRPr lang="en-US" dirty="0"/>
          </a:p>
          <a:p>
            <a:r>
              <a:rPr lang="en-US" altLang="ja-JP" dirty="0"/>
              <a:t>Experimental Results</a:t>
            </a:r>
            <a:endParaRPr lang="en-JP" dirty="0"/>
          </a:p>
          <a:p>
            <a:r>
              <a:rPr lang="en-US" altLang="ja-JP" dirty="0"/>
              <a:t>Discussion</a:t>
            </a:r>
          </a:p>
          <a:p>
            <a:r>
              <a:rPr lang="en-US" altLang="ja-JP" dirty="0"/>
              <a:t>Conclusion</a:t>
            </a:r>
          </a:p>
          <a:p>
            <a:endParaRPr lang="en-US" dirty="0"/>
          </a:p>
          <a:p>
            <a:pPr marL="0" indent="0">
              <a:buNone/>
            </a:pPr>
            <a:endParaRPr lang="en-JP" dirty="0"/>
          </a:p>
        </p:txBody>
      </p:sp>
      <p:sp>
        <p:nvSpPr>
          <p:cNvPr id="6" name="Slide Number Placeholder 5">
            <a:extLst>
              <a:ext uri="{FF2B5EF4-FFF2-40B4-BE49-F238E27FC236}">
                <a16:creationId xmlns:a16="http://schemas.microsoft.com/office/drawing/2014/main" id="{38C56E66-B2D7-A584-ABB3-783CCFED810F}"/>
              </a:ext>
            </a:extLst>
          </p:cNvPr>
          <p:cNvSpPr>
            <a:spLocks noGrp="1"/>
          </p:cNvSpPr>
          <p:nvPr>
            <p:ph type="sldNum" sz="quarter" idx="12"/>
          </p:nvPr>
        </p:nvSpPr>
        <p:spPr/>
        <p:txBody>
          <a:bodyPr/>
          <a:lstStyle/>
          <a:p>
            <a:fld id="{05775D0E-D6FD-4847-A4AD-7D56F7F6616B}" type="slidenum">
              <a:rPr lang="en-JP" smtClean="0"/>
              <a:t>2</a:t>
            </a:fld>
            <a:endParaRPr lang="en-JP"/>
          </a:p>
        </p:txBody>
      </p:sp>
    </p:spTree>
    <p:extLst>
      <p:ext uri="{BB962C8B-B14F-4D97-AF65-F5344CB8AC3E}">
        <p14:creationId xmlns:p14="http://schemas.microsoft.com/office/powerpoint/2010/main" val="356374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C0A6B-1320-D25D-4AA1-E14DCF3CC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16CA1-9119-82FD-D2DA-52E7BDC87E42}"/>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A227BCD0-7141-ACF3-F9D7-3E612518E60B}"/>
              </a:ext>
            </a:extLst>
          </p:cNvPr>
          <p:cNvSpPr>
            <a:spLocks noGrp="1"/>
          </p:cNvSpPr>
          <p:nvPr>
            <p:ph idx="1"/>
          </p:nvPr>
        </p:nvSpPr>
        <p:spPr/>
        <p:txBody>
          <a:bodyPr/>
          <a:lstStyle/>
          <a:p>
            <a:r>
              <a:rPr lang="en-US" altLang="ja-JP" dirty="0"/>
              <a:t>Research Introduction</a:t>
            </a:r>
            <a:endParaRPr lang="en-US" dirty="0">
              <a:solidFill>
                <a:schemeClr val="tx1">
                  <a:lumMod val="50000"/>
                  <a:lumOff val="50000"/>
                </a:schemeClr>
              </a:solidFill>
            </a:endParaRPr>
          </a:p>
          <a:p>
            <a:r>
              <a:rPr lang="en-JP" dirty="0">
                <a:solidFill>
                  <a:schemeClr val="tx1">
                    <a:lumMod val="50000"/>
                    <a:lumOff val="50000"/>
                  </a:schemeClr>
                </a:solidFill>
              </a:rPr>
              <a:t>Objective and Approach</a:t>
            </a:r>
            <a:endParaRPr lang="en-US" dirty="0">
              <a:solidFill>
                <a:schemeClr val="tx1">
                  <a:lumMod val="50000"/>
                  <a:lumOff val="50000"/>
                </a:schemeClr>
              </a:solidFill>
            </a:endParaRPr>
          </a:p>
          <a:p>
            <a:r>
              <a:rPr lang="en-US" dirty="0">
                <a:solidFill>
                  <a:schemeClr val="tx1">
                    <a:lumMod val="50000"/>
                    <a:lumOff val="50000"/>
                  </a:schemeClr>
                </a:solidFill>
              </a:rPr>
              <a:t>Overall System</a:t>
            </a:r>
          </a:p>
          <a:p>
            <a:r>
              <a:rPr lang="en-US" dirty="0">
                <a:solidFill>
                  <a:schemeClr val="tx1">
                    <a:lumMod val="50000"/>
                    <a:lumOff val="50000"/>
                  </a:schemeClr>
                </a:solidFill>
              </a:rPr>
              <a:t>Experimental Results</a:t>
            </a:r>
          </a:p>
          <a:p>
            <a:r>
              <a:rPr lang="en-US" dirty="0">
                <a:solidFill>
                  <a:schemeClr val="tx1">
                    <a:lumMod val="50000"/>
                    <a:lumOff val="50000"/>
                  </a:schemeClr>
                </a:solidFill>
              </a:rPr>
              <a:t>Discussion</a:t>
            </a:r>
          </a:p>
          <a:p>
            <a:r>
              <a:rPr lang="en-US" altLang="ja-JP" dirty="0">
                <a:solidFill>
                  <a:schemeClr val="tx1">
                    <a:lumMod val="50000"/>
                    <a:lumOff val="50000"/>
                  </a:schemeClr>
                </a:solidFill>
              </a:rPr>
              <a:t>Conclusion </a:t>
            </a:r>
          </a:p>
          <a:p>
            <a:endParaRPr lang="en-US" dirty="0">
              <a:solidFill>
                <a:schemeClr val="tx1">
                  <a:lumMod val="50000"/>
                  <a:lumOff val="50000"/>
                </a:schemeClr>
              </a:solidFill>
            </a:endParaRPr>
          </a:p>
          <a:p>
            <a:endParaRPr lang="en-US" altLang="ja-JP" dirty="0"/>
          </a:p>
          <a:p>
            <a:endParaRPr lang="en-US" altLang="ja-JP" dirty="0"/>
          </a:p>
          <a:p>
            <a:pPr marL="0" indent="0">
              <a:buNone/>
            </a:pPr>
            <a:endParaRPr lang="en-JP" dirty="0"/>
          </a:p>
        </p:txBody>
      </p:sp>
      <p:sp>
        <p:nvSpPr>
          <p:cNvPr id="6" name="Slide Number Placeholder 5">
            <a:extLst>
              <a:ext uri="{FF2B5EF4-FFF2-40B4-BE49-F238E27FC236}">
                <a16:creationId xmlns:a16="http://schemas.microsoft.com/office/drawing/2014/main" id="{B627B55F-BEC4-F93B-2941-D5D5D01D13C3}"/>
              </a:ext>
            </a:extLst>
          </p:cNvPr>
          <p:cNvSpPr>
            <a:spLocks noGrp="1"/>
          </p:cNvSpPr>
          <p:nvPr>
            <p:ph type="sldNum" sz="quarter" idx="12"/>
          </p:nvPr>
        </p:nvSpPr>
        <p:spPr/>
        <p:txBody>
          <a:bodyPr/>
          <a:lstStyle/>
          <a:p>
            <a:fld id="{05775D0E-D6FD-4847-A4AD-7D56F7F6616B}" type="slidenum">
              <a:rPr lang="en-JP" smtClean="0"/>
              <a:t>3</a:t>
            </a:fld>
            <a:endParaRPr lang="en-JP"/>
          </a:p>
        </p:txBody>
      </p:sp>
    </p:spTree>
    <p:extLst>
      <p:ext uri="{BB962C8B-B14F-4D97-AF65-F5344CB8AC3E}">
        <p14:creationId xmlns:p14="http://schemas.microsoft.com/office/powerpoint/2010/main" val="85978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6721-7CD9-2415-D7FE-62030D3CE1A4}"/>
              </a:ext>
            </a:extLst>
          </p:cNvPr>
          <p:cNvSpPr>
            <a:spLocks noGrp="1"/>
          </p:cNvSpPr>
          <p:nvPr>
            <p:ph type="title"/>
          </p:nvPr>
        </p:nvSpPr>
        <p:spPr/>
        <p:txBody>
          <a:bodyPr>
            <a:normAutofit/>
          </a:bodyPr>
          <a:lstStyle/>
          <a:p>
            <a:r>
              <a:rPr lang="en-US" altLang="ja-JP" sz="3200" dirty="0"/>
              <a:t>Research </a:t>
            </a:r>
            <a:r>
              <a:rPr lang="en-JP" altLang="ja-JP" sz="3200" dirty="0"/>
              <a:t>Introduction</a:t>
            </a:r>
            <a:r>
              <a:rPr lang="en-US" altLang="ja-JP" sz="3200" dirty="0"/>
              <a:t>: Why Spiking Neural Networks?</a:t>
            </a:r>
            <a:endParaRPr lang="en-JP" sz="3200" dirty="0"/>
          </a:p>
        </p:txBody>
      </p:sp>
      <p:sp>
        <p:nvSpPr>
          <p:cNvPr id="3" name="Content Placeholder 2">
            <a:extLst>
              <a:ext uri="{FF2B5EF4-FFF2-40B4-BE49-F238E27FC236}">
                <a16:creationId xmlns:a16="http://schemas.microsoft.com/office/drawing/2014/main" id="{4DBB5005-BADA-8881-86B3-45E57045E61E}"/>
              </a:ext>
            </a:extLst>
          </p:cNvPr>
          <p:cNvSpPr>
            <a:spLocks noGrp="1"/>
          </p:cNvSpPr>
          <p:nvPr>
            <p:ph idx="1"/>
          </p:nvPr>
        </p:nvSpPr>
        <p:spPr>
          <a:xfrm>
            <a:off x="838200" y="1552909"/>
            <a:ext cx="10515600" cy="4351338"/>
          </a:xfrm>
        </p:spPr>
        <p:txBody>
          <a:bodyPr>
            <a:normAutofit/>
          </a:bodyPr>
          <a:lstStyle/>
          <a:p>
            <a:r>
              <a:rPr lang="en-US" altLang="ja-JP" sz="3600" b="1" dirty="0"/>
              <a:t>Human Brain Efficiency:</a:t>
            </a:r>
          </a:p>
          <a:p>
            <a:pPr lvl="1"/>
            <a:r>
              <a:rPr lang="en-US" altLang="ja-JP" sz="3200" dirty="0"/>
              <a:t>Advanced cognitive processing with only ~20W power [1].</a:t>
            </a:r>
          </a:p>
          <a:p>
            <a:r>
              <a:rPr lang="en-US" altLang="ja-JP" sz="3600" b="1" dirty="0"/>
              <a:t>Spiking Neural Networks(SNNs):</a:t>
            </a:r>
          </a:p>
          <a:p>
            <a:pPr lvl="1"/>
            <a:r>
              <a:rPr lang="en-US" altLang="ja-JP" sz="3200" dirty="0"/>
              <a:t>Mimics brain's mechanism using "spikes" (pulse signals) [2].</a:t>
            </a:r>
          </a:p>
          <a:p>
            <a:pPr lvl="1"/>
            <a:r>
              <a:rPr lang="en-US" altLang="ja-JP" sz="3200" dirty="0"/>
              <a:t>Next-gen power-saving AI technology.</a:t>
            </a:r>
          </a:p>
          <a:p>
            <a:r>
              <a:rPr lang="en-US" altLang="ja-JP" sz="3600" b="1" dirty="0"/>
              <a:t>Goal: Apply SNNs to embedded systems.</a:t>
            </a:r>
          </a:p>
        </p:txBody>
      </p:sp>
      <p:sp>
        <p:nvSpPr>
          <p:cNvPr id="6" name="Slide Number Placeholder 5">
            <a:extLst>
              <a:ext uri="{FF2B5EF4-FFF2-40B4-BE49-F238E27FC236}">
                <a16:creationId xmlns:a16="http://schemas.microsoft.com/office/drawing/2014/main" id="{D4BCA448-6FBA-2123-5C8A-E8D04293626A}"/>
              </a:ext>
            </a:extLst>
          </p:cNvPr>
          <p:cNvSpPr>
            <a:spLocks noGrp="1"/>
          </p:cNvSpPr>
          <p:nvPr>
            <p:ph type="sldNum" sz="quarter" idx="12"/>
          </p:nvPr>
        </p:nvSpPr>
        <p:spPr/>
        <p:txBody>
          <a:bodyPr/>
          <a:lstStyle/>
          <a:p>
            <a:fld id="{05775D0E-D6FD-4847-A4AD-7D56F7F6616B}" type="slidenum">
              <a:rPr lang="en-JP" smtClean="0"/>
              <a:t>4</a:t>
            </a:fld>
            <a:endParaRPr lang="en-JP"/>
          </a:p>
        </p:txBody>
      </p:sp>
    </p:spTree>
    <p:extLst>
      <p:ext uri="{BB962C8B-B14F-4D97-AF65-F5344CB8AC3E}">
        <p14:creationId xmlns:p14="http://schemas.microsoft.com/office/powerpoint/2010/main" val="639326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C0C8E-DBEB-E14A-1C94-EAF4DBE69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3D390-DD91-8FB9-29CE-9F020FA9AEAA}"/>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06B3CA0D-D601-0D38-9274-BA219AFBDCB1}"/>
              </a:ext>
            </a:extLst>
          </p:cNvPr>
          <p:cNvSpPr>
            <a:spLocks noGrp="1"/>
          </p:cNvSpPr>
          <p:nvPr>
            <p:ph idx="1"/>
          </p:nvPr>
        </p:nvSpPr>
        <p:spPr/>
        <p:txBody>
          <a:bodyPr/>
          <a:lstStyle/>
          <a:p>
            <a:r>
              <a:rPr lang="en-JP" dirty="0">
                <a:solidFill>
                  <a:schemeClr val="tx1">
                    <a:lumMod val="50000"/>
                    <a:lumOff val="50000"/>
                  </a:schemeClr>
                </a:solidFill>
              </a:rPr>
              <a:t>Research Introduction</a:t>
            </a:r>
            <a:endParaRPr lang="en-US" dirty="0">
              <a:solidFill>
                <a:schemeClr val="tx1">
                  <a:lumMod val="50000"/>
                  <a:lumOff val="50000"/>
                </a:schemeClr>
              </a:solidFill>
            </a:endParaRPr>
          </a:p>
          <a:p>
            <a:r>
              <a:rPr lang="en-US" altLang="ja-JP" dirty="0"/>
              <a:t>Objective and Approach</a:t>
            </a:r>
          </a:p>
          <a:p>
            <a:r>
              <a:rPr lang="en-US" dirty="0">
                <a:solidFill>
                  <a:schemeClr val="tx1">
                    <a:lumMod val="50000"/>
                    <a:lumOff val="50000"/>
                  </a:schemeClr>
                </a:solidFill>
              </a:rPr>
              <a:t>Overall System</a:t>
            </a:r>
          </a:p>
          <a:p>
            <a:r>
              <a:rPr lang="en-US" altLang="ja-JP" dirty="0">
                <a:solidFill>
                  <a:schemeClr val="tx1">
                    <a:lumMod val="50000"/>
                    <a:lumOff val="50000"/>
                  </a:schemeClr>
                </a:solidFill>
              </a:rPr>
              <a:t>Experimental Results</a:t>
            </a:r>
            <a:endParaRPr lang="en-US" dirty="0">
              <a:solidFill>
                <a:schemeClr val="tx1">
                  <a:lumMod val="50000"/>
                  <a:lumOff val="50000"/>
                </a:schemeClr>
              </a:solidFill>
            </a:endParaRPr>
          </a:p>
          <a:p>
            <a:r>
              <a:rPr lang="en-US" dirty="0">
                <a:solidFill>
                  <a:schemeClr val="tx1">
                    <a:lumMod val="50000"/>
                    <a:lumOff val="50000"/>
                  </a:schemeClr>
                </a:solidFill>
              </a:rPr>
              <a:t>Discussion</a:t>
            </a:r>
          </a:p>
          <a:p>
            <a:r>
              <a:rPr lang="en-US" altLang="ja-JP" dirty="0">
                <a:solidFill>
                  <a:schemeClr val="tx1">
                    <a:lumMod val="50000"/>
                    <a:lumOff val="50000"/>
                  </a:schemeClr>
                </a:solidFill>
              </a:rPr>
              <a:t>Conclusion </a:t>
            </a:r>
          </a:p>
          <a:p>
            <a:endParaRPr lang="en-US" dirty="0">
              <a:solidFill>
                <a:schemeClr val="tx1">
                  <a:lumMod val="50000"/>
                  <a:lumOff val="50000"/>
                </a:schemeClr>
              </a:solidFill>
            </a:endParaRPr>
          </a:p>
          <a:p>
            <a:endParaRPr lang="en-US" altLang="ja-JP" dirty="0"/>
          </a:p>
          <a:p>
            <a:pPr marL="0" indent="0">
              <a:buNone/>
            </a:pPr>
            <a:endParaRPr lang="en-JP" dirty="0"/>
          </a:p>
        </p:txBody>
      </p:sp>
      <p:sp>
        <p:nvSpPr>
          <p:cNvPr id="6" name="Slide Number Placeholder 5">
            <a:extLst>
              <a:ext uri="{FF2B5EF4-FFF2-40B4-BE49-F238E27FC236}">
                <a16:creationId xmlns:a16="http://schemas.microsoft.com/office/drawing/2014/main" id="{C30886FF-B63E-D3B8-3F2A-F8450D325596}"/>
              </a:ext>
            </a:extLst>
          </p:cNvPr>
          <p:cNvSpPr>
            <a:spLocks noGrp="1"/>
          </p:cNvSpPr>
          <p:nvPr>
            <p:ph type="sldNum" sz="quarter" idx="12"/>
          </p:nvPr>
        </p:nvSpPr>
        <p:spPr/>
        <p:txBody>
          <a:bodyPr/>
          <a:lstStyle/>
          <a:p>
            <a:fld id="{05775D0E-D6FD-4847-A4AD-7D56F7F6616B}" type="slidenum">
              <a:rPr lang="en-JP" smtClean="0"/>
              <a:t>5</a:t>
            </a:fld>
            <a:endParaRPr lang="en-JP"/>
          </a:p>
        </p:txBody>
      </p:sp>
    </p:spTree>
    <p:extLst>
      <p:ext uri="{BB962C8B-B14F-4D97-AF65-F5344CB8AC3E}">
        <p14:creationId xmlns:p14="http://schemas.microsoft.com/office/powerpoint/2010/main" val="2423058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FB6A-7C07-E2CC-251F-9B4542616A2F}"/>
              </a:ext>
            </a:extLst>
          </p:cNvPr>
          <p:cNvSpPr>
            <a:spLocks noGrp="1"/>
          </p:cNvSpPr>
          <p:nvPr>
            <p:ph type="title"/>
          </p:nvPr>
        </p:nvSpPr>
        <p:spPr>
          <a:xfrm>
            <a:off x="838200" y="443858"/>
            <a:ext cx="10515600" cy="1325563"/>
          </a:xfrm>
        </p:spPr>
        <p:txBody>
          <a:bodyPr/>
          <a:lstStyle/>
          <a:p>
            <a:r>
              <a:rPr lang="en-US" altLang="ja-JP" dirty="0"/>
              <a:t>Objective and Approach </a:t>
            </a:r>
            <a:endParaRPr kumimoji="1" lang="ja-JP" altLang="en-US" dirty="0"/>
          </a:p>
        </p:txBody>
      </p:sp>
      <p:sp>
        <p:nvSpPr>
          <p:cNvPr id="3" name="Content Placeholder 2">
            <a:extLst>
              <a:ext uri="{FF2B5EF4-FFF2-40B4-BE49-F238E27FC236}">
                <a16:creationId xmlns:a16="http://schemas.microsoft.com/office/drawing/2014/main" id="{3859564A-912D-8E13-BF05-275E17315FC2}"/>
              </a:ext>
            </a:extLst>
          </p:cNvPr>
          <p:cNvSpPr>
            <a:spLocks noGrp="1"/>
          </p:cNvSpPr>
          <p:nvPr>
            <p:ph idx="1"/>
          </p:nvPr>
        </p:nvSpPr>
        <p:spPr>
          <a:xfrm>
            <a:off x="838200" y="1690688"/>
            <a:ext cx="7166811" cy="4665662"/>
          </a:xfrm>
        </p:spPr>
        <p:txBody>
          <a:bodyPr>
            <a:normAutofit fontScale="92500" lnSpcReduction="10000"/>
          </a:bodyPr>
          <a:lstStyle/>
          <a:p>
            <a:pPr marL="0" indent="0">
              <a:buNone/>
            </a:pPr>
            <a:r>
              <a:rPr lang="en-US" altLang="ja-JP" b="1" dirty="0"/>
              <a:t>Objective</a:t>
            </a:r>
          </a:p>
          <a:p>
            <a:r>
              <a:rPr lang="en-US" altLang="ja-JP" dirty="0"/>
              <a:t>Goal: Detect "Hand" in low-resolution thermal images using SNN.</a:t>
            </a:r>
          </a:p>
          <a:p>
            <a:r>
              <a:rPr lang="en-US" altLang="ja-JP" dirty="0"/>
              <a:t>Focus: Verify practicality on embedded systems.</a:t>
            </a:r>
          </a:p>
          <a:p>
            <a:pPr marL="0" indent="0">
              <a:buNone/>
            </a:pPr>
            <a:r>
              <a:rPr lang="en-US" altLang="ja-JP" b="1" dirty="0"/>
              <a:t>Approach Overview</a:t>
            </a:r>
          </a:p>
          <a:p>
            <a:r>
              <a:rPr lang="en-US" altLang="ja-JP" dirty="0"/>
              <a:t>Input: Low-resolution thermal images (24x32 pixels) for efficiency.</a:t>
            </a:r>
          </a:p>
          <a:p>
            <a:r>
              <a:rPr lang="en-US" altLang="ja-JP" dirty="0"/>
              <a:t>Model: SNN trained with BPTT (Backpropagation Through Time).</a:t>
            </a:r>
          </a:p>
          <a:p>
            <a:r>
              <a:rPr lang="en-US" altLang="ja-JP" dirty="0"/>
              <a:t>Task: Binary classification ("Hand" vs. "Not Hand").</a:t>
            </a:r>
          </a:p>
          <a:p>
            <a:pPr marL="0" indent="0">
              <a:buNone/>
            </a:pPr>
            <a:endParaRPr lang="en-US" altLang="ja-JP" sz="2400" dirty="0"/>
          </a:p>
          <a:p>
            <a:endParaRPr lang="en-US" altLang="ja-JP" dirty="0"/>
          </a:p>
          <a:p>
            <a:endParaRPr lang="en-US" altLang="ja-JP" dirty="0"/>
          </a:p>
          <a:p>
            <a:endParaRPr lang="en-US" altLang="ja-JP" dirty="0"/>
          </a:p>
        </p:txBody>
      </p:sp>
      <p:sp>
        <p:nvSpPr>
          <p:cNvPr id="6" name="Slide Number Placeholder 5">
            <a:extLst>
              <a:ext uri="{FF2B5EF4-FFF2-40B4-BE49-F238E27FC236}">
                <a16:creationId xmlns:a16="http://schemas.microsoft.com/office/drawing/2014/main" id="{A8B300DE-1C69-07C1-DEC6-63146AB4E39D}"/>
              </a:ext>
            </a:extLst>
          </p:cNvPr>
          <p:cNvSpPr>
            <a:spLocks noGrp="1"/>
          </p:cNvSpPr>
          <p:nvPr>
            <p:ph type="sldNum" sz="quarter" idx="12"/>
          </p:nvPr>
        </p:nvSpPr>
        <p:spPr/>
        <p:txBody>
          <a:bodyPr/>
          <a:lstStyle/>
          <a:p>
            <a:fld id="{05775D0E-D6FD-4847-A4AD-7D56F7F6616B}" type="slidenum">
              <a:rPr lang="en-JP" smtClean="0"/>
              <a:t>6</a:t>
            </a:fld>
            <a:endParaRPr lang="en-JP"/>
          </a:p>
        </p:txBody>
      </p:sp>
      <p:pic>
        <p:nvPicPr>
          <p:cNvPr id="12" name="図 11" descr="ダイアグラム&#10;&#10;AI 生成コンテンツは誤りを含む可能性があります。">
            <a:extLst>
              <a:ext uri="{FF2B5EF4-FFF2-40B4-BE49-F238E27FC236}">
                <a16:creationId xmlns:a16="http://schemas.microsoft.com/office/drawing/2014/main" id="{D706E6A3-4A1C-E230-CD51-A46737B1780C}"/>
              </a:ext>
            </a:extLst>
          </p:cNvPr>
          <p:cNvPicPr>
            <a:picLocks noChangeAspect="1"/>
          </p:cNvPicPr>
          <p:nvPr/>
        </p:nvPicPr>
        <p:blipFill>
          <a:blip r:embed="rId3"/>
          <a:stretch>
            <a:fillRect/>
          </a:stretch>
        </p:blipFill>
        <p:spPr>
          <a:xfrm>
            <a:off x="8005011" y="2279737"/>
            <a:ext cx="4049559" cy="3369501"/>
          </a:xfrm>
          <a:prstGeom prst="rect">
            <a:avLst/>
          </a:prstGeom>
        </p:spPr>
      </p:pic>
    </p:spTree>
    <p:extLst>
      <p:ext uri="{BB962C8B-B14F-4D97-AF65-F5344CB8AC3E}">
        <p14:creationId xmlns:p14="http://schemas.microsoft.com/office/powerpoint/2010/main" val="3485132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9084-0211-480C-E638-84F41E274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15199-2554-9CFD-7262-0E2B50C96551}"/>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79147DF8-C683-4F37-BE8C-F4295473B0C6}"/>
              </a:ext>
            </a:extLst>
          </p:cNvPr>
          <p:cNvSpPr>
            <a:spLocks noGrp="1"/>
          </p:cNvSpPr>
          <p:nvPr>
            <p:ph idx="1"/>
          </p:nvPr>
        </p:nvSpPr>
        <p:spPr/>
        <p:txBody>
          <a:bodyPr/>
          <a:lstStyle/>
          <a:p>
            <a:r>
              <a:rPr lang="en-JP" dirty="0">
                <a:solidFill>
                  <a:schemeClr val="tx1">
                    <a:lumMod val="50000"/>
                    <a:lumOff val="50000"/>
                  </a:schemeClr>
                </a:solidFill>
              </a:rPr>
              <a:t>Research Introduction</a:t>
            </a:r>
            <a:endParaRPr lang="en-US" dirty="0">
              <a:solidFill>
                <a:schemeClr val="tx1">
                  <a:lumMod val="50000"/>
                  <a:lumOff val="50000"/>
                </a:schemeClr>
              </a:solidFill>
            </a:endParaRPr>
          </a:p>
          <a:p>
            <a:r>
              <a:rPr lang="en-JP" dirty="0">
                <a:solidFill>
                  <a:schemeClr val="tx1">
                    <a:lumMod val="50000"/>
                    <a:lumOff val="50000"/>
                  </a:schemeClr>
                </a:solidFill>
              </a:rPr>
              <a:t>Objective and Approach</a:t>
            </a:r>
            <a:endParaRPr lang="en-US" dirty="0">
              <a:solidFill>
                <a:schemeClr val="tx1">
                  <a:lumMod val="50000"/>
                  <a:lumOff val="50000"/>
                </a:schemeClr>
              </a:solidFill>
            </a:endParaRPr>
          </a:p>
          <a:p>
            <a:r>
              <a:rPr lang="en-US" altLang="ja-JP" dirty="0"/>
              <a:t>Overall System</a:t>
            </a:r>
          </a:p>
          <a:p>
            <a:r>
              <a:rPr lang="en-US" dirty="0">
                <a:solidFill>
                  <a:schemeClr val="tx1">
                    <a:lumMod val="50000"/>
                    <a:lumOff val="50000"/>
                  </a:schemeClr>
                </a:solidFill>
              </a:rPr>
              <a:t>Experimental Results</a:t>
            </a:r>
          </a:p>
          <a:p>
            <a:r>
              <a:rPr lang="en-US" dirty="0">
                <a:solidFill>
                  <a:schemeClr val="tx1">
                    <a:lumMod val="50000"/>
                    <a:lumOff val="50000"/>
                  </a:schemeClr>
                </a:solidFill>
              </a:rPr>
              <a:t>Discussion</a:t>
            </a:r>
          </a:p>
          <a:p>
            <a:r>
              <a:rPr lang="en-US" dirty="0">
                <a:solidFill>
                  <a:schemeClr val="tx1">
                    <a:lumMod val="50000"/>
                    <a:lumOff val="50000"/>
                  </a:schemeClr>
                </a:solidFill>
              </a:rPr>
              <a:t>Conclusion</a:t>
            </a:r>
          </a:p>
          <a:p>
            <a:endParaRPr lang="en-US" altLang="ja-JP" dirty="0"/>
          </a:p>
          <a:p>
            <a:pPr marL="0" indent="0">
              <a:buNone/>
            </a:pPr>
            <a:endParaRPr lang="en-JP" dirty="0"/>
          </a:p>
        </p:txBody>
      </p:sp>
      <p:sp>
        <p:nvSpPr>
          <p:cNvPr id="6" name="Slide Number Placeholder 5">
            <a:extLst>
              <a:ext uri="{FF2B5EF4-FFF2-40B4-BE49-F238E27FC236}">
                <a16:creationId xmlns:a16="http://schemas.microsoft.com/office/drawing/2014/main" id="{A055E5A3-9E93-B3F1-6480-E6A06FD35FA0}"/>
              </a:ext>
            </a:extLst>
          </p:cNvPr>
          <p:cNvSpPr>
            <a:spLocks noGrp="1"/>
          </p:cNvSpPr>
          <p:nvPr>
            <p:ph type="sldNum" sz="quarter" idx="12"/>
          </p:nvPr>
        </p:nvSpPr>
        <p:spPr/>
        <p:txBody>
          <a:bodyPr/>
          <a:lstStyle/>
          <a:p>
            <a:fld id="{05775D0E-D6FD-4847-A4AD-7D56F7F6616B}" type="slidenum">
              <a:rPr lang="en-JP" smtClean="0"/>
              <a:t>7</a:t>
            </a:fld>
            <a:endParaRPr lang="en-JP"/>
          </a:p>
        </p:txBody>
      </p:sp>
    </p:spTree>
    <p:extLst>
      <p:ext uri="{BB962C8B-B14F-4D97-AF65-F5344CB8AC3E}">
        <p14:creationId xmlns:p14="http://schemas.microsoft.com/office/powerpoint/2010/main" val="2423931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DE437-A5E0-0889-BCA8-951D6A6745EE}"/>
              </a:ext>
            </a:extLst>
          </p:cNvPr>
          <p:cNvSpPr>
            <a:spLocks noGrp="1"/>
          </p:cNvSpPr>
          <p:nvPr>
            <p:ph type="title"/>
          </p:nvPr>
        </p:nvSpPr>
        <p:spPr>
          <a:xfrm>
            <a:off x="838200" y="365125"/>
            <a:ext cx="10515600" cy="892201"/>
          </a:xfrm>
        </p:spPr>
        <p:txBody>
          <a:bodyPr/>
          <a:lstStyle/>
          <a:p>
            <a:r>
              <a:rPr kumimoji="1" lang="en-US" altLang="ja-JP" dirty="0"/>
              <a:t>Overall System Flow</a:t>
            </a:r>
            <a:endParaRPr kumimoji="1" lang="ja-JP" altLang="en-US" dirty="0"/>
          </a:p>
        </p:txBody>
      </p:sp>
      <p:sp>
        <p:nvSpPr>
          <p:cNvPr id="6" name="Slide Number Placeholder 5">
            <a:extLst>
              <a:ext uri="{FF2B5EF4-FFF2-40B4-BE49-F238E27FC236}">
                <a16:creationId xmlns:a16="http://schemas.microsoft.com/office/drawing/2014/main" id="{A946F488-86B4-9622-4F3B-7EDD45094CA3}"/>
              </a:ext>
            </a:extLst>
          </p:cNvPr>
          <p:cNvSpPr>
            <a:spLocks noGrp="1"/>
          </p:cNvSpPr>
          <p:nvPr>
            <p:ph type="sldNum" sz="quarter" idx="12"/>
          </p:nvPr>
        </p:nvSpPr>
        <p:spPr/>
        <p:txBody>
          <a:bodyPr/>
          <a:lstStyle/>
          <a:p>
            <a:fld id="{05775D0E-D6FD-4847-A4AD-7D56F7F6616B}" type="slidenum">
              <a:rPr lang="en-JP" smtClean="0"/>
              <a:t>8</a:t>
            </a:fld>
            <a:endParaRPr lang="en-JP"/>
          </a:p>
        </p:txBody>
      </p:sp>
      <p:sp>
        <p:nvSpPr>
          <p:cNvPr id="5" name="AutoShape 4">
            <a:extLst>
              <a:ext uri="{FF2B5EF4-FFF2-40B4-BE49-F238E27FC236}">
                <a16:creationId xmlns:a16="http://schemas.microsoft.com/office/drawing/2014/main" id="{7880051F-A466-DD3E-5B0F-8B8AF463F6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8" name="AutoShape 6">
            <a:extLst>
              <a:ext uri="{FF2B5EF4-FFF2-40B4-BE49-F238E27FC236}">
                <a16:creationId xmlns:a16="http://schemas.microsoft.com/office/drawing/2014/main" id="{40674108-B3BB-9BBE-053E-798586F1E05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9" name="AutoShape 8">
            <a:extLst>
              <a:ext uri="{FF2B5EF4-FFF2-40B4-BE49-F238E27FC236}">
                <a16:creationId xmlns:a16="http://schemas.microsoft.com/office/drawing/2014/main" id="{3A30592E-FDBC-4E02-F7D4-B6AEAF9428A3}"/>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5" name="テキスト ボックス 14">
            <a:extLst>
              <a:ext uri="{FF2B5EF4-FFF2-40B4-BE49-F238E27FC236}">
                <a16:creationId xmlns:a16="http://schemas.microsoft.com/office/drawing/2014/main" id="{E44692BB-B352-1789-6DB3-4DC4409171BF}"/>
              </a:ext>
            </a:extLst>
          </p:cNvPr>
          <p:cNvSpPr txBox="1"/>
          <p:nvPr/>
        </p:nvSpPr>
        <p:spPr>
          <a:xfrm>
            <a:off x="461210" y="4499366"/>
            <a:ext cx="2586789" cy="1200329"/>
          </a:xfrm>
          <a:prstGeom prst="rect">
            <a:avLst/>
          </a:prstGeom>
          <a:noFill/>
        </p:spPr>
        <p:txBody>
          <a:bodyPr wrap="square" rtlCol="0">
            <a:spAutoFit/>
          </a:bodyPr>
          <a:lstStyle/>
          <a:p>
            <a:r>
              <a:rPr kumimoji="1" lang="en-US" altLang="ja-JP" dirty="0"/>
              <a:t> </a:t>
            </a:r>
            <a:r>
              <a:rPr kumimoji="1" lang="en-US" altLang="ja-JP" b="1" dirty="0"/>
              <a:t>1. Image Acquisition</a:t>
            </a:r>
          </a:p>
          <a:p>
            <a:r>
              <a:rPr kumimoji="1" lang="en-US" altLang="ja-JP" dirty="0"/>
              <a:t> A thermal camera acquires temperature data of 24x32 pixels.</a:t>
            </a:r>
            <a:endParaRPr kumimoji="1" lang="ja-JP" altLang="en-US" dirty="0"/>
          </a:p>
        </p:txBody>
      </p:sp>
      <p:sp>
        <p:nvSpPr>
          <p:cNvPr id="17" name="テキスト ボックス 16">
            <a:extLst>
              <a:ext uri="{FF2B5EF4-FFF2-40B4-BE49-F238E27FC236}">
                <a16:creationId xmlns:a16="http://schemas.microsoft.com/office/drawing/2014/main" id="{96370EE2-B9DC-390B-5EE6-5904C8A55AD0}"/>
              </a:ext>
            </a:extLst>
          </p:cNvPr>
          <p:cNvSpPr txBox="1"/>
          <p:nvPr/>
        </p:nvSpPr>
        <p:spPr>
          <a:xfrm>
            <a:off x="3196388" y="4473180"/>
            <a:ext cx="3356812" cy="2031325"/>
          </a:xfrm>
          <a:prstGeom prst="rect">
            <a:avLst/>
          </a:prstGeom>
          <a:noFill/>
        </p:spPr>
        <p:txBody>
          <a:bodyPr wrap="square" rtlCol="0">
            <a:spAutoFit/>
          </a:bodyPr>
          <a:lstStyle/>
          <a:p>
            <a:r>
              <a:rPr kumimoji="1" lang="en-US" altLang="ja-JP" b="1" dirty="0"/>
              <a:t>2. Encoding</a:t>
            </a:r>
          </a:p>
          <a:p>
            <a:r>
              <a:rPr kumimoji="1" lang="en-US" altLang="ja-JP" dirty="0"/>
              <a:t> Converts static thermal images into time-series spike trains that the SNN can process. The higher the pixel brightness, the higher the spike frequency.</a:t>
            </a:r>
            <a:endParaRPr kumimoji="1" lang="ja-JP" altLang="en-US" dirty="0"/>
          </a:p>
        </p:txBody>
      </p:sp>
      <p:sp>
        <p:nvSpPr>
          <p:cNvPr id="19" name="テキスト ボックス 18">
            <a:extLst>
              <a:ext uri="{FF2B5EF4-FFF2-40B4-BE49-F238E27FC236}">
                <a16:creationId xmlns:a16="http://schemas.microsoft.com/office/drawing/2014/main" id="{9E6C862F-6D0B-15DA-DFF7-A6D4270034B9}"/>
              </a:ext>
            </a:extLst>
          </p:cNvPr>
          <p:cNvSpPr txBox="1"/>
          <p:nvPr/>
        </p:nvSpPr>
        <p:spPr>
          <a:xfrm>
            <a:off x="6412832" y="4507587"/>
            <a:ext cx="2743200" cy="1754326"/>
          </a:xfrm>
          <a:prstGeom prst="rect">
            <a:avLst/>
          </a:prstGeom>
          <a:noFill/>
        </p:spPr>
        <p:txBody>
          <a:bodyPr wrap="square" rtlCol="0">
            <a:spAutoFit/>
          </a:bodyPr>
          <a:lstStyle/>
          <a:p>
            <a:r>
              <a:rPr kumimoji="1" lang="en-US" altLang="ja-JP" b="1" dirty="0"/>
              <a:t>3. Processing by SNN </a:t>
            </a:r>
            <a:r>
              <a:rPr kumimoji="1" lang="en-US" altLang="ja-JP" dirty="0"/>
              <a:t>Spike trains are input into the SNN to integrate information and extract features over multiple time steps.</a:t>
            </a:r>
            <a:endParaRPr kumimoji="1" lang="ja-JP" altLang="en-US" dirty="0"/>
          </a:p>
        </p:txBody>
      </p:sp>
      <p:sp>
        <p:nvSpPr>
          <p:cNvPr id="20" name="テキスト ボックス 19">
            <a:extLst>
              <a:ext uri="{FF2B5EF4-FFF2-40B4-BE49-F238E27FC236}">
                <a16:creationId xmlns:a16="http://schemas.microsoft.com/office/drawing/2014/main" id="{16BC3D82-AC50-88D8-B147-DA53FE9CF8D9}"/>
              </a:ext>
            </a:extLst>
          </p:cNvPr>
          <p:cNvSpPr txBox="1"/>
          <p:nvPr/>
        </p:nvSpPr>
        <p:spPr>
          <a:xfrm>
            <a:off x="9316453" y="4473180"/>
            <a:ext cx="2037347" cy="2031325"/>
          </a:xfrm>
          <a:prstGeom prst="rect">
            <a:avLst/>
          </a:prstGeom>
          <a:noFill/>
        </p:spPr>
        <p:txBody>
          <a:bodyPr wrap="square" rtlCol="0">
            <a:spAutoFit/>
          </a:bodyPr>
          <a:lstStyle/>
          <a:p>
            <a:r>
              <a:rPr lang="en-US" altLang="ja-JP" b="1" dirty="0"/>
              <a:t>4. Classification </a:t>
            </a:r>
            <a:r>
              <a:rPr lang="en-US" altLang="ja-JP" dirty="0"/>
              <a:t>Determines "Hand" or "Not Hand" based on the activity of output layer neurons.</a:t>
            </a:r>
            <a:endParaRPr kumimoji="1" lang="ja-JP" altLang="en-US" dirty="0"/>
          </a:p>
        </p:txBody>
      </p:sp>
      <p:pic>
        <p:nvPicPr>
          <p:cNvPr id="25" name="コンテンツ プレースホルダー 24" descr="時計と文字の加工写真&#10;&#10;AI 生成コンテンツは誤りを含む可能性があります。">
            <a:extLst>
              <a:ext uri="{FF2B5EF4-FFF2-40B4-BE49-F238E27FC236}">
                <a16:creationId xmlns:a16="http://schemas.microsoft.com/office/drawing/2014/main" id="{ACF255A9-FCD1-4739-4B2E-B638A44368A1}"/>
              </a:ext>
            </a:extLst>
          </p:cNvPr>
          <p:cNvPicPr>
            <a:picLocks noGrp="1" noChangeAspect="1"/>
          </p:cNvPicPr>
          <p:nvPr>
            <p:ph idx="1"/>
          </p:nvPr>
        </p:nvPicPr>
        <p:blipFill>
          <a:blip r:embed="rId3"/>
          <a:stretch>
            <a:fillRect/>
          </a:stretch>
        </p:blipFill>
        <p:spPr>
          <a:xfrm>
            <a:off x="461210" y="1628811"/>
            <a:ext cx="10515600" cy="2776118"/>
          </a:xfrm>
        </p:spPr>
      </p:pic>
      <p:sp>
        <p:nvSpPr>
          <p:cNvPr id="23" name="AutoShape 11">
            <a:extLst>
              <a:ext uri="{FF2B5EF4-FFF2-40B4-BE49-F238E27FC236}">
                <a16:creationId xmlns:a16="http://schemas.microsoft.com/office/drawing/2014/main" id="{AAFDC216-2911-10E1-AFF5-402483EC4AB5}"/>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Tree>
    <p:extLst>
      <p:ext uri="{BB962C8B-B14F-4D97-AF65-F5344CB8AC3E}">
        <p14:creationId xmlns:p14="http://schemas.microsoft.com/office/powerpoint/2010/main" val="1584087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0A6C1-4B6E-91E4-7269-CC5DAEE31908}"/>
              </a:ext>
            </a:extLst>
          </p:cNvPr>
          <p:cNvSpPr>
            <a:spLocks noGrp="1"/>
          </p:cNvSpPr>
          <p:nvPr>
            <p:ph type="title"/>
          </p:nvPr>
        </p:nvSpPr>
        <p:spPr>
          <a:xfrm>
            <a:off x="453190" y="345879"/>
            <a:ext cx="10515600" cy="1325563"/>
          </a:xfrm>
        </p:spPr>
        <p:txBody>
          <a:bodyPr/>
          <a:lstStyle/>
          <a:p>
            <a:r>
              <a:rPr lang="en-US" altLang="ja-JP" dirty="0"/>
              <a:t>Encoding Method</a:t>
            </a:r>
            <a:endParaRPr kumimoji="1" lang="ja-JP" altLang="en-US" dirty="0"/>
          </a:p>
        </p:txBody>
      </p:sp>
      <p:sp>
        <p:nvSpPr>
          <p:cNvPr id="3" name="Content Placeholder 2">
            <a:extLst>
              <a:ext uri="{FF2B5EF4-FFF2-40B4-BE49-F238E27FC236}">
                <a16:creationId xmlns:a16="http://schemas.microsoft.com/office/drawing/2014/main" id="{0C822A40-2681-6283-0398-0F7B7634D14B}"/>
              </a:ext>
            </a:extLst>
          </p:cNvPr>
          <p:cNvSpPr>
            <a:spLocks noGrp="1"/>
          </p:cNvSpPr>
          <p:nvPr>
            <p:ph idx="1"/>
          </p:nvPr>
        </p:nvSpPr>
        <p:spPr>
          <a:xfrm>
            <a:off x="453190" y="1424572"/>
            <a:ext cx="10515600" cy="4813390"/>
          </a:xfrm>
        </p:spPr>
        <p:txBody>
          <a:bodyPr>
            <a:normAutofit fontScale="70000" lnSpcReduction="20000"/>
          </a:bodyPr>
          <a:lstStyle/>
          <a:p>
            <a:r>
              <a:rPr lang="en-US" altLang="ja-JP" dirty="0"/>
              <a:t>Rate Coding: Represent pixel value by spike frequency to handle static images.</a:t>
            </a:r>
          </a:p>
          <a:p>
            <a:endParaRPr lang="en-US" altLang="ja-JP" dirty="0"/>
          </a:p>
          <a:p>
            <a:endParaRPr lang="en-US" altLang="ja-JP" dirty="0"/>
          </a:p>
          <a:p>
            <a:endParaRPr lang="en-US" altLang="ja-JP" dirty="0"/>
          </a:p>
          <a:p>
            <a:endParaRPr lang="en-US" altLang="ja-JP" dirty="0"/>
          </a:p>
          <a:p>
            <a:endParaRPr lang="en-US" altLang="ja-JP" dirty="0"/>
          </a:p>
          <a:p>
            <a:pPr marL="0" indent="0">
              <a:buNone/>
            </a:pPr>
            <a:endParaRPr lang="en-US" altLang="ja-JP" b="1" dirty="0"/>
          </a:p>
          <a:p>
            <a:pPr marL="0" indent="0">
              <a:buNone/>
            </a:pPr>
            <a:endParaRPr lang="en-US" altLang="ja-JP" b="1" dirty="0"/>
          </a:p>
          <a:p>
            <a:pPr marL="0" indent="0">
              <a:buNone/>
            </a:pPr>
            <a:r>
              <a:rPr lang="en-US" altLang="ja-JP" b="1" dirty="0"/>
              <a:t>Processing Procedure</a:t>
            </a:r>
          </a:p>
          <a:p>
            <a:pPr marL="514350" indent="-514350">
              <a:buFont typeface="+mj-lt"/>
              <a:buAutoNum type="arabicPeriod"/>
            </a:pPr>
            <a:r>
              <a:rPr lang="en-US" altLang="ja-JP" sz="3100" dirty="0"/>
              <a:t>Normalize each thermal image to a range of 0 to 1.</a:t>
            </a:r>
          </a:p>
          <a:p>
            <a:pPr marL="514350" indent="-514350">
              <a:buFont typeface="+mj-lt"/>
              <a:buAutoNum type="arabicPeriod"/>
            </a:pPr>
            <a:r>
              <a:rPr lang="en-US" altLang="ja-JP" sz="3100" dirty="0"/>
              <a:t>Spike Generation: Pixel value = Probability of spike at each step (Total: 25 steps).</a:t>
            </a:r>
          </a:p>
          <a:p>
            <a:pPr marL="514350" indent="-514350">
              <a:buFont typeface="+mj-lt"/>
              <a:buAutoNum type="arabicPeriod"/>
            </a:pPr>
            <a:r>
              <a:rPr lang="en-US" altLang="ja-JP" sz="3100" dirty="0"/>
              <a:t>As a result, high-temperature pixels (larger values) generate high-frequency spike trains, while low pixels generate low-frequency spike trains.</a:t>
            </a:r>
          </a:p>
          <a:p>
            <a:endParaRPr kumimoji="1" lang="en-US" altLang="ja-JP" dirty="0"/>
          </a:p>
        </p:txBody>
      </p:sp>
      <p:sp>
        <p:nvSpPr>
          <p:cNvPr id="6" name="Slide Number Placeholder 5">
            <a:extLst>
              <a:ext uri="{FF2B5EF4-FFF2-40B4-BE49-F238E27FC236}">
                <a16:creationId xmlns:a16="http://schemas.microsoft.com/office/drawing/2014/main" id="{CE726602-13FE-4A8F-D437-2A135D365A35}"/>
              </a:ext>
            </a:extLst>
          </p:cNvPr>
          <p:cNvSpPr>
            <a:spLocks noGrp="1"/>
          </p:cNvSpPr>
          <p:nvPr>
            <p:ph type="sldNum" sz="quarter" idx="12"/>
          </p:nvPr>
        </p:nvSpPr>
        <p:spPr/>
        <p:txBody>
          <a:bodyPr/>
          <a:lstStyle/>
          <a:p>
            <a:fld id="{05775D0E-D6FD-4847-A4AD-7D56F7F6616B}" type="slidenum">
              <a:rPr lang="en-JP" smtClean="0"/>
              <a:t>9</a:t>
            </a:fld>
            <a:endParaRPr lang="en-JP"/>
          </a:p>
        </p:txBody>
      </p:sp>
      <p:sp>
        <p:nvSpPr>
          <p:cNvPr id="10" name="AutoShape 2">
            <a:extLst>
              <a:ext uri="{FF2B5EF4-FFF2-40B4-BE49-F238E27FC236}">
                <a16:creationId xmlns:a16="http://schemas.microsoft.com/office/drawing/2014/main" id="{49642051-59BE-2550-F9C8-0A978E95FE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2" name="図 11" descr="ダイアグラム&#10;&#10;AI 生成コンテンツは誤りを含む可能性があります。">
            <a:extLst>
              <a:ext uri="{FF2B5EF4-FFF2-40B4-BE49-F238E27FC236}">
                <a16:creationId xmlns:a16="http://schemas.microsoft.com/office/drawing/2014/main" id="{DE6B5C39-2497-8D4C-4289-6569ECD81C34}"/>
              </a:ext>
            </a:extLst>
          </p:cNvPr>
          <p:cNvPicPr>
            <a:picLocks noChangeAspect="1"/>
          </p:cNvPicPr>
          <p:nvPr/>
        </p:nvPicPr>
        <p:blipFill>
          <a:blip r:embed="rId3"/>
          <a:stretch>
            <a:fillRect/>
          </a:stretch>
        </p:blipFill>
        <p:spPr>
          <a:xfrm>
            <a:off x="838200" y="2085845"/>
            <a:ext cx="9542820" cy="1909958"/>
          </a:xfrm>
          <a:prstGeom prst="rect">
            <a:avLst/>
          </a:prstGeom>
        </p:spPr>
      </p:pic>
    </p:spTree>
    <p:extLst>
      <p:ext uri="{BB962C8B-B14F-4D97-AF65-F5344CB8AC3E}">
        <p14:creationId xmlns:p14="http://schemas.microsoft.com/office/powerpoint/2010/main" val="35660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6A0CB7-9975-1F7E-6A27-307498A0F267}"/>
              </a:ext>
            </a:extLst>
          </p:cNvPr>
          <p:cNvSpPr>
            <a:spLocks noGrp="1"/>
          </p:cNvSpPr>
          <p:nvPr>
            <p:ph type="title"/>
          </p:nvPr>
        </p:nvSpPr>
        <p:spPr/>
        <p:txBody>
          <a:bodyPr/>
          <a:lstStyle/>
          <a:p>
            <a:r>
              <a:rPr lang="en-US" altLang="ja-JP"/>
              <a:t>SNN Model Configuration</a:t>
            </a:r>
            <a:endParaRPr kumimoji="1" lang="ja-JP" altLang="en-US" dirty="0"/>
          </a:p>
        </p:txBody>
      </p:sp>
      <p:sp>
        <p:nvSpPr>
          <p:cNvPr id="3" name="コンテンツ プレースホルダー 2">
            <a:extLst>
              <a:ext uri="{FF2B5EF4-FFF2-40B4-BE49-F238E27FC236}">
                <a16:creationId xmlns:a16="http://schemas.microsoft.com/office/drawing/2014/main" id="{2B728112-F55F-DB0E-9DB3-1F549F437BC4}"/>
              </a:ext>
            </a:extLst>
          </p:cNvPr>
          <p:cNvSpPr>
            <a:spLocks noGrp="1"/>
          </p:cNvSpPr>
          <p:nvPr>
            <p:ph idx="1"/>
          </p:nvPr>
        </p:nvSpPr>
        <p:spPr>
          <a:xfrm>
            <a:off x="838200" y="1690688"/>
            <a:ext cx="6124073" cy="4543424"/>
          </a:xfrm>
        </p:spPr>
        <p:txBody>
          <a:bodyPr>
            <a:normAutofit fontScale="92500" lnSpcReduction="20000"/>
          </a:bodyPr>
          <a:lstStyle/>
          <a:p>
            <a:r>
              <a:rPr lang="en-US" altLang="ja-JP" b="1" dirty="0"/>
              <a:t>Neuron Model</a:t>
            </a:r>
            <a:r>
              <a:rPr lang="en-US" altLang="ja-JP" dirty="0"/>
              <a:t>:</a:t>
            </a:r>
          </a:p>
          <a:p>
            <a:pPr marL="0" indent="0">
              <a:buNone/>
            </a:pPr>
            <a:r>
              <a:rPr lang="ja-JP" altLang="en-US" dirty="0"/>
              <a:t>　　　</a:t>
            </a:r>
            <a:r>
              <a:rPr lang="en-US" altLang="ja-JP" dirty="0"/>
              <a:t>Leaky Integrate-and-Fire (LIF) </a:t>
            </a:r>
          </a:p>
          <a:p>
            <a:r>
              <a:rPr lang="en-US" altLang="ja-JP" sz="2400" b="1" dirty="0"/>
              <a:t>Features :</a:t>
            </a:r>
            <a:r>
              <a:rPr lang="en-US" altLang="ja-JP" sz="2400" dirty="0"/>
              <a:t> Low computational cost &amp; widely used.</a:t>
            </a:r>
          </a:p>
          <a:p>
            <a:r>
              <a:rPr lang="en-US" altLang="ja-JP" sz="2400" b="1" dirty="0"/>
              <a:t>Mechanism : </a:t>
            </a:r>
            <a:r>
              <a:rPr lang="en-US" altLang="ja-JP" sz="2400" dirty="0"/>
              <a:t>Integrates input spikes </a:t>
            </a:r>
            <a:r>
              <a:rPr lang="ja-JP" altLang="en-US" sz="2400" dirty="0"/>
              <a:t>→</a:t>
            </a:r>
            <a:r>
              <a:rPr lang="en-US" altLang="ja-JP" sz="2400" dirty="0"/>
              <a:t> Fires when threshold is exceeded.</a:t>
            </a:r>
          </a:p>
          <a:p>
            <a:pPr marL="0" indent="0">
              <a:buNone/>
            </a:pPr>
            <a:r>
              <a:rPr lang="en-US" altLang="ja-JP" sz="2400" b="1" dirty="0"/>
              <a:t>Network Architecture</a:t>
            </a:r>
          </a:p>
          <a:p>
            <a:r>
              <a:rPr lang="en-US" altLang="ja-JP" sz="2400" dirty="0"/>
              <a:t>Constructed a 3-layer fully connected network.</a:t>
            </a:r>
          </a:p>
          <a:p>
            <a:r>
              <a:rPr lang="en-US" altLang="ja-JP" sz="2400" dirty="0"/>
              <a:t>Input Layer: 768 neurons (equivalent to 24x32 pixels).</a:t>
            </a:r>
          </a:p>
          <a:p>
            <a:r>
              <a:rPr lang="en-US" altLang="ja-JP" sz="2400" dirty="0"/>
              <a:t>Hidden Layer: 256 LIF neurons.</a:t>
            </a:r>
          </a:p>
          <a:p>
            <a:r>
              <a:rPr lang="en-US" altLang="ja-JP" sz="2400" dirty="0"/>
              <a:t>Output Layer: 2 LIF neurons (corresponding to "Not Hand" and “Hand" classes).</a:t>
            </a:r>
          </a:p>
        </p:txBody>
      </p:sp>
      <p:sp>
        <p:nvSpPr>
          <p:cNvPr id="6" name="スライド番号プレースホルダー 5">
            <a:extLst>
              <a:ext uri="{FF2B5EF4-FFF2-40B4-BE49-F238E27FC236}">
                <a16:creationId xmlns:a16="http://schemas.microsoft.com/office/drawing/2014/main" id="{B70E89C7-8F5A-79F3-A69A-0059C98E730A}"/>
              </a:ext>
            </a:extLst>
          </p:cNvPr>
          <p:cNvSpPr>
            <a:spLocks noGrp="1"/>
          </p:cNvSpPr>
          <p:nvPr>
            <p:ph type="sldNum" sz="quarter" idx="12"/>
          </p:nvPr>
        </p:nvSpPr>
        <p:spPr/>
        <p:txBody>
          <a:bodyPr/>
          <a:lstStyle/>
          <a:p>
            <a:fld id="{05775D0E-D6FD-4847-A4AD-7D56F7F6616B}" type="slidenum">
              <a:rPr lang="en-JP" smtClean="0"/>
              <a:t>10</a:t>
            </a:fld>
            <a:endParaRPr lang="en-JP"/>
          </a:p>
        </p:txBody>
      </p:sp>
      <p:sp>
        <p:nvSpPr>
          <p:cNvPr id="4" name="AutoShape 2">
            <a:extLst>
              <a:ext uri="{FF2B5EF4-FFF2-40B4-BE49-F238E27FC236}">
                <a16:creationId xmlns:a16="http://schemas.microsoft.com/office/drawing/2014/main" id="{AC98D0A4-AC07-572C-75B3-9327DB84A5B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8" name="図 7" descr="ダイアグラム&#10;&#10;AI 生成コンテンツは誤りを含む可能性があります。">
            <a:extLst>
              <a:ext uri="{FF2B5EF4-FFF2-40B4-BE49-F238E27FC236}">
                <a16:creationId xmlns:a16="http://schemas.microsoft.com/office/drawing/2014/main" id="{DC560A7B-E527-40A4-DB97-B6DFF9340D31}"/>
              </a:ext>
            </a:extLst>
          </p:cNvPr>
          <p:cNvPicPr>
            <a:picLocks noChangeAspect="1"/>
          </p:cNvPicPr>
          <p:nvPr/>
        </p:nvPicPr>
        <p:blipFill>
          <a:blip r:embed="rId3"/>
          <a:stretch>
            <a:fillRect/>
          </a:stretch>
        </p:blipFill>
        <p:spPr>
          <a:xfrm>
            <a:off x="7366726" y="2702483"/>
            <a:ext cx="4532505" cy="2394331"/>
          </a:xfrm>
          <a:prstGeom prst="rect">
            <a:avLst/>
          </a:prstGeom>
        </p:spPr>
      </p:pic>
    </p:spTree>
    <p:extLst>
      <p:ext uri="{BB962C8B-B14F-4D97-AF65-F5344CB8AC3E}">
        <p14:creationId xmlns:p14="http://schemas.microsoft.com/office/powerpoint/2010/main" val="1824319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BC6D2A-DB2C-7E9A-8BD6-4F076FFE9AD6}"/>
              </a:ext>
            </a:extLst>
          </p:cNvPr>
          <p:cNvSpPr>
            <a:spLocks noGrp="1"/>
          </p:cNvSpPr>
          <p:nvPr>
            <p:ph type="title"/>
          </p:nvPr>
        </p:nvSpPr>
        <p:spPr/>
        <p:txBody>
          <a:bodyPr/>
          <a:lstStyle/>
          <a:p>
            <a:r>
              <a:rPr lang="en-US" altLang="ja-JP" dirty="0"/>
              <a:t>Data Collection</a:t>
            </a:r>
            <a:endParaRPr kumimoji="1" lang="ja-JP" altLang="en-US" dirty="0"/>
          </a:p>
        </p:txBody>
      </p:sp>
      <p:sp>
        <p:nvSpPr>
          <p:cNvPr id="3" name="コンテンツ プレースホルダー 2">
            <a:extLst>
              <a:ext uri="{FF2B5EF4-FFF2-40B4-BE49-F238E27FC236}">
                <a16:creationId xmlns:a16="http://schemas.microsoft.com/office/drawing/2014/main" id="{641FA55D-3B3A-A7DE-1210-76AD07DDB273}"/>
              </a:ext>
            </a:extLst>
          </p:cNvPr>
          <p:cNvSpPr>
            <a:spLocks noGrp="1"/>
          </p:cNvSpPr>
          <p:nvPr>
            <p:ph idx="1"/>
          </p:nvPr>
        </p:nvSpPr>
        <p:spPr>
          <a:xfrm>
            <a:off x="657727" y="1623176"/>
            <a:ext cx="7038474" cy="4733174"/>
          </a:xfrm>
        </p:spPr>
        <p:txBody>
          <a:bodyPr>
            <a:normAutofit/>
          </a:bodyPr>
          <a:lstStyle/>
          <a:p>
            <a:r>
              <a:rPr lang="en-US" altLang="ja-JP" sz="3200" b="1" dirty="0"/>
              <a:t>Device Used</a:t>
            </a:r>
          </a:p>
          <a:p>
            <a:pPr lvl="1"/>
            <a:r>
              <a:rPr lang="en-US" altLang="ja-JP" sz="2800" dirty="0"/>
              <a:t>Sensor: Low-resolution thermal camera (24x32 pixels).</a:t>
            </a:r>
          </a:p>
          <a:p>
            <a:r>
              <a:rPr lang="en-US" altLang="ja-JP" sz="3200" b="1" dirty="0"/>
              <a:t>Dataset Construction</a:t>
            </a:r>
          </a:p>
          <a:p>
            <a:pPr lvl="1"/>
            <a:r>
              <a:rPr lang="en-US" altLang="ja-JP" sz="2800" dirty="0"/>
              <a:t>Classes: "Hand" vs. "Not Hand".</a:t>
            </a:r>
          </a:p>
          <a:p>
            <a:pPr lvl="1"/>
            <a:r>
              <a:rPr lang="en-US" altLang="ja-JP" sz="2800" dirty="0"/>
              <a:t>Robustness: "Not Hand" includes hot/cold objects (e.g., hot drinks) to prevent overfitting.</a:t>
            </a:r>
          </a:p>
          <a:p>
            <a:pPr lvl="1"/>
            <a:r>
              <a:rPr lang="en-US" altLang="ja-JP" sz="2800" dirty="0"/>
              <a:t>Data Split: Divided into Training, Validation, and Test sets.</a:t>
            </a:r>
          </a:p>
          <a:p>
            <a:pPr marL="0" indent="0">
              <a:buNone/>
            </a:pPr>
            <a:endParaRPr kumimoji="1" lang="ja-JP" altLang="en-US" dirty="0"/>
          </a:p>
        </p:txBody>
      </p:sp>
      <p:sp>
        <p:nvSpPr>
          <p:cNvPr id="6" name="スライド番号プレースホルダー 5">
            <a:extLst>
              <a:ext uri="{FF2B5EF4-FFF2-40B4-BE49-F238E27FC236}">
                <a16:creationId xmlns:a16="http://schemas.microsoft.com/office/drawing/2014/main" id="{672C349D-5406-8FC1-BEAC-A6F385FDC1E2}"/>
              </a:ext>
            </a:extLst>
          </p:cNvPr>
          <p:cNvSpPr>
            <a:spLocks noGrp="1"/>
          </p:cNvSpPr>
          <p:nvPr>
            <p:ph type="sldNum" sz="quarter" idx="12"/>
          </p:nvPr>
        </p:nvSpPr>
        <p:spPr/>
        <p:txBody>
          <a:bodyPr/>
          <a:lstStyle/>
          <a:p>
            <a:fld id="{05775D0E-D6FD-4847-A4AD-7D56F7F6616B}" type="slidenum">
              <a:rPr lang="en-JP" smtClean="0"/>
              <a:t>11</a:t>
            </a:fld>
            <a:endParaRPr lang="en-JP"/>
          </a:p>
        </p:txBody>
      </p:sp>
      <p:pic>
        <p:nvPicPr>
          <p:cNvPr id="9" name="図 8" descr="テキスト, テーブル&#10;&#10;AI 生成コンテンツは誤りを含む可能性があります。">
            <a:extLst>
              <a:ext uri="{FF2B5EF4-FFF2-40B4-BE49-F238E27FC236}">
                <a16:creationId xmlns:a16="http://schemas.microsoft.com/office/drawing/2014/main" id="{93F2A57F-0A86-A3E5-DA05-BF6D12D16CCA}"/>
              </a:ext>
            </a:extLst>
          </p:cNvPr>
          <p:cNvPicPr>
            <a:picLocks noChangeAspect="1"/>
          </p:cNvPicPr>
          <p:nvPr/>
        </p:nvPicPr>
        <p:blipFill>
          <a:blip r:embed="rId3"/>
          <a:stretch>
            <a:fillRect/>
          </a:stretch>
        </p:blipFill>
        <p:spPr>
          <a:xfrm>
            <a:off x="7826105" y="2484436"/>
            <a:ext cx="3708168" cy="1749361"/>
          </a:xfrm>
          <a:prstGeom prst="rect">
            <a:avLst/>
          </a:prstGeom>
        </p:spPr>
      </p:pic>
    </p:spTree>
    <p:extLst>
      <p:ext uri="{BB962C8B-B14F-4D97-AF65-F5344CB8AC3E}">
        <p14:creationId xmlns:p14="http://schemas.microsoft.com/office/powerpoint/2010/main" val="617357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6514D-B3C3-F8C8-84CC-427FC04F3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8902A-300A-C3AE-A3C6-739B7EBF7C37}"/>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05494420-63FC-3584-21C9-385D55CF155D}"/>
              </a:ext>
            </a:extLst>
          </p:cNvPr>
          <p:cNvSpPr>
            <a:spLocks noGrp="1"/>
          </p:cNvSpPr>
          <p:nvPr>
            <p:ph idx="1"/>
          </p:nvPr>
        </p:nvSpPr>
        <p:spPr/>
        <p:txBody>
          <a:bodyPr/>
          <a:lstStyle/>
          <a:p>
            <a:r>
              <a:rPr lang="en-JP" dirty="0">
                <a:solidFill>
                  <a:schemeClr val="tx1">
                    <a:lumMod val="50000"/>
                    <a:lumOff val="50000"/>
                  </a:schemeClr>
                </a:solidFill>
              </a:rPr>
              <a:t>Research Introduction</a:t>
            </a:r>
            <a:endParaRPr lang="en-US" dirty="0">
              <a:solidFill>
                <a:schemeClr val="tx1">
                  <a:lumMod val="50000"/>
                  <a:lumOff val="50000"/>
                </a:schemeClr>
              </a:solidFill>
            </a:endParaRPr>
          </a:p>
          <a:p>
            <a:r>
              <a:rPr lang="en-JP" dirty="0">
                <a:solidFill>
                  <a:schemeClr val="tx1">
                    <a:lumMod val="50000"/>
                    <a:lumOff val="50000"/>
                  </a:schemeClr>
                </a:solidFill>
              </a:rPr>
              <a:t>Objective and Approach</a:t>
            </a:r>
            <a:endParaRPr lang="en-US" dirty="0">
              <a:solidFill>
                <a:schemeClr val="tx1">
                  <a:lumMod val="50000"/>
                  <a:lumOff val="50000"/>
                </a:schemeClr>
              </a:solidFill>
            </a:endParaRPr>
          </a:p>
          <a:p>
            <a:r>
              <a:rPr lang="en-US" dirty="0">
                <a:solidFill>
                  <a:schemeClr val="tx1">
                    <a:lumMod val="50000"/>
                    <a:lumOff val="50000"/>
                  </a:schemeClr>
                </a:solidFill>
              </a:rPr>
              <a:t>Overall System</a:t>
            </a:r>
          </a:p>
          <a:p>
            <a:r>
              <a:rPr lang="en-US" altLang="ja-JP" dirty="0"/>
              <a:t>Experimental Results</a:t>
            </a:r>
            <a:endParaRPr lang="en-US" dirty="0">
              <a:solidFill>
                <a:schemeClr val="tx1">
                  <a:lumMod val="50000"/>
                  <a:lumOff val="50000"/>
                </a:schemeClr>
              </a:solidFill>
            </a:endParaRPr>
          </a:p>
          <a:p>
            <a:r>
              <a:rPr lang="en-US" dirty="0">
                <a:solidFill>
                  <a:schemeClr val="tx1">
                    <a:lumMod val="50000"/>
                    <a:lumOff val="50000"/>
                  </a:schemeClr>
                </a:solidFill>
              </a:rPr>
              <a:t>Discussion</a:t>
            </a:r>
          </a:p>
          <a:p>
            <a:r>
              <a:rPr lang="en-US" dirty="0">
                <a:solidFill>
                  <a:schemeClr val="tx1">
                    <a:lumMod val="50000"/>
                    <a:lumOff val="50000"/>
                  </a:schemeClr>
                </a:solidFill>
              </a:rPr>
              <a:t>Conclusion</a:t>
            </a:r>
          </a:p>
          <a:p>
            <a:endParaRPr lang="en-US" dirty="0">
              <a:solidFill>
                <a:schemeClr val="tx1">
                  <a:lumMod val="50000"/>
                  <a:lumOff val="50000"/>
                </a:schemeClr>
              </a:solidFill>
            </a:endParaRPr>
          </a:p>
          <a:p>
            <a:endParaRPr lang="en-US" altLang="ja-JP" dirty="0"/>
          </a:p>
          <a:p>
            <a:pPr marL="0" indent="0">
              <a:buNone/>
            </a:pPr>
            <a:endParaRPr lang="en-JP" dirty="0"/>
          </a:p>
        </p:txBody>
      </p:sp>
      <p:sp>
        <p:nvSpPr>
          <p:cNvPr id="6" name="Slide Number Placeholder 5">
            <a:extLst>
              <a:ext uri="{FF2B5EF4-FFF2-40B4-BE49-F238E27FC236}">
                <a16:creationId xmlns:a16="http://schemas.microsoft.com/office/drawing/2014/main" id="{FA546A15-55C7-CF1C-1D2F-317570E65F62}"/>
              </a:ext>
            </a:extLst>
          </p:cNvPr>
          <p:cNvSpPr>
            <a:spLocks noGrp="1"/>
          </p:cNvSpPr>
          <p:nvPr>
            <p:ph type="sldNum" sz="quarter" idx="12"/>
          </p:nvPr>
        </p:nvSpPr>
        <p:spPr/>
        <p:txBody>
          <a:bodyPr/>
          <a:lstStyle/>
          <a:p>
            <a:fld id="{05775D0E-D6FD-4847-A4AD-7D56F7F6616B}" type="slidenum">
              <a:rPr lang="en-JP" smtClean="0"/>
              <a:t>12</a:t>
            </a:fld>
            <a:endParaRPr lang="en-JP"/>
          </a:p>
        </p:txBody>
      </p:sp>
    </p:spTree>
    <p:extLst>
      <p:ext uri="{BB962C8B-B14F-4D97-AF65-F5344CB8AC3E}">
        <p14:creationId xmlns:p14="http://schemas.microsoft.com/office/powerpoint/2010/main" val="1859927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138A43-8E0D-6F55-F213-9388B1CC79FA}"/>
              </a:ext>
            </a:extLst>
          </p:cNvPr>
          <p:cNvSpPr>
            <a:spLocks noGrp="1"/>
          </p:cNvSpPr>
          <p:nvPr>
            <p:ph type="title"/>
          </p:nvPr>
        </p:nvSpPr>
        <p:spPr/>
        <p:txBody>
          <a:bodyPr>
            <a:normAutofit/>
          </a:bodyPr>
          <a:lstStyle/>
          <a:p>
            <a:r>
              <a:rPr lang="en-US" altLang="ja-JP" sz="3600" dirty="0"/>
              <a:t>Experimental Results 1: Classification Accuracy</a:t>
            </a:r>
            <a:endParaRPr kumimoji="1" lang="ja-JP" altLang="en-US" sz="3600" dirty="0"/>
          </a:p>
        </p:txBody>
      </p:sp>
      <p:sp>
        <p:nvSpPr>
          <p:cNvPr id="3" name="コンテンツ プレースホルダー 2">
            <a:extLst>
              <a:ext uri="{FF2B5EF4-FFF2-40B4-BE49-F238E27FC236}">
                <a16:creationId xmlns:a16="http://schemas.microsoft.com/office/drawing/2014/main" id="{FBB81C96-EDA5-496D-D31A-72197F28E3CE}"/>
              </a:ext>
            </a:extLst>
          </p:cNvPr>
          <p:cNvSpPr>
            <a:spLocks noGrp="1"/>
          </p:cNvSpPr>
          <p:nvPr>
            <p:ph idx="1"/>
          </p:nvPr>
        </p:nvSpPr>
        <p:spPr>
          <a:xfrm>
            <a:off x="288758" y="1690688"/>
            <a:ext cx="11065042" cy="4486275"/>
          </a:xfrm>
        </p:spPr>
        <p:txBody>
          <a:bodyPr/>
          <a:lstStyle/>
          <a:p>
            <a:pPr marL="0" indent="0">
              <a:buNone/>
            </a:pPr>
            <a:r>
              <a:rPr lang="en-US" altLang="ja-JP" sz="2400" b="1" dirty="0"/>
              <a:t>Evaluation Setup</a:t>
            </a:r>
            <a:endParaRPr lang="en-US" altLang="ja-JP" sz="2400" dirty="0"/>
          </a:p>
          <a:p>
            <a:pPr lvl="1"/>
            <a:r>
              <a:rPr lang="en-US" altLang="ja-JP" dirty="0"/>
              <a:t>Comparison: Trained model on GPU vs. Raspberry Pi.</a:t>
            </a:r>
          </a:p>
          <a:p>
            <a:pPr marL="0" indent="0">
              <a:buNone/>
            </a:pPr>
            <a:r>
              <a:rPr lang="en-US" altLang="ja-JP" sz="2000" dirty="0"/>
              <a:t>Classification accuracy on GPU</a:t>
            </a:r>
            <a:endParaRPr kumimoji="1" lang="ja-JP" altLang="en-US" sz="2000" dirty="0"/>
          </a:p>
        </p:txBody>
      </p:sp>
      <p:sp>
        <p:nvSpPr>
          <p:cNvPr id="6" name="スライド番号プレースホルダー 5">
            <a:extLst>
              <a:ext uri="{FF2B5EF4-FFF2-40B4-BE49-F238E27FC236}">
                <a16:creationId xmlns:a16="http://schemas.microsoft.com/office/drawing/2014/main" id="{8AA66620-27F4-79E7-FE06-41B4DA03BAE0}"/>
              </a:ext>
            </a:extLst>
          </p:cNvPr>
          <p:cNvSpPr>
            <a:spLocks noGrp="1"/>
          </p:cNvSpPr>
          <p:nvPr>
            <p:ph type="sldNum" sz="quarter" idx="12"/>
          </p:nvPr>
        </p:nvSpPr>
        <p:spPr/>
        <p:txBody>
          <a:bodyPr/>
          <a:lstStyle/>
          <a:p>
            <a:fld id="{05775D0E-D6FD-4847-A4AD-7D56F7F6616B}" type="slidenum">
              <a:rPr lang="en-JP" smtClean="0"/>
              <a:t>13</a:t>
            </a:fld>
            <a:endParaRPr lang="en-JP" dirty="0"/>
          </a:p>
        </p:txBody>
      </p:sp>
      <p:graphicFrame>
        <p:nvGraphicFramePr>
          <p:cNvPr id="10" name="表 9">
            <a:extLst>
              <a:ext uri="{FF2B5EF4-FFF2-40B4-BE49-F238E27FC236}">
                <a16:creationId xmlns:a16="http://schemas.microsoft.com/office/drawing/2014/main" id="{882940E0-F3A6-F1A7-CCAB-0B4E5F3F3DA2}"/>
              </a:ext>
            </a:extLst>
          </p:cNvPr>
          <p:cNvGraphicFramePr>
            <a:graphicFrameLocks noGrp="1"/>
          </p:cNvGraphicFramePr>
          <p:nvPr>
            <p:extLst>
              <p:ext uri="{D42A27DB-BD31-4B8C-83A1-F6EECF244321}">
                <p14:modId xmlns:p14="http://schemas.microsoft.com/office/powerpoint/2010/main" val="3092776274"/>
              </p:ext>
            </p:extLst>
          </p:nvPr>
        </p:nvGraphicFramePr>
        <p:xfrm>
          <a:off x="288757" y="3032656"/>
          <a:ext cx="5454317" cy="1780751"/>
        </p:xfrm>
        <a:graphic>
          <a:graphicData uri="http://schemas.openxmlformats.org/drawingml/2006/table">
            <a:tbl>
              <a:tblPr firstRow="1" bandRow="1">
                <a:tableStyleId>{5940675A-B579-460E-94D1-54222C63F5DA}</a:tableStyleId>
              </a:tblPr>
              <a:tblGrid>
                <a:gridCol w="1780674">
                  <a:extLst>
                    <a:ext uri="{9D8B030D-6E8A-4147-A177-3AD203B41FA5}">
                      <a16:colId xmlns:a16="http://schemas.microsoft.com/office/drawing/2014/main" val="2074382344"/>
                    </a:ext>
                  </a:extLst>
                </a:gridCol>
                <a:gridCol w="1780674">
                  <a:extLst>
                    <a:ext uri="{9D8B030D-6E8A-4147-A177-3AD203B41FA5}">
                      <a16:colId xmlns:a16="http://schemas.microsoft.com/office/drawing/2014/main" val="4039891187"/>
                    </a:ext>
                  </a:extLst>
                </a:gridCol>
                <a:gridCol w="1892969">
                  <a:extLst>
                    <a:ext uri="{9D8B030D-6E8A-4147-A177-3AD203B41FA5}">
                      <a16:colId xmlns:a16="http://schemas.microsoft.com/office/drawing/2014/main" val="1963911626"/>
                    </a:ext>
                  </a:extLst>
                </a:gridCol>
              </a:tblGrid>
              <a:tr h="470427">
                <a:tc>
                  <a:txBody>
                    <a:bodyPr/>
                    <a:lstStyle/>
                    <a:p>
                      <a:endParaRPr kumimoji="1" lang="ja-JP" altLang="en-US" dirty="0"/>
                    </a:p>
                  </a:txBody>
                  <a:tcPr/>
                </a:tc>
                <a:tc>
                  <a:txBody>
                    <a:bodyPr/>
                    <a:lstStyle/>
                    <a:p>
                      <a:r>
                        <a:rPr kumimoji="1" lang="en-US" altLang="ja-JP" dirty="0"/>
                        <a:t>Hand(%)</a:t>
                      </a:r>
                      <a:endParaRPr kumimoji="1" lang="ja-JP" altLang="en-US" dirty="0"/>
                    </a:p>
                  </a:txBody>
                  <a:tcPr/>
                </a:tc>
                <a:tc>
                  <a:txBody>
                    <a:bodyPr/>
                    <a:lstStyle/>
                    <a:p>
                      <a:r>
                        <a:rPr kumimoji="1" lang="en-US" altLang="ja-JP" dirty="0"/>
                        <a:t>Not Hand(%)</a:t>
                      </a:r>
                      <a:endParaRPr kumimoji="1" lang="ja-JP" altLang="en-US" dirty="0"/>
                    </a:p>
                  </a:txBody>
                  <a:tcPr/>
                </a:tc>
                <a:extLst>
                  <a:ext uri="{0D108BD9-81ED-4DB2-BD59-A6C34878D82A}">
                    <a16:rowId xmlns:a16="http://schemas.microsoft.com/office/drawing/2014/main" val="621201082"/>
                  </a:ext>
                </a:extLst>
              </a:tr>
              <a:tr h="655162">
                <a:tc>
                  <a:txBody>
                    <a:bodyPr/>
                    <a:lstStyle/>
                    <a:p>
                      <a:r>
                        <a:rPr kumimoji="1" lang="en-US" altLang="ja-JP" dirty="0"/>
                        <a:t>Hand</a:t>
                      </a:r>
                      <a:endParaRPr kumimoji="1" lang="ja-JP" altLang="en-US" dirty="0"/>
                    </a:p>
                  </a:txBody>
                  <a:tcPr/>
                </a:tc>
                <a:tc>
                  <a:txBody>
                    <a:bodyPr/>
                    <a:lstStyle/>
                    <a:p>
                      <a:r>
                        <a:rPr kumimoji="1" lang="en-US" altLang="ja-JP" b="1" dirty="0"/>
                        <a:t>90.0%</a:t>
                      </a:r>
                    </a:p>
                    <a:p>
                      <a:r>
                        <a:rPr kumimoji="1" lang="en-US" altLang="ja-JP" dirty="0"/>
                        <a:t>(269)</a:t>
                      </a:r>
                      <a:endParaRPr kumimoji="1" lang="ja-JP" altLang="en-US" dirty="0"/>
                    </a:p>
                  </a:txBody>
                  <a:tcPr/>
                </a:tc>
                <a:tc>
                  <a:txBody>
                    <a:bodyPr/>
                    <a:lstStyle/>
                    <a:p>
                      <a:r>
                        <a:rPr kumimoji="1" lang="en-US" altLang="ja-JP" dirty="0"/>
                        <a:t>10.0%</a:t>
                      </a:r>
                    </a:p>
                    <a:p>
                      <a:r>
                        <a:rPr kumimoji="1" lang="en-US" altLang="ja-JP" dirty="0"/>
                        <a:t>(30)</a:t>
                      </a:r>
                      <a:endParaRPr kumimoji="1" lang="ja-JP" altLang="en-US" dirty="0"/>
                    </a:p>
                  </a:txBody>
                  <a:tcPr/>
                </a:tc>
                <a:extLst>
                  <a:ext uri="{0D108BD9-81ED-4DB2-BD59-A6C34878D82A}">
                    <a16:rowId xmlns:a16="http://schemas.microsoft.com/office/drawing/2014/main" val="976727364"/>
                  </a:ext>
                </a:extLst>
              </a:tr>
              <a:tr h="655162">
                <a:tc>
                  <a:txBody>
                    <a:bodyPr/>
                    <a:lstStyle/>
                    <a:p>
                      <a:r>
                        <a:rPr kumimoji="1" lang="en-US" altLang="ja-JP" dirty="0"/>
                        <a:t>Not Hand</a:t>
                      </a:r>
                      <a:endParaRPr kumimoji="1" lang="ja-JP" altLang="en-US" dirty="0"/>
                    </a:p>
                  </a:txBody>
                  <a:tcPr/>
                </a:tc>
                <a:tc>
                  <a:txBody>
                    <a:bodyPr/>
                    <a:lstStyle/>
                    <a:p>
                      <a:r>
                        <a:rPr kumimoji="1" lang="en-US" altLang="ja-JP" dirty="0"/>
                        <a:t>27.1%</a:t>
                      </a:r>
                    </a:p>
                    <a:p>
                      <a:r>
                        <a:rPr kumimoji="1" lang="en-US" altLang="ja-JP" dirty="0"/>
                        <a:t>(81)</a:t>
                      </a:r>
                      <a:endParaRPr kumimoji="1" lang="ja-JP" altLang="en-US" dirty="0"/>
                    </a:p>
                  </a:txBody>
                  <a:tcPr/>
                </a:tc>
                <a:tc>
                  <a:txBody>
                    <a:bodyPr/>
                    <a:lstStyle/>
                    <a:p>
                      <a:r>
                        <a:rPr kumimoji="1" lang="en-US" altLang="ja-JP" b="1" dirty="0"/>
                        <a:t>72.9%</a:t>
                      </a:r>
                    </a:p>
                    <a:p>
                      <a:r>
                        <a:rPr kumimoji="1" lang="en-US" altLang="ja-JP" dirty="0"/>
                        <a:t>(218)</a:t>
                      </a:r>
                      <a:endParaRPr kumimoji="1" lang="ja-JP" altLang="en-US" dirty="0"/>
                    </a:p>
                  </a:txBody>
                  <a:tcPr/>
                </a:tc>
                <a:extLst>
                  <a:ext uri="{0D108BD9-81ED-4DB2-BD59-A6C34878D82A}">
                    <a16:rowId xmlns:a16="http://schemas.microsoft.com/office/drawing/2014/main" val="1349958805"/>
                  </a:ext>
                </a:extLst>
              </a:tr>
            </a:tbl>
          </a:graphicData>
        </a:graphic>
      </p:graphicFrame>
      <p:graphicFrame>
        <p:nvGraphicFramePr>
          <p:cNvPr id="11" name="表 10">
            <a:extLst>
              <a:ext uri="{FF2B5EF4-FFF2-40B4-BE49-F238E27FC236}">
                <a16:creationId xmlns:a16="http://schemas.microsoft.com/office/drawing/2014/main" id="{F770816A-4777-04E3-344B-14C08A8A9293}"/>
              </a:ext>
            </a:extLst>
          </p:cNvPr>
          <p:cNvGraphicFramePr>
            <a:graphicFrameLocks noGrp="1"/>
          </p:cNvGraphicFramePr>
          <p:nvPr>
            <p:extLst>
              <p:ext uri="{D42A27DB-BD31-4B8C-83A1-F6EECF244321}">
                <p14:modId xmlns:p14="http://schemas.microsoft.com/office/powerpoint/2010/main" val="1253173101"/>
              </p:ext>
            </p:extLst>
          </p:nvPr>
        </p:nvGraphicFramePr>
        <p:xfrm>
          <a:off x="6001751" y="3055641"/>
          <a:ext cx="5598696" cy="1757767"/>
        </p:xfrm>
        <a:graphic>
          <a:graphicData uri="http://schemas.openxmlformats.org/drawingml/2006/table">
            <a:tbl>
              <a:tblPr firstRow="1" bandRow="1">
                <a:tableStyleId>{5940675A-B579-460E-94D1-54222C63F5DA}</a:tableStyleId>
              </a:tblPr>
              <a:tblGrid>
                <a:gridCol w="1866232">
                  <a:extLst>
                    <a:ext uri="{9D8B030D-6E8A-4147-A177-3AD203B41FA5}">
                      <a16:colId xmlns:a16="http://schemas.microsoft.com/office/drawing/2014/main" val="2074382344"/>
                    </a:ext>
                  </a:extLst>
                </a:gridCol>
                <a:gridCol w="1866232">
                  <a:extLst>
                    <a:ext uri="{9D8B030D-6E8A-4147-A177-3AD203B41FA5}">
                      <a16:colId xmlns:a16="http://schemas.microsoft.com/office/drawing/2014/main" val="4039891187"/>
                    </a:ext>
                  </a:extLst>
                </a:gridCol>
                <a:gridCol w="1866232">
                  <a:extLst>
                    <a:ext uri="{9D8B030D-6E8A-4147-A177-3AD203B41FA5}">
                      <a16:colId xmlns:a16="http://schemas.microsoft.com/office/drawing/2014/main" val="1963911626"/>
                    </a:ext>
                  </a:extLst>
                </a:gridCol>
              </a:tblGrid>
              <a:tr h="477607">
                <a:tc>
                  <a:txBody>
                    <a:bodyPr/>
                    <a:lstStyle/>
                    <a:p>
                      <a:endParaRPr kumimoji="1" lang="ja-JP" altLang="en-US" dirty="0"/>
                    </a:p>
                  </a:txBody>
                  <a:tcPr/>
                </a:tc>
                <a:tc>
                  <a:txBody>
                    <a:bodyPr/>
                    <a:lstStyle/>
                    <a:p>
                      <a:r>
                        <a:rPr kumimoji="1" lang="en-US" altLang="ja-JP" dirty="0"/>
                        <a:t>Hand(%)</a:t>
                      </a:r>
                      <a:endParaRPr kumimoji="1" lang="ja-JP" altLang="en-US" dirty="0"/>
                    </a:p>
                  </a:txBody>
                  <a:tcPr/>
                </a:tc>
                <a:tc>
                  <a:txBody>
                    <a:bodyPr/>
                    <a:lstStyle/>
                    <a:p>
                      <a:r>
                        <a:rPr kumimoji="1" lang="en-US" altLang="ja-JP" dirty="0"/>
                        <a:t>Not Hand(%)</a:t>
                      </a:r>
                      <a:endParaRPr kumimoji="1" lang="ja-JP" altLang="en-US" dirty="0"/>
                    </a:p>
                  </a:txBody>
                  <a:tcPr/>
                </a:tc>
                <a:extLst>
                  <a:ext uri="{0D108BD9-81ED-4DB2-BD59-A6C34878D82A}">
                    <a16:rowId xmlns:a16="http://schemas.microsoft.com/office/drawing/2014/main" val="621201082"/>
                  </a:ext>
                </a:extLst>
              </a:tr>
              <a:tr h="631075">
                <a:tc>
                  <a:txBody>
                    <a:bodyPr/>
                    <a:lstStyle/>
                    <a:p>
                      <a:r>
                        <a:rPr kumimoji="1" lang="en-US" altLang="ja-JP" dirty="0"/>
                        <a:t>Hand</a:t>
                      </a:r>
                      <a:endParaRPr kumimoji="1" lang="ja-JP" altLang="en-US" dirty="0"/>
                    </a:p>
                  </a:txBody>
                  <a:tcPr/>
                </a:tc>
                <a:tc>
                  <a:txBody>
                    <a:bodyPr/>
                    <a:lstStyle/>
                    <a:p>
                      <a:r>
                        <a:rPr kumimoji="1" lang="en-US" altLang="ja-JP" b="1" dirty="0"/>
                        <a:t>90.0%</a:t>
                      </a:r>
                    </a:p>
                    <a:p>
                      <a:r>
                        <a:rPr kumimoji="1" lang="en-US" altLang="ja-JP" dirty="0"/>
                        <a:t>(269)</a:t>
                      </a:r>
                      <a:endParaRPr kumimoji="1" lang="ja-JP" altLang="en-US" dirty="0"/>
                    </a:p>
                  </a:txBody>
                  <a:tcPr/>
                </a:tc>
                <a:tc>
                  <a:txBody>
                    <a:bodyPr/>
                    <a:lstStyle/>
                    <a:p>
                      <a:r>
                        <a:rPr kumimoji="1" lang="en-US" altLang="ja-JP" dirty="0"/>
                        <a:t>10.0%</a:t>
                      </a:r>
                    </a:p>
                    <a:p>
                      <a:r>
                        <a:rPr kumimoji="1" lang="en-US" altLang="ja-JP" dirty="0"/>
                        <a:t>(30)</a:t>
                      </a:r>
                      <a:endParaRPr kumimoji="1" lang="ja-JP" altLang="en-US" dirty="0"/>
                    </a:p>
                  </a:txBody>
                  <a:tcPr/>
                </a:tc>
                <a:extLst>
                  <a:ext uri="{0D108BD9-81ED-4DB2-BD59-A6C34878D82A}">
                    <a16:rowId xmlns:a16="http://schemas.microsoft.com/office/drawing/2014/main" val="976727364"/>
                  </a:ext>
                </a:extLst>
              </a:tr>
              <a:tr h="631075">
                <a:tc>
                  <a:txBody>
                    <a:bodyPr/>
                    <a:lstStyle/>
                    <a:p>
                      <a:r>
                        <a:rPr kumimoji="1" lang="en-US" altLang="ja-JP" dirty="0"/>
                        <a:t>Not Hand</a:t>
                      </a:r>
                      <a:endParaRPr kumimoji="1" lang="ja-JP" altLang="en-US" dirty="0"/>
                    </a:p>
                  </a:txBody>
                  <a:tcPr/>
                </a:tc>
                <a:tc>
                  <a:txBody>
                    <a:bodyPr/>
                    <a:lstStyle/>
                    <a:p>
                      <a:r>
                        <a:rPr kumimoji="1" lang="en-US" altLang="ja-JP" dirty="0"/>
                        <a:t>25.8%</a:t>
                      </a:r>
                    </a:p>
                    <a:p>
                      <a:r>
                        <a:rPr kumimoji="1" lang="en-US" altLang="ja-JP" dirty="0"/>
                        <a:t>(77)</a:t>
                      </a:r>
                      <a:endParaRPr kumimoji="1" lang="ja-JP" altLang="en-US" dirty="0"/>
                    </a:p>
                  </a:txBody>
                  <a:tcPr/>
                </a:tc>
                <a:tc>
                  <a:txBody>
                    <a:bodyPr/>
                    <a:lstStyle/>
                    <a:p>
                      <a:r>
                        <a:rPr kumimoji="1" lang="en-US" altLang="ja-JP" b="1" dirty="0"/>
                        <a:t>74.2%</a:t>
                      </a:r>
                    </a:p>
                    <a:p>
                      <a:r>
                        <a:rPr kumimoji="1" lang="en-US" altLang="ja-JP" dirty="0"/>
                        <a:t>(222)</a:t>
                      </a:r>
                      <a:endParaRPr kumimoji="1" lang="ja-JP" altLang="en-US" dirty="0"/>
                    </a:p>
                  </a:txBody>
                  <a:tcPr/>
                </a:tc>
                <a:extLst>
                  <a:ext uri="{0D108BD9-81ED-4DB2-BD59-A6C34878D82A}">
                    <a16:rowId xmlns:a16="http://schemas.microsoft.com/office/drawing/2014/main" val="1349958805"/>
                  </a:ext>
                </a:extLst>
              </a:tr>
            </a:tbl>
          </a:graphicData>
        </a:graphic>
      </p:graphicFrame>
      <p:sp>
        <p:nvSpPr>
          <p:cNvPr id="13" name="テキスト ボックス 12">
            <a:extLst>
              <a:ext uri="{FF2B5EF4-FFF2-40B4-BE49-F238E27FC236}">
                <a16:creationId xmlns:a16="http://schemas.microsoft.com/office/drawing/2014/main" id="{D0E39089-2FF9-D516-0377-F8C45ED77B7F}"/>
              </a:ext>
            </a:extLst>
          </p:cNvPr>
          <p:cNvSpPr txBox="1"/>
          <p:nvPr/>
        </p:nvSpPr>
        <p:spPr>
          <a:xfrm flipH="1">
            <a:off x="6448929" y="2630905"/>
            <a:ext cx="240630" cy="577880"/>
          </a:xfrm>
          <a:prstGeom prst="rect">
            <a:avLst/>
          </a:prstGeom>
          <a:noFill/>
        </p:spPr>
        <p:txBody>
          <a:bodyPr wrap="square" rtlCol="0">
            <a:spAutoFit/>
          </a:bodyPr>
          <a:lstStyle/>
          <a:p>
            <a:endParaRPr kumimoji="1" lang="ja-JP" altLang="en-US" dirty="0"/>
          </a:p>
        </p:txBody>
      </p:sp>
      <p:sp>
        <p:nvSpPr>
          <p:cNvPr id="14" name="テキスト ボックス 13">
            <a:extLst>
              <a:ext uri="{FF2B5EF4-FFF2-40B4-BE49-F238E27FC236}">
                <a16:creationId xmlns:a16="http://schemas.microsoft.com/office/drawing/2014/main" id="{A901ED28-01B4-B7D9-38FA-F3201F198750}"/>
              </a:ext>
            </a:extLst>
          </p:cNvPr>
          <p:cNvSpPr txBox="1"/>
          <p:nvPr/>
        </p:nvSpPr>
        <p:spPr>
          <a:xfrm>
            <a:off x="6001751" y="2565838"/>
            <a:ext cx="4703532" cy="400110"/>
          </a:xfrm>
          <a:prstGeom prst="rect">
            <a:avLst/>
          </a:prstGeom>
          <a:noFill/>
        </p:spPr>
        <p:txBody>
          <a:bodyPr wrap="none" rtlCol="0">
            <a:spAutoFit/>
          </a:bodyPr>
          <a:lstStyle/>
          <a:p>
            <a:r>
              <a:rPr kumimoji="1" lang="en-US" altLang="ja-JP" sz="2000" dirty="0"/>
              <a:t>Classification accuracy on Raspberry Pi</a:t>
            </a:r>
            <a:endParaRPr kumimoji="1" lang="ja-JP" altLang="en-US" sz="2000" dirty="0"/>
          </a:p>
        </p:txBody>
      </p:sp>
      <p:sp>
        <p:nvSpPr>
          <p:cNvPr id="16" name="テキスト ボックス 15">
            <a:extLst>
              <a:ext uri="{FF2B5EF4-FFF2-40B4-BE49-F238E27FC236}">
                <a16:creationId xmlns:a16="http://schemas.microsoft.com/office/drawing/2014/main" id="{A3E4304A-02F0-245B-311B-92A158BC7C50}"/>
              </a:ext>
            </a:extLst>
          </p:cNvPr>
          <p:cNvSpPr txBox="1"/>
          <p:nvPr/>
        </p:nvSpPr>
        <p:spPr>
          <a:xfrm>
            <a:off x="253430" y="4903100"/>
            <a:ext cx="11347017" cy="1200329"/>
          </a:xfrm>
          <a:prstGeom prst="rect">
            <a:avLst/>
          </a:prstGeom>
          <a:noFill/>
        </p:spPr>
        <p:txBody>
          <a:bodyPr wrap="square" rtlCol="0">
            <a:spAutoFit/>
          </a:bodyPr>
          <a:lstStyle/>
          <a:p>
            <a:r>
              <a:rPr lang="en-US" altLang="ja-JP" sz="2400" b="1" dirty="0"/>
              <a:t>Findings</a:t>
            </a:r>
          </a:p>
          <a:p>
            <a:pPr marL="800100" lvl="1" indent="-342900">
              <a:buFont typeface="Arial" panose="020B0604020202020204" pitchFamily="34" charset="0"/>
              <a:buChar char="•"/>
            </a:pPr>
            <a:r>
              <a:rPr lang="en-US" altLang="ja-JP" sz="2400" dirty="0"/>
              <a:t>"Hand" Class: Achieved high accuracy (~ 90%) in both environments.</a:t>
            </a:r>
          </a:p>
          <a:p>
            <a:pPr marL="800100" lvl="1" indent="-342900">
              <a:buFont typeface="Arial" panose="020B0604020202020204" pitchFamily="34" charset="0"/>
              <a:buChar char="•"/>
            </a:pPr>
            <a:r>
              <a:rPr lang="en-US" altLang="ja-JP" sz="2400" dirty="0"/>
              <a:t>"Not Hand" Class: Misclassification rate remains relatively high.</a:t>
            </a:r>
          </a:p>
        </p:txBody>
      </p:sp>
    </p:spTree>
    <p:extLst>
      <p:ext uri="{BB962C8B-B14F-4D97-AF65-F5344CB8AC3E}">
        <p14:creationId xmlns:p14="http://schemas.microsoft.com/office/powerpoint/2010/main" val="1438900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E7843F-D38A-8DB5-FC16-D8640D5DE087}"/>
              </a:ext>
            </a:extLst>
          </p:cNvPr>
          <p:cNvSpPr>
            <a:spLocks noGrp="1"/>
          </p:cNvSpPr>
          <p:nvPr>
            <p:ph type="title"/>
          </p:nvPr>
        </p:nvSpPr>
        <p:spPr>
          <a:xfrm>
            <a:off x="838200" y="968626"/>
            <a:ext cx="10515600" cy="677612"/>
          </a:xfrm>
        </p:spPr>
        <p:txBody>
          <a:bodyPr>
            <a:normAutofit fontScale="90000"/>
          </a:bodyPr>
          <a:lstStyle/>
          <a:p>
            <a:r>
              <a:rPr lang="en-US" altLang="ja-JP" dirty="0"/>
              <a:t>Experimental Results 2: Inference Speed</a:t>
            </a:r>
            <a:br>
              <a:rPr kumimoji="1" lang="ja-JP" altLang="en-US" dirty="0"/>
            </a:br>
            <a:endParaRPr kumimoji="1" lang="ja-JP" altLang="en-US" dirty="0"/>
          </a:p>
        </p:txBody>
      </p:sp>
      <p:sp>
        <p:nvSpPr>
          <p:cNvPr id="3" name="コンテンツ プレースホルダー 2">
            <a:extLst>
              <a:ext uri="{FF2B5EF4-FFF2-40B4-BE49-F238E27FC236}">
                <a16:creationId xmlns:a16="http://schemas.microsoft.com/office/drawing/2014/main" id="{5222FC4A-B233-13A8-2BA1-549D00916CE4}"/>
              </a:ext>
            </a:extLst>
          </p:cNvPr>
          <p:cNvSpPr>
            <a:spLocks noGrp="1"/>
          </p:cNvSpPr>
          <p:nvPr>
            <p:ph idx="1"/>
          </p:nvPr>
        </p:nvSpPr>
        <p:spPr>
          <a:xfrm>
            <a:off x="838200" y="1825625"/>
            <a:ext cx="10515600" cy="4351338"/>
          </a:xfrm>
        </p:spPr>
        <p:txBody>
          <a:bodyPr>
            <a:normAutofit/>
          </a:bodyPr>
          <a:lstStyle/>
          <a:p>
            <a:pPr marL="0" indent="0">
              <a:buNone/>
            </a:pPr>
            <a:r>
              <a:rPr lang="en-US" altLang="ja-JP" sz="2400" b="1" dirty="0"/>
              <a:t>Evaluation Setup</a:t>
            </a:r>
            <a:endParaRPr lang="en-US" altLang="ja-JP" sz="2400" dirty="0"/>
          </a:p>
          <a:p>
            <a:pPr lvl="1"/>
            <a:r>
              <a:rPr lang="en-US" altLang="ja-JP" dirty="0"/>
              <a:t>Comparison: Measured inference time per frame (GPU vs. Raspberry Pi).</a:t>
            </a:r>
          </a:p>
          <a:p>
            <a:pPr marL="0" indent="0">
              <a:buNone/>
            </a:pPr>
            <a:endParaRPr kumimoji="1" lang="ja-JP" altLang="en-US" sz="2000" dirty="0"/>
          </a:p>
        </p:txBody>
      </p:sp>
      <p:sp>
        <p:nvSpPr>
          <p:cNvPr id="6" name="スライド番号プレースホルダー 5">
            <a:extLst>
              <a:ext uri="{FF2B5EF4-FFF2-40B4-BE49-F238E27FC236}">
                <a16:creationId xmlns:a16="http://schemas.microsoft.com/office/drawing/2014/main" id="{15D42236-AC81-C917-F1F0-42E5C38D2605}"/>
              </a:ext>
            </a:extLst>
          </p:cNvPr>
          <p:cNvSpPr>
            <a:spLocks noGrp="1"/>
          </p:cNvSpPr>
          <p:nvPr>
            <p:ph type="sldNum" sz="quarter" idx="12"/>
          </p:nvPr>
        </p:nvSpPr>
        <p:spPr/>
        <p:txBody>
          <a:bodyPr/>
          <a:lstStyle/>
          <a:p>
            <a:fld id="{05775D0E-D6FD-4847-A4AD-7D56F7F6616B}" type="slidenum">
              <a:rPr lang="en-JP" smtClean="0"/>
              <a:t>14</a:t>
            </a:fld>
            <a:endParaRPr lang="en-JP"/>
          </a:p>
        </p:txBody>
      </p:sp>
      <p:graphicFrame>
        <p:nvGraphicFramePr>
          <p:cNvPr id="7" name="表 6">
            <a:extLst>
              <a:ext uri="{FF2B5EF4-FFF2-40B4-BE49-F238E27FC236}">
                <a16:creationId xmlns:a16="http://schemas.microsoft.com/office/drawing/2014/main" id="{8C8CCBA6-81CD-D9B9-CF24-9375C6D4FD91}"/>
              </a:ext>
            </a:extLst>
          </p:cNvPr>
          <p:cNvGraphicFramePr>
            <a:graphicFrameLocks noGrp="1"/>
          </p:cNvGraphicFramePr>
          <p:nvPr>
            <p:extLst>
              <p:ext uri="{D42A27DB-BD31-4B8C-83A1-F6EECF244321}">
                <p14:modId xmlns:p14="http://schemas.microsoft.com/office/powerpoint/2010/main" val="3528963900"/>
              </p:ext>
            </p:extLst>
          </p:nvPr>
        </p:nvGraphicFramePr>
        <p:xfrm>
          <a:off x="838200" y="2986409"/>
          <a:ext cx="9910011" cy="1769502"/>
        </p:xfrm>
        <a:graphic>
          <a:graphicData uri="http://schemas.openxmlformats.org/drawingml/2006/table">
            <a:tbl>
              <a:tblPr firstRow="1" bandRow="1">
                <a:tableStyleId>{5940675A-B579-460E-94D1-54222C63F5DA}</a:tableStyleId>
              </a:tblPr>
              <a:tblGrid>
                <a:gridCol w="2437081">
                  <a:extLst>
                    <a:ext uri="{9D8B030D-6E8A-4147-A177-3AD203B41FA5}">
                      <a16:colId xmlns:a16="http://schemas.microsoft.com/office/drawing/2014/main" val="4270143389"/>
                    </a:ext>
                  </a:extLst>
                </a:gridCol>
                <a:gridCol w="7472930">
                  <a:extLst>
                    <a:ext uri="{9D8B030D-6E8A-4147-A177-3AD203B41FA5}">
                      <a16:colId xmlns:a16="http://schemas.microsoft.com/office/drawing/2014/main" val="2214059777"/>
                    </a:ext>
                  </a:extLst>
                </a:gridCol>
              </a:tblGrid>
              <a:tr h="601693">
                <a:tc>
                  <a:txBody>
                    <a:bodyPr/>
                    <a:lstStyle/>
                    <a:p>
                      <a:r>
                        <a:rPr kumimoji="1" lang="en-US" altLang="ja-JP" sz="2400" dirty="0"/>
                        <a:t>Environment</a:t>
                      </a:r>
                      <a:endParaRPr kumimoji="1" lang="ja-JP" altLang="en-US" sz="2400" dirty="0"/>
                    </a:p>
                  </a:txBody>
                  <a:tcPr/>
                </a:tc>
                <a:tc>
                  <a:txBody>
                    <a:bodyPr/>
                    <a:lstStyle/>
                    <a:p>
                      <a:r>
                        <a:rPr kumimoji="1" lang="en-US" altLang="ja-JP" sz="2400" dirty="0"/>
                        <a:t>Average inference time</a:t>
                      </a:r>
                      <a:endParaRPr kumimoji="1" lang="ja-JP" altLang="en-US" sz="2400" dirty="0"/>
                    </a:p>
                  </a:txBody>
                  <a:tcPr/>
                </a:tc>
                <a:extLst>
                  <a:ext uri="{0D108BD9-81ED-4DB2-BD59-A6C34878D82A}">
                    <a16:rowId xmlns:a16="http://schemas.microsoft.com/office/drawing/2014/main" val="1359065614"/>
                  </a:ext>
                </a:extLst>
              </a:tr>
              <a:tr h="566116">
                <a:tc>
                  <a:txBody>
                    <a:bodyPr/>
                    <a:lstStyle/>
                    <a:p>
                      <a:r>
                        <a:rPr kumimoji="1" lang="en-US" altLang="ja-JP" sz="2400" dirty="0"/>
                        <a:t>GPU</a:t>
                      </a:r>
                      <a:endParaRPr kumimoji="1" lang="ja-JP" altLang="en-US" sz="2400" dirty="0"/>
                    </a:p>
                  </a:txBody>
                  <a:tcPr/>
                </a:tc>
                <a:tc>
                  <a:txBody>
                    <a:bodyPr/>
                    <a:lstStyle/>
                    <a:p>
                      <a:r>
                        <a:rPr kumimoji="1" lang="en-US" altLang="ja-JP" sz="2400" dirty="0"/>
                        <a:t>4.73ms</a:t>
                      </a:r>
                      <a:endParaRPr kumimoji="1" lang="ja-JP" altLang="en-US" sz="2400" dirty="0"/>
                    </a:p>
                  </a:txBody>
                  <a:tcPr/>
                </a:tc>
                <a:extLst>
                  <a:ext uri="{0D108BD9-81ED-4DB2-BD59-A6C34878D82A}">
                    <a16:rowId xmlns:a16="http://schemas.microsoft.com/office/drawing/2014/main" val="4041112441"/>
                  </a:ext>
                </a:extLst>
              </a:tr>
              <a:tr h="601693">
                <a:tc>
                  <a:txBody>
                    <a:bodyPr/>
                    <a:lstStyle/>
                    <a:p>
                      <a:r>
                        <a:rPr kumimoji="1" lang="en-US" altLang="ja-JP" sz="2400" dirty="0"/>
                        <a:t>Raspberry Pi</a:t>
                      </a:r>
                      <a:endParaRPr kumimoji="1" lang="ja-JP" altLang="en-US" sz="2400" dirty="0"/>
                    </a:p>
                  </a:txBody>
                  <a:tcPr/>
                </a:tc>
                <a:tc>
                  <a:txBody>
                    <a:bodyPr/>
                    <a:lstStyle/>
                    <a:p>
                      <a:r>
                        <a:rPr kumimoji="1" lang="en-US" altLang="ja-JP" sz="2400" dirty="0"/>
                        <a:t>29.51ms</a:t>
                      </a:r>
                      <a:endParaRPr kumimoji="1" lang="ja-JP" altLang="en-US" sz="2400" dirty="0"/>
                    </a:p>
                  </a:txBody>
                  <a:tcPr/>
                </a:tc>
                <a:extLst>
                  <a:ext uri="{0D108BD9-81ED-4DB2-BD59-A6C34878D82A}">
                    <a16:rowId xmlns:a16="http://schemas.microsoft.com/office/drawing/2014/main" val="2298916601"/>
                  </a:ext>
                </a:extLst>
              </a:tr>
            </a:tbl>
          </a:graphicData>
        </a:graphic>
      </p:graphicFrame>
      <p:sp>
        <p:nvSpPr>
          <p:cNvPr id="8" name="テキスト ボックス 7">
            <a:extLst>
              <a:ext uri="{FF2B5EF4-FFF2-40B4-BE49-F238E27FC236}">
                <a16:creationId xmlns:a16="http://schemas.microsoft.com/office/drawing/2014/main" id="{2E56B3FA-2C86-1116-BC72-F48E24133DDB}"/>
              </a:ext>
            </a:extLst>
          </p:cNvPr>
          <p:cNvSpPr txBox="1"/>
          <p:nvPr/>
        </p:nvSpPr>
        <p:spPr>
          <a:xfrm>
            <a:off x="668030" y="4938474"/>
            <a:ext cx="11523970" cy="1600438"/>
          </a:xfrm>
          <a:prstGeom prst="rect">
            <a:avLst/>
          </a:prstGeom>
          <a:noFill/>
        </p:spPr>
        <p:txBody>
          <a:bodyPr wrap="square" rtlCol="0">
            <a:spAutoFit/>
          </a:bodyPr>
          <a:lstStyle/>
          <a:p>
            <a:r>
              <a:rPr lang="en-US" altLang="ja-JP" sz="2000" b="1" dirty="0"/>
              <a:t>Findings</a:t>
            </a:r>
          </a:p>
          <a:p>
            <a:r>
              <a:rPr lang="en-US" altLang="ja-JP" sz="2000" dirty="0"/>
              <a:t>The inference speed on Raspberry Pi was about 6 times slower than on the GPU.</a:t>
            </a:r>
          </a:p>
          <a:p>
            <a:r>
              <a:rPr lang="en-US" altLang="ja-JP" sz="2000" dirty="0"/>
              <a:t>However, the speed of about 30ms per frame is within a practical range for many real-time embedded applications.</a:t>
            </a:r>
            <a:endParaRPr kumimoji="1" lang="ja-JP" altLang="en-US" sz="2000" b="1" dirty="0"/>
          </a:p>
          <a:p>
            <a:endParaRPr kumimoji="1" lang="ja-JP" altLang="en-US" dirty="0"/>
          </a:p>
        </p:txBody>
      </p:sp>
    </p:spTree>
    <p:extLst>
      <p:ext uri="{BB962C8B-B14F-4D97-AF65-F5344CB8AC3E}">
        <p14:creationId xmlns:p14="http://schemas.microsoft.com/office/powerpoint/2010/main" val="4014793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31862-7C3D-ECE8-AF51-6D177DB4A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377BA-35C1-DA96-CDF3-C7069C98847B}"/>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934904B0-D607-736F-3361-4A823BAB7F70}"/>
              </a:ext>
            </a:extLst>
          </p:cNvPr>
          <p:cNvSpPr>
            <a:spLocks noGrp="1"/>
          </p:cNvSpPr>
          <p:nvPr>
            <p:ph idx="1"/>
          </p:nvPr>
        </p:nvSpPr>
        <p:spPr/>
        <p:txBody>
          <a:bodyPr>
            <a:normAutofit/>
          </a:bodyPr>
          <a:lstStyle/>
          <a:p>
            <a:r>
              <a:rPr lang="en-JP" dirty="0">
                <a:solidFill>
                  <a:schemeClr val="tx1">
                    <a:lumMod val="50000"/>
                    <a:lumOff val="50000"/>
                  </a:schemeClr>
                </a:solidFill>
              </a:rPr>
              <a:t>Research Introduction</a:t>
            </a:r>
            <a:endParaRPr lang="en-US" dirty="0">
              <a:solidFill>
                <a:schemeClr val="tx1">
                  <a:lumMod val="50000"/>
                  <a:lumOff val="50000"/>
                </a:schemeClr>
              </a:solidFill>
            </a:endParaRPr>
          </a:p>
          <a:p>
            <a:r>
              <a:rPr lang="en-JP" dirty="0">
                <a:solidFill>
                  <a:schemeClr val="tx1">
                    <a:lumMod val="50000"/>
                    <a:lumOff val="50000"/>
                  </a:schemeClr>
                </a:solidFill>
              </a:rPr>
              <a:t>Objective and Approach</a:t>
            </a:r>
            <a:endParaRPr lang="en-US" dirty="0">
              <a:solidFill>
                <a:schemeClr val="tx1">
                  <a:lumMod val="50000"/>
                  <a:lumOff val="50000"/>
                </a:schemeClr>
              </a:solidFill>
            </a:endParaRPr>
          </a:p>
          <a:p>
            <a:r>
              <a:rPr lang="en-US" dirty="0">
                <a:solidFill>
                  <a:schemeClr val="tx1">
                    <a:lumMod val="50000"/>
                    <a:lumOff val="50000"/>
                  </a:schemeClr>
                </a:solidFill>
              </a:rPr>
              <a:t>Overall System</a:t>
            </a:r>
          </a:p>
          <a:p>
            <a:r>
              <a:rPr lang="en-US" dirty="0">
                <a:solidFill>
                  <a:schemeClr val="tx1">
                    <a:lumMod val="50000"/>
                    <a:lumOff val="50000"/>
                  </a:schemeClr>
                </a:solidFill>
              </a:rPr>
              <a:t>Experimental Results</a:t>
            </a:r>
          </a:p>
          <a:p>
            <a:r>
              <a:rPr lang="en-US" altLang="ja-JP" dirty="0"/>
              <a:t>Discussion</a:t>
            </a:r>
            <a:endParaRPr lang="en-US" dirty="0">
              <a:solidFill>
                <a:schemeClr val="tx1">
                  <a:lumMod val="50000"/>
                  <a:lumOff val="50000"/>
                </a:schemeClr>
              </a:solidFill>
            </a:endParaRPr>
          </a:p>
          <a:p>
            <a:r>
              <a:rPr lang="en-US" dirty="0">
                <a:solidFill>
                  <a:schemeClr val="tx1">
                    <a:lumMod val="50000"/>
                    <a:lumOff val="50000"/>
                  </a:schemeClr>
                </a:solidFill>
              </a:rPr>
              <a:t>Conclusion</a:t>
            </a:r>
            <a:endParaRPr lang="en-US" altLang="ja-JP" dirty="0"/>
          </a:p>
          <a:p>
            <a:pPr marL="0" indent="0">
              <a:buNone/>
            </a:pPr>
            <a:endParaRPr lang="en-JP" dirty="0"/>
          </a:p>
        </p:txBody>
      </p:sp>
      <p:sp>
        <p:nvSpPr>
          <p:cNvPr id="6" name="Slide Number Placeholder 5">
            <a:extLst>
              <a:ext uri="{FF2B5EF4-FFF2-40B4-BE49-F238E27FC236}">
                <a16:creationId xmlns:a16="http://schemas.microsoft.com/office/drawing/2014/main" id="{E93553DA-125A-3A96-C909-4573C95809C8}"/>
              </a:ext>
            </a:extLst>
          </p:cNvPr>
          <p:cNvSpPr>
            <a:spLocks noGrp="1"/>
          </p:cNvSpPr>
          <p:nvPr>
            <p:ph type="sldNum" sz="quarter" idx="12"/>
          </p:nvPr>
        </p:nvSpPr>
        <p:spPr/>
        <p:txBody>
          <a:bodyPr/>
          <a:lstStyle/>
          <a:p>
            <a:fld id="{05775D0E-D6FD-4847-A4AD-7D56F7F6616B}" type="slidenum">
              <a:rPr lang="en-JP" smtClean="0"/>
              <a:t>15</a:t>
            </a:fld>
            <a:endParaRPr lang="en-JP"/>
          </a:p>
        </p:txBody>
      </p:sp>
    </p:spTree>
    <p:extLst>
      <p:ext uri="{BB962C8B-B14F-4D97-AF65-F5344CB8AC3E}">
        <p14:creationId xmlns:p14="http://schemas.microsoft.com/office/powerpoint/2010/main" val="304450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86DF1D-1051-AB15-82CC-1A0137527E0B}"/>
              </a:ext>
            </a:extLst>
          </p:cNvPr>
          <p:cNvSpPr>
            <a:spLocks noGrp="1"/>
          </p:cNvSpPr>
          <p:nvPr>
            <p:ph type="title"/>
          </p:nvPr>
        </p:nvSpPr>
        <p:spPr/>
        <p:txBody>
          <a:bodyPr>
            <a:normAutofit/>
          </a:bodyPr>
          <a:lstStyle/>
          <a:p>
            <a:r>
              <a:rPr lang="en-US" altLang="ja-JP" sz="4000" dirty="0"/>
              <a:t>Discussion ①: Maintaining Performance in Embedded Environments</a:t>
            </a:r>
            <a:endParaRPr kumimoji="1" lang="ja-JP" altLang="en-US" sz="4000" dirty="0"/>
          </a:p>
        </p:txBody>
      </p:sp>
      <p:sp>
        <p:nvSpPr>
          <p:cNvPr id="3" name="コンテンツ プレースホルダー 2">
            <a:extLst>
              <a:ext uri="{FF2B5EF4-FFF2-40B4-BE49-F238E27FC236}">
                <a16:creationId xmlns:a16="http://schemas.microsoft.com/office/drawing/2014/main" id="{4BA09BAB-1639-BA1D-B5AB-73D0B8BA4A19}"/>
              </a:ext>
            </a:extLst>
          </p:cNvPr>
          <p:cNvSpPr>
            <a:spLocks noGrp="1"/>
          </p:cNvSpPr>
          <p:nvPr>
            <p:ph idx="1"/>
          </p:nvPr>
        </p:nvSpPr>
        <p:spPr/>
        <p:txBody>
          <a:bodyPr/>
          <a:lstStyle/>
          <a:p>
            <a:pPr marL="0" indent="0">
              <a:buNone/>
            </a:pPr>
            <a:r>
              <a:rPr lang="ja-JP" altLang="en-US" b="1" dirty="0"/>
              <a:t>・</a:t>
            </a:r>
            <a:r>
              <a:rPr lang="en-US" altLang="ja-JP" b="1" dirty="0"/>
              <a:t>Consistent Accuracy</a:t>
            </a:r>
          </a:p>
          <a:p>
            <a:pPr marL="457200" lvl="1" indent="0">
              <a:buNone/>
            </a:pPr>
            <a:r>
              <a:rPr kumimoji="1" lang="ja-JP" altLang="en-US" dirty="0"/>
              <a:t>・</a:t>
            </a:r>
            <a:r>
              <a:rPr kumimoji="1" lang="en-US" altLang="ja-JP" sz="2800" dirty="0"/>
              <a:t>Achieved </a:t>
            </a:r>
            <a:r>
              <a:rPr kumimoji="1" lang="ja-JP" altLang="en-US" sz="2800" dirty="0"/>
              <a:t>～</a:t>
            </a:r>
            <a:r>
              <a:rPr kumimoji="1" lang="en-US" altLang="ja-JP" sz="2800" dirty="0"/>
              <a:t> 90% accuracy for “Hand” class on both GPU and </a:t>
            </a:r>
            <a:r>
              <a:rPr kumimoji="1" lang="ja-JP" altLang="en-US" sz="2800" dirty="0"/>
              <a:t>　　　　</a:t>
            </a:r>
            <a:r>
              <a:rPr kumimoji="1" lang="en-US" altLang="ja-JP" sz="2800" dirty="0"/>
              <a:t>Raspberry Pi.</a:t>
            </a:r>
          </a:p>
          <a:p>
            <a:pPr marL="0" indent="0">
              <a:buNone/>
            </a:pPr>
            <a:r>
              <a:rPr lang="ja-JP" altLang="en-US" b="1" dirty="0"/>
              <a:t>・</a:t>
            </a:r>
            <a:r>
              <a:rPr lang="en-US" altLang="ja-JP" b="1" dirty="0"/>
              <a:t>Hardware Independence</a:t>
            </a:r>
          </a:p>
          <a:p>
            <a:pPr marL="457200" lvl="1" indent="0">
              <a:buNone/>
            </a:pPr>
            <a:r>
              <a:rPr lang="ja-JP" altLang="en-US" dirty="0"/>
              <a:t>・</a:t>
            </a:r>
            <a:r>
              <a:rPr lang="en-US" altLang="ja-JP" sz="2800" dirty="0"/>
              <a:t>Maintained performance on resource-constrained platforms.</a:t>
            </a:r>
          </a:p>
          <a:p>
            <a:pPr marL="0" indent="0">
              <a:buNone/>
            </a:pPr>
            <a:r>
              <a:rPr lang="ja-JP" altLang="en-US" b="1" dirty="0"/>
              <a:t>・</a:t>
            </a:r>
            <a:r>
              <a:rPr lang="en-US" altLang="ja-JP" b="1" dirty="0"/>
              <a:t>Significance</a:t>
            </a:r>
          </a:p>
          <a:p>
            <a:pPr marL="457200" lvl="1" indent="0">
              <a:buNone/>
            </a:pPr>
            <a:r>
              <a:rPr lang="ja-JP" altLang="en-US" sz="2800" dirty="0"/>
              <a:t>・</a:t>
            </a:r>
            <a:r>
              <a:rPr lang="en-US" altLang="ja-JP" sz="2800" dirty="0"/>
              <a:t>Demonstrates the practicality of SNNs for embedded systems.</a:t>
            </a:r>
            <a:endParaRPr kumimoji="1" lang="ja-JP" altLang="en-US" sz="2800" dirty="0"/>
          </a:p>
        </p:txBody>
      </p:sp>
      <p:sp>
        <p:nvSpPr>
          <p:cNvPr id="6" name="スライド番号プレースホルダー 5">
            <a:extLst>
              <a:ext uri="{FF2B5EF4-FFF2-40B4-BE49-F238E27FC236}">
                <a16:creationId xmlns:a16="http://schemas.microsoft.com/office/drawing/2014/main" id="{EE699967-A929-B6EE-4AD2-6DB56983079E}"/>
              </a:ext>
            </a:extLst>
          </p:cNvPr>
          <p:cNvSpPr>
            <a:spLocks noGrp="1"/>
          </p:cNvSpPr>
          <p:nvPr>
            <p:ph type="sldNum" sz="quarter" idx="12"/>
          </p:nvPr>
        </p:nvSpPr>
        <p:spPr/>
        <p:txBody>
          <a:bodyPr/>
          <a:lstStyle/>
          <a:p>
            <a:fld id="{05775D0E-D6FD-4847-A4AD-7D56F7F6616B}" type="slidenum">
              <a:rPr lang="en-JP" smtClean="0"/>
              <a:t>16</a:t>
            </a:fld>
            <a:endParaRPr lang="en-JP"/>
          </a:p>
        </p:txBody>
      </p:sp>
    </p:spTree>
    <p:extLst>
      <p:ext uri="{BB962C8B-B14F-4D97-AF65-F5344CB8AC3E}">
        <p14:creationId xmlns:p14="http://schemas.microsoft.com/office/powerpoint/2010/main" val="257073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460A7-8ED5-591B-470D-4749BAE486F2}"/>
              </a:ext>
            </a:extLst>
          </p:cNvPr>
          <p:cNvSpPr>
            <a:spLocks noGrp="1"/>
          </p:cNvSpPr>
          <p:nvPr>
            <p:ph type="title"/>
          </p:nvPr>
        </p:nvSpPr>
        <p:spPr/>
        <p:txBody>
          <a:bodyPr/>
          <a:lstStyle/>
          <a:p>
            <a:r>
              <a:rPr lang="en-US" altLang="ja-JP"/>
              <a:t>Discussion ②: Analysis of Causes for False Positives</a:t>
            </a:r>
            <a:endParaRPr kumimoji="1" lang="ja-JP" altLang="en-US" dirty="0"/>
          </a:p>
        </p:txBody>
      </p:sp>
      <p:sp>
        <p:nvSpPr>
          <p:cNvPr id="3" name="コンテンツ プレースホルダー 2">
            <a:extLst>
              <a:ext uri="{FF2B5EF4-FFF2-40B4-BE49-F238E27FC236}">
                <a16:creationId xmlns:a16="http://schemas.microsoft.com/office/drawing/2014/main" id="{B906F40A-89FE-60A0-C3CB-DF587D70CB41}"/>
              </a:ext>
            </a:extLst>
          </p:cNvPr>
          <p:cNvSpPr>
            <a:spLocks noGrp="1"/>
          </p:cNvSpPr>
          <p:nvPr>
            <p:ph idx="1"/>
          </p:nvPr>
        </p:nvSpPr>
        <p:spPr>
          <a:xfrm>
            <a:off x="714643" y="1825625"/>
            <a:ext cx="7106653" cy="4351338"/>
          </a:xfrm>
        </p:spPr>
        <p:txBody>
          <a:bodyPr>
            <a:normAutofit/>
          </a:bodyPr>
          <a:lstStyle/>
          <a:p>
            <a:pPr marL="0" indent="0">
              <a:buNone/>
            </a:pPr>
            <a:r>
              <a:rPr lang="en-US" altLang="ja-JP" sz="2400" b="1" dirty="0"/>
              <a:t>Problem</a:t>
            </a:r>
          </a:p>
          <a:p>
            <a:r>
              <a:rPr lang="en-US" altLang="ja-JP" sz="2400" dirty="0"/>
              <a:t>False Positives: "Not Hand" often misclassified as "Hand".</a:t>
            </a:r>
          </a:p>
          <a:p>
            <a:pPr marL="0" indent="0">
              <a:buNone/>
            </a:pPr>
            <a:r>
              <a:rPr lang="en-US" altLang="ja-JP" sz="2400" b="1" dirty="0"/>
              <a:t>Cause Analysis</a:t>
            </a:r>
          </a:p>
          <a:p>
            <a:r>
              <a:rPr lang="en-US" altLang="ja-JP" sz="2400" dirty="0"/>
              <a:t>Source of Error: High-temperature objects (e.g., hot drinks).</a:t>
            </a:r>
          </a:p>
          <a:p>
            <a:r>
              <a:rPr lang="en-US" altLang="ja-JP" sz="2400" dirty="0"/>
              <a:t>Model Behavior: Learned temperature intensity, not semantic shape.</a:t>
            </a:r>
          </a:p>
          <a:p>
            <a:r>
              <a:rPr lang="en-US" altLang="ja-JP" sz="2400" dirty="0"/>
              <a:t>Reasoning: Since thermal images represent humans as "high heat regions," the model confuses them with other hot objects.</a:t>
            </a:r>
          </a:p>
        </p:txBody>
      </p:sp>
      <p:sp>
        <p:nvSpPr>
          <p:cNvPr id="6" name="スライド番号プレースホルダー 5">
            <a:extLst>
              <a:ext uri="{FF2B5EF4-FFF2-40B4-BE49-F238E27FC236}">
                <a16:creationId xmlns:a16="http://schemas.microsoft.com/office/drawing/2014/main" id="{C3491130-DFDE-ADBF-DB24-059478B9F7BB}"/>
              </a:ext>
            </a:extLst>
          </p:cNvPr>
          <p:cNvSpPr>
            <a:spLocks noGrp="1"/>
          </p:cNvSpPr>
          <p:nvPr>
            <p:ph type="sldNum" sz="quarter" idx="12"/>
          </p:nvPr>
        </p:nvSpPr>
        <p:spPr/>
        <p:txBody>
          <a:bodyPr/>
          <a:lstStyle/>
          <a:p>
            <a:fld id="{05775D0E-D6FD-4847-A4AD-7D56F7F6616B}" type="slidenum">
              <a:rPr lang="en-JP" smtClean="0"/>
              <a:t>17</a:t>
            </a:fld>
            <a:endParaRPr lang="en-JP"/>
          </a:p>
        </p:txBody>
      </p:sp>
      <p:pic>
        <p:nvPicPr>
          <p:cNvPr id="8" name="図 7" descr="背景パターン&#10;&#10;AI 生成コンテンツは誤りを含む可能性があります。">
            <a:extLst>
              <a:ext uri="{FF2B5EF4-FFF2-40B4-BE49-F238E27FC236}">
                <a16:creationId xmlns:a16="http://schemas.microsoft.com/office/drawing/2014/main" id="{EF877211-70AB-0F6B-38BE-3AC7F4FB36BD}"/>
              </a:ext>
            </a:extLst>
          </p:cNvPr>
          <p:cNvPicPr>
            <a:picLocks noChangeAspect="1"/>
          </p:cNvPicPr>
          <p:nvPr/>
        </p:nvPicPr>
        <p:blipFill>
          <a:blip r:embed="rId3"/>
          <a:stretch>
            <a:fillRect/>
          </a:stretch>
        </p:blipFill>
        <p:spPr>
          <a:xfrm>
            <a:off x="8115861" y="1508126"/>
            <a:ext cx="2811415" cy="1920406"/>
          </a:xfrm>
          <a:prstGeom prst="rect">
            <a:avLst/>
          </a:prstGeom>
        </p:spPr>
      </p:pic>
      <p:pic>
        <p:nvPicPr>
          <p:cNvPr id="10" name="図 9" descr="座る, 光, 暗い, 明かり が含まれている画像&#10;&#10;AI 生成コンテンツは誤りを含む可能性があります。">
            <a:extLst>
              <a:ext uri="{FF2B5EF4-FFF2-40B4-BE49-F238E27FC236}">
                <a16:creationId xmlns:a16="http://schemas.microsoft.com/office/drawing/2014/main" id="{EB368AD2-DED8-372F-EFC3-913A8AF0E835}"/>
              </a:ext>
            </a:extLst>
          </p:cNvPr>
          <p:cNvPicPr>
            <a:picLocks noChangeAspect="1"/>
          </p:cNvPicPr>
          <p:nvPr/>
        </p:nvPicPr>
        <p:blipFill>
          <a:blip r:embed="rId4"/>
          <a:stretch>
            <a:fillRect/>
          </a:stretch>
        </p:blipFill>
        <p:spPr>
          <a:xfrm>
            <a:off x="8115861" y="3938846"/>
            <a:ext cx="2811414" cy="2140411"/>
          </a:xfrm>
          <a:prstGeom prst="rect">
            <a:avLst/>
          </a:prstGeom>
        </p:spPr>
      </p:pic>
      <p:sp>
        <p:nvSpPr>
          <p:cNvPr id="11" name="テキスト ボックス 10">
            <a:extLst>
              <a:ext uri="{FF2B5EF4-FFF2-40B4-BE49-F238E27FC236}">
                <a16:creationId xmlns:a16="http://schemas.microsoft.com/office/drawing/2014/main" id="{7F13A21D-6C74-C1F8-CF8B-FCF3238E13D1}"/>
              </a:ext>
            </a:extLst>
          </p:cNvPr>
          <p:cNvSpPr txBox="1"/>
          <p:nvPr/>
        </p:nvSpPr>
        <p:spPr>
          <a:xfrm>
            <a:off x="8115861" y="3484768"/>
            <a:ext cx="2787943" cy="369332"/>
          </a:xfrm>
          <a:prstGeom prst="rect">
            <a:avLst/>
          </a:prstGeom>
          <a:noFill/>
        </p:spPr>
        <p:txBody>
          <a:bodyPr wrap="none" rtlCol="0">
            <a:spAutoFit/>
          </a:bodyPr>
          <a:lstStyle/>
          <a:p>
            <a:r>
              <a:rPr kumimoji="1" lang="en-US" altLang="ja-JP" dirty="0"/>
              <a:t>Correctly Classified Hand</a:t>
            </a:r>
            <a:endParaRPr kumimoji="1" lang="ja-JP" altLang="en-US" dirty="0"/>
          </a:p>
        </p:txBody>
      </p:sp>
      <p:sp>
        <p:nvSpPr>
          <p:cNvPr id="13" name="テキスト ボックス 12">
            <a:extLst>
              <a:ext uri="{FF2B5EF4-FFF2-40B4-BE49-F238E27FC236}">
                <a16:creationId xmlns:a16="http://schemas.microsoft.com/office/drawing/2014/main" id="{A3FBC652-9B11-32A9-93AC-377B76B982EC}"/>
              </a:ext>
            </a:extLst>
          </p:cNvPr>
          <p:cNvSpPr txBox="1"/>
          <p:nvPr/>
        </p:nvSpPr>
        <p:spPr>
          <a:xfrm>
            <a:off x="8198129" y="6176963"/>
            <a:ext cx="2646878" cy="369332"/>
          </a:xfrm>
          <a:prstGeom prst="rect">
            <a:avLst/>
          </a:prstGeom>
          <a:noFill/>
        </p:spPr>
        <p:txBody>
          <a:bodyPr wrap="none" rtlCol="0">
            <a:spAutoFit/>
          </a:bodyPr>
          <a:lstStyle/>
          <a:p>
            <a:r>
              <a:rPr kumimoji="1" lang="en-US" altLang="ja-JP" dirty="0"/>
              <a:t>Misclassified Hot Object</a:t>
            </a:r>
            <a:endParaRPr kumimoji="1" lang="ja-JP" altLang="en-US" dirty="0"/>
          </a:p>
        </p:txBody>
      </p:sp>
    </p:spTree>
    <p:extLst>
      <p:ext uri="{BB962C8B-B14F-4D97-AF65-F5344CB8AC3E}">
        <p14:creationId xmlns:p14="http://schemas.microsoft.com/office/powerpoint/2010/main" val="4083792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5642-FCD5-74D8-C137-E75DF7651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3D6AB-2B99-4A65-9F24-F06C913830FC}"/>
              </a:ext>
            </a:extLst>
          </p:cNvPr>
          <p:cNvSpPr>
            <a:spLocks noGrp="1"/>
          </p:cNvSpPr>
          <p:nvPr>
            <p:ph type="title"/>
          </p:nvPr>
        </p:nvSpPr>
        <p:spPr/>
        <p:txBody>
          <a:bodyPr/>
          <a:lstStyle/>
          <a:p>
            <a:r>
              <a:rPr lang="en-JP" dirty="0"/>
              <a:t>Content</a:t>
            </a:r>
          </a:p>
        </p:txBody>
      </p:sp>
      <p:sp>
        <p:nvSpPr>
          <p:cNvPr id="3" name="Content Placeholder 2">
            <a:extLst>
              <a:ext uri="{FF2B5EF4-FFF2-40B4-BE49-F238E27FC236}">
                <a16:creationId xmlns:a16="http://schemas.microsoft.com/office/drawing/2014/main" id="{C1D5640E-5EB4-65B9-3EC0-AB32876D92E2}"/>
              </a:ext>
            </a:extLst>
          </p:cNvPr>
          <p:cNvSpPr>
            <a:spLocks noGrp="1"/>
          </p:cNvSpPr>
          <p:nvPr>
            <p:ph idx="1"/>
          </p:nvPr>
        </p:nvSpPr>
        <p:spPr/>
        <p:txBody>
          <a:bodyPr>
            <a:normAutofit/>
          </a:bodyPr>
          <a:lstStyle/>
          <a:p>
            <a:r>
              <a:rPr lang="en-JP" dirty="0">
                <a:solidFill>
                  <a:schemeClr val="tx1">
                    <a:lumMod val="50000"/>
                    <a:lumOff val="50000"/>
                  </a:schemeClr>
                </a:solidFill>
              </a:rPr>
              <a:t>Research Introduction</a:t>
            </a:r>
            <a:endParaRPr lang="en-US" dirty="0">
              <a:solidFill>
                <a:schemeClr val="tx1">
                  <a:lumMod val="50000"/>
                  <a:lumOff val="50000"/>
                </a:schemeClr>
              </a:solidFill>
            </a:endParaRPr>
          </a:p>
          <a:p>
            <a:r>
              <a:rPr lang="en-JP" dirty="0">
                <a:solidFill>
                  <a:schemeClr val="tx1">
                    <a:lumMod val="50000"/>
                    <a:lumOff val="50000"/>
                  </a:schemeClr>
                </a:solidFill>
              </a:rPr>
              <a:t>Objective and Approach</a:t>
            </a:r>
            <a:endParaRPr lang="en-US" dirty="0">
              <a:solidFill>
                <a:schemeClr val="tx1">
                  <a:lumMod val="50000"/>
                  <a:lumOff val="50000"/>
                </a:schemeClr>
              </a:solidFill>
            </a:endParaRPr>
          </a:p>
          <a:p>
            <a:r>
              <a:rPr lang="en-US" dirty="0">
                <a:solidFill>
                  <a:schemeClr val="tx1">
                    <a:lumMod val="50000"/>
                    <a:lumOff val="50000"/>
                  </a:schemeClr>
                </a:solidFill>
              </a:rPr>
              <a:t>Overall System</a:t>
            </a:r>
          </a:p>
          <a:p>
            <a:r>
              <a:rPr lang="en-US" dirty="0">
                <a:solidFill>
                  <a:schemeClr val="tx1">
                    <a:lumMod val="50000"/>
                    <a:lumOff val="50000"/>
                  </a:schemeClr>
                </a:solidFill>
              </a:rPr>
              <a:t>Experimental Results</a:t>
            </a:r>
          </a:p>
          <a:p>
            <a:r>
              <a:rPr lang="en-US" dirty="0">
                <a:solidFill>
                  <a:schemeClr val="tx1">
                    <a:lumMod val="50000"/>
                    <a:lumOff val="50000"/>
                  </a:schemeClr>
                </a:solidFill>
              </a:rPr>
              <a:t>Discussion</a:t>
            </a:r>
          </a:p>
          <a:p>
            <a:r>
              <a:rPr lang="en-US" altLang="ja-JP" dirty="0"/>
              <a:t>Conclusion</a:t>
            </a:r>
          </a:p>
          <a:p>
            <a:pPr marL="0" indent="0">
              <a:buNone/>
            </a:pPr>
            <a:endParaRPr lang="en-US" altLang="ja-JP" dirty="0"/>
          </a:p>
          <a:p>
            <a:pPr marL="0" indent="0">
              <a:buNone/>
            </a:pPr>
            <a:endParaRPr lang="en-JP" dirty="0"/>
          </a:p>
        </p:txBody>
      </p:sp>
      <p:sp>
        <p:nvSpPr>
          <p:cNvPr id="6" name="Slide Number Placeholder 5">
            <a:extLst>
              <a:ext uri="{FF2B5EF4-FFF2-40B4-BE49-F238E27FC236}">
                <a16:creationId xmlns:a16="http://schemas.microsoft.com/office/drawing/2014/main" id="{97C7689C-1866-851A-3151-8A51216DC40D}"/>
              </a:ext>
            </a:extLst>
          </p:cNvPr>
          <p:cNvSpPr>
            <a:spLocks noGrp="1"/>
          </p:cNvSpPr>
          <p:nvPr>
            <p:ph type="sldNum" sz="quarter" idx="12"/>
          </p:nvPr>
        </p:nvSpPr>
        <p:spPr/>
        <p:txBody>
          <a:bodyPr/>
          <a:lstStyle/>
          <a:p>
            <a:fld id="{05775D0E-D6FD-4847-A4AD-7D56F7F6616B}" type="slidenum">
              <a:rPr lang="en-JP" smtClean="0"/>
              <a:t>18</a:t>
            </a:fld>
            <a:endParaRPr lang="en-JP"/>
          </a:p>
        </p:txBody>
      </p:sp>
    </p:spTree>
    <p:extLst>
      <p:ext uri="{BB962C8B-B14F-4D97-AF65-F5344CB8AC3E}">
        <p14:creationId xmlns:p14="http://schemas.microsoft.com/office/powerpoint/2010/main" val="1997994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611F9F-DDA7-35C4-3E18-E2871C08F860}"/>
              </a:ext>
            </a:extLst>
          </p:cNvPr>
          <p:cNvSpPr>
            <a:spLocks noGrp="1"/>
          </p:cNvSpPr>
          <p:nvPr>
            <p:ph type="title"/>
          </p:nvPr>
        </p:nvSpPr>
        <p:spPr/>
        <p:txBody>
          <a:bodyPr>
            <a:normAutofit/>
          </a:bodyPr>
          <a:lstStyle/>
          <a:p>
            <a:r>
              <a:rPr lang="en-US" altLang="ja-JP" sz="4000" dirty="0"/>
              <a:t>Conclusion</a:t>
            </a:r>
            <a:endParaRPr kumimoji="1" lang="ja-JP" altLang="en-US" sz="4000" dirty="0"/>
          </a:p>
        </p:txBody>
      </p:sp>
      <p:sp>
        <p:nvSpPr>
          <p:cNvPr id="3" name="コンテンツ プレースホルダー 2">
            <a:extLst>
              <a:ext uri="{FF2B5EF4-FFF2-40B4-BE49-F238E27FC236}">
                <a16:creationId xmlns:a16="http://schemas.microsoft.com/office/drawing/2014/main" id="{47F85B54-4EAC-507A-CF38-F6663A3C46B4}"/>
              </a:ext>
            </a:extLst>
          </p:cNvPr>
          <p:cNvSpPr>
            <a:spLocks noGrp="1"/>
          </p:cNvSpPr>
          <p:nvPr>
            <p:ph idx="1"/>
          </p:nvPr>
        </p:nvSpPr>
        <p:spPr/>
        <p:txBody>
          <a:bodyPr>
            <a:normAutofit/>
          </a:bodyPr>
          <a:lstStyle/>
          <a:p>
            <a:pPr marL="0" indent="0">
              <a:buNone/>
            </a:pPr>
            <a:r>
              <a:rPr lang="en-US" altLang="ja-JP" b="1" dirty="0"/>
              <a:t>Conclusion</a:t>
            </a:r>
          </a:p>
          <a:p>
            <a:r>
              <a:rPr lang="en-US" altLang="ja-JP" sz="2400" b="1" dirty="0"/>
              <a:t>High Accuracy:</a:t>
            </a:r>
            <a:r>
              <a:rPr lang="en-US" altLang="ja-JP" sz="2400" dirty="0"/>
              <a:t> Achieved ~90% accuracy on Raspberry Pi (comparable to GPU).</a:t>
            </a:r>
          </a:p>
          <a:p>
            <a:r>
              <a:rPr lang="en-US" altLang="ja-JP" sz="2400" b="1" dirty="0"/>
              <a:t>Efficiency:</a:t>
            </a:r>
            <a:r>
              <a:rPr lang="en-US" altLang="ja-JP" sz="2400" dirty="0"/>
              <a:t> Confirmed SNN suitability for embedded systems.</a:t>
            </a:r>
          </a:p>
          <a:p>
            <a:r>
              <a:rPr lang="en-US" altLang="ja-JP" sz="2400" b="1" dirty="0"/>
              <a:t>Limitation:</a:t>
            </a:r>
            <a:r>
              <a:rPr lang="en-US" altLang="ja-JP" sz="2400" dirty="0"/>
              <a:t> False positives caused by non-human hot objects.</a:t>
            </a:r>
          </a:p>
          <a:p>
            <a:pPr marL="0" indent="0">
              <a:buNone/>
            </a:pPr>
            <a:r>
              <a:rPr lang="en-US" altLang="ja-JP" b="1" dirty="0"/>
              <a:t>Future Work</a:t>
            </a:r>
          </a:p>
          <a:p>
            <a:r>
              <a:rPr kumimoji="1" lang="en-US" altLang="ja-JP" sz="2400" b="1" dirty="0"/>
              <a:t>Shape Recognition: </a:t>
            </a:r>
            <a:r>
              <a:rPr kumimoji="1" lang="en-US" altLang="ja-JP" sz="2400" dirty="0"/>
              <a:t>Incorporate spatial features (e.g., CNN layers).</a:t>
            </a:r>
          </a:p>
          <a:p>
            <a:r>
              <a:rPr kumimoji="1" lang="en-US" altLang="ja-JP" sz="2400" b="1" dirty="0"/>
              <a:t>Multi-modal: </a:t>
            </a:r>
            <a:r>
              <a:rPr kumimoji="1" lang="en-US" altLang="ja-JP" sz="2400" dirty="0"/>
              <a:t>Integrate motion or other sensor data.</a:t>
            </a:r>
          </a:p>
        </p:txBody>
      </p:sp>
      <p:sp>
        <p:nvSpPr>
          <p:cNvPr id="6" name="スライド番号プレースホルダー 5">
            <a:extLst>
              <a:ext uri="{FF2B5EF4-FFF2-40B4-BE49-F238E27FC236}">
                <a16:creationId xmlns:a16="http://schemas.microsoft.com/office/drawing/2014/main" id="{0CD1505C-8BBC-1ADB-3DF8-8DA439C81AE5}"/>
              </a:ext>
            </a:extLst>
          </p:cNvPr>
          <p:cNvSpPr>
            <a:spLocks noGrp="1"/>
          </p:cNvSpPr>
          <p:nvPr>
            <p:ph type="sldNum" sz="quarter" idx="12"/>
          </p:nvPr>
        </p:nvSpPr>
        <p:spPr/>
        <p:txBody>
          <a:bodyPr/>
          <a:lstStyle/>
          <a:p>
            <a:fld id="{05775D0E-D6FD-4847-A4AD-7D56F7F6616B}" type="slidenum">
              <a:rPr lang="en-JP" smtClean="0"/>
              <a:t>19</a:t>
            </a:fld>
            <a:endParaRPr lang="en-JP"/>
          </a:p>
        </p:txBody>
      </p:sp>
    </p:spTree>
    <p:extLst>
      <p:ext uri="{BB962C8B-B14F-4D97-AF65-F5344CB8AC3E}">
        <p14:creationId xmlns:p14="http://schemas.microsoft.com/office/powerpoint/2010/main" val="1800839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585115-00BA-5F19-A479-0FB8CB10A164}"/>
              </a:ext>
            </a:extLst>
          </p:cNvPr>
          <p:cNvSpPr>
            <a:spLocks noGrp="1"/>
          </p:cNvSpPr>
          <p:nvPr>
            <p:ph type="title"/>
          </p:nvPr>
        </p:nvSpPr>
        <p:spPr/>
        <p:txBody>
          <a:bodyPr/>
          <a:lstStyle/>
          <a:p>
            <a:r>
              <a:rPr kumimoji="1" lang="en-US" altLang="ja-JP" dirty="0"/>
              <a:t>References</a:t>
            </a:r>
            <a:endParaRPr kumimoji="1" lang="ja-JP" altLang="en-US" dirty="0"/>
          </a:p>
        </p:txBody>
      </p:sp>
      <p:sp>
        <p:nvSpPr>
          <p:cNvPr id="3" name="コンテンツ プレースホルダー 2">
            <a:extLst>
              <a:ext uri="{FF2B5EF4-FFF2-40B4-BE49-F238E27FC236}">
                <a16:creationId xmlns:a16="http://schemas.microsoft.com/office/drawing/2014/main" id="{BCEF0398-D3A5-E256-31C0-4D53937CC8E6}"/>
              </a:ext>
            </a:extLst>
          </p:cNvPr>
          <p:cNvSpPr>
            <a:spLocks noGrp="1"/>
          </p:cNvSpPr>
          <p:nvPr>
            <p:ph idx="1"/>
          </p:nvPr>
        </p:nvSpPr>
        <p:spPr>
          <a:xfrm>
            <a:off x="838200" y="1572126"/>
            <a:ext cx="10515600" cy="4604837"/>
          </a:xfrm>
        </p:spPr>
        <p:txBody>
          <a:bodyPr>
            <a:normAutofit fontScale="62500" lnSpcReduction="20000"/>
          </a:bodyPr>
          <a:lstStyle/>
          <a:p>
            <a:r>
              <a:rPr kumimoji="1" lang="en-US" altLang="ja-JP" dirty="0"/>
              <a:t>[1] Wolfgang Maass, “Networks of spiking </a:t>
            </a:r>
            <a:r>
              <a:rPr kumimoji="1" lang="en-US" altLang="ja-JP" dirty="0" err="1"/>
              <a:t>neurons:The</a:t>
            </a:r>
            <a:r>
              <a:rPr kumimoji="1" lang="en-US" altLang="ja-JP" dirty="0"/>
              <a:t> third generation of neural network models,” </a:t>
            </a:r>
            <a:r>
              <a:rPr kumimoji="1" lang="en-US" altLang="ja-JP" dirty="0" err="1"/>
              <a:t>NeuralNetworks</a:t>
            </a:r>
            <a:r>
              <a:rPr kumimoji="1" lang="en-US" altLang="ja-JP" dirty="0"/>
              <a:t>, vol. 10, no. 9, pp. 1659–1671, 1997.</a:t>
            </a:r>
          </a:p>
          <a:p>
            <a:r>
              <a:rPr kumimoji="1" lang="en-US" altLang="ja-JP" dirty="0"/>
              <a:t>[2] Michael Pfeiffer and Thomas Pfeil, “Deep learn-</a:t>
            </a:r>
            <a:r>
              <a:rPr kumimoji="1" lang="en-US" altLang="ja-JP" dirty="0" err="1"/>
              <a:t>ing</a:t>
            </a:r>
            <a:r>
              <a:rPr kumimoji="1" lang="en-US" altLang="ja-JP" dirty="0"/>
              <a:t> with spiking neurons: Opportunities and </a:t>
            </a:r>
            <a:r>
              <a:rPr kumimoji="1" lang="en-US" altLang="ja-JP" dirty="0" err="1"/>
              <a:t>chal-lenges</a:t>
            </a:r>
            <a:r>
              <a:rPr kumimoji="1" lang="en-US" altLang="ja-JP" dirty="0"/>
              <a:t>,” Frontiers in Neuroscience, vol. 12, Article774, 2018.</a:t>
            </a:r>
          </a:p>
          <a:p>
            <a:r>
              <a:rPr kumimoji="1" lang="en-US" altLang="ja-JP" dirty="0"/>
              <a:t>[3] Anthony N. Burkitt, “A review of the integrate-and-fire neuron model,” Biological Cybernetics, vol.95, no. 1, pp. 1–19, 2006.</a:t>
            </a:r>
          </a:p>
          <a:p>
            <a:r>
              <a:rPr kumimoji="1" lang="en-US" altLang="ja-JP" dirty="0"/>
              <a:t>[4] Fred Rieke, David </a:t>
            </a:r>
            <a:r>
              <a:rPr kumimoji="1" lang="en-US" altLang="ja-JP" dirty="0" err="1"/>
              <a:t>Warland</a:t>
            </a:r>
            <a:r>
              <a:rPr kumimoji="1" lang="en-US" altLang="ja-JP" dirty="0"/>
              <a:t>, Rob de Ruyter </a:t>
            </a:r>
            <a:r>
              <a:rPr kumimoji="1" lang="en-US" altLang="ja-JP" dirty="0" err="1"/>
              <a:t>vanSteveninck</a:t>
            </a:r>
            <a:r>
              <a:rPr kumimoji="1" lang="en-US" altLang="ja-JP" dirty="0"/>
              <a:t>, and William Bialek, Spikes: Exploring </a:t>
            </a:r>
            <a:r>
              <a:rPr kumimoji="1" lang="en-US" altLang="ja-JP" dirty="0" err="1"/>
              <a:t>theNeural</a:t>
            </a:r>
            <a:r>
              <a:rPr kumimoji="1" lang="en-US" altLang="ja-JP" dirty="0"/>
              <a:t> Code, MIT Press, 1997.</a:t>
            </a:r>
          </a:p>
          <a:p>
            <a:r>
              <a:rPr kumimoji="1" lang="en-US" altLang="ja-JP" dirty="0"/>
              <a:t>[5] Paul J. </a:t>
            </a:r>
            <a:r>
              <a:rPr kumimoji="1" lang="en-US" altLang="ja-JP" dirty="0" err="1"/>
              <a:t>Werbos</a:t>
            </a:r>
            <a:r>
              <a:rPr kumimoji="1" lang="en-US" altLang="ja-JP" dirty="0"/>
              <a:t>, “Backpropagation through </a:t>
            </a:r>
            <a:r>
              <a:rPr kumimoji="1" lang="en-US" altLang="ja-JP" dirty="0" err="1"/>
              <a:t>time:What</a:t>
            </a:r>
            <a:r>
              <a:rPr kumimoji="1" lang="en-US" altLang="ja-JP" dirty="0"/>
              <a:t> it does and how to do it,” Proceedings of the </a:t>
            </a:r>
            <a:r>
              <a:rPr kumimoji="1" lang="en-US" altLang="ja-JP" dirty="0" err="1"/>
              <a:t>IEEE,vol</a:t>
            </a:r>
            <a:r>
              <a:rPr kumimoji="1" lang="en-US" altLang="ja-JP" dirty="0"/>
              <a:t>. 78, no. 10, pp. 1550–1560, 1990.</a:t>
            </a:r>
          </a:p>
          <a:p>
            <a:r>
              <a:rPr kumimoji="1" lang="en-US" altLang="ja-JP" dirty="0"/>
              <a:t>[6] Emre O. </a:t>
            </a:r>
            <a:r>
              <a:rPr kumimoji="1" lang="en-US" altLang="ja-JP" dirty="0" err="1"/>
              <a:t>Neftci</a:t>
            </a:r>
            <a:r>
              <a:rPr kumimoji="1" lang="en-US" altLang="ja-JP" dirty="0"/>
              <a:t>, Hesham Mostafa, and Friede-</a:t>
            </a:r>
            <a:r>
              <a:rPr kumimoji="1" lang="en-US" altLang="ja-JP" dirty="0" err="1"/>
              <a:t>mann</a:t>
            </a:r>
            <a:r>
              <a:rPr kumimoji="1" lang="en-US" altLang="ja-JP" dirty="0"/>
              <a:t> Zenke, “Surrogate gradient learning in </a:t>
            </a:r>
            <a:r>
              <a:rPr kumimoji="1" lang="en-US" altLang="ja-JP" dirty="0" err="1"/>
              <a:t>spikingneural</a:t>
            </a:r>
            <a:r>
              <a:rPr kumimoji="1" lang="en-US" altLang="ja-JP" dirty="0"/>
              <a:t> networks,” IEEE Signal Processing </a:t>
            </a:r>
            <a:r>
              <a:rPr kumimoji="1" lang="en-US" altLang="ja-JP" dirty="0" err="1"/>
              <a:t>Magazine,vol</a:t>
            </a:r>
            <a:r>
              <a:rPr kumimoji="1" lang="en-US" altLang="ja-JP" dirty="0"/>
              <a:t>. 36, no. 6, pp. 61–63, 2019.</a:t>
            </a:r>
          </a:p>
          <a:p>
            <a:r>
              <a:rPr kumimoji="1" lang="en-US" altLang="ja-JP" dirty="0"/>
              <a:t>[7] Peter U. Diehl and Matthew Cook, “</a:t>
            </a:r>
            <a:r>
              <a:rPr kumimoji="1" lang="en-US" altLang="ja-JP" dirty="0" err="1"/>
              <a:t>Unsuper</a:t>
            </a:r>
            <a:r>
              <a:rPr kumimoji="1" lang="en-US" altLang="ja-JP" dirty="0"/>
              <a:t>-vised learning of digit recognition using spike-timing-dependent plasticity,” Frontiers in Computational Neu-</a:t>
            </a:r>
            <a:r>
              <a:rPr kumimoji="1" lang="en-US" altLang="ja-JP" dirty="0" err="1"/>
              <a:t>roscience</a:t>
            </a:r>
            <a:r>
              <a:rPr kumimoji="1" lang="en-US" altLang="ja-JP" dirty="0"/>
              <a:t>, vol. 9, Article 99, 2015.</a:t>
            </a:r>
          </a:p>
          <a:p>
            <a:r>
              <a:rPr kumimoji="1" lang="en-US" altLang="ja-JP" dirty="0"/>
              <a:t>[8] Jason K. </a:t>
            </a:r>
            <a:r>
              <a:rPr kumimoji="1" lang="en-US" altLang="ja-JP" dirty="0" err="1"/>
              <a:t>Eshraghian</a:t>
            </a:r>
            <a:r>
              <a:rPr kumimoji="1" lang="en-US" altLang="ja-JP" dirty="0"/>
              <a:t>, Max Ward, Emre O. </a:t>
            </a:r>
            <a:r>
              <a:rPr kumimoji="1" lang="en-US" altLang="ja-JP" dirty="0" err="1"/>
              <a:t>Neftci,et</a:t>
            </a:r>
            <a:r>
              <a:rPr kumimoji="1" lang="en-US" altLang="ja-JP" dirty="0"/>
              <a:t> al., “</a:t>
            </a:r>
            <a:r>
              <a:rPr kumimoji="1" lang="en-US" altLang="ja-JP" dirty="0" err="1"/>
              <a:t>snnTorch</a:t>
            </a:r>
            <a:r>
              <a:rPr kumimoji="1" lang="en-US" altLang="ja-JP" dirty="0"/>
              <a:t>: A Python library for spiking neu-</a:t>
            </a:r>
            <a:r>
              <a:rPr kumimoji="1" lang="en-US" altLang="ja-JP" dirty="0" err="1"/>
              <a:t>ral</a:t>
            </a:r>
            <a:r>
              <a:rPr kumimoji="1" lang="en-US" altLang="ja-JP" dirty="0"/>
              <a:t> networks,” Frontiers in Neuroinformatics, vol. 17,Article 116, 2023.</a:t>
            </a:r>
          </a:p>
          <a:p>
            <a:r>
              <a:rPr kumimoji="1" lang="en-US" altLang="ja-JP" dirty="0"/>
              <a:t>[9] Giacomo </a:t>
            </a:r>
            <a:r>
              <a:rPr kumimoji="1" lang="en-US" altLang="ja-JP" dirty="0" err="1"/>
              <a:t>Indiveri</a:t>
            </a:r>
            <a:r>
              <a:rPr kumimoji="1" lang="en-US" altLang="ja-JP" dirty="0"/>
              <a:t> and Shih-Chii Liu, “Mem-</a:t>
            </a:r>
            <a:r>
              <a:rPr kumimoji="1" lang="en-US" altLang="ja-JP" dirty="0" err="1"/>
              <a:t>ory</a:t>
            </a:r>
            <a:r>
              <a:rPr kumimoji="1" lang="en-US" altLang="ja-JP" dirty="0"/>
              <a:t> and information processing in neuromorphic sys-</a:t>
            </a:r>
            <a:r>
              <a:rPr kumimoji="1" lang="en-US" altLang="ja-JP" dirty="0" err="1"/>
              <a:t>tems</a:t>
            </a:r>
            <a:r>
              <a:rPr kumimoji="1" lang="en-US" altLang="ja-JP" dirty="0"/>
              <a:t>,” Proceedings of the IEEE, vol. 103, no. 8, pp.1379–1397, 2015.</a:t>
            </a:r>
            <a:endParaRPr kumimoji="1" lang="ja-JP" altLang="en-US" dirty="0"/>
          </a:p>
        </p:txBody>
      </p:sp>
      <p:sp>
        <p:nvSpPr>
          <p:cNvPr id="6" name="スライド番号プレースホルダー 5">
            <a:extLst>
              <a:ext uri="{FF2B5EF4-FFF2-40B4-BE49-F238E27FC236}">
                <a16:creationId xmlns:a16="http://schemas.microsoft.com/office/drawing/2014/main" id="{F24CF1C5-C760-865A-54F3-B60E47228BF3}"/>
              </a:ext>
            </a:extLst>
          </p:cNvPr>
          <p:cNvSpPr>
            <a:spLocks noGrp="1"/>
          </p:cNvSpPr>
          <p:nvPr>
            <p:ph type="sldNum" sz="quarter" idx="12"/>
          </p:nvPr>
        </p:nvSpPr>
        <p:spPr/>
        <p:txBody>
          <a:bodyPr/>
          <a:lstStyle/>
          <a:p>
            <a:fld id="{05775D0E-D6FD-4847-A4AD-7D56F7F6616B}" type="slidenum">
              <a:rPr lang="en-JP" smtClean="0"/>
              <a:t>20</a:t>
            </a:fld>
            <a:endParaRPr lang="en-JP"/>
          </a:p>
        </p:txBody>
      </p:sp>
    </p:spTree>
    <p:extLst>
      <p:ext uri="{BB962C8B-B14F-4D97-AF65-F5344CB8AC3E}">
        <p14:creationId xmlns:p14="http://schemas.microsoft.com/office/powerpoint/2010/main" val="651539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1FF281-5B05-803B-9D91-1291BE0ECF3B}"/>
              </a:ext>
            </a:extLst>
          </p:cNvPr>
          <p:cNvSpPr>
            <a:spLocks noGrp="1"/>
          </p:cNvSpPr>
          <p:nvPr>
            <p:ph type="title"/>
          </p:nvPr>
        </p:nvSpPr>
        <p:spPr>
          <a:xfrm>
            <a:off x="838200" y="2766218"/>
            <a:ext cx="10515600" cy="1325563"/>
          </a:xfrm>
        </p:spPr>
        <p:txBody>
          <a:bodyPr/>
          <a:lstStyle/>
          <a:p>
            <a:pPr algn="ctr"/>
            <a:r>
              <a:rPr lang="en-JP" dirty="0"/>
              <a:t>Thank you for your attention!</a:t>
            </a:r>
          </a:p>
        </p:txBody>
      </p:sp>
      <p:sp>
        <p:nvSpPr>
          <p:cNvPr id="6" name="Slide Number Placeholder 5">
            <a:extLst>
              <a:ext uri="{FF2B5EF4-FFF2-40B4-BE49-F238E27FC236}">
                <a16:creationId xmlns:a16="http://schemas.microsoft.com/office/drawing/2014/main" id="{552449F6-B889-9F51-E2EB-3565EB40C6A9}"/>
              </a:ext>
            </a:extLst>
          </p:cNvPr>
          <p:cNvSpPr>
            <a:spLocks noGrp="1"/>
          </p:cNvSpPr>
          <p:nvPr>
            <p:ph type="sldNum" sz="quarter" idx="12"/>
          </p:nvPr>
        </p:nvSpPr>
        <p:spPr/>
        <p:txBody>
          <a:bodyPr/>
          <a:lstStyle/>
          <a:p>
            <a:fld id="{05775D0E-D6FD-4847-A4AD-7D56F7F6616B}" type="slidenum">
              <a:rPr lang="en-JP" smtClean="0"/>
              <a:t>21</a:t>
            </a:fld>
            <a:endParaRPr lang="en-JP"/>
          </a:p>
        </p:txBody>
      </p:sp>
    </p:spTree>
    <p:extLst>
      <p:ext uri="{BB962C8B-B14F-4D97-AF65-F5344CB8AC3E}">
        <p14:creationId xmlns:p14="http://schemas.microsoft.com/office/powerpoint/2010/main" val="896228523"/>
      </p:ext>
    </p:extLst>
  </p:cSld>
  <p:clrMapOvr>
    <a:masterClrMapping/>
  </p:clrMapOvr>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1432</TotalTime>
  <Words>2821</Words>
  <Application>Microsoft Office PowerPoint</Application>
  <PresentationFormat>ワイド画面</PresentationFormat>
  <Paragraphs>272</Paragraphs>
  <Slides>21</Slides>
  <Notes>20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21</vt:i4>
      </vt:variant>
    </vt:vector>
  </HeadingPairs>
  <TitlesOfParts>
    <vt:vector size="24" baseType="lpstr">
      <vt:lpstr>Arial</vt:lpstr>
      <vt:lpstr>Calibri</vt:lpstr>
      <vt:lpstr>Office Theme</vt:lpstr>
      <vt:lpstr>Designing Spiking Neural Network on Embedded Systems with On-Chip Learning Ability </vt:lpstr>
      <vt:lpstr>Content</vt:lpstr>
      <vt:lpstr>Content</vt:lpstr>
      <vt:lpstr>Research Introduction: Why Spiking Neural Networks?</vt:lpstr>
      <vt:lpstr>Content</vt:lpstr>
      <vt:lpstr>Objective and Approach </vt:lpstr>
      <vt:lpstr>Content</vt:lpstr>
      <vt:lpstr>Overall System Flow</vt:lpstr>
      <vt:lpstr>Encoding Method</vt:lpstr>
      <vt:lpstr>SNN Model Configuration</vt:lpstr>
      <vt:lpstr>Data Collection</vt:lpstr>
      <vt:lpstr>Content</vt:lpstr>
      <vt:lpstr>Experimental Results 1: Classification Accuracy</vt:lpstr>
      <vt:lpstr>Experimental Results 2: Inference Speed </vt:lpstr>
      <vt:lpstr>Content</vt:lpstr>
      <vt:lpstr>Discussion ①: Maintaining Performance in Embedded Environments</vt:lpstr>
      <vt:lpstr>Discussion ②: Analysis of Causes for False Positives</vt:lpstr>
      <vt:lpstr>Content</vt:lpstr>
      <vt:lpstr>Conclusion</vt:lpstr>
      <vt:lpstr>References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title</dc:title>
  <dc:creator>Khanh N. Dang</dc:creator>
  <cp:lastModifiedBy>大和 小松</cp:lastModifiedBy>
  <cp:revision>23</cp:revision>
  <dcterms:created xsi:type="dcterms:W3CDTF">2024-05-08T11:16:09Z</dcterms:created>
  <dcterms:modified xsi:type="dcterms:W3CDTF">2026-02-04T03:28:49Z</dcterms:modified>
</cp:coreProperties>
</file>